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81ad8566ad40fd" /><Relationship Type="http://schemas.openxmlformats.org/officeDocument/2006/relationships/extended-properties" Target="/docProps/app.xml" Id="R785cbf7d35b841ca" /><Relationship Type="http://schemas.openxmlformats.org/officeDocument/2006/relationships/officeDocument" Target="/ppt/presentation.xml" Id="Rede647cea05f4d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29611be7f943cd"/>
  </p:sldMasterIdLst>
  <p:notesMasterIdLst>
    <p:notesMasterId xmlns:r="http://schemas.openxmlformats.org/officeDocument/2006/relationships" r:id="Rdc40b0b4d75d4012"/>
  </p:notesMasterIdLst>
  <p:sldIdLst>
    <p:sldId xmlns:r="http://schemas.openxmlformats.org/officeDocument/2006/relationships" id="256" r:id="R009af8c2e5264fa8"/>
  </p:sldIdLst>
  <p:sldSz cx="14687550" cy="3257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0f34d0fa7d4bb2" /><Relationship Type="http://schemas.openxmlformats.org/officeDocument/2006/relationships/slideMaster" Target="/ppt/slideMasters/slideMaster1.xml" Id="R8129611be7f943cd" /><Relationship Type="http://schemas.openxmlformats.org/officeDocument/2006/relationships/notesMaster" Target="/ppt/notesMasters/notesMaster1.xml" Id="Rdc40b0b4d75d4012" /><Relationship Type="http://schemas.openxmlformats.org/officeDocument/2006/relationships/presProps" Target="/ppt/presProps.xml" Id="R888639015cc64456" /><Relationship Type="http://schemas.openxmlformats.org/officeDocument/2006/relationships/tableStyles" Target="/ppt/tableStyles.xml" Id="R4d17ee56e6de4117" /><Relationship Type="http://schemas.openxmlformats.org/officeDocument/2006/relationships/slide" Target="/ppt/slides/slide1.xml" Id="R009af8c2e5264f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8ce377749541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17855925da40b5" /><Relationship Type="http://schemas.openxmlformats.org/officeDocument/2006/relationships/notesMaster" Target="/ppt/notesMasters/notesMaster1.xml" Id="Rdb5d1622d50a439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素材ID：SEC-015</ns1:t>
            </ns1:r>
          </ns1:p>
          <ns1:p>
            <ns1:r>
              <ns1:t>论文：Peering Inside the Black-Box: Long-Range and Scalable Model Architecture Snooping via GPU Electromagnetic Side-Channel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7，PDF第6页</ns1:t>
            </ns1:r>
          </ns1:p>
          <ns1:p>
            <ns1:r>
              <ns1:t>类型：系统架构</ns1:t>
            </ns1:r>
          </ns1:p>
          <ns1:p>
            <ns1:r>
              <ns1:t>借鉴点：以两大阶段组织GPU采样、双域数据、预训练微调和结构输出，内嵌波形及神经网络形成高信息密度架构图。</ns1:t>
            </ns1:r>
          </ns1:p>
          <ns1:p>
            <ns1:r>
              <ns1:t>论文URL：https://www.ndss-symposium.org/wp-content/uploads/2026-s141-paper.pdf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bd4ce1b96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fa4faa17d94a8b" /><Relationship Type="http://schemas.openxmlformats.org/officeDocument/2006/relationships/slideLayout" Target="/ppt/slideLayouts/slideLayout1.xml" Id="R1f28c104f4094a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28c104f4094a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ec292db454071" /><Relationship Type="http://schemas.openxmlformats.org/officeDocument/2006/relationships/image" Target="/ppt/media/image.png" Id="Re79f3b35318949f6" /><Relationship Type="http://schemas.openxmlformats.org/officeDocument/2006/relationships/image" Target="/ppt/media/image2.png" Id="R1433e66438b14ca3" /><Relationship Type="http://schemas.openxmlformats.org/officeDocument/2006/relationships/image" Target="/ppt/media/image3.png" Id="R60101f0243c94280" /><Relationship Type="http://schemas.openxmlformats.org/officeDocument/2006/relationships/image" Target="/ppt/media/image4.png" Id="R01e381f504eb4672" /><Relationship Type="http://schemas.openxmlformats.org/officeDocument/2006/relationships/image" Target="/ppt/media/image5.png" Id="R3adfa81f50734110" /><Relationship Type="http://schemas.openxmlformats.org/officeDocument/2006/relationships/image" Target="/ppt/media/image6.png" Id="R574cc0bf46914c52" /><Relationship Type="http://schemas.openxmlformats.org/officeDocument/2006/relationships/image" Target="/ppt/media/image7.png" Id="Rccc879ed85094fe3" /><Relationship Type="http://schemas.openxmlformats.org/officeDocument/2006/relationships/image" Target="/ppt/media/image8.png" Id="R0d3789f476324560" /><Relationship Type="http://schemas.openxmlformats.org/officeDocument/2006/relationships/image" Target="/ppt/media/image9.png" Id="Rafecfb3d3fe24b48" /><Relationship Type="http://schemas.openxmlformats.org/officeDocument/2006/relationships/notesSlide" Target="/ppt/notesSlides/notesSlide1.xml" Id="Re1ef534f7929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EC8BF-E786-4175-AA78-1118433E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043"/>
            <a:ext cx="14687550" cy="3213507"/>
          </a:xfrm>
          <a:custGeom xmlns:a="http://schemas.openxmlformats.org/drawingml/2006/main">
            <a:pathLst>
              <a:path w="14687550" h="3213507">
                <a:moveTo>
                  <a:pt x="14687550" y="3213507"/>
                </a:moveTo>
                <a:lnTo>
                  <a:pt x="14687550" y="0"/>
                </a:lnTo>
                <a:lnTo>
                  <a:pt x="0" y="0"/>
                </a:lnTo>
                <a:lnTo>
                  <a:pt x="0" y="3213507"/>
                </a:lnTo>
                <a:lnTo>
                  <a:pt x="14687550" y="32135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F4777-5D30-447E-A6B3-32F0BC0B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935" y="487689"/>
            <a:ext cx="2516551" cy="720062"/>
          </a:xfrm>
          <a:custGeom xmlns:a="http://schemas.openxmlformats.org/drawingml/2006/main">
            <a:pathLst>
              <a:path w="2516551" h="720062">
                <a:moveTo>
                  <a:pt x="0" y="120010"/>
                </a:moveTo>
                <a:cubicBezTo>
                  <a:pt x="0" y="53725"/>
                  <a:pt x="53725" y="0"/>
                  <a:pt x="120010" y="0"/>
                </a:cubicBezTo>
                <a:lnTo>
                  <a:pt x="1372885" y="0"/>
                </a:lnTo>
                <a:lnTo>
                  <a:pt x="1961264" y="0"/>
                </a:lnTo>
                <a:lnTo>
                  <a:pt x="2233507" y="0"/>
                </a:lnTo>
                <a:cubicBezTo>
                  <a:pt x="2299792" y="0"/>
                  <a:pt x="2353517" y="53725"/>
                  <a:pt x="2353517" y="120010"/>
                </a:cubicBezTo>
                <a:lnTo>
                  <a:pt x="2353517" y="420036"/>
                </a:lnTo>
                <a:lnTo>
                  <a:pt x="2516551" y="514515"/>
                </a:lnTo>
                <a:lnTo>
                  <a:pt x="2353517" y="600052"/>
                </a:lnTo>
                <a:cubicBezTo>
                  <a:pt x="2353517" y="666320"/>
                  <a:pt x="2299792" y="720062"/>
                  <a:pt x="2233507" y="720062"/>
                </a:cubicBezTo>
                <a:lnTo>
                  <a:pt x="1961264" y="720062"/>
                </a:lnTo>
                <a:lnTo>
                  <a:pt x="1372885" y="720062"/>
                </a:lnTo>
                <a:lnTo>
                  <a:pt x="120010" y="720062"/>
                </a:lnTo>
                <a:cubicBezTo>
                  <a:pt x="53725" y="720062"/>
                  <a:pt x="0" y="666320"/>
                  <a:pt x="0" y="600052"/>
                </a:cubicBezTo>
                <a:lnTo>
                  <a:pt x="0" y="420036"/>
                </a:lnTo>
                <a:lnTo>
                  <a:pt x="0" y="12001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E7F76-B0F7-4291-93CB-1EE2DDAA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935" y="487689"/>
            <a:ext cx="2516551" cy="720062"/>
          </a:xfrm>
          <a:custGeom xmlns:a="http://schemas.openxmlformats.org/drawingml/2006/main">
            <a:pathLst>
              <a:path w="2516551" h="720062" fill="none">
                <a:moveTo>
                  <a:pt x="0" y="120010"/>
                </a:moveTo>
                <a:cubicBezTo>
                  <a:pt x="0" y="53725"/>
                  <a:pt x="53725" y="0"/>
                  <a:pt x="120010" y="0"/>
                </a:cubicBezTo>
                <a:lnTo>
                  <a:pt x="1372885" y="0"/>
                </a:lnTo>
                <a:lnTo>
                  <a:pt x="1961264" y="0"/>
                </a:lnTo>
                <a:lnTo>
                  <a:pt x="2233507" y="0"/>
                </a:lnTo>
                <a:cubicBezTo>
                  <a:pt x="2299792" y="0"/>
                  <a:pt x="2353517" y="53725"/>
                  <a:pt x="2353517" y="120010"/>
                </a:cubicBezTo>
                <a:lnTo>
                  <a:pt x="2353517" y="420036"/>
                </a:lnTo>
                <a:lnTo>
                  <a:pt x="2516551" y="514515"/>
                </a:lnTo>
                <a:lnTo>
                  <a:pt x="2353517" y="600052"/>
                </a:lnTo>
                <a:cubicBezTo>
                  <a:pt x="2353517" y="666320"/>
                  <a:pt x="2299792" y="720062"/>
                  <a:pt x="2233507" y="720062"/>
                </a:cubicBezTo>
                <a:lnTo>
                  <a:pt x="1961264" y="720062"/>
                </a:lnTo>
                <a:lnTo>
                  <a:pt x="1372885" y="720062"/>
                </a:lnTo>
                <a:lnTo>
                  <a:pt x="120010" y="720062"/>
                </a:lnTo>
                <a:cubicBezTo>
                  <a:pt x="53725" y="720062"/>
                  <a:pt x="0" y="666320"/>
                  <a:pt x="0" y="600052"/>
                </a:cubicBezTo>
                <a:lnTo>
                  <a:pt x="0" y="420036"/>
                </a:lnTo>
                <a:lnTo>
                  <a:pt x="0" y="1200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660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CA914-2888-4B86-B347-D7EB1F59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545" y="696794"/>
            <a:ext cx="3324121" cy="2253021"/>
          </a:xfrm>
          <a:custGeom xmlns:a="http://schemas.openxmlformats.org/drawingml/2006/main">
            <a:pathLst>
              <a:path w="3324121" h="2253021" fill="none">
                <a:moveTo>
                  <a:pt x="0" y="37992"/>
                </a:moveTo>
                <a:cubicBezTo>
                  <a:pt x="0" y="17015"/>
                  <a:pt x="16999" y="0"/>
                  <a:pt x="37992" y="0"/>
                </a:cubicBezTo>
                <a:lnTo>
                  <a:pt x="3286129" y="0"/>
                </a:lnTo>
                <a:cubicBezTo>
                  <a:pt x="3307123" y="0"/>
                  <a:pt x="3324121" y="17015"/>
                  <a:pt x="3324121" y="37992"/>
                </a:cubicBezTo>
                <a:lnTo>
                  <a:pt x="3324121" y="2215045"/>
                </a:lnTo>
                <a:cubicBezTo>
                  <a:pt x="3324121" y="2236022"/>
                  <a:pt x="3307123" y="2253021"/>
                  <a:pt x="3286129" y="2253021"/>
                </a:cubicBezTo>
                <a:lnTo>
                  <a:pt x="37992" y="2253021"/>
                </a:lnTo>
                <a:cubicBezTo>
                  <a:pt x="16999" y="2253021"/>
                  <a:pt x="0" y="2236022"/>
                  <a:pt x="0" y="2215045"/>
                </a:cubicBezTo>
                <a:lnTo>
                  <a:pt x="0" y="379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660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1A182-4F90-4646-819B-0267FFA1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49" y="753027"/>
            <a:ext cx="1406587" cy="2106921"/>
          </a:xfrm>
          <a:custGeom xmlns:a="http://schemas.openxmlformats.org/drawingml/2006/main">
            <a:pathLst>
              <a:path w="1406587" h="2106921">
                <a:moveTo>
                  <a:pt x="1406587" y="33981"/>
                </a:moveTo>
                <a:lnTo>
                  <a:pt x="1406587" y="2072940"/>
                </a:lnTo>
                <a:cubicBezTo>
                  <a:pt x="1406587" y="2091698"/>
                  <a:pt x="1391363" y="2106921"/>
                  <a:pt x="1372606" y="2106921"/>
                </a:cubicBezTo>
                <a:lnTo>
                  <a:pt x="33981" y="2106921"/>
                </a:lnTo>
                <a:cubicBezTo>
                  <a:pt x="15223" y="2106921"/>
                  <a:pt x="0" y="2091698"/>
                  <a:pt x="0" y="2072940"/>
                </a:cubicBezTo>
                <a:lnTo>
                  <a:pt x="0" y="33981"/>
                </a:lnTo>
                <a:cubicBezTo>
                  <a:pt x="0" y="15207"/>
                  <a:pt x="15223" y="0"/>
                  <a:pt x="33981" y="0"/>
                </a:cubicBezTo>
                <a:lnTo>
                  <a:pt x="1372606" y="0"/>
                </a:lnTo>
                <a:cubicBezTo>
                  <a:pt x="1391363" y="0"/>
                  <a:pt x="1406587" y="15207"/>
                  <a:pt x="1406587" y="3398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489E8-98F7-4FD6-9E5F-9642041B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49" y="753027"/>
            <a:ext cx="1406587" cy="2106921"/>
          </a:xfrm>
          <a:custGeom xmlns:a="http://schemas.openxmlformats.org/drawingml/2006/main">
            <a:pathLst>
              <a:path w="1406587" h="2106921" fill="none">
                <a:moveTo>
                  <a:pt x="1406587" y="33981"/>
                </a:moveTo>
                <a:cubicBezTo>
                  <a:pt x="1406587" y="15207"/>
                  <a:pt x="1391363" y="0"/>
                  <a:pt x="1372606" y="0"/>
                </a:cubicBezTo>
                <a:lnTo>
                  <a:pt x="33981" y="0"/>
                </a:lnTo>
                <a:cubicBezTo>
                  <a:pt x="15223" y="0"/>
                  <a:pt x="0" y="15207"/>
                  <a:pt x="0" y="33981"/>
                </a:cubicBezTo>
                <a:lnTo>
                  <a:pt x="0" y="2072940"/>
                </a:lnTo>
                <a:cubicBezTo>
                  <a:pt x="0" y="2091698"/>
                  <a:pt x="15223" y="2106921"/>
                  <a:pt x="33981" y="2106921"/>
                </a:cubicBezTo>
                <a:lnTo>
                  <a:pt x="1372606" y="2106921"/>
                </a:lnTo>
                <a:cubicBezTo>
                  <a:pt x="1391363" y="2106921"/>
                  <a:pt x="1406587" y="2091698"/>
                  <a:pt x="1406587" y="2072940"/>
                </a:cubicBezTo>
                <a:lnTo>
                  <a:pt x="1406587" y="339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7" name="Text §IV.BHybridTrainingSetCollection">
            <a:extLst xmlns:a="http://schemas.openxmlformats.org/drawingml/2006/main">
              <a:ext uri="{FF2B5EF4-FFF2-40B4-BE49-F238E27FC236}">
                <a16:creationId xmlns:a16="http://schemas.microsoft.com/office/drawing/2014/main" id="{0B1EE57D-D2E5-4F78-B46D-9569D5F3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78" y="442714"/>
            <a:ext cx="3317072" cy="185333"/>
          </a:xfrm>
          <a:custGeom xmlns:a="http://schemas.openxmlformats.org/drawingml/2006/main">
            <a:pathLst>
              <a:path w="3317072" h="185333">
                <a:moveTo>
                  <a:pt x="78217" y="139463"/>
                </a:moveTo>
                <a:cubicBezTo>
                  <a:pt x="78217" y="149487"/>
                  <a:pt x="74862" y="157261"/>
                  <a:pt x="68151" y="162786"/>
                </a:cubicBezTo>
                <a:cubicBezTo>
                  <a:pt x="61440" y="168313"/>
                  <a:pt x="52081" y="171076"/>
                  <a:pt x="40072" y="171076"/>
                </a:cubicBezTo>
                <a:cubicBezTo>
                  <a:pt x="28127" y="171076"/>
                  <a:pt x="18960" y="168892"/>
                  <a:pt x="12571" y="164523"/>
                </a:cubicBezTo>
                <a:cubicBezTo>
                  <a:pt x="6181" y="160154"/>
                  <a:pt x="1991" y="153280"/>
                  <a:pt x="0" y="143900"/>
                </a:cubicBezTo>
                <a:lnTo>
                  <a:pt x="18687" y="140432"/>
                </a:lnTo>
                <a:cubicBezTo>
                  <a:pt x="19843" y="146280"/>
                  <a:pt x="22171" y="150506"/>
                  <a:pt x="25671" y="153108"/>
                </a:cubicBezTo>
                <a:cubicBezTo>
                  <a:pt x="29171" y="155711"/>
                  <a:pt x="33971" y="157013"/>
                  <a:pt x="40072" y="157013"/>
                </a:cubicBezTo>
                <a:cubicBezTo>
                  <a:pt x="46108" y="157013"/>
                  <a:pt x="50828" y="155679"/>
                  <a:pt x="54232" y="153012"/>
                </a:cubicBezTo>
                <a:cubicBezTo>
                  <a:pt x="57636" y="150345"/>
                  <a:pt x="59337" y="146442"/>
                  <a:pt x="59337" y="141302"/>
                </a:cubicBezTo>
                <a:cubicBezTo>
                  <a:pt x="59337" y="138282"/>
                  <a:pt x="58599" y="135695"/>
                  <a:pt x="57122" y="133542"/>
                </a:cubicBezTo>
                <a:cubicBezTo>
                  <a:pt x="55645" y="131389"/>
                  <a:pt x="53365" y="129445"/>
                  <a:pt x="50283" y="127711"/>
                </a:cubicBezTo>
                <a:cubicBezTo>
                  <a:pt x="47200" y="125975"/>
                  <a:pt x="41421" y="123661"/>
                  <a:pt x="32944" y="120770"/>
                </a:cubicBezTo>
                <a:cubicBezTo>
                  <a:pt x="25109" y="118135"/>
                  <a:pt x="19297" y="115516"/>
                  <a:pt x="15509" y="112913"/>
                </a:cubicBezTo>
                <a:cubicBezTo>
                  <a:pt x="11720" y="110310"/>
                  <a:pt x="8798" y="107178"/>
                  <a:pt x="6743" y="103515"/>
                </a:cubicBezTo>
                <a:cubicBezTo>
                  <a:pt x="4688" y="99853"/>
                  <a:pt x="3660" y="95451"/>
                  <a:pt x="3660" y="90309"/>
                </a:cubicBezTo>
                <a:cubicBezTo>
                  <a:pt x="3660" y="84720"/>
                  <a:pt x="5314" y="79661"/>
                  <a:pt x="8621" y="75132"/>
                </a:cubicBezTo>
                <a:cubicBezTo>
                  <a:pt x="11928" y="70600"/>
                  <a:pt x="16440" y="67306"/>
                  <a:pt x="22155" y="65249"/>
                </a:cubicBezTo>
                <a:cubicBezTo>
                  <a:pt x="17112" y="63064"/>
                  <a:pt x="13154" y="59803"/>
                  <a:pt x="10280" y="55466"/>
                </a:cubicBezTo>
                <a:cubicBezTo>
                  <a:pt x="7408" y="51127"/>
                  <a:pt x="5972" y="46227"/>
                  <a:pt x="5972" y="40764"/>
                </a:cubicBezTo>
                <a:cubicBezTo>
                  <a:pt x="5972" y="31511"/>
                  <a:pt x="9003" y="24298"/>
                  <a:pt x="15063" y="19127"/>
                </a:cubicBezTo>
                <a:cubicBezTo>
                  <a:pt x="21124" y="13953"/>
                  <a:pt x="29958" y="11367"/>
                  <a:pt x="41565" y="11367"/>
                </a:cubicBezTo>
                <a:cubicBezTo>
                  <a:pt x="51505" y="11367"/>
                  <a:pt x="59553" y="13568"/>
                  <a:pt x="65710" y="17971"/>
                </a:cubicBezTo>
                <a:cubicBezTo>
                  <a:pt x="71867" y="22372"/>
                  <a:pt x="75651" y="28749"/>
                  <a:pt x="77061" y="37101"/>
                </a:cubicBezTo>
                <a:lnTo>
                  <a:pt x="57965" y="39608"/>
                </a:lnTo>
                <a:cubicBezTo>
                  <a:pt x="57260" y="34920"/>
                  <a:pt x="55484" y="31372"/>
                  <a:pt x="52637" y="28964"/>
                </a:cubicBezTo>
                <a:cubicBezTo>
                  <a:pt x="49789" y="26556"/>
                  <a:pt x="46126" y="25352"/>
                  <a:pt x="41649" y="25352"/>
                </a:cubicBezTo>
                <a:cubicBezTo>
                  <a:pt x="36082" y="25352"/>
                  <a:pt x="31955" y="26621"/>
                  <a:pt x="29268" y="29160"/>
                </a:cubicBezTo>
                <a:cubicBezTo>
                  <a:pt x="26581" y="31697"/>
                  <a:pt x="25238" y="35053"/>
                  <a:pt x="25238" y="39229"/>
                </a:cubicBezTo>
                <a:cubicBezTo>
                  <a:pt x="25238" y="41992"/>
                  <a:pt x="25895" y="44354"/>
                  <a:pt x="27209" y="46315"/>
                </a:cubicBezTo>
                <a:cubicBezTo>
                  <a:pt x="28524" y="48274"/>
                  <a:pt x="30462" y="49993"/>
                  <a:pt x="33025" y="51472"/>
                </a:cubicBezTo>
                <a:cubicBezTo>
                  <a:pt x="35590" y="52949"/>
                  <a:pt x="40302" y="54780"/>
                  <a:pt x="47161" y="56965"/>
                </a:cubicBezTo>
                <a:cubicBezTo>
                  <a:pt x="56457" y="59983"/>
                  <a:pt x="63043" y="62778"/>
                  <a:pt x="66920" y="65349"/>
                </a:cubicBezTo>
                <a:cubicBezTo>
                  <a:pt x="70799" y="67919"/>
                  <a:pt x="73845" y="71020"/>
                  <a:pt x="76056" y="74650"/>
                </a:cubicBezTo>
                <a:cubicBezTo>
                  <a:pt x="78268" y="78281"/>
                  <a:pt x="79373" y="82698"/>
                  <a:pt x="79373" y="87901"/>
                </a:cubicBezTo>
                <a:cubicBezTo>
                  <a:pt x="79373" y="94070"/>
                  <a:pt x="77864" y="99548"/>
                  <a:pt x="74846" y="104334"/>
                </a:cubicBezTo>
                <a:cubicBezTo>
                  <a:pt x="71828" y="109120"/>
                  <a:pt x="67942" y="112349"/>
                  <a:pt x="63190" y="114021"/>
                </a:cubicBezTo>
                <a:cubicBezTo>
                  <a:pt x="73208" y="119289"/>
                  <a:pt x="78217" y="127769"/>
                  <a:pt x="78217" y="139463"/>
                </a:cubicBezTo>
                <a:moveTo>
                  <a:pt x="60493" y="90791"/>
                </a:moveTo>
                <a:cubicBezTo>
                  <a:pt x="60493" y="86101"/>
                  <a:pt x="58775" y="82262"/>
                  <a:pt x="55340" y="79274"/>
                </a:cubicBezTo>
                <a:cubicBezTo>
                  <a:pt x="51904" y="76286"/>
                  <a:pt x="46012" y="73763"/>
                  <a:pt x="37664" y="71706"/>
                </a:cubicBezTo>
                <a:cubicBezTo>
                  <a:pt x="33040" y="72092"/>
                  <a:pt x="29428" y="73810"/>
                  <a:pt x="26827" y="76863"/>
                </a:cubicBezTo>
                <a:cubicBezTo>
                  <a:pt x="24226" y="79915"/>
                  <a:pt x="22926" y="83787"/>
                  <a:pt x="22926" y="88479"/>
                </a:cubicBezTo>
                <a:cubicBezTo>
                  <a:pt x="22926" y="93105"/>
                  <a:pt x="24595" y="96880"/>
                  <a:pt x="27935" y="99804"/>
                </a:cubicBezTo>
                <a:cubicBezTo>
                  <a:pt x="31274" y="102727"/>
                  <a:pt x="36957" y="105186"/>
                  <a:pt x="44985" y="107179"/>
                </a:cubicBezTo>
                <a:cubicBezTo>
                  <a:pt x="49544" y="107050"/>
                  <a:pt x="53269" y="105540"/>
                  <a:pt x="56159" y="102648"/>
                </a:cubicBezTo>
                <a:cubicBezTo>
                  <a:pt x="59048" y="99756"/>
                  <a:pt x="60493" y="95804"/>
                  <a:pt x="60493" y="90791"/>
                </a:cubicBezTo>
                <a:close/>
                <a:moveTo>
                  <a:pt x="98454" y="143720"/>
                </a:moveTo>
                <a:lnTo>
                  <a:pt x="98454" y="2504"/>
                </a:lnTo>
                <a:lnTo>
                  <a:pt x="126966" y="2504"/>
                </a:lnTo>
                <a:lnTo>
                  <a:pt x="126966" y="143720"/>
                </a:lnTo>
                <a:lnTo>
                  <a:pt x="98454" y="143720"/>
                </a:lnTo>
                <a:close/>
                <a:moveTo>
                  <a:pt x="190584" y="143720"/>
                </a:moveTo>
                <a:lnTo>
                  <a:pt x="140109" y="2504"/>
                </a:lnTo>
                <a:lnTo>
                  <a:pt x="171030" y="2504"/>
                </a:lnTo>
                <a:lnTo>
                  <a:pt x="206767" y="106923"/>
                </a:lnTo>
                <a:lnTo>
                  <a:pt x="241349" y="2504"/>
                </a:lnTo>
                <a:lnTo>
                  <a:pt x="271595" y="2504"/>
                </a:lnTo>
                <a:lnTo>
                  <a:pt x="221024" y="143720"/>
                </a:lnTo>
                <a:lnTo>
                  <a:pt x="190584" y="143720"/>
                </a:lnTo>
                <a:close/>
                <a:moveTo>
                  <a:pt x="268786" y="143720"/>
                </a:moveTo>
                <a:lnTo>
                  <a:pt x="268786" y="116555"/>
                </a:lnTo>
                <a:lnTo>
                  <a:pt x="295854" y="116555"/>
                </a:lnTo>
                <a:lnTo>
                  <a:pt x="295854" y="143720"/>
                </a:lnTo>
                <a:lnTo>
                  <a:pt x="268786" y="143720"/>
                </a:lnTo>
                <a:close/>
                <a:moveTo>
                  <a:pt x="324313" y="2504"/>
                </a:moveTo>
                <a:lnTo>
                  <a:pt x="380760" y="2504"/>
                </a:lnTo>
                <a:cubicBezTo>
                  <a:pt x="391934" y="2504"/>
                  <a:pt x="400267" y="2970"/>
                  <a:pt x="405757" y="3901"/>
                </a:cubicBezTo>
                <a:cubicBezTo>
                  <a:pt x="411248" y="4830"/>
                  <a:pt x="416160" y="6770"/>
                  <a:pt x="420495" y="9720"/>
                </a:cubicBezTo>
                <a:cubicBezTo>
                  <a:pt x="424830" y="12668"/>
                  <a:pt x="428442" y="16595"/>
                  <a:pt x="431332" y="21502"/>
                </a:cubicBezTo>
                <a:cubicBezTo>
                  <a:pt x="434222" y="26407"/>
                  <a:pt x="435667" y="31905"/>
                  <a:pt x="435667" y="37998"/>
                </a:cubicBezTo>
                <a:cubicBezTo>
                  <a:pt x="435667" y="44602"/>
                  <a:pt x="433885" y="50662"/>
                  <a:pt x="430320" y="56177"/>
                </a:cubicBezTo>
                <a:cubicBezTo>
                  <a:pt x="426756" y="61691"/>
                  <a:pt x="421924" y="65827"/>
                  <a:pt x="415823" y="68585"/>
                </a:cubicBezTo>
                <a:cubicBezTo>
                  <a:pt x="424428" y="71093"/>
                  <a:pt x="431043" y="75370"/>
                  <a:pt x="435667" y="81414"/>
                </a:cubicBezTo>
                <a:cubicBezTo>
                  <a:pt x="440290" y="87457"/>
                  <a:pt x="442602" y="94562"/>
                  <a:pt x="442602" y="102729"/>
                </a:cubicBezTo>
                <a:cubicBezTo>
                  <a:pt x="442602" y="109159"/>
                  <a:pt x="441109" y="115413"/>
                  <a:pt x="438123" y="121489"/>
                </a:cubicBezTo>
                <a:cubicBezTo>
                  <a:pt x="435137" y="127564"/>
                  <a:pt x="431059" y="132418"/>
                  <a:pt x="425889" y="136053"/>
                </a:cubicBezTo>
                <a:cubicBezTo>
                  <a:pt x="420720" y="139685"/>
                  <a:pt x="414346" y="141919"/>
                  <a:pt x="406769" y="142756"/>
                </a:cubicBezTo>
                <a:cubicBezTo>
                  <a:pt x="402016" y="143270"/>
                  <a:pt x="390554" y="143591"/>
                  <a:pt x="372380" y="143720"/>
                </a:cubicBezTo>
                <a:lnTo>
                  <a:pt x="324313" y="143720"/>
                </a:lnTo>
                <a:lnTo>
                  <a:pt x="324313" y="2504"/>
                </a:lnTo>
                <a:moveTo>
                  <a:pt x="352826" y="26008"/>
                </a:moveTo>
                <a:lnTo>
                  <a:pt x="352826" y="58567"/>
                </a:lnTo>
                <a:lnTo>
                  <a:pt x="371513" y="58567"/>
                </a:lnTo>
                <a:cubicBezTo>
                  <a:pt x="382623" y="58567"/>
                  <a:pt x="389526" y="58406"/>
                  <a:pt x="392223" y="58085"/>
                </a:cubicBezTo>
                <a:cubicBezTo>
                  <a:pt x="397104" y="57509"/>
                  <a:pt x="400941" y="55829"/>
                  <a:pt x="403734" y="53046"/>
                </a:cubicBezTo>
                <a:cubicBezTo>
                  <a:pt x="406528" y="50260"/>
                  <a:pt x="407924" y="46594"/>
                  <a:pt x="407924" y="42047"/>
                </a:cubicBezTo>
                <a:cubicBezTo>
                  <a:pt x="407924" y="37694"/>
                  <a:pt x="406720" y="34157"/>
                  <a:pt x="404312" y="31436"/>
                </a:cubicBezTo>
                <a:cubicBezTo>
                  <a:pt x="401904" y="28714"/>
                  <a:pt x="398324" y="27066"/>
                  <a:pt x="393572" y="26490"/>
                </a:cubicBezTo>
                <a:cubicBezTo>
                  <a:pt x="390746" y="26169"/>
                  <a:pt x="382623" y="26008"/>
                  <a:pt x="369201" y="26008"/>
                </a:cubicBezTo>
                <a:lnTo>
                  <a:pt x="352826" y="26008"/>
                </a:lnTo>
                <a:moveTo>
                  <a:pt x="352826" y="82070"/>
                </a:moveTo>
                <a:lnTo>
                  <a:pt x="352826" y="119830"/>
                </a:lnTo>
                <a:lnTo>
                  <a:pt x="379219" y="119830"/>
                </a:lnTo>
                <a:cubicBezTo>
                  <a:pt x="389494" y="119830"/>
                  <a:pt x="396012" y="119542"/>
                  <a:pt x="398773" y="118964"/>
                </a:cubicBezTo>
                <a:cubicBezTo>
                  <a:pt x="403012" y="118193"/>
                  <a:pt x="406464" y="116315"/>
                  <a:pt x="409129" y="113328"/>
                </a:cubicBezTo>
                <a:cubicBezTo>
                  <a:pt x="411794" y="110342"/>
                  <a:pt x="413126" y="106345"/>
                  <a:pt x="413126" y="101336"/>
                </a:cubicBezTo>
                <a:cubicBezTo>
                  <a:pt x="413126" y="97097"/>
                  <a:pt x="412099" y="93501"/>
                  <a:pt x="410044" y="90547"/>
                </a:cubicBezTo>
                <a:cubicBezTo>
                  <a:pt x="407989" y="87593"/>
                  <a:pt x="405019" y="85442"/>
                  <a:pt x="401133" y="84093"/>
                </a:cubicBezTo>
                <a:cubicBezTo>
                  <a:pt x="397248" y="82745"/>
                  <a:pt x="388820" y="82070"/>
                  <a:pt x="375848" y="82070"/>
                </a:cubicBezTo>
                <a:lnTo>
                  <a:pt x="352826" y="82070"/>
                </a:lnTo>
                <a:close/>
                <a:moveTo>
                  <a:pt x="523563" y="143720"/>
                </a:moveTo>
                <a:lnTo>
                  <a:pt x="523563" y="2504"/>
                </a:lnTo>
                <a:lnTo>
                  <a:pt x="552075" y="2504"/>
                </a:lnTo>
                <a:lnTo>
                  <a:pt x="552075" y="57989"/>
                </a:lnTo>
                <a:lnTo>
                  <a:pt x="607945" y="57989"/>
                </a:lnTo>
                <a:lnTo>
                  <a:pt x="607945" y="2504"/>
                </a:lnTo>
                <a:lnTo>
                  <a:pt x="636458" y="2504"/>
                </a:lnTo>
                <a:lnTo>
                  <a:pt x="636458" y="143720"/>
                </a:lnTo>
                <a:lnTo>
                  <a:pt x="607945" y="143720"/>
                </a:lnTo>
                <a:lnTo>
                  <a:pt x="607945" y="81878"/>
                </a:lnTo>
                <a:lnTo>
                  <a:pt x="552075" y="81878"/>
                </a:lnTo>
                <a:lnTo>
                  <a:pt x="552075" y="143720"/>
                </a:lnTo>
                <a:lnTo>
                  <a:pt x="523563" y="143720"/>
                </a:lnTo>
                <a:close/>
                <a:moveTo>
                  <a:pt x="652502" y="41421"/>
                </a:moveTo>
                <a:lnTo>
                  <a:pt x="681304" y="41421"/>
                </a:lnTo>
                <a:lnTo>
                  <a:pt x="705771" y="114120"/>
                </a:lnTo>
                <a:lnTo>
                  <a:pt x="729660" y="41421"/>
                </a:lnTo>
                <a:lnTo>
                  <a:pt x="757691" y="41421"/>
                </a:lnTo>
                <a:lnTo>
                  <a:pt x="721569" y="139900"/>
                </a:lnTo>
                <a:lnTo>
                  <a:pt x="715115" y="157783"/>
                </a:lnTo>
                <a:cubicBezTo>
                  <a:pt x="712739" y="163756"/>
                  <a:pt x="710475" y="168315"/>
                  <a:pt x="708324" y="171462"/>
                </a:cubicBezTo>
                <a:cubicBezTo>
                  <a:pt x="706172" y="174608"/>
                  <a:pt x="703700" y="177161"/>
                  <a:pt x="700906" y="179120"/>
                </a:cubicBezTo>
                <a:cubicBezTo>
                  <a:pt x="698113" y="181078"/>
                  <a:pt x="694677" y="182603"/>
                  <a:pt x="690599" y="183695"/>
                </a:cubicBezTo>
                <a:cubicBezTo>
                  <a:pt x="686522" y="184787"/>
                  <a:pt x="681914" y="185333"/>
                  <a:pt x="676777" y="185333"/>
                </a:cubicBezTo>
                <a:cubicBezTo>
                  <a:pt x="671575" y="185333"/>
                  <a:pt x="666470" y="184787"/>
                  <a:pt x="661461" y="183695"/>
                </a:cubicBezTo>
                <a:lnTo>
                  <a:pt x="659052" y="162503"/>
                </a:lnTo>
                <a:cubicBezTo>
                  <a:pt x="663291" y="163338"/>
                  <a:pt x="667112" y="163756"/>
                  <a:pt x="670515" y="163756"/>
                </a:cubicBezTo>
                <a:cubicBezTo>
                  <a:pt x="676809" y="163756"/>
                  <a:pt x="681464" y="161909"/>
                  <a:pt x="684483" y="158217"/>
                </a:cubicBezTo>
                <a:cubicBezTo>
                  <a:pt x="687501" y="154524"/>
                  <a:pt x="689813" y="149820"/>
                  <a:pt x="691418" y="144105"/>
                </a:cubicBezTo>
                <a:lnTo>
                  <a:pt x="652502" y="41421"/>
                </a:lnTo>
                <a:close/>
                <a:moveTo>
                  <a:pt x="768715" y="143720"/>
                </a:moveTo>
                <a:lnTo>
                  <a:pt x="768715" y="2504"/>
                </a:lnTo>
                <a:lnTo>
                  <a:pt x="795782" y="2504"/>
                </a:lnTo>
                <a:lnTo>
                  <a:pt x="795782" y="53365"/>
                </a:lnTo>
                <a:cubicBezTo>
                  <a:pt x="804131" y="43861"/>
                  <a:pt x="814020" y="39109"/>
                  <a:pt x="825451" y="39109"/>
                </a:cubicBezTo>
                <a:cubicBezTo>
                  <a:pt x="837909" y="39109"/>
                  <a:pt x="848216" y="43620"/>
                  <a:pt x="856372" y="52643"/>
                </a:cubicBezTo>
                <a:cubicBezTo>
                  <a:pt x="864528" y="61665"/>
                  <a:pt x="868605" y="74621"/>
                  <a:pt x="868605" y="91510"/>
                </a:cubicBezTo>
                <a:cubicBezTo>
                  <a:pt x="868605" y="108978"/>
                  <a:pt x="864447" y="122431"/>
                  <a:pt x="856131" y="131871"/>
                </a:cubicBezTo>
                <a:cubicBezTo>
                  <a:pt x="847815" y="141311"/>
                  <a:pt x="837717" y="146031"/>
                  <a:pt x="825836" y="146031"/>
                </a:cubicBezTo>
                <a:cubicBezTo>
                  <a:pt x="819992" y="146031"/>
                  <a:pt x="814229" y="144570"/>
                  <a:pt x="808546" y="141649"/>
                </a:cubicBezTo>
                <a:cubicBezTo>
                  <a:pt x="802862" y="138727"/>
                  <a:pt x="797966" y="134408"/>
                  <a:pt x="793856" y="128693"/>
                </a:cubicBezTo>
                <a:lnTo>
                  <a:pt x="793856" y="143720"/>
                </a:lnTo>
                <a:lnTo>
                  <a:pt x="768715" y="143720"/>
                </a:lnTo>
                <a:moveTo>
                  <a:pt x="795590" y="90406"/>
                </a:moveTo>
                <a:cubicBezTo>
                  <a:pt x="795590" y="100986"/>
                  <a:pt x="797259" y="108808"/>
                  <a:pt x="800599" y="113873"/>
                </a:cubicBezTo>
                <a:cubicBezTo>
                  <a:pt x="805287" y="121056"/>
                  <a:pt x="811516" y="124647"/>
                  <a:pt x="819286" y="124647"/>
                </a:cubicBezTo>
                <a:cubicBezTo>
                  <a:pt x="825258" y="124647"/>
                  <a:pt x="830348" y="122098"/>
                  <a:pt x="834554" y="117001"/>
                </a:cubicBezTo>
                <a:cubicBezTo>
                  <a:pt x="838760" y="111904"/>
                  <a:pt x="840863" y="103872"/>
                  <a:pt x="840863" y="92907"/>
                </a:cubicBezTo>
                <a:cubicBezTo>
                  <a:pt x="840863" y="81236"/>
                  <a:pt x="838744" y="72819"/>
                  <a:pt x="834506" y="67658"/>
                </a:cubicBezTo>
                <a:cubicBezTo>
                  <a:pt x="830267" y="62496"/>
                  <a:pt x="824841" y="59915"/>
                  <a:pt x="818227" y="59915"/>
                </a:cubicBezTo>
                <a:cubicBezTo>
                  <a:pt x="811741" y="59915"/>
                  <a:pt x="806346" y="62433"/>
                  <a:pt x="802044" y="67468"/>
                </a:cubicBezTo>
                <a:cubicBezTo>
                  <a:pt x="797741" y="72501"/>
                  <a:pt x="795590" y="80147"/>
                  <a:pt x="795590" y="90406"/>
                </a:cubicBezTo>
                <a:close/>
                <a:moveTo>
                  <a:pt x="916122" y="143720"/>
                </a:moveTo>
                <a:lnTo>
                  <a:pt x="889054" y="143720"/>
                </a:lnTo>
                <a:lnTo>
                  <a:pt x="889054" y="41421"/>
                </a:lnTo>
                <a:lnTo>
                  <a:pt x="914195" y="41421"/>
                </a:lnTo>
                <a:lnTo>
                  <a:pt x="914195" y="55966"/>
                </a:lnTo>
                <a:cubicBezTo>
                  <a:pt x="918498" y="49095"/>
                  <a:pt x="922367" y="44567"/>
                  <a:pt x="925803" y="42384"/>
                </a:cubicBezTo>
                <a:cubicBezTo>
                  <a:pt x="929238" y="40200"/>
                  <a:pt x="933139" y="39109"/>
                  <a:pt x="937506" y="39109"/>
                </a:cubicBezTo>
                <a:cubicBezTo>
                  <a:pt x="943671" y="39109"/>
                  <a:pt x="949611" y="40810"/>
                  <a:pt x="955327" y="44214"/>
                </a:cubicBezTo>
                <a:lnTo>
                  <a:pt x="946946" y="67814"/>
                </a:lnTo>
                <a:cubicBezTo>
                  <a:pt x="942387" y="64860"/>
                  <a:pt x="938148" y="63383"/>
                  <a:pt x="934231" y="63383"/>
                </a:cubicBezTo>
                <a:cubicBezTo>
                  <a:pt x="930442" y="63383"/>
                  <a:pt x="927231" y="64427"/>
                  <a:pt x="924598" y="66514"/>
                </a:cubicBezTo>
                <a:cubicBezTo>
                  <a:pt x="921966" y="68601"/>
                  <a:pt x="919894" y="72374"/>
                  <a:pt x="918385" y="77832"/>
                </a:cubicBezTo>
                <a:cubicBezTo>
                  <a:pt x="916876" y="83291"/>
                  <a:pt x="916122" y="94721"/>
                  <a:pt x="916122" y="112124"/>
                </a:cubicBezTo>
                <a:lnTo>
                  <a:pt x="916122" y="143720"/>
                </a:lnTo>
                <a:close/>
                <a:moveTo>
                  <a:pt x="967148" y="27549"/>
                </a:moveTo>
                <a:lnTo>
                  <a:pt x="967148" y="2504"/>
                </a:lnTo>
                <a:lnTo>
                  <a:pt x="994216" y="2504"/>
                </a:lnTo>
                <a:lnTo>
                  <a:pt x="994216" y="27549"/>
                </a:lnTo>
                <a:lnTo>
                  <a:pt x="967148" y="27549"/>
                </a:lnTo>
                <a:moveTo>
                  <a:pt x="967148" y="143720"/>
                </a:moveTo>
                <a:lnTo>
                  <a:pt x="967148" y="41421"/>
                </a:lnTo>
                <a:lnTo>
                  <a:pt x="994216" y="41421"/>
                </a:lnTo>
                <a:lnTo>
                  <a:pt x="994216" y="143720"/>
                </a:lnTo>
                <a:lnTo>
                  <a:pt x="967148" y="143720"/>
                </a:lnTo>
                <a:close/>
                <a:moveTo>
                  <a:pt x="1116208" y="143720"/>
                </a:moveTo>
                <a:lnTo>
                  <a:pt x="1091067" y="143720"/>
                </a:lnTo>
                <a:lnTo>
                  <a:pt x="1091067" y="128693"/>
                </a:lnTo>
                <a:cubicBezTo>
                  <a:pt x="1086893" y="134536"/>
                  <a:pt x="1081964" y="138887"/>
                  <a:pt x="1076281" y="141745"/>
                </a:cubicBezTo>
                <a:cubicBezTo>
                  <a:pt x="1070597" y="144603"/>
                  <a:pt x="1064866" y="146031"/>
                  <a:pt x="1059086" y="146031"/>
                </a:cubicBezTo>
                <a:cubicBezTo>
                  <a:pt x="1047334" y="146031"/>
                  <a:pt x="1037268" y="141295"/>
                  <a:pt x="1028888" y="131823"/>
                </a:cubicBezTo>
                <a:cubicBezTo>
                  <a:pt x="1020507" y="122351"/>
                  <a:pt x="1016317" y="109138"/>
                  <a:pt x="1016317" y="92185"/>
                </a:cubicBezTo>
                <a:cubicBezTo>
                  <a:pt x="1016317" y="74846"/>
                  <a:pt x="1020395" y="61665"/>
                  <a:pt x="1028551" y="52643"/>
                </a:cubicBezTo>
                <a:cubicBezTo>
                  <a:pt x="1036706" y="43620"/>
                  <a:pt x="1047013" y="39109"/>
                  <a:pt x="1059472" y="39109"/>
                </a:cubicBezTo>
                <a:cubicBezTo>
                  <a:pt x="1070902" y="39109"/>
                  <a:pt x="1080792" y="43861"/>
                  <a:pt x="1089140" y="53365"/>
                </a:cubicBezTo>
                <a:lnTo>
                  <a:pt x="1089140" y="2504"/>
                </a:lnTo>
                <a:lnTo>
                  <a:pt x="1116208" y="2504"/>
                </a:lnTo>
                <a:lnTo>
                  <a:pt x="1116208" y="143720"/>
                </a:lnTo>
                <a:moveTo>
                  <a:pt x="1043963" y="90406"/>
                </a:moveTo>
                <a:cubicBezTo>
                  <a:pt x="1043963" y="101307"/>
                  <a:pt x="1045472" y="109193"/>
                  <a:pt x="1048490" y="114066"/>
                </a:cubicBezTo>
                <a:cubicBezTo>
                  <a:pt x="1052857" y="121120"/>
                  <a:pt x="1058958" y="124647"/>
                  <a:pt x="1066792" y="124647"/>
                </a:cubicBezTo>
                <a:cubicBezTo>
                  <a:pt x="1073022" y="124647"/>
                  <a:pt x="1078319" y="122002"/>
                  <a:pt x="1082686" y="116712"/>
                </a:cubicBezTo>
                <a:cubicBezTo>
                  <a:pt x="1087053" y="111422"/>
                  <a:pt x="1089237" y="103519"/>
                  <a:pt x="1089237" y="93003"/>
                </a:cubicBezTo>
                <a:cubicBezTo>
                  <a:pt x="1089237" y="81268"/>
                  <a:pt x="1087117" y="72819"/>
                  <a:pt x="1082879" y="67658"/>
                </a:cubicBezTo>
                <a:cubicBezTo>
                  <a:pt x="1078641" y="62496"/>
                  <a:pt x="1073214" y="59915"/>
                  <a:pt x="1066600" y="59915"/>
                </a:cubicBezTo>
                <a:cubicBezTo>
                  <a:pt x="1060178" y="59915"/>
                  <a:pt x="1054800" y="62464"/>
                  <a:pt x="1050465" y="67561"/>
                </a:cubicBezTo>
                <a:cubicBezTo>
                  <a:pt x="1046130" y="72658"/>
                  <a:pt x="1043963" y="80273"/>
                  <a:pt x="1043963" y="90406"/>
                </a:cubicBezTo>
                <a:close/>
                <a:moveTo>
                  <a:pt x="1233888" y="143720"/>
                </a:moveTo>
                <a:lnTo>
                  <a:pt x="1233888" y="26394"/>
                </a:lnTo>
                <a:lnTo>
                  <a:pt x="1191986" y="26394"/>
                </a:lnTo>
                <a:lnTo>
                  <a:pt x="1191986" y="2504"/>
                </a:lnTo>
                <a:lnTo>
                  <a:pt x="1304206" y="2504"/>
                </a:lnTo>
                <a:lnTo>
                  <a:pt x="1304206" y="26394"/>
                </a:lnTo>
                <a:lnTo>
                  <a:pt x="1262401" y="26394"/>
                </a:lnTo>
                <a:lnTo>
                  <a:pt x="1262401" y="143720"/>
                </a:lnTo>
                <a:lnTo>
                  <a:pt x="1233888" y="143720"/>
                </a:lnTo>
                <a:close/>
                <a:moveTo>
                  <a:pt x="1338294" y="143720"/>
                </a:moveTo>
                <a:lnTo>
                  <a:pt x="1311227" y="143720"/>
                </a:lnTo>
                <a:lnTo>
                  <a:pt x="1311227" y="41421"/>
                </a:lnTo>
                <a:lnTo>
                  <a:pt x="1336368" y="41421"/>
                </a:lnTo>
                <a:lnTo>
                  <a:pt x="1336368" y="55966"/>
                </a:lnTo>
                <a:cubicBezTo>
                  <a:pt x="1340671" y="49095"/>
                  <a:pt x="1344540" y="44567"/>
                  <a:pt x="1347975" y="42384"/>
                </a:cubicBezTo>
                <a:cubicBezTo>
                  <a:pt x="1351411" y="40200"/>
                  <a:pt x="1355312" y="39109"/>
                  <a:pt x="1359679" y="39109"/>
                </a:cubicBezTo>
                <a:cubicBezTo>
                  <a:pt x="1365844" y="39109"/>
                  <a:pt x="1371784" y="40810"/>
                  <a:pt x="1377499" y="44214"/>
                </a:cubicBezTo>
                <a:lnTo>
                  <a:pt x="1369119" y="67814"/>
                </a:lnTo>
                <a:cubicBezTo>
                  <a:pt x="1364560" y="64860"/>
                  <a:pt x="1360321" y="63383"/>
                  <a:pt x="1356404" y="63383"/>
                </a:cubicBezTo>
                <a:cubicBezTo>
                  <a:pt x="1352615" y="63383"/>
                  <a:pt x="1349404" y="64427"/>
                  <a:pt x="1346771" y="66514"/>
                </a:cubicBezTo>
                <a:cubicBezTo>
                  <a:pt x="1344138" y="68601"/>
                  <a:pt x="1342067" y="72374"/>
                  <a:pt x="1340558" y="77832"/>
                </a:cubicBezTo>
                <a:cubicBezTo>
                  <a:pt x="1339049" y="83291"/>
                  <a:pt x="1338294" y="94721"/>
                  <a:pt x="1338294" y="112124"/>
                </a:cubicBezTo>
                <a:lnTo>
                  <a:pt x="1338294" y="143720"/>
                </a:lnTo>
                <a:close/>
                <a:moveTo>
                  <a:pt x="1409550" y="73016"/>
                </a:moveTo>
                <a:lnTo>
                  <a:pt x="1384986" y="68585"/>
                </a:lnTo>
                <a:cubicBezTo>
                  <a:pt x="1387748" y="58565"/>
                  <a:pt x="1392500" y="51148"/>
                  <a:pt x="1399243" y="46333"/>
                </a:cubicBezTo>
                <a:cubicBezTo>
                  <a:pt x="1405985" y="41517"/>
                  <a:pt x="1416003" y="39109"/>
                  <a:pt x="1429297" y="39109"/>
                </a:cubicBezTo>
                <a:cubicBezTo>
                  <a:pt x="1441370" y="39109"/>
                  <a:pt x="1450360" y="40538"/>
                  <a:pt x="1456268" y="43395"/>
                </a:cubicBezTo>
                <a:cubicBezTo>
                  <a:pt x="1462176" y="46253"/>
                  <a:pt x="1466334" y="49881"/>
                  <a:pt x="1468742" y="54280"/>
                </a:cubicBezTo>
                <a:cubicBezTo>
                  <a:pt x="1471151" y="58679"/>
                  <a:pt x="1472355" y="66754"/>
                  <a:pt x="1472355" y="78506"/>
                </a:cubicBezTo>
                <a:lnTo>
                  <a:pt x="1472066" y="110101"/>
                </a:lnTo>
                <a:cubicBezTo>
                  <a:pt x="1472066" y="119092"/>
                  <a:pt x="1472499" y="125722"/>
                  <a:pt x="1473366" y="129993"/>
                </a:cubicBezTo>
                <a:cubicBezTo>
                  <a:pt x="1474233" y="134263"/>
                  <a:pt x="1475855" y="138839"/>
                  <a:pt x="1478231" y="143720"/>
                </a:cubicBezTo>
                <a:lnTo>
                  <a:pt x="1451452" y="143720"/>
                </a:lnTo>
                <a:cubicBezTo>
                  <a:pt x="1450745" y="141921"/>
                  <a:pt x="1449878" y="139256"/>
                  <a:pt x="1448851" y="135724"/>
                </a:cubicBezTo>
                <a:cubicBezTo>
                  <a:pt x="1448401" y="134119"/>
                  <a:pt x="1448080" y="133059"/>
                  <a:pt x="1447888" y="132546"/>
                </a:cubicBezTo>
                <a:cubicBezTo>
                  <a:pt x="1443264" y="137041"/>
                  <a:pt x="1438319" y="140412"/>
                  <a:pt x="1433053" y="142660"/>
                </a:cubicBezTo>
                <a:cubicBezTo>
                  <a:pt x="1427787" y="144908"/>
                  <a:pt x="1422168" y="146031"/>
                  <a:pt x="1416196" y="146031"/>
                </a:cubicBezTo>
                <a:cubicBezTo>
                  <a:pt x="1405664" y="146031"/>
                  <a:pt x="1397364" y="143186"/>
                  <a:pt x="1391296" y="137494"/>
                </a:cubicBezTo>
                <a:cubicBezTo>
                  <a:pt x="1385227" y="131803"/>
                  <a:pt x="1382193" y="124609"/>
                  <a:pt x="1382193" y="115911"/>
                </a:cubicBezTo>
                <a:cubicBezTo>
                  <a:pt x="1382193" y="110156"/>
                  <a:pt x="1383573" y="105024"/>
                  <a:pt x="1386335" y="100517"/>
                </a:cubicBezTo>
                <a:cubicBezTo>
                  <a:pt x="1389096" y="96008"/>
                  <a:pt x="1392965" y="92554"/>
                  <a:pt x="1397942" y="90156"/>
                </a:cubicBezTo>
                <a:cubicBezTo>
                  <a:pt x="1402919" y="87758"/>
                  <a:pt x="1410095" y="85664"/>
                  <a:pt x="1419471" y="83874"/>
                </a:cubicBezTo>
                <a:cubicBezTo>
                  <a:pt x="1432122" y="81507"/>
                  <a:pt x="1440888" y="79301"/>
                  <a:pt x="1445768" y="77254"/>
                </a:cubicBezTo>
                <a:lnTo>
                  <a:pt x="1445768" y="74527"/>
                </a:lnTo>
                <a:cubicBezTo>
                  <a:pt x="1445768" y="69267"/>
                  <a:pt x="1444484" y="65517"/>
                  <a:pt x="1441915" y="63278"/>
                </a:cubicBezTo>
                <a:cubicBezTo>
                  <a:pt x="1439347" y="61036"/>
                  <a:pt x="1434498" y="59915"/>
                  <a:pt x="1427370" y="59915"/>
                </a:cubicBezTo>
                <a:cubicBezTo>
                  <a:pt x="1422554" y="59915"/>
                  <a:pt x="1418797" y="60885"/>
                  <a:pt x="1416100" y="62823"/>
                </a:cubicBezTo>
                <a:cubicBezTo>
                  <a:pt x="1413403" y="64760"/>
                  <a:pt x="1411219" y="68157"/>
                  <a:pt x="1409550" y="73016"/>
                </a:cubicBezTo>
                <a:moveTo>
                  <a:pt x="1445768" y="94978"/>
                </a:moveTo>
                <a:cubicBezTo>
                  <a:pt x="1442301" y="96120"/>
                  <a:pt x="1436810" y="97485"/>
                  <a:pt x="1429297" y="99072"/>
                </a:cubicBezTo>
                <a:cubicBezTo>
                  <a:pt x="1421783" y="100657"/>
                  <a:pt x="1416870" y="102212"/>
                  <a:pt x="1414559" y="103735"/>
                </a:cubicBezTo>
                <a:cubicBezTo>
                  <a:pt x="1411027" y="106209"/>
                  <a:pt x="1409261" y="109350"/>
                  <a:pt x="1409261" y="113157"/>
                </a:cubicBezTo>
                <a:cubicBezTo>
                  <a:pt x="1409261" y="116902"/>
                  <a:pt x="1410673" y="120139"/>
                  <a:pt x="1413499" y="122868"/>
                </a:cubicBezTo>
                <a:cubicBezTo>
                  <a:pt x="1416325" y="125595"/>
                  <a:pt x="1419921" y="126959"/>
                  <a:pt x="1424288" y="126959"/>
                </a:cubicBezTo>
                <a:cubicBezTo>
                  <a:pt x="1429168" y="126959"/>
                  <a:pt x="1433824" y="125372"/>
                  <a:pt x="1438255" y="122200"/>
                </a:cubicBezTo>
                <a:cubicBezTo>
                  <a:pt x="1441530" y="119789"/>
                  <a:pt x="1443681" y="116838"/>
                  <a:pt x="1444709" y="113347"/>
                </a:cubicBezTo>
                <a:cubicBezTo>
                  <a:pt x="1445415" y="111063"/>
                  <a:pt x="1445768" y="106717"/>
                  <a:pt x="1445768" y="100309"/>
                </a:cubicBezTo>
                <a:lnTo>
                  <a:pt x="1445768" y="94978"/>
                </a:lnTo>
                <a:close/>
                <a:moveTo>
                  <a:pt x="1499796" y="27549"/>
                </a:moveTo>
                <a:lnTo>
                  <a:pt x="1499796" y="2504"/>
                </a:lnTo>
                <a:lnTo>
                  <a:pt x="1526864" y="2504"/>
                </a:lnTo>
                <a:lnTo>
                  <a:pt x="1526864" y="27549"/>
                </a:lnTo>
                <a:lnTo>
                  <a:pt x="1499796" y="27549"/>
                </a:lnTo>
                <a:moveTo>
                  <a:pt x="1499796" y="143720"/>
                </a:moveTo>
                <a:lnTo>
                  <a:pt x="1499796" y="41421"/>
                </a:lnTo>
                <a:lnTo>
                  <a:pt x="1526864" y="41421"/>
                </a:lnTo>
                <a:lnTo>
                  <a:pt x="1526864" y="143720"/>
                </a:lnTo>
                <a:lnTo>
                  <a:pt x="1499796" y="143720"/>
                </a:lnTo>
                <a:close/>
                <a:moveTo>
                  <a:pt x="1648085" y="143720"/>
                </a:moveTo>
                <a:lnTo>
                  <a:pt x="1621018" y="143720"/>
                </a:lnTo>
                <a:lnTo>
                  <a:pt x="1621018" y="91571"/>
                </a:lnTo>
                <a:cubicBezTo>
                  <a:pt x="1621018" y="80537"/>
                  <a:pt x="1620440" y="73401"/>
                  <a:pt x="1619284" y="70162"/>
                </a:cubicBezTo>
                <a:cubicBezTo>
                  <a:pt x="1618128" y="66923"/>
                  <a:pt x="1616249" y="64405"/>
                  <a:pt x="1613649" y="62609"/>
                </a:cubicBezTo>
                <a:cubicBezTo>
                  <a:pt x="1611048" y="60813"/>
                  <a:pt x="1607917" y="59915"/>
                  <a:pt x="1604257" y="59915"/>
                </a:cubicBezTo>
                <a:cubicBezTo>
                  <a:pt x="1599569" y="59915"/>
                  <a:pt x="1595363" y="61199"/>
                  <a:pt x="1591638" y="63765"/>
                </a:cubicBezTo>
                <a:cubicBezTo>
                  <a:pt x="1587913" y="66330"/>
                  <a:pt x="1585361" y="69730"/>
                  <a:pt x="1583980" y="73964"/>
                </a:cubicBezTo>
                <a:cubicBezTo>
                  <a:pt x="1582599" y="78196"/>
                  <a:pt x="1581909" y="86022"/>
                  <a:pt x="1581909" y="97441"/>
                </a:cubicBezTo>
                <a:lnTo>
                  <a:pt x="1581909" y="143720"/>
                </a:lnTo>
                <a:lnTo>
                  <a:pt x="1554841" y="143720"/>
                </a:lnTo>
                <a:lnTo>
                  <a:pt x="1554841" y="41421"/>
                </a:lnTo>
                <a:lnTo>
                  <a:pt x="1579982" y="41421"/>
                </a:lnTo>
                <a:lnTo>
                  <a:pt x="1579982" y="56447"/>
                </a:lnTo>
                <a:cubicBezTo>
                  <a:pt x="1588909" y="44888"/>
                  <a:pt x="1600147" y="39109"/>
                  <a:pt x="1613697" y="39109"/>
                </a:cubicBezTo>
                <a:cubicBezTo>
                  <a:pt x="1619669" y="39109"/>
                  <a:pt x="1625128" y="40184"/>
                  <a:pt x="1630072" y="42336"/>
                </a:cubicBezTo>
                <a:cubicBezTo>
                  <a:pt x="1635017" y="44487"/>
                  <a:pt x="1638758" y="47232"/>
                  <a:pt x="1641294" y="50572"/>
                </a:cubicBezTo>
                <a:cubicBezTo>
                  <a:pt x="1643831" y="53911"/>
                  <a:pt x="1645597" y="57700"/>
                  <a:pt x="1646592" y="61938"/>
                </a:cubicBezTo>
                <a:cubicBezTo>
                  <a:pt x="1647588" y="66176"/>
                  <a:pt x="1648085" y="72245"/>
                  <a:pt x="1648085" y="80144"/>
                </a:cubicBezTo>
                <a:lnTo>
                  <a:pt x="1648085" y="143720"/>
                </a:lnTo>
                <a:close/>
                <a:moveTo>
                  <a:pt x="1675373" y="27549"/>
                </a:moveTo>
                <a:lnTo>
                  <a:pt x="1675373" y="2504"/>
                </a:lnTo>
                <a:lnTo>
                  <a:pt x="1702441" y="2504"/>
                </a:lnTo>
                <a:lnTo>
                  <a:pt x="1702441" y="27549"/>
                </a:lnTo>
                <a:lnTo>
                  <a:pt x="1675373" y="27549"/>
                </a:lnTo>
                <a:moveTo>
                  <a:pt x="1675373" y="143720"/>
                </a:moveTo>
                <a:lnTo>
                  <a:pt x="1675373" y="41421"/>
                </a:lnTo>
                <a:lnTo>
                  <a:pt x="1702441" y="41421"/>
                </a:lnTo>
                <a:lnTo>
                  <a:pt x="1702441" y="143720"/>
                </a:lnTo>
                <a:lnTo>
                  <a:pt x="1675373" y="143720"/>
                </a:lnTo>
                <a:close/>
                <a:moveTo>
                  <a:pt x="1823662" y="143720"/>
                </a:moveTo>
                <a:lnTo>
                  <a:pt x="1796594" y="143720"/>
                </a:lnTo>
                <a:lnTo>
                  <a:pt x="1796594" y="91571"/>
                </a:lnTo>
                <a:cubicBezTo>
                  <a:pt x="1796594" y="80537"/>
                  <a:pt x="1796016" y="73401"/>
                  <a:pt x="1794860" y="70162"/>
                </a:cubicBezTo>
                <a:cubicBezTo>
                  <a:pt x="1793705" y="66923"/>
                  <a:pt x="1791826" y="64405"/>
                  <a:pt x="1789225" y="62609"/>
                </a:cubicBezTo>
                <a:cubicBezTo>
                  <a:pt x="1786625" y="60813"/>
                  <a:pt x="1783494" y="59915"/>
                  <a:pt x="1779834" y="59915"/>
                </a:cubicBezTo>
                <a:cubicBezTo>
                  <a:pt x="1775146" y="59915"/>
                  <a:pt x="1770939" y="61199"/>
                  <a:pt x="1767215" y="63765"/>
                </a:cubicBezTo>
                <a:cubicBezTo>
                  <a:pt x="1763490" y="66330"/>
                  <a:pt x="1760937" y="69730"/>
                  <a:pt x="1759557" y="73964"/>
                </a:cubicBezTo>
                <a:cubicBezTo>
                  <a:pt x="1758176" y="78196"/>
                  <a:pt x="1757486" y="86022"/>
                  <a:pt x="1757486" y="97441"/>
                </a:cubicBezTo>
                <a:lnTo>
                  <a:pt x="1757486" y="143720"/>
                </a:lnTo>
                <a:lnTo>
                  <a:pt x="1730418" y="143720"/>
                </a:lnTo>
                <a:lnTo>
                  <a:pt x="1730418" y="41421"/>
                </a:lnTo>
                <a:lnTo>
                  <a:pt x="1755559" y="41421"/>
                </a:lnTo>
                <a:lnTo>
                  <a:pt x="1755559" y="56447"/>
                </a:lnTo>
                <a:cubicBezTo>
                  <a:pt x="1764485" y="44888"/>
                  <a:pt x="1775724" y="39109"/>
                  <a:pt x="1789274" y="39109"/>
                </a:cubicBezTo>
                <a:cubicBezTo>
                  <a:pt x="1795246" y="39109"/>
                  <a:pt x="1800704" y="40184"/>
                  <a:pt x="1805649" y="42336"/>
                </a:cubicBezTo>
                <a:cubicBezTo>
                  <a:pt x="1810594" y="44487"/>
                  <a:pt x="1814335" y="47232"/>
                  <a:pt x="1816871" y="50572"/>
                </a:cubicBezTo>
                <a:cubicBezTo>
                  <a:pt x="1819408" y="53911"/>
                  <a:pt x="1821174" y="57700"/>
                  <a:pt x="1822169" y="61938"/>
                </a:cubicBezTo>
                <a:cubicBezTo>
                  <a:pt x="1823165" y="66176"/>
                  <a:pt x="1823662" y="72245"/>
                  <a:pt x="1823662" y="80144"/>
                </a:cubicBezTo>
                <a:lnTo>
                  <a:pt x="1823662" y="143720"/>
                </a:lnTo>
                <a:close/>
                <a:moveTo>
                  <a:pt x="1848446" y="150270"/>
                </a:moveTo>
                <a:lnTo>
                  <a:pt x="1879367" y="154123"/>
                </a:lnTo>
                <a:cubicBezTo>
                  <a:pt x="1879880" y="157753"/>
                  <a:pt x="1881068" y="160249"/>
                  <a:pt x="1882931" y="161609"/>
                </a:cubicBezTo>
                <a:cubicBezTo>
                  <a:pt x="1885499" y="163554"/>
                  <a:pt x="1889545" y="164526"/>
                  <a:pt x="1895068" y="164526"/>
                </a:cubicBezTo>
                <a:cubicBezTo>
                  <a:pt x="1902132" y="164526"/>
                  <a:pt x="1907430" y="163458"/>
                  <a:pt x="1910962" y="161323"/>
                </a:cubicBezTo>
                <a:cubicBezTo>
                  <a:pt x="1913338" y="159900"/>
                  <a:pt x="1915136" y="157605"/>
                  <a:pt x="1916356" y="154436"/>
                </a:cubicBezTo>
                <a:cubicBezTo>
                  <a:pt x="1917191" y="152172"/>
                  <a:pt x="1917608" y="148001"/>
                  <a:pt x="1917608" y="141922"/>
                </a:cubicBezTo>
                <a:lnTo>
                  <a:pt x="1917608" y="126883"/>
                </a:lnTo>
                <a:cubicBezTo>
                  <a:pt x="1909517" y="138108"/>
                  <a:pt x="1899306" y="143720"/>
                  <a:pt x="1886976" y="143720"/>
                </a:cubicBezTo>
                <a:cubicBezTo>
                  <a:pt x="1873234" y="143720"/>
                  <a:pt x="1862349" y="137908"/>
                  <a:pt x="1854322" y="126284"/>
                </a:cubicBezTo>
                <a:cubicBezTo>
                  <a:pt x="1848028" y="117101"/>
                  <a:pt x="1844882" y="105670"/>
                  <a:pt x="1844882" y="91992"/>
                </a:cubicBezTo>
                <a:cubicBezTo>
                  <a:pt x="1844882" y="74846"/>
                  <a:pt x="1849008" y="61745"/>
                  <a:pt x="1857260" y="52691"/>
                </a:cubicBezTo>
                <a:cubicBezTo>
                  <a:pt x="1865512" y="43636"/>
                  <a:pt x="1875770" y="39109"/>
                  <a:pt x="1888036" y="39109"/>
                </a:cubicBezTo>
                <a:cubicBezTo>
                  <a:pt x="1900687" y="39109"/>
                  <a:pt x="1911122" y="44690"/>
                  <a:pt x="1919342" y="55851"/>
                </a:cubicBezTo>
                <a:lnTo>
                  <a:pt x="1919342" y="41421"/>
                </a:lnTo>
                <a:lnTo>
                  <a:pt x="1944676" y="41421"/>
                </a:lnTo>
                <a:lnTo>
                  <a:pt x="1944676" y="133280"/>
                </a:lnTo>
                <a:cubicBezTo>
                  <a:pt x="1944676" y="145361"/>
                  <a:pt x="1943681" y="154390"/>
                  <a:pt x="1941690" y="160366"/>
                </a:cubicBezTo>
                <a:cubicBezTo>
                  <a:pt x="1939699" y="166342"/>
                  <a:pt x="1936906" y="171033"/>
                  <a:pt x="1933310" y="174439"/>
                </a:cubicBezTo>
                <a:cubicBezTo>
                  <a:pt x="1929713" y="177846"/>
                  <a:pt x="1924913" y="180513"/>
                  <a:pt x="1918909" y="182440"/>
                </a:cubicBezTo>
                <a:cubicBezTo>
                  <a:pt x="1912904" y="184368"/>
                  <a:pt x="1905311" y="185333"/>
                  <a:pt x="1896127" y="185333"/>
                </a:cubicBezTo>
                <a:cubicBezTo>
                  <a:pt x="1878789" y="185333"/>
                  <a:pt x="1866491" y="182338"/>
                  <a:pt x="1859234" y="176347"/>
                </a:cubicBezTo>
                <a:cubicBezTo>
                  <a:pt x="1851978" y="170359"/>
                  <a:pt x="1848349" y="162767"/>
                  <a:pt x="1848349" y="153572"/>
                </a:cubicBezTo>
                <a:cubicBezTo>
                  <a:pt x="1848349" y="152665"/>
                  <a:pt x="1848381" y="151564"/>
                  <a:pt x="1848446" y="150270"/>
                </a:cubicBezTo>
                <a:moveTo>
                  <a:pt x="1872624" y="90451"/>
                </a:moveTo>
                <a:cubicBezTo>
                  <a:pt x="1872624" y="101272"/>
                  <a:pt x="1874727" y="109194"/>
                  <a:pt x="1878933" y="114219"/>
                </a:cubicBezTo>
                <a:cubicBezTo>
                  <a:pt x="1883139" y="119245"/>
                  <a:pt x="1888325" y="121757"/>
                  <a:pt x="1894490" y="121757"/>
                </a:cubicBezTo>
                <a:cubicBezTo>
                  <a:pt x="1901104" y="121757"/>
                  <a:pt x="1906691" y="119180"/>
                  <a:pt x="1911251" y="114027"/>
                </a:cubicBezTo>
                <a:cubicBezTo>
                  <a:pt x="1915810" y="108873"/>
                  <a:pt x="1918090" y="101239"/>
                  <a:pt x="1918090" y="91125"/>
                </a:cubicBezTo>
                <a:cubicBezTo>
                  <a:pt x="1918090" y="80561"/>
                  <a:pt x="1915907" y="72719"/>
                  <a:pt x="1911540" y="67597"/>
                </a:cubicBezTo>
                <a:cubicBezTo>
                  <a:pt x="1907173" y="62476"/>
                  <a:pt x="1901650" y="59915"/>
                  <a:pt x="1894971" y="59915"/>
                </a:cubicBezTo>
                <a:cubicBezTo>
                  <a:pt x="1888485" y="59915"/>
                  <a:pt x="1883139" y="62428"/>
                  <a:pt x="1878933" y="67453"/>
                </a:cubicBezTo>
                <a:cubicBezTo>
                  <a:pt x="1874727" y="72478"/>
                  <a:pt x="1872624" y="80144"/>
                  <a:pt x="1872624" y="90451"/>
                </a:cubicBezTo>
                <a:close/>
                <a:moveTo>
                  <a:pt x="2021468" y="97868"/>
                </a:moveTo>
                <a:lnTo>
                  <a:pt x="2049210" y="95171"/>
                </a:lnTo>
                <a:cubicBezTo>
                  <a:pt x="2050880" y="104517"/>
                  <a:pt x="2054267" y="111381"/>
                  <a:pt x="2059373" y="115764"/>
                </a:cubicBezTo>
                <a:cubicBezTo>
                  <a:pt x="2064478" y="120145"/>
                  <a:pt x="2071365" y="122335"/>
                  <a:pt x="2080035" y="122335"/>
                </a:cubicBezTo>
                <a:cubicBezTo>
                  <a:pt x="2089218" y="122335"/>
                  <a:pt x="2096137" y="120386"/>
                  <a:pt x="2100793" y="116489"/>
                </a:cubicBezTo>
                <a:cubicBezTo>
                  <a:pt x="2105449" y="112592"/>
                  <a:pt x="2107777" y="108033"/>
                  <a:pt x="2107777" y="102814"/>
                </a:cubicBezTo>
                <a:cubicBezTo>
                  <a:pt x="2107777" y="99464"/>
                  <a:pt x="2106797" y="96615"/>
                  <a:pt x="2104839" y="94265"/>
                </a:cubicBezTo>
                <a:cubicBezTo>
                  <a:pt x="2102880" y="91913"/>
                  <a:pt x="2099460" y="89867"/>
                  <a:pt x="2094580" y="88127"/>
                </a:cubicBezTo>
                <a:cubicBezTo>
                  <a:pt x="2091241" y="86969"/>
                  <a:pt x="2083631" y="84910"/>
                  <a:pt x="2071750" y="81950"/>
                </a:cubicBezTo>
                <a:cubicBezTo>
                  <a:pt x="2056467" y="78153"/>
                  <a:pt x="2045742" y="73487"/>
                  <a:pt x="2039577" y="67953"/>
                </a:cubicBezTo>
                <a:cubicBezTo>
                  <a:pt x="2030908" y="60166"/>
                  <a:pt x="2026573" y="50675"/>
                  <a:pt x="2026573" y="39479"/>
                </a:cubicBezTo>
                <a:cubicBezTo>
                  <a:pt x="2026573" y="32272"/>
                  <a:pt x="2028612" y="25533"/>
                  <a:pt x="2032690" y="19259"/>
                </a:cubicBezTo>
                <a:cubicBezTo>
                  <a:pt x="2036768" y="12984"/>
                  <a:pt x="2042644" y="8206"/>
                  <a:pt x="2050318" y="4925"/>
                </a:cubicBezTo>
                <a:cubicBezTo>
                  <a:pt x="2057992" y="1642"/>
                  <a:pt x="2067255" y="0"/>
                  <a:pt x="2078108" y="0"/>
                </a:cubicBezTo>
                <a:cubicBezTo>
                  <a:pt x="2095832" y="0"/>
                  <a:pt x="2109173" y="3903"/>
                  <a:pt x="2118132" y="11710"/>
                </a:cubicBezTo>
                <a:cubicBezTo>
                  <a:pt x="2127090" y="19514"/>
                  <a:pt x="2131794" y="29932"/>
                  <a:pt x="2132244" y="42962"/>
                </a:cubicBezTo>
                <a:lnTo>
                  <a:pt x="2103731" y="44118"/>
                </a:lnTo>
                <a:cubicBezTo>
                  <a:pt x="2102511" y="36861"/>
                  <a:pt x="2099894" y="31643"/>
                  <a:pt x="2095880" y="28465"/>
                </a:cubicBezTo>
                <a:cubicBezTo>
                  <a:pt x="2091867" y="25286"/>
                  <a:pt x="2085846" y="23696"/>
                  <a:pt x="2077819" y="23696"/>
                </a:cubicBezTo>
                <a:cubicBezTo>
                  <a:pt x="2069535" y="23696"/>
                  <a:pt x="2063049" y="25399"/>
                  <a:pt x="2058361" y="28805"/>
                </a:cubicBezTo>
                <a:cubicBezTo>
                  <a:pt x="2055343" y="30988"/>
                  <a:pt x="2053834" y="33911"/>
                  <a:pt x="2053834" y="37573"/>
                </a:cubicBezTo>
                <a:cubicBezTo>
                  <a:pt x="2053834" y="40915"/>
                  <a:pt x="2055247" y="43773"/>
                  <a:pt x="2058072" y="46150"/>
                </a:cubicBezTo>
                <a:cubicBezTo>
                  <a:pt x="2061668" y="49170"/>
                  <a:pt x="2070402" y="52320"/>
                  <a:pt x="2084273" y="55602"/>
                </a:cubicBezTo>
                <a:cubicBezTo>
                  <a:pt x="2098144" y="58883"/>
                  <a:pt x="2108403" y="62277"/>
                  <a:pt x="2115049" y="65785"/>
                </a:cubicBezTo>
                <a:cubicBezTo>
                  <a:pt x="2121696" y="69291"/>
                  <a:pt x="2126898" y="74084"/>
                  <a:pt x="2130654" y="80165"/>
                </a:cubicBezTo>
                <a:cubicBezTo>
                  <a:pt x="2134411" y="86244"/>
                  <a:pt x="2136289" y="93755"/>
                  <a:pt x="2136289" y="102699"/>
                </a:cubicBezTo>
                <a:cubicBezTo>
                  <a:pt x="2136289" y="110805"/>
                  <a:pt x="2134042" y="118397"/>
                  <a:pt x="2129547" y="125475"/>
                </a:cubicBezTo>
                <a:cubicBezTo>
                  <a:pt x="2125051" y="132553"/>
                  <a:pt x="2118694" y="137812"/>
                  <a:pt x="2110474" y="141254"/>
                </a:cubicBezTo>
                <a:cubicBezTo>
                  <a:pt x="2102254" y="144696"/>
                  <a:pt x="2092011" y="146417"/>
                  <a:pt x="2079746" y="146417"/>
                </a:cubicBezTo>
                <a:cubicBezTo>
                  <a:pt x="2061893" y="146417"/>
                  <a:pt x="2048183" y="142283"/>
                  <a:pt x="2038614" y="134015"/>
                </a:cubicBezTo>
                <a:cubicBezTo>
                  <a:pt x="2029046" y="125747"/>
                  <a:pt x="2023330" y="113698"/>
                  <a:pt x="2021468" y="97868"/>
                </a:cubicBezTo>
                <a:close/>
                <a:moveTo>
                  <a:pt x="2219917" y="111161"/>
                </a:moveTo>
                <a:lnTo>
                  <a:pt x="2246888" y="115785"/>
                </a:lnTo>
                <a:cubicBezTo>
                  <a:pt x="2243421" y="125642"/>
                  <a:pt x="2237946" y="133148"/>
                  <a:pt x="2230465" y="138301"/>
                </a:cubicBezTo>
                <a:cubicBezTo>
                  <a:pt x="2222983" y="143455"/>
                  <a:pt x="2213624" y="146031"/>
                  <a:pt x="2202385" y="146031"/>
                </a:cubicBezTo>
                <a:cubicBezTo>
                  <a:pt x="2184597" y="146031"/>
                  <a:pt x="2171432" y="140220"/>
                  <a:pt x="2162892" y="128596"/>
                </a:cubicBezTo>
                <a:cubicBezTo>
                  <a:pt x="2156149" y="119285"/>
                  <a:pt x="2152777" y="107533"/>
                  <a:pt x="2152777" y="93341"/>
                </a:cubicBezTo>
                <a:cubicBezTo>
                  <a:pt x="2152777" y="76387"/>
                  <a:pt x="2157208" y="63110"/>
                  <a:pt x="2166070" y="53510"/>
                </a:cubicBezTo>
                <a:cubicBezTo>
                  <a:pt x="2174932" y="43909"/>
                  <a:pt x="2186138" y="39109"/>
                  <a:pt x="2199688" y="39109"/>
                </a:cubicBezTo>
                <a:cubicBezTo>
                  <a:pt x="2214908" y="39109"/>
                  <a:pt x="2226917" y="44134"/>
                  <a:pt x="2235715" y="54184"/>
                </a:cubicBezTo>
                <a:cubicBezTo>
                  <a:pt x="2244512" y="64234"/>
                  <a:pt x="2248719" y="79630"/>
                  <a:pt x="2248333" y="100372"/>
                </a:cubicBezTo>
                <a:lnTo>
                  <a:pt x="2180519" y="100372"/>
                </a:lnTo>
                <a:cubicBezTo>
                  <a:pt x="2180712" y="108400"/>
                  <a:pt x="2182895" y="114645"/>
                  <a:pt x="2187070" y="119108"/>
                </a:cubicBezTo>
                <a:cubicBezTo>
                  <a:pt x="2191244" y="123571"/>
                  <a:pt x="2196445" y="125803"/>
                  <a:pt x="2202674" y="125803"/>
                </a:cubicBezTo>
                <a:cubicBezTo>
                  <a:pt x="2206913" y="125803"/>
                  <a:pt x="2210477" y="124647"/>
                  <a:pt x="2213367" y="122335"/>
                </a:cubicBezTo>
                <a:cubicBezTo>
                  <a:pt x="2216257" y="120023"/>
                  <a:pt x="2218440" y="116299"/>
                  <a:pt x="2219917" y="111161"/>
                </a:cubicBezTo>
                <a:moveTo>
                  <a:pt x="2221458" y="83804"/>
                </a:moveTo>
                <a:cubicBezTo>
                  <a:pt x="2221266" y="76002"/>
                  <a:pt x="2219243" y="70070"/>
                  <a:pt x="2215390" y="66008"/>
                </a:cubicBezTo>
                <a:cubicBezTo>
                  <a:pt x="2211537" y="61946"/>
                  <a:pt x="2206849" y="59915"/>
                  <a:pt x="2201326" y="59915"/>
                </a:cubicBezTo>
                <a:cubicBezTo>
                  <a:pt x="2195418" y="59915"/>
                  <a:pt x="2190537" y="62058"/>
                  <a:pt x="2186684" y="66342"/>
                </a:cubicBezTo>
                <a:cubicBezTo>
                  <a:pt x="2182831" y="70629"/>
                  <a:pt x="2180937" y="76449"/>
                  <a:pt x="2181001" y="83804"/>
                </a:cubicBezTo>
                <a:lnTo>
                  <a:pt x="2221458" y="83804"/>
                </a:lnTo>
                <a:close/>
                <a:moveTo>
                  <a:pt x="2318062" y="41421"/>
                </a:moveTo>
                <a:lnTo>
                  <a:pt x="2318062" y="62998"/>
                </a:lnTo>
                <a:lnTo>
                  <a:pt x="2299568" y="62998"/>
                </a:lnTo>
                <a:lnTo>
                  <a:pt x="2299568" y="104159"/>
                </a:lnTo>
                <a:cubicBezTo>
                  <a:pt x="2299568" y="112496"/>
                  <a:pt x="2299744" y="117353"/>
                  <a:pt x="2300097" y="118732"/>
                </a:cubicBezTo>
                <a:cubicBezTo>
                  <a:pt x="2300451" y="120108"/>
                  <a:pt x="2301253" y="121246"/>
                  <a:pt x="2302506" y="122145"/>
                </a:cubicBezTo>
                <a:cubicBezTo>
                  <a:pt x="2303758" y="123042"/>
                  <a:pt x="2305283" y="123491"/>
                  <a:pt x="2307081" y="123491"/>
                </a:cubicBezTo>
                <a:cubicBezTo>
                  <a:pt x="2309586" y="123491"/>
                  <a:pt x="2313214" y="122624"/>
                  <a:pt x="2317966" y="120890"/>
                </a:cubicBezTo>
                <a:lnTo>
                  <a:pt x="2320278" y="141968"/>
                </a:lnTo>
                <a:cubicBezTo>
                  <a:pt x="2313985" y="144677"/>
                  <a:pt x="2306856" y="146031"/>
                  <a:pt x="2298893" y="146031"/>
                </a:cubicBezTo>
                <a:cubicBezTo>
                  <a:pt x="2294013" y="146031"/>
                  <a:pt x="2289614" y="145213"/>
                  <a:pt x="2285697" y="143575"/>
                </a:cubicBezTo>
                <a:cubicBezTo>
                  <a:pt x="2281779" y="141937"/>
                  <a:pt x="2278906" y="139818"/>
                  <a:pt x="2277075" y="137217"/>
                </a:cubicBezTo>
                <a:cubicBezTo>
                  <a:pt x="2275245" y="134617"/>
                  <a:pt x="2273977" y="131101"/>
                  <a:pt x="2273270" y="126670"/>
                </a:cubicBezTo>
                <a:cubicBezTo>
                  <a:pt x="2272692" y="123523"/>
                  <a:pt x="2272403" y="117165"/>
                  <a:pt x="2272403" y="107597"/>
                </a:cubicBezTo>
                <a:lnTo>
                  <a:pt x="2272403" y="62998"/>
                </a:lnTo>
                <a:lnTo>
                  <a:pt x="2259977" y="62998"/>
                </a:lnTo>
                <a:lnTo>
                  <a:pt x="2259977" y="41421"/>
                </a:lnTo>
                <a:lnTo>
                  <a:pt x="2272403" y="41421"/>
                </a:lnTo>
                <a:lnTo>
                  <a:pt x="2272403" y="20999"/>
                </a:lnTo>
                <a:lnTo>
                  <a:pt x="2299568" y="5009"/>
                </a:lnTo>
                <a:lnTo>
                  <a:pt x="2299568" y="41421"/>
                </a:lnTo>
                <a:lnTo>
                  <a:pt x="2318062" y="41421"/>
                </a:lnTo>
                <a:close/>
                <a:moveTo>
                  <a:pt x="2480064" y="91703"/>
                </a:moveTo>
                <a:lnTo>
                  <a:pt x="2507710" y="100372"/>
                </a:lnTo>
                <a:cubicBezTo>
                  <a:pt x="2503471" y="115883"/>
                  <a:pt x="2496424" y="127403"/>
                  <a:pt x="2486566" y="134933"/>
                </a:cubicBezTo>
                <a:cubicBezTo>
                  <a:pt x="2476709" y="142460"/>
                  <a:pt x="2464202" y="146224"/>
                  <a:pt x="2449047" y="146224"/>
                </a:cubicBezTo>
                <a:cubicBezTo>
                  <a:pt x="2430295" y="146224"/>
                  <a:pt x="2414883" y="139810"/>
                  <a:pt x="2402810" y="126983"/>
                </a:cubicBezTo>
                <a:cubicBezTo>
                  <a:pt x="2390737" y="114153"/>
                  <a:pt x="2384701" y="96615"/>
                  <a:pt x="2384701" y="74367"/>
                </a:cubicBezTo>
                <a:cubicBezTo>
                  <a:pt x="2384701" y="50831"/>
                  <a:pt x="2390769" y="32553"/>
                  <a:pt x="2402906" y="19533"/>
                </a:cubicBezTo>
                <a:cubicBezTo>
                  <a:pt x="2415043" y="6511"/>
                  <a:pt x="2431002" y="0"/>
                  <a:pt x="2450781" y="0"/>
                </a:cubicBezTo>
                <a:cubicBezTo>
                  <a:pt x="2468055" y="0"/>
                  <a:pt x="2482087" y="5117"/>
                  <a:pt x="2492876" y="15352"/>
                </a:cubicBezTo>
                <a:cubicBezTo>
                  <a:pt x="2499297" y="21403"/>
                  <a:pt x="2504114" y="30092"/>
                  <a:pt x="2507325" y="41421"/>
                </a:cubicBezTo>
                <a:lnTo>
                  <a:pt x="2479101" y="48163"/>
                </a:lnTo>
                <a:cubicBezTo>
                  <a:pt x="2477431" y="40843"/>
                  <a:pt x="2473947" y="35063"/>
                  <a:pt x="2468649" y="30825"/>
                </a:cubicBezTo>
                <a:cubicBezTo>
                  <a:pt x="2463351" y="26586"/>
                  <a:pt x="2456914" y="24467"/>
                  <a:pt x="2449336" y="24467"/>
                </a:cubicBezTo>
                <a:cubicBezTo>
                  <a:pt x="2438868" y="24467"/>
                  <a:pt x="2430375" y="28224"/>
                  <a:pt x="2423857" y="35737"/>
                </a:cubicBezTo>
                <a:cubicBezTo>
                  <a:pt x="2417339" y="43251"/>
                  <a:pt x="2414080" y="55420"/>
                  <a:pt x="2414080" y="72245"/>
                </a:cubicBezTo>
                <a:cubicBezTo>
                  <a:pt x="2414080" y="90098"/>
                  <a:pt x="2417291" y="102813"/>
                  <a:pt x="2423713" y="110390"/>
                </a:cubicBezTo>
                <a:cubicBezTo>
                  <a:pt x="2430135" y="117968"/>
                  <a:pt x="2438483" y="121757"/>
                  <a:pt x="2448758" y="121757"/>
                </a:cubicBezTo>
                <a:cubicBezTo>
                  <a:pt x="2456336" y="121757"/>
                  <a:pt x="2462854" y="119342"/>
                  <a:pt x="2468312" y="114511"/>
                </a:cubicBezTo>
                <a:cubicBezTo>
                  <a:pt x="2473771" y="109679"/>
                  <a:pt x="2477688" y="102076"/>
                  <a:pt x="2480064" y="91703"/>
                </a:cubicBezTo>
                <a:close/>
                <a:moveTo>
                  <a:pt x="2525295" y="91125"/>
                </a:moveTo>
                <a:cubicBezTo>
                  <a:pt x="2525295" y="82135"/>
                  <a:pt x="2527511" y="73433"/>
                  <a:pt x="2531942" y="65021"/>
                </a:cubicBezTo>
                <a:cubicBezTo>
                  <a:pt x="2536373" y="56608"/>
                  <a:pt x="2542650" y="50186"/>
                  <a:pt x="2550774" y="45755"/>
                </a:cubicBezTo>
                <a:cubicBezTo>
                  <a:pt x="2558897" y="41324"/>
                  <a:pt x="2567968" y="39109"/>
                  <a:pt x="2577986" y="39109"/>
                </a:cubicBezTo>
                <a:cubicBezTo>
                  <a:pt x="2593463" y="39109"/>
                  <a:pt x="2606146" y="44134"/>
                  <a:pt x="2616035" y="54184"/>
                </a:cubicBezTo>
                <a:cubicBezTo>
                  <a:pt x="2625925" y="64234"/>
                  <a:pt x="2630870" y="76933"/>
                  <a:pt x="2630870" y="92281"/>
                </a:cubicBezTo>
                <a:cubicBezTo>
                  <a:pt x="2630870" y="107758"/>
                  <a:pt x="2625877" y="120585"/>
                  <a:pt x="2615891" y="130764"/>
                </a:cubicBezTo>
                <a:cubicBezTo>
                  <a:pt x="2605905" y="140942"/>
                  <a:pt x="2593334" y="146031"/>
                  <a:pt x="2578179" y="146031"/>
                </a:cubicBezTo>
                <a:cubicBezTo>
                  <a:pt x="2568803" y="146031"/>
                  <a:pt x="2559861" y="143912"/>
                  <a:pt x="2551352" y="139674"/>
                </a:cubicBezTo>
                <a:cubicBezTo>
                  <a:pt x="2542843" y="135435"/>
                  <a:pt x="2536373" y="129222"/>
                  <a:pt x="2531942" y="121035"/>
                </a:cubicBezTo>
                <a:cubicBezTo>
                  <a:pt x="2527511" y="112847"/>
                  <a:pt x="2525295" y="102877"/>
                  <a:pt x="2525295" y="91125"/>
                </a:cubicBezTo>
                <a:moveTo>
                  <a:pt x="2553038" y="92570"/>
                </a:moveTo>
                <a:cubicBezTo>
                  <a:pt x="2553038" y="102684"/>
                  <a:pt x="2555446" y="110431"/>
                  <a:pt x="2560262" y="115809"/>
                </a:cubicBezTo>
                <a:cubicBezTo>
                  <a:pt x="2565078" y="121187"/>
                  <a:pt x="2571019" y="123876"/>
                  <a:pt x="2578082" y="123876"/>
                </a:cubicBezTo>
                <a:cubicBezTo>
                  <a:pt x="2585146" y="123876"/>
                  <a:pt x="2591071" y="121187"/>
                  <a:pt x="2595855" y="115809"/>
                </a:cubicBezTo>
                <a:cubicBezTo>
                  <a:pt x="2600639" y="110431"/>
                  <a:pt x="2603031" y="102620"/>
                  <a:pt x="2603031" y="92377"/>
                </a:cubicBezTo>
                <a:cubicBezTo>
                  <a:pt x="2603031" y="82391"/>
                  <a:pt x="2600639" y="74709"/>
                  <a:pt x="2595855" y="69331"/>
                </a:cubicBezTo>
                <a:cubicBezTo>
                  <a:pt x="2591071" y="63953"/>
                  <a:pt x="2585146" y="61264"/>
                  <a:pt x="2578082" y="61264"/>
                </a:cubicBezTo>
                <a:cubicBezTo>
                  <a:pt x="2571019" y="61264"/>
                  <a:pt x="2565078" y="63953"/>
                  <a:pt x="2560262" y="69331"/>
                </a:cubicBezTo>
                <a:cubicBezTo>
                  <a:pt x="2555446" y="74709"/>
                  <a:pt x="2553038" y="82456"/>
                  <a:pt x="2553038" y="92570"/>
                </a:cubicBezTo>
                <a:close/>
                <a:moveTo>
                  <a:pt x="2651896" y="143720"/>
                </a:moveTo>
                <a:lnTo>
                  <a:pt x="2651896" y="2504"/>
                </a:lnTo>
                <a:lnTo>
                  <a:pt x="2678964" y="2504"/>
                </a:lnTo>
                <a:lnTo>
                  <a:pt x="2678964" y="143720"/>
                </a:lnTo>
                <a:lnTo>
                  <a:pt x="2651896" y="143720"/>
                </a:lnTo>
                <a:close/>
                <a:moveTo>
                  <a:pt x="2707134" y="143720"/>
                </a:moveTo>
                <a:lnTo>
                  <a:pt x="2707134" y="2504"/>
                </a:lnTo>
                <a:lnTo>
                  <a:pt x="2734202" y="2504"/>
                </a:lnTo>
                <a:lnTo>
                  <a:pt x="2734202" y="143720"/>
                </a:lnTo>
                <a:lnTo>
                  <a:pt x="2707134" y="143720"/>
                </a:lnTo>
                <a:close/>
                <a:moveTo>
                  <a:pt x="2821612" y="111161"/>
                </a:moveTo>
                <a:lnTo>
                  <a:pt x="2848584" y="115785"/>
                </a:lnTo>
                <a:cubicBezTo>
                  <a:pt x="2845116" y="125642"/>
                  <a:pt x="2839642" y="133148"/>
                  <a:pt x="2832160" y="138301"/>
                </a:cubicBezTo>
                <a:cubicBezTo>
                  <a:pt x="2824679" y="143455"/>
                  <a:pt x="2815319" y="146031"/>
                  <a:pt x="2804081" y="146031"/>
                </a:cubicBezTo>
                <a:cubicBezTo>
                  <a:pt x="2786293" y="146031"/>
                  <a:pt x="2773128" y="140220"/>
                  <a:pt x="2764587" y="128596"/>
                </a:cubicBezTo>
                <a:cubicBezTo>
                  <a:pt x="2757844" y="119285"/>
                  <a:pt x="2754473" y="107533"/>
                  <a:pt x="2754473" y="93341"/>
                </a:cubicBezTo>
                <a:cubicBezTo>
                  <a:pt x="2754473" y="76387"/>
                  <a:pt x="2758904" y="63110"/>
                  <a:pt x="2767766" y="53510"/>
                </a:cubicBezTo>
                <a:cubicBezTo>
                  <a:pt x="2776628" y="43909"/>
                  <a:pt x="2787834" y="39109"/>
                  <a:pt x="2801384" y="39109"/>
                </a:cubicBezTo>
                <a:cubicBezTo>
                  <a:pt x="2816603" y="39109"/>
                  <a:pt x="2828612" y="44134"/>
                  <a:pt x="2837410" y="54184"/>
                </a:cubicBezTo>
                <a:cubicBezTo>
                  <a:pt x="2846208" y="64234"/>
                  <a:pt x="2850414" y="79630"/>
                  <a:pt x="2850029" y="100372"/>
                </a:cubicBezTo>
                <a:lnTo>
                  <a:pt x="2782215" y="100372"/>
                </a:lnTo>
                <a:cubicBezTo>
                  <a:pt x="2782407" y="108400"/>
                  <a:pt x="2784591" y="114645"/>
                  <a:pt x="2788765" y="119108"/>
                </a:cubicBezTo>
                <a:cubicBezTo>
                  <a:pt x="2792939" y="123571"/>
                  <a:pt x="2798141" y="125803"/>
                  <a:pt x="2804370" y="125803"/>
                </a:cubicBezTo>
                <a:cubicBezTo>
                  <a:pt x="2808608" y="125803"/>
                  <a:pt x="2812172" y="124647"/>
                  <a:pt x="2815062" y="122335"/>
                </a:cubicBezTo>
                <a:cubicBezTo>
                  <a:pt x="2817952" y="120023"/>
                  <a:pt x="2820135" y="116299"/>
                  <a:pt x="2821612" y="111161"/>
                </a:cubicBezTo>
                <a:moveTo>
                  <a:pt x="2823154" y="83804"/>
                </a:moveTo>
                <a:cubicBezTo>
                  <a:pt x="2822961" y="76002"/>
                  <a:pt x="2820938" y="70070"/>
                  <a:pt x="2817085" y="66008"/>
                </a:cubicBezTo>
                <a:cubicBezTo>
                  <a:pt x="2813232" y="61946"/>
                  <a:pt x="2808544" y="59915"/>
                  <a:pt x="2803021" y="59915"/>
                </a:cubicBezTo>
                <a:cubicBezTo>
                  <a:pt x="2797113" y="59915"/>
                  <a:pt x="2792233" y="62058"/>
                  <a:pt x="2788380" y="66342"/>
                </a:cubicBezTo>
                <a:cubicBezTo>
                  <a:pt x="2784527" y="70629"/>
                  <a:pt x="2782632" y="76449"/>
                  <a:pt x="2782696" y="83804"/>
                </a:cubicBezTo>
                <a:lnTo>
                  <a:pt x="2823154" y="83804"/>
                </a:lnTo>
                <a:close/>
                <a:moveTo>
                  <a:pt x="2962045" y="71667"/>
                </a:moveTo>
                <a:lnTo>
                  <a:pt x="2935363" y="76483"/>
                </a:lnTo>
                <a:cubicBezTo>
                  <a:pt x="2934464" y="71185"/>
                  <a:pt x="2932425" y="67196"/>
                  <a:pt x="2929246" y="64515"/>
                </a:cubicBezTo>
                <a:cubicBezTo>
                  <a:pt x="2926067" y="61834"/>
                  <a:pt x="2921941" y="60493"/>
                  <a:pt x="2916868" y="60493"/>
                </a:cubicBezTo>
                <a:cubicBezTo>
                  <a:pt x="2910125" y="60493"/>
                  <a:pt x="2904747" y="62814"/>
                  <a:pt x="2900733" y="67456"/>
                </a:cubicBezTo>
                <a:cubicBezTo>
                  <a:pt x="2896720" y="72098"/>
                  <a:pt x="2894713" y="79860"/>
                  <a:pt x="2894713" y="90743"/>
                </a:cubicBezTo>
                <a:cubicBezTo>
                  <a:pt x="2894713" y="102844"/>
                  <a:pt x="2896752" y="111392"/>
                  <a:pt x="2900830" y="116387"/>
                </a:cubicBezTo>
                <a:cubicBezTo>
                  <a:pt x="2904907" y="121380"/>
                  <a:pt x="2910382" y="123876"/>
                  <a:pt x="2917253" y="123876"/>
                </a:cubicBezTo>
                <a:cubicBezTo>
                  <a:pt x="2922391" y="123876"/>
                  <a:pt x="2926597" y="122415"/>
                  <a:pt x="2929872" y="119493"/>
                </a:cubicBezTo>
                <a:cubicBezTo>
                  <a:pt x="2933147" y="116571"/>
                  <a:pt x="2935459" y="111546"/>
                  <a:pt x="2936808" y="104418"/>
                </a:cubicBezTo>
                <a:lnTo>
                  <a:pt x="2963394" y="109042"/>
                </a:lnTo>
                <a:cubicBezTo>
                  <a:pt x="2960633" y="121243"/>
                  <a:pt x="2955335" y="130459"/>
                  <a:pt x="2947500" y="136688"/>
                </a:cubicBezTo>
                <a:cubicBezTo>
                  <a:pt x="2939665" y="142917"/>
                  <a:pt x="2929166" y="146031"/>
                  <a:pt x="2916001" y="146031"/>
                </a:cubicBezTo>
                <a:cubicBezTo>
                  <a:pt x="2901038" y="146031"/>
                  <a:pt x="2889110" y="141311"/>
                  <a:pt x="2880216" y="131871"/>
                </a:cubicBezTo>
                <a:cubicBezTo>
                  <a:pt x="2871322" y="122431"/>
                  <a:pt x="2866874" y="109363"/>
                  <a:pt x="2866874" y="92666"/>
                </a:cubicBezTo>
                <a:cubicBezTo>
                  <a:pt x="2866874" y="75777"/>
                  <a:pt x="2871338" y="62628"/>
                  <a:pt x="2880264" y="53221"/>
                </a:cubicBezTo>
                <a:cubicBezTo>
                  <a:pt x="2889190" y="43813"/>
                  <a:pt x="2901263" y="39109"/>
                  <a:pt x="2916483" y="39109"/>
                </a:cubicBezTo>
                <a:cubicBezTo>
                  <a:pt x="2928941" y="39109"/>
                  <a:pt x="2938847" y="41790"/>
                  <a:pt x="2946200" y="47152"/>
                </a:cubicBezTo>
                <a:cubicBezTo>
                  <a:pt x="2953553" y="52514"/>
                  <a:pt x="2958834" y="60686"/>
                  <a:pt x="2962045" y="71667"/>
                </a:cubicBezTo>
                <a:close/>
                <a:moveTo>
                  <a:pt x="3030234" y="41421"/>
                </a:moveTo>
                <a:lnTo>
                  <a:pt x="3030234" y="62998"/>
                </a:lnTo>
                <a:lnTo>
                  <a:pt x="3011739" y="62998"/>
                </a:lnTo>
                <a:lnTo>
                  <a:pt x="3011739" y="104159"/>
                </a:lnTo>
                <a:cubicBezTo>
                  <a:pt x="3011739" y="112496"/>
                  <a:pt x="3011916" y="117353"/>
                  <a:pt x="3012269" y="118732"/>
                </a:cubicBezTo>
                <a:cubicBezTo>
                  <a:pt x="3012622" y="120108"/>
                  <a:pt x="3013425" y="121246"/>
                  <a:pt x="3014677" y="122145"/>
                </a:cubicBezTo>
                <a:cubicBezTo>
                  <a:pt x="3015929" y="123042"/>
                  <a:pt x="3017454" y="123491"/>
                  <a:pt x="3019252" y="123491"/>
                </a:cubicBezTo>
                <a:cubicBezTo>
                  <a:pt x="3021757" y="123491"/>
                  <a:pt x="3025385" y="122624"/>
                  <a:pt x="3030137" y="120890"/>
                </a:cubicBezTo>
                <a:lnTo>
                  <a:pt x="3032449" y="141968"/>
                </a:lnTo>
                <a:cubicBezTo>
                  <a:pt x="3026156" y="144677"/>
                  <a:pt x="3019028" y="146031"/>
                  <a:pt x="3011065" y="146031"/>
                </a:cubicBezTo>
                <a:cubicBezTo>
                  <a:pt x="3006184" y="146031"/>
                  <a:pt x="3001785" y="145213"/>
                  <a:pt x="2997868" y="143575"/>
                </a:cubicBezTo>
                <a:cubicBezTo>
                  <a:pt x="2993951" y="141937"/>
                  <a:pt x="2991077" y="139818"/>
                  <a:pt x="2989247" y="137217"/>
                </a:cubicBezTo>
                <a:cubicBezTo>
                  <a:pt x="2987416" y="134617"/>
                  <a:pt x="2986148" y="131101"/>
                  <a:pt x="2985442" y="126670"/>
                </a:cubicBezTo>
                <a:cubicBezTo>
                  <a:pt x="2984864" y="123523"/>
                  <a:pt x="2984575" y="117165"/>
                  <a:pt x="2984575" y="107597"/>
                </a:cubicBezTo>
                <a:lnTo>
                  <a:pt x="2984575" y="62998"/>
                </a:lnTo>
                <a:lnTo>
                  <a:pt x="2972149" y="62998"/>
                </a:lnTo>
                <a:lnTo>
                  <a:pt x="2972149" y="41421"/>
                </a:lnTo>
                <a:lnTo>
                  <a:pt x="2984575" y="41421"/>
                </a:lnTo>
                <a:lnTo>
                  <a:pt x="2984575" y="20999"/>
                </a:lnTo>
                <a:lnTo>
                  <a:pt x="3011739" y="5009"/>
                </a:lnTo>
                <a:lnTo>
                  <a:pt x="3011739" y="41421"/>
                </a:lnTo>
                <a:lnTo>
                  <a:pt x="3030234" y="41421"/>
                </a:lnTo>
                <a:close/>
                <a:moveTo>
                  <a:pt x="3048424" y="27549"/>
                </a:moveTo>
                <a:lnTo>
                  <a:pt x="3048424" y="2504"/>
                </a:lnTo>
                <a:lnTo>
                  <a:pt x="3075492" y="2504"/>
                </a:lnTo>
                <a:lnTo>
                  <a:pt x="3075492" y="27549"/>
                </a:lnTo>
                <a:lnTo>
                  <a:pt x="3048424" y="27549"/>
                </a:lnTo>
                <a:moveTo>
                  <a:pt x="3048424" y="143720"/>
                </a:moveTo>
                <a:lnTo>
                  <a:pt x="3048424" y="41421"/>
                </a:lnTo>
                <a:lnTo>
                  <a:pt x="3075492" y="41421"/>
                </a:lnTo>
                <a:lnTo>
                  <a:pt x="3075492" y="143720"/>
                </a:lnTo>
                <a:lnTo>
                  <a:pt x="3048424" y="143720"/>
                </a:lnTo>
                <a:close/>
                <a:moveTo>
                  <a:pt x="3097420" y="91125"/>
                </a:moveTo>
                <a:cubicBezTo>
                  <a:pt x="3097420" y="82135"/>
                  <a:pt x="3099636" y="73433"/>
                  <a:pt x="3104067" y="65021"/>
                </a:cubicBezTo>
                <a:cubicBezTo>
                  <a:pt x="3108498" y="56608"/>
                  <a:pt x="3114775" y="50186"/>
                  <a:pt x="3122898" y="45755"/>
                </a:cubicBezTo>
                <a:cubicBezTo>
                  <a:pt x="3131022" y="41324"/>
                  <a:pt x="3140093" y="39109"/>
                  <a:pt x="3150111" y="39109"/>
                </a:cubicBezTo>
                <a:cubicBezTo>
                  <a:pt x="3165587" y="39109"/>
                  <a:pt x="3178270" y="44134"/>
                  <a:pt x="3188160" y="54184"/>
                </a:cubicBezTo>
                <a:cubicBezTo>
                  <a:pt x="3198049" y="64234"/>
                  <a:pt x="3202994" y="76933"/>
                  <a:pt x="3202994" y="92281"/>
                </a:cubicBezTo>
                <a:cubicBezTo>
                  <a:pt x="3202994" y="107758"/>
                  <a:pt x="3198001" y="120585"/>
                  <a:pt x="3188015" y="130764"/>
                </a:cubicBezTo>
                <a:cubicBezTo>
                  <a:pt x="3178030" y="140942"/>
                  <a:pt x="3165459" y="146031"/>
                  <a:pt x="3150303" y="146031"/>
                </a:cubicBezTo>
                <a:cubicBezTo>
                  <a:pt x="3140928" y="146031"/>
                  <a:pt x="3131985" y="143912"/>
                  <a:pt x="3123476" y="139674"/>
                </a:cubicBezTo>
                <a:cubicBezTo>
                  <a:pt x="3114968" y="135435"/>
                  <a:pt x="3108498" y="129222"/>
                  <a:pt x="3104067" y="121035"/>
                </a:cubicBezTo>
                <a:cubicBezTo>
                  <a:pt x="3099636" y="112847"/>
                  <a:pt x="3097420" y="102877"/>
                  <a:pt x="3097420" y="91125"/>
                </a:cubicBezTo>
                <a:moveTo>
                  <a:pt x="3125162" y="92570"/>
                </a:moveTo>
                <a:cubicBezTo>
                  <a:pt x="3125162" y="102684"/>
                  <a:pt x="3127570" y="110431"/>
                  <a:pt x="3132387" y="115809"/>
                </a:cubicBezTo>
                <a:cubicBezTo>
                  <a:pt x="3137203" y="121187"/>
                  <a:pt x="3143143" y="123876"/>
                  <a:pt x="3150207" y="123876"/>
                </a:cubicBezTo>
                <a:cubicBezTo>
                  <a:pt x="3157271" y="123876"/>
                  <a:pt x="3163195" y="121187"/>
                  <a:pt x="3167979" y="115809"/>
                </a:cubicBezTo>
                <a:cubicBezTo>
                  <a:pt x="3172764" y="110431"/>
                  <a:pt x="3175156" y="102620"/>
                  <a:pt x="3175156" y="92377"/>
                </a:cubicBezTo>
                <a:cubicBezTo>
                  <a:pt x="3175156" y="82391"/>
                  <a:pt x="3172764" y="74709"/>
                  <a:pt x="3167979" y="69331"/>
                </a:cubicBezTo>
                <a:cubicBezTo>
                  <a:pt x="3163195" y="63953"/>
                  <a:pt x="3157271" y="61264"/>
                  <a:pt x="3150207" y="61264"/>
                </a:cubicBezTo>
                <a:cubicBezTo>
                  <a:pt x="3143143" y="61264"/>
                  <a:pt x="3137203" y="63953"/>
                  <a:pt x="3132387" y="69331"/>
                </a:cubicBezTo>
                <a:cubicBezTo>
                  <a:pt x="3127570" y="74709"/>
                  <a:pt x="3125162" y="82456"/>
                  <a:pt x="3125162" y="92570"/>
                </a:cubicBezTo>
                <a:close/>
                <a:moveTo>
                  <a:pt x="3317072" y="143720"/>
                </a:moveTo>
                <a:lnTo>
                  <a:pt x="3290004" y="143720"/>
                </a:lnTo>
                <a:lnTo>
                  <a:pt x="3290004" y="91571"/>
                </a:lnTo>
                <a:cubicBezTo>
                  <a:pt x="3290004" y="80537"/>
                  <a:pt x="3289426" y="73401"/>
                  <a:pt x="3288271" y="70162"/>
                </a:cubicBezTo>
                <a:cubicBezTo>
                  <a:pt x="3287115" y="66923"/>
                  <a:pt x="3285236" y="64405"/>
                  <a:pt x="3282635" y="62609"/>
                </a:cubicBezTo>
                <a:cubicBezTo>
                  <a:pt x="3280035" y="60813"/>
                  <a:pt x="3276904" y="59915"/>
                  <a:pt x="3273244" y="59915"/>
                </a:cubicBezTo>
                <a:cubicBezTo>
                  <a:pt x="3268556" y="59915"/>
                  <a:pt x="3264349" y="61199"/>
                  <a:pt x="3260625" y="63765"/>
                </a:cubicBezTo>
                <a:cubicBezTo>
                  <a:pt x="3256900" y="66330"/>
                  <a:pt x="3254347" y="69730"/>
                  <a:pt x="3252967" y="73964"/>
                </a:cubicBezTo>
                <a:cubicBezTo>
                  <a:pt x="3251586" y="78196"/>
                  <a:pt x="3250896" y="86022"/>
                  <a:pt x="3250896" y="97441"/>
                </a:cubicBezTo>
                <a:lnTo>
                  <a:pt x="3250896" y="143720"/>
                </a:lnTo>
                <a:lnTo>
                  <a:pt x="3223828" y="143720"/>
                </a:lnTo>
                <a:lnTo>
                  <a:pt x="3223828" y="41421"/>
                </a:lnTo>
                <a:lnTo>
                  <a:pt x="3248969" y="41421"/>
                </a:lnTo>
                <a:lnTo>
                  <a:pt x="3248969" y="56447"/>
                </a:lnTo>
                <a:cubicBezTo>
                  <a:pt x="3257896" y="44888"/>
                  <a:pt x="3269134" y="39109"/>
                  <a:pt x="3282684" y="39109"/>
                </a:cubicBezTo>
                <a:cubicBezTo>
                  <a:pt x="3288656" y="39109"/>
                  <a:pt x="3294114" y="40184"/>
                  <a:pt x="3299059" y="42336"/>
                </a:cubicBezTo>
                <a:cubicBezTo>
                  <a:pt x="3304004" y="44487"/>
                  <a:pt x="3307745" y="47232"/>
                  <a:pt x="3310281" y="50572"/>
                </a:cubicBezTo>
                <a:cubicBezTo>
                  <a:pt x="3312818" y="53911"/>
                  <a:pt x="3314584" y="57700"/>
                  <a:pt x="3315579" y="61938"/>
                </a:cubicBezTo>
                <a:cubicBezTo>
                  <a:pt x="3316575" y="66176"/>
                  <a:pt x="3317072" y="72245"/>
                  <a:pt x="3317072" y="80144"/>
                </a:cubicBezTo>
                <a:lnTo>
                  <a:pt x="3317072" y="143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DRAM">
            <a:extLst xmlns:a="http://schemas.openxmlformats.org/drawingml/2006/main">
              <a:ext uri="{FF2B5EF4-FFF2-40B4-BE49-F238E27FC236}">
                <a16:creationId xmlns:a16="http://schemas.microsoft.com/office/drawing/2014/main" id="{A7321A78-797C-4C7A-B70A-F4FB8D74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860" y="1428326"/>
            <a:ext cx="486903" cy="124269"/>
          </a:xfrm>
          <a:custGeom xmlns:a="http://schemas.openxmlformats.org/drawingml/2006/main">
            <a:pathLst>
              <a:path w="486903" h="124269">
                <a:moveTo>
                  <a:pt x="0" y="124269"/>
                </a:moveTo>
                <a:lnTo>
                  <a:pt x="0" y="0"/>
                </a:lnTo>
                <a:lnTo>
                  <a:pt x="42808" y="0"/>
                </a:lnTo>
                <a:cubicBezTo>
                  <a:pt x="52471" y="0"/>
                  <a:pt x="59846" y="593"/>
                  <a:pt x="64932" y="1780"/>
                </a:cubicBezTo>
                <a:cubicBezTo>
                  <a:pt x="72052" y="3419"/>
                  <a:pt x="78127" y="6386"/>
                  <a:pt x="83157" y="10681"/>
                </a:cubicBezTo>
                <a:cubicBezTo>
                  <a:pt x="89712" y="16219"/>
                  <a:pt x="94615" y="23297"/>
                  <a:pt x="97864" y="31915"/>
                </a:cubicBezTo>
                <a:cubicBezTo>
                  <a:pt x="101114" y="40533"/>
                  <a:pt x="102738" y="50380"/>
                  <a:pt x="102738" y="61456"/>
                </a:cubicBezTo>
                <a:cubicBezTo>
                  <a:pt x="102738" y="70894"/>
                  <a:pt x="101636" y="79258"/>
                  <a:pt x="99432" y="86548"/>
                </a:cubicBezTo>
                <a:cubicBezTo>
                  <a:pt x="97228" y="93838"/>
                  <a:pt x="94403" y="99870"/>
                  <a:pt x="90956" y="104646"/>
                </a:cubicBezTo>
                <a:cubicBezTo>
                  <a:pt x="87508" y="109421"/>
                  <a:pt x="83736" y="113179"/>
                  <a:pt x="79639" y="115920"/>
                </a:cubicBezTo>
                <a:cubicBezTo>
                  <a:pt x="75542" y="118660"/>
                  <a:pt x="70597" y="120737"/>
                  <a:pt x="64805" y="122150"/>
                </a:cubicBezTo>
                <a:cubicBezTo>
                  <a:pt x="59012" y="123563"/>
                  <a:pt x="52358" y="124269"/>
                  <a:pt x="44842" y="124269"/>
                </a:cubicBezTo>
                <a:lnTo>
                  <a:pt x="0" y="124269"/>
                </a:lnTo>
                <a:moveTo>
                  <a:pt x="16445" y="109604"/>
                </a:moveTo>
                <a:lnTo>
                  <a:pt x="42977" y="109604"/>
                </a:lnTo>
                <a:cubicBezTo>
                  <a:pt x="51171" y="109604"/>
                  <a:pt x="57600" y="108842"/>
                  <a:pt x="62262" y="107316"/>
                </a:cubicBezTo>
                <a:cubicBezTo>
                  <a:pt x="66924" y="105790"/>
                  <a:pt x="70640" y="103642"/>
                  <a:pt x="73409" y="100873"/>
                </a:cubicBezTo>
                <a:cubicBezTo>
                  <a:pt x="77308" y="96974"/>
                  <a:pt x="80346" y="91733"/>
                  <a:pt x="82521" y="85149"/>
                </a:cubicBezTo>
                <a:cubicBezTo>
                  <a:pt x="84697" y="78565"/>
                  <a:pt x="85785" y="70583"/>
                  <a:pt x="85785" y="61202"/>
                </a:cubicBezTo>
                <a:cubicBezTo>
                  <a:pt x="85785" y="48204"/>
                  <a:pt x="83651" y="38216"/>
                  <a:pt x="79385" y="31237"/>
                </a:cubicBezTo>
                <a:cubicBezTo>
                  <a:pt x="75118" y="24258"/>
                  <a:pt x="69933" y="19581"/>
                  <a:pt x="63830" y="17208"/>
                </a:cubicBezTo>
                <a:cubicBezTo>
                  <a:pt x="59422" y="15512"/>
                  <a:pt x="52330" y="14665"/>
                  <a:pt x="42553" y="14665"/>
                </a:cubicBezTo>
                <a:lnTo>
                  <a:pt x="16445" y="14665"/>
                </a:lnTo>
                <a:lnTo>
                  <a:pt x="16445" y="109604"/>
                </a:lnTo>
                <a:close/>
                <a:moveTo>
                  <a:pt x="126465" y="124269"/>
                </a:moveTo>
                <a:lnTo>
                  <a:pt x="126465" y="0"/>
                </a:lnTo>
                <a:lnTo>
                  <a:pt x="181564" y="0"/>
                </a:lnTo>
                <a:cubicBezTo>
                  <a:pt x="192640" y="0"/>
                  <a:pt x="201060" y="1115"/>
                  <a:pt x="206824" y="3346"/>
                </a:cubicBezTo>
                <a:cubicBezTo>
                  <a:pt x="212588" y="5574"/>
                  <a:pt x="217194" y="9511"/>
                  <a:pt x="220641" y="15155"/>
                </a:cubicBezTo>
                <a:cubicBezTo>
                  <a:pt x="224089" y="20799"/>
                  <a:pt x="225812" y="27036"/>
                  <a:pt x="225812" y="33865"/>
                </a:cubicBezTo>
                <a:cubicBezTo>
                  <a:pt x="225812" y="42670"/>
                  <a:pt x="222958" y="50092"/>
                  <a:pt x="217251" y="56132"/>
                </a:cubicBezTo>
                <a:cubicBezTo>
                  <a:pt x="211543" y="62170"/>
                  <a:pt x="202727" y="66007"/>
                  <a:pt x="190803" y="67645"/>
                </a:cubicBezTo>
                <a:cubicBezTo>
                  <a:pt x="195155" y="69739"/>
                  <a:pt x="198461" y="71805"/>
                  <a:pt x="200721" y="73843"/>
                </a:cubicBezTo>
                <a:cubicBezTo>
                  <a:pt x="205525" y="78256"/>
                  <a:pt x="210074" y="83774"/>
                  <a:pt x="214369" y="90397"/>
                </a:cubicBezTo>
                <a:lnTo>
                  <a:pt x="235984" y="124269"/>
                </a:lnTo>
                <a:lnTo>
                  <a:pt x="215301" y="124269"/>
                </a:lnTo>
                <a:lnTo>
                  <a:pt x="198856" y="98375"/>
                </a:lnTo>
                <a:cubicBezTo>
                  <a:pt x="194053" y="90905"/>
                  <a:pt x="190097" y="85190"/>
                  <a:pt x="186989" y="81229"/>
                </a:cubicBezTo>
                <a:cubicBezTo>
                  <a:pt x="183881" y="77266"/>
                  <a:pt x="181097" y="74492"/>
                  <a:pt x="178639" y="72908"/>
                </a:cubicBezTo>
                <a:cubicBezTo>
                  <a:pt x="176181" y="71322"/>
                  <a:pt x="173680" y="70218"/>
                  <a:pt x="171137" y="69594"/>
                </a:cubicBezTo>
                <a:cubicBezTo>
                  <a:pt x="169272" y="69199"/>
                  <a:pt x="166221" y="69001"/>
                  <a:pt x="161982" y="69001"/>
                </a:cubicBezTo>
                <a:lnTo>
                  <a:pt x="142910" y="69001"/>
                </a:lnTo>
                <a:lnTo>
                  <a:pt x="142910" y="124269"/>
                </a:lnTo>
                <a:lnTo>
                  <a:pt x="126465" y="124269"/>
                </a:lnTo>
                <a:moveTo>
                  <a:pt x="142910" y="54760"/>
                </a:moveTo>
                <a:lnTo>
                  <a:pt x="178258" y="54760"/>
                </a:lnTo>
                <a:cubicBezTo>
                  <a:pt x="185774" y="54760"/>
                  <a:pt x="191651" y="53985"/>
                  <a:pt x="195889" y="52434"/>
                </a:cubicBezTo>
                <a:cubicBezTo>
                  <a:pt x="200128" y="50883"/>
                  <a:pt x="203349" y="48402"/>
                  <a:pt x="205553" y="44990"/>
                </a:cubicBezTo>
                <a:cubicBezTo>
                  <a:pt x="207757" y="41578"/>
                  <a:pt x="208859" y="37870"/>
                  <a:pt x="208859" y="33865"/>
                </a:cubicBezTo>
                <a:cubicBezTo>
                  <a:pt x="208859" y="28000"/>
                  <a:pt x="206725" y="23179"/>
                  <a:pt x="202459" y="19401"/>
                </a:cubicBezTo>
                <a:cubicBezTo>
                  <a:pt x="198192" y="15622"/>
                  <a:pt x="191453" y="13732"/>
                  <a:pt x="182242" y="13732"/>
                </a:cubicBezTo>
                <a:lnTo>
                  <a:pt x="142910" y="13732"/>
                </a:lnTo>
                <a:lnTo>
                  <a:pt x="142910" y="54760"/>
                </a:lnTo>
                <a:close/>
                <a:moveTo>
                  <a:pt x="238773" y="124269"/>
                </a:moveTo>
                <a:lnTo>
                  <a:pt x="286497" y="0"/>
                </a:lnTo>
                <a:lnTo>
                  <a:pt x="304213" y="0"/>
                </a:lnTo>
                <a:lnTo>
                  <a:pt x="355074" y="124269"/>
                </a:lnTo>
                <a:lnTo>
                  <a:pt x="336340" y="124269"/>
                </a:lnTo>
                <a:lnTo>
                  <a:pt x="321845" y="86802"/>
                </a:lnTo>
                <a:lnTo>
                  <a:pt x="269883" y="86802"/>
                </a:lnTo>
                <a:lnTo>
                  <a:pt x="256235" y="124269"/>
                </a:lnTo>
                <a:lnTo>
                  <a:pt x="238773" y="124269"/>
                </a:lnTo>
                <a:moveTo>
                  <a:pt x="274630" y="73239"/>
                </a:moveTo>
                <a:lnTo>
                  <a:pt x="316759" y="73239"/>
                </a:lnTo>
                <a:lnTo>
                  <a:pt x="303790" y="38824"/>
                </a:lnTo>
                <a:cubicBezTo>
                  <a:pt x="299834" y="28369"/>
                  <a:pt x="296895" y="19779"/>
                  <a:pt x="294974" y="13054"/>
                </a:cubicBezTo>
                <a:cubicBezTo>
                  <a:pt x="293391" y="21022"/>
                  <a:pt x="291159" y="28934"/>
                  <a:pt x="288277" y="36789"/>
                </a:cubicBezTo>
                <a:lnTo>
                  <a:pt x="274630" y="73239"/>
                </a:lnTo>
                <a:close/>
                <a:moveTo>
                  <a:pt x="368313" y="124269"/>
                </a:moveTo>
                <a:lnTo>
                  <a:pt x="368313" y="0"/>
                </a:lnTo>
                <a:lnTo>
                  <a:pt x="393065" y="0"/>
                </a:lnTo>
                <a:lnTo>
                  <a:pt x="422480" y="87989"/>
                </a:lnTo>
                <a:cubicBezTo>
                  <a:pt x="425192" y="96183"/>
                  <a:pt x="427170" y="102314"/>
                  <a:pt x="428413" y="106383"/>
                </a:cubicBezTo>
                <a:cubicBezTo>
                  <a:pt x="429826" y="101862"/>
                  <a:pt x="432030" y="95222"/>
                  <a:pt x="435025" y="86463"/>
                </a:cubicBezTo>
                <a:lnTo>
                  <a:pt x="464779" y="0"/>
                </a:lnTo>
                <a:lnTo>
                  <a:pt x="486903" y="0"/>
                </a:lnTo>
                <a:lnTo>
                  <a:pt x="486903" y="124269"/>
                </a:lnTo>
                <a:lnTo>
                  <a:pt x="471051" y="124269"/>
                </a:lnTo>
                <a:lnTo>
                  <a:pt x="471051" y="20259"/>
                </a:lnTo>
                <a:lnTo>
                  <a:pt x="434941" y="124269"/>
                </a:lnTo>
                <a:lnTo>
                  <a:pt x="420106" y="124269"/>
                </a:lnTo>
                <a:lnTo>
                  <a:pt x="384165" y="18479"/>
                </a:lnTo>
                <a:lnTo>
                  <a:pt x="384165" y="124269"/>
                </a:lnTo>
                <a:lnTo>
                  <a:pt x="368313" y="124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Traces">
            <a:extLst xmlns:a="http://schemas.openxmlformats.org/drawingml/2006/main">
              <a:ext uri="{FF2B5EF4-FFF2-40B4-BE49-F238E27FC236}">
                <a16:creationId xmlns:a16="http://schemas.microsoft.com/office/drawing/2014/main" id="{8ADAB7A1-F15F-4D01-A1F5-187A0818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536" y="1607832"/>
            <a:ext cx="519977" cy="126304"/>
          </a:xfrm>
          <a:custGeom xmlns:a="http://schemas.openxmlformats.org/drawingml/2006/main">
            <a:pathLst>
              <a:path w="519977" h="126304">
                <a:moveTo>
                  <a:pt x="40943" y="124269"/>
                </a:moveTo>
                <a:lnTo>
                  <a:pt x="40943" y="14665"/>
                </a:lnTo>
                <a:lnTo>
                  <a:pt x="0" y="14665"/>
                </a:lnTo>
                <a:lnTo>
                  <a:pt x="0" y="0"/>
                </a:lnTo>
                <a:lnTo>
                  <a:pt x="98500" y="0"/>
                </a:lnTo>
                <a:lnTo>
                  <a:pt x="98500" y="14665"/>
                </a:lnTo>
                <a:lnTo>
                  <a:pt x="57388" y="14665"/>
                </a:lnTo>
                <a:lnTo>
                  <a:pt x="57388" y="124269"/>
                </a:lnTo>
                <a:lnTo>
                  <a:pt x="40943" y="124269"/>
                </a:lnTo>
                <a:close/>
                <a:moveTo>
                  <a:pt x="113729" y="124269"/>
                </a:moveTo>
                <a:lnTo>
                  <a:pt x="113729" y="34246"/>
                </a:lnTo>
                <a:lnTo>
                  <a:pt x="127461" y="34246"/>
                </a:lnTo>
                <a:lnTo>
                  <a:pt x="127461" y="47809"/>
                </a:lnTo>
                <a:cubicBezTo>
                  <a:pt x="130965" y="41458"/>
                  <a:pt x="134200" y="37271"/>
                  <a:pt x="137167" y="35247"/>
                </a:cubicBezTo>
                <a:cubicBezTo>
                  <a:pt x="140134" y="33224"/>
                  <a:pt x="143397" y="32212"/>
                  <a:pt x="146958" y="32212"/>
                </a:cubicBezTo>
                <a:cubicBezTo>
                  <a:pt x="152100" y="32212"/>
                  <a:pt x="157328" y="33843"/>
                  <a:pt x="162640" y="37107"/>
                </a:cubicBezTo>
                <a:lnTo>
                  <a:pt x="157384" y="51200"/>
                </a:lnTo>
                <a:cubicBezTo>
                  <a:pt x="153654" y="48996"/>
                  <a:pt x="149925" y="47894"/>
                  <a:pt x="146195" y="47894"/>
                </a:cubicBezTo>
                <a:cubicBezTo>
                  <a:pt x="142861" y="47894"/>
                  <a:pt x="139866" y="48899"/>
                  <a:pt x="137209" y="50908"/>
                </a:cubicBezTo>
                <a:cubicBezTo>
                  <a:pt x="134553" y="52916"/>
                  <a:pt x="132660" y="55702"/>
                  <a:pt x="131530" y="59266"/>
                </a:cubicBezTo>
                <a:cubicBezTo>
                  <a:pt x="129835" y="64696"/>
                  <a:pt x="128987" y="70636"/>
                  <a:pt x="128987" y="77086"/>
                </a:cubicBezTo>
                <a:lnTo>
                  <a:pt x="128987" y="124269"/>
                </a:lnTo>
                <a:lnTo>
                  <a:pt x="113729" y="124269"/>
                </a:lnTo>
                <a:close/>
                <a:moveTo>
                  <a:pt x="229862" y="113154"/>
                </a:moveTo>
                <a:cubicBezTo>
                  <a:pt x="224211" y="117961"/>
                  <a:pt x="218772" y="121354"/>
                  <a:pt x="213544" y="123334"/>
                </a:cubicBezTo>
                <a:cubicBezTo>
                  <a:pt x="208317" y="125314"/>
                  <a:pt x="202708" y="126304"/>
                  <a:pt x="196718" y="126304"/>
                </a:cubicBezTo>
                <a:cubicBezTo>
                  <a:pt x="186828" y="126304"/>
                  <a:pt x="179228" y="123886"/>
                  <a:pt x="173915" y="119051"/>
                </a:cubicBezTo>
                <a:cubicBezTo>
                  <a:pt x="168603" y="114215"/>
                  <a:pt x="165947" y="108037"/>
                  <a:pt x="165947" y="100516"/>
                </a:cubicBezTo>
                <a:cubicBezTo>
                  <a:pt x="165947" y="96106"/>
                  <a:pt x="166950" y="92078"/>
                  <a:pt x="168957" y="88431"/>
                </a:cubicBezTo>
                <a:cubicBezTo>
                  <a:pt x="170963" y="84783"/>
                  <a:pt x="173590" y="81855"/>
                  <a:pt x="176840" y="79650"/>
                </a:cubicBezTo>
                <a:cubicBezTo>
                  <a:pt x="180089" y="77444"/>
                  <a:pt x="183748" y="75776"/>
                  <a:pt x="187817" y="74646"/>
                </a:cubicBezTo>
                <a:cubicBezTo>
                  <a:pt x="190812" y="73853"/>
                  <a:pt x="195333" y="73089"/>
                  <a:pt x="201380" y="72354"/>
                </a:cubicBezTo>
                <a:cubicBezTo>
                  <a:pt x="213700" y="70896"/>
                  <a:pt x="222770" y="69156"/>
                  <a:pt x="228591" y="67136"/>
                </a:cubicBezTo>
                <a:cubicBezTo>
                  <a:pt x="228647" y="65054"/>
                  <a:pt x="228675" y="63731"/>
                  <a:pt x="228675" y="63168"/>
                </a:cubicBezTo>
                <a:cubicBezTo>
                  <a:pt x="228675" y="56974"/>
                  <a:pt x="227234" y="52612"/>
                  <a:pt x="224352" y="50079"/>
                </a:cubicBezTo>
                <a:cubicBezTo>
                  <a:pt x="220453" y="46644"/>
                  <a:pt x="214660" y="44927"/>
                  <a:pt x="206975" y="44927"/>
                </a:cubicBezTo>
                <a:cubicBezTo>
                  <a:pt x="199798" y="44927"/>
                  <a:pt x="194500" y="46184"/>
                  <a:pt x="191081" y="48699"/>
                </a:cubicBezTo>
                <a:cubicBezTo>
                  <a:pt x="187662" y="51214"/>
                  <a:pt x="185133" y="55664"/>
                  <a:pt x="183494" y="62050"/>
                </a:cubicBezTo>
                <a:lnTo>
                  <a:pt x="168575" y="60015"/>
                </a:lnTo>
                <a:cubicBezTo>
                  <a:pt x="169931" y="53610"/>
                  <a:pt x="172164" y="48438"/>
                  <a:pt x="175272" y="44498"/>
                </a:cubicBezTo>
                <a:cubicBezTo>
                  <a:pt x="178380" y="40558"/>
                  <a:pt x="182873" y="37526"/>
                  <a:pt x="188750" y="35401"/>
                </a:cubicBezTo>
                <a:cubicBezTo>
                  <a:pt x="194627" y="33275"/>
                  <a:pt x="201437" y="32212"/>
                  <a:pt x="209179" y="32212"/>
                </a:cubicBezTo>
                <a:cubicBezTo>
                  <a:pt x="216864" y="32212"/>
                  <a:pt x="223109" y="33116"/>
                  <a:pt x="227912" y="34924"/>
                </a:cubicBezTo>
                <a:cubicBezTo>
                  <a:pt x="232716" y="36733"/>
                  <a:pt x="236248" y="39007"/>
                  <a:pt x="238508" y="41748"/>
                </a:cubicBezTo>
                <a:cubicBezTo>
                  <a:pt x="240769" y="44489"/>
                  <a:pt x="242351" y="47950"/>
                  <a:pt x="243255" y="52132"/>
                </a:cubicBezTo>
                <a:cubicBezTo>
                  <a:pt x="243764" y="54732"/>
                  <a:pt x="244018" y="59422"/>
                  <a:pt x="244018" y="66203"/>
                </a:cubicBezTo>
                <a:lnTo>
                  <a:pt x="244018" y="86548"/>
                </a:lnTo>
                <a:cubicBezTo>
                  <a:pt x="244018" y="100732"/>
                  <a:pt x="244343" y="109703"/>
                  <a:pt x="244993" y="113461"/>
                </a:cubicBezTo>
                <a:cubicBezTo>
                  <a:pt x="245643" y="117219"/>
                  <a:pt x="246929" y="120822"/>
                  <a:pt x="248850" y="124269"/>
                </a:cubicBezTo>
                <a:lnTo>
                  <a:pt x="232914" y="124269"/>
                </a:lnTo>
                <a:cubicBezTo>
                  <a:pt x="231331" y="121101"/>
                  <a:pt x="230314" y="117396"/>
                  <a:pt x="229862" y="113154"/>
                </a:cubicBezTo>
                <a:moveTo>
                  <a:pt x="228591" y="79003"/>
                </a:moveTo>
                <a:cubicBezTo>
                  <a:pt x="223052" y="81283"/>
                  <a:pt x="214745" y="83221"/>
                  <a:pt x="203669" y="84815"/>
                </a:cubicBezTo>
                <a:cubicBezTo>
                  <a:pt x="197396" y="85723"/>
                  <a:pt x="192960" y="86745"/>
                  <a:pt x="190360" y="87880"/>
                </a:cubicBezTo>
                <a:cubicBezTo>
                  <a:pt x="187761" y="89014"/>
                  <a:pt x="185755" y="90674"/>
                  <a:pt x="184342" y="92860"/>
                </a:cubicBezTo>
                <a:cubicBezTo>
                  <a:pt x="182929" y="95045"/>
                  <a:pt x="182223" y="97470"/>
                  <a:pt x="182223" y="100137"/>
                </a:cubicBezTo>
                <a:cubicBezTo>
                  <a:pt x="182223" y="104222"/>
                  <a:pt x="183763" y="107627"/>
                  <a:pt x="186842" y="110351"/>
                </a:cubicBezTo>
                <a:cubicBezTo>
                  <a:pt x="189922" y="113075"/>
                  <a:pt x="194429" y="114436"/>
                  <a:pt x="200363" y="114436"/>
                </a:cubicBezTo>
                <a:cubicBezTo>
                  <a:pt x="206240" y="114436"/>
                  <a:pt x="211467" y="113144"/>
                  <a:pt x="216045" y="110561"/>
                </a:cubicBezTo>
                <a:cubicBezTo>
                  <a:pt x="220622" y="107977"/>
                  <a:pt x="223985" y="104442"/>
                  <a:pt x="226132" y="99957"/>
                </a:cubicBezTo>
                <a:cubicBezTo>
                  <a:pt x="227771" y="96492"/>
                  <a:pt x="228591" y="91381"/>
                  <a:pt x="228591" y="84625"/>
                </a:cubicBezTo>
                <a:lnTo>
                  <a:pt x="228591" y="79003"/>
                </a:lnTo>
                <a:close/>
                <a:moveTo>
                  <a:pt x="326560" y="91210"/>
                </a:moveTo>
                <a:lnTo>
                  <a:pt x="341563" y="93160"/>
                </a:lnTo>
                <a:cubicBezTo>
                  <a:pt x="339925" y="103528"/>
                  <a:pt x="335729" y="111644"/>
                  <a:pt x="328975" y="117509"/>
                </a:cubicBezTo>
                <a:cubicBezTo>
                  <a:pt x="322222" y="123372"/>
                  <a:pt x="313929" y="126304"/>
                  <a:pt x="304096" y="126304"/>
                </a:cubicBezTo>
                <a:cubicBezTo>
                  <a:pt x="291777" y="126304"/>
                  <a:pt x="281873" y="122277"/>
                  <a:pt x="274385" y="114224"/>
                </a:cubicBezTo>
                <a:cubicBezTo>
                  <a:pt x="266897" y="106171"/>
                  <a:pt x="263153" y="94629"/>
                  <a:pt x="263153" y="79597"/>
                </a:cubicBezTo>
                <a:cubicBezTo>
                  <a:pt x="263153" y="69877"/>
                  <a:pt x="264764" y="61372"/>
                  <a:pt x="267985" y="54082"/>
                </a:cubicBezTo>
                <a:cubicBezTo>
                  <a:pt x="271206" y="46792"/>
                  <a:pt x="276109" y="41324"/>
                  <a:pt x="282692" y="37679"/>
                </a:cubicBezTo>
                <a:cubicBezTo>
                  <a:pt x="289276" y="34034"/>
                  <a:pt x="296439" y="32212"/>
                  <a:pt x="304181" y="32212"/>
                </a:cubicBezTo>
                <a:cubicBezTo>
                  <a:pt x="313957" y="32212"/>
                  <a:pt x="321954" y="34692"/>
                  <a:pt x="328170" y="39653"/>
                </a:cubicBezTo>
                <a:cubicBezTo>
                  <a:pt x="334386" y="44612"/>
                  <a:pt x="338370" y="51653"/>
                  <a:pt x="340122" y="60778"/>
                </a:cubicBezTo>
                <a:lnTo>
                  <a:pt x="325288" y="63067"/>
                </a:lnTo>
                <a:cubicBezTo>
                  <a:pt x="323875" y="57049"/>
                  <a:pt x="321375" y="52521"/>
                  <a:pt x="317786" y="49483"/>
                </a:cubicBezTo>
                <a:cubicBezTo>
                  <a:pt x="314198" y="46446"/>
                  <a:pt x="309860" y="44927"/>
                  <a:pt x="304774" y="44927"/>
                </a:cubicBezTo>
                <a:cubicBezTo>
                  <a:pt x="297089" y="44927"/>
                  <a:pt x="290844" y="47669"/>
                  <a:pt x="286041" y="53152"/>
                </a:cubicBezTo>
                <a:cubicBezTo>
                  <a:pt x="281237" y="58634"/>
                  <a:pt x="278835" y="67307"/>
                  <a:pt x="278835" y="79173"/>
                </a:cubicBezTo>
                <a:cubicBezTo>
                  <a:pt x="278835" y="91208"/>
                  <a:pt x="281152" y="99953"/>
                  <a:pt x="285786" y="105408"/>
                </a:cubicBezTo>
                <a:cubicBezTo>
                  <a:pt x="290420" y="110862"/>
                  <a:pt x="296467" y="113589"/>
                  <a:pt x="303927" y="113589"/>
                </a:cubicBezTo>
                <a:cubicBezTo>
                  <a:pt x="309917" y="113589"/>
                  <a:pt x="314918" y="111759"/>
                  <a:pt x="318930" y="108100"/>
                </a:cubicBezTo>
                <a:cubicBezTo>
                  <a:pt x="322943" y="104441"/>
                  <a:pt x="325486" y="98811"/>
                  <a:pt x="326560" y="91210"/>
                </a:cubicBezTo>
                <a:close/>
                <a:moveTo>
                  <a:pt x="416244" y="95279"/>
                </a:moveTo>
                <a:lnTo>
                  <a:pt x="432010" y="97228"/>
                </a:lnTo>
                <a:cubicBezTo>
                  <a:pt x="429524" y="106440"/>
                  <a:pt x="424918" y="113589"/>
                  <a:pt x="418193" y="118675"/>
                </a:cubicBezTo>
                <a:cubicBezTo>
                  <a:pt x="411468" y="123761"/>
                  <a:pt x="402879" y="126304"/>
                  <a:pt x="392424" y="126304"/>
                </a:cubicBezTo>
                <a:cubicBezTo>
                  <a:pt x="379257" y="126304"/>
                  <a:pt x="368816" y="122249"/>
                  <a:pt x="361102" y="114140"/>
                </a:cubicBezTo>
                <a:cubicBezTo>
                  <a:pt x="353388" y="106030"/>
                  <a:pt x="349532" y="94657"/>
                  <a:pt x="349532" y="80021"/>
                </a:cubicBezTo>
                <a:cubicBezTo>
                  <a:pt x="349532" y="64875"/>
                  <a:pt x="353431" y="53121"/>
                  <a:pt x="361229" y="44757"/>
                </a:cubicBezTo>
                <a:cubicBezTo>
                  <a:pt x="369028" y="36394"/>
                  <a:pt x="379144" y="32212"/>
                  <a:pt x="391576" y="32212"/>
                </a:cubicBezTo>
                <a:cubicBezTo>
                  <a:pt x="403613" y="32212"/>
                  <a:pt x="413446" y="36303"/>
                  <a:pt x="421075" y="44484"/>
                </a:cubicBezTo>
                <a:cubicBezTo>
                  <a:pt x="428704" y="52664"/>
                  <a:pt x="432519" y="64173"/>
                  <a:pt x="432519" y="79011"/>
                </a:cubicBezTo>
                <a:cubicBezTo>
                  <a:pt x="432519" y="79914"/>
                  <a:pt x="432491" y="81267"/>
                  <a:pt x="432434" y="83072"/>
                </a:cubicBezTo>
                <a:lnTo>
                  <a:pt x="365298" y="83072"/>
                </a:lnTo>
                <a:cubicBezTo>
                  <a:pt x="365863" y="92934"/>
                  <a:pt x="368661" y="100485"/>
                  <a:pt x="373690" y="105726"/>
                </a:cubicBezTo>
                <a:cubicBezTo>
                  <a:pt x="378720" y="110968"/>
                  <a:pt x="384993" y="113589"/>
                  <a:pt x="392509" y="113589"/>
                </a:cubicBezTo>
                <a:cubicBezTo>
                  <a:pt x="398103" y="113589"/>
                  <a:pt x="402879" y="112133"/>
                  <a:pt x="406834" y="109223"/>
                </a:cubicBezTo>
                <a:cubicBezTo>
                  <a:pt x="410790" y="106311"/>
                  <a:pt x="413927" y="101663"/>
                  <a:pt x="416244" y="95279"/>
                </a:cubicBezTo>
                <a:moveTo>
                  <a:pt x="366146" y="70357"/>
                </a:moveTo>
                <a:lnTo>
                  <a:pt x="416413" y="70357"/>
                </a:lnTo>
                <a:cubicBezTo>
                  <a:pt x="415735" y="62908"/>
                  <a:pt x="413814" y="57321"/>
                  <a:pt x="410649" y="53597"/>
                </a:cubicBezTo>
                <a:cubicBezTo>
                  <a:pt x="405789" y="47817"/>
                  <a:pt x="399488" y="44927"/>
                  <a:pt x="391746" y="44927"/>
                </a:cubicBezTo>
                <a:cubicBezTo>
                  <a:pt x="384738" y="44927"/>
                  <a:pt x="378847" y="47234"/>
                  <a:pt x="374072" y="51849"/>
                </a:cubicBezTo>
                <a:cubicBezTo>
                  <a:pt x="369297" y="56461"/>
                  <a:pt x="366655" y="62631"/>
                  <a:pt x="366146" y="70357"/>
                </a:cubicBezTo>
                <a:close/>
                <a:moveTo>
                  <a:pt x="445212" y="97313"/>
                </a:moveTo>
                <a:lnTo>
                  <a:pt x="460300" y="94940"/>
                </a:lnTo>
                <a:cubicBezTo>
                  <a:pt x="461148" y="100960"/>
                  <a:pt x="463508" y="105574"/>
                  <a:pt x="467379" y="108781"/>
                </a:cubicBezTo>
                <a:cubicBezTo>
                  <a:pt x="471250" y="111986"/>
                  <a:pt x="476661" y="113589"/>
                  <a:pt x="483612" y="113589"/>
                </a:cubicBezTo>
                <a:cubicBezTo>
                  <a:pt x="490619" y="113589"/>
                  <a:pt x="495818" y="112173"/>
                  <a:pt x="499209" y="109342"/>
                </a:cubicBezTo>
                <a:cubicBezTo>
                  <a:pt x="502599" y="106510"/>
                  <a:pt x="504295" y="103188"/>
                  <a:pt x="504295" y="99377"/>
                </a:cubicBezTo>
                <a:cubicBezTo>
                  <a:pt x="504295" y="95956"/>
                  <a:pt x="502797" y="93265"/>
                  <a:pt x="499802" y="91303"/>
                </a:cubicBezTo>
                <a:cubicBezTo>
                  <a:pt x="497711" y="89957"/>
                  <a:pt x="492512" y="88247"/>
                  <a:pt x="484205" y="86172"/>
                </a:cubicBezTo>
                <a:cubicBezTo>
                  <a:pt x="473016" y="83344"/>
                  <a:pt x="465259" y="80898"/>
                  <a:pt x="460936" y="78834"/>
                </a:cubicBezTo>
                <a:cubicBezTo>
                  <a:pt x="456613" y="76769"/>
                  <a:pt x="453335" y="73913"/>
                  <a:pt x="451103" y="70264"/>
                </a:cubicBezTo>
                <a:cubicBezTo>
                  <a:pt x="448871" y="66616"/>
                  <a:pt x="447755" y="62586"/>
                  <a:pt x="447755" y="58174"/>
                </a:cubicBezTo>
                <a:cubicBezTo>
                  <a:pt x="447755" y="54159"/>
                  <a:pt x="448673" y="50439"/>
                  <a:pt x="450510" y="47017"/>
                </a:cubicBezTo>
                <a:cubicBezTo>
                  <a:pt x="452346" y="43594"/>
                  <a:pt x="454847" y="40752"/>
                  <a:pt x="458012" y="38490"/>
                </a:cubicBezTo>
                <a:cubicBezTo>
                  <a:pt x="460385" y="36736"/>
                  <a:pt x="463621" y="35252"/>
                  <a:pt x="467718" y="34037"/>
                </a:cubicBezTo>
                <a:cubicBezTo>
                  <a:pt x="471815" y="32820"/>
                  <a:pt x="476209" y="32212"/>
                  <a:pt x="480899" y="32212"/>
                </a:cubicBezTo>
                <a:cubicBezTo>
                  <a:pt x="487963" y="32212"/>
                  <a:pt x="494165" y="33236"/>
                  <a:pt x="499505" y="35284"/>
                </a:cubicBezTo>
                <a:cubicBezTo>
                  <a:pt x="504846" y="37331"/>
                  <a:pt x="508788" y="40105"/>
                  <a:pt x="511331" y="43605"/>
                </a:cubicBezTo>
                <a:cubicBezTo>
                  <a:pt x="513874" y="47103"/>
                  <a:pt x="515625" y="51782"/>
                  <a:pt x="516586" y="57642"/>
                </a:cubicBezTo>
                <a:lnTo>
                  <a:pt x="501667" y="59676"/>
                </a:lnTo>
                <a:cubicBezTo>
                  <a:pt x="500989" y="55042"/>
                  <a:pt x="499025" y="51426"/>
                  <a:pt x="495776" y="48826"/>
                </a:cubicBezTo>
                <a:cubicBezTo>
                  <a:pt x="492526" y="46227"/>
                  <a:pt x="487935" y="44927"/>
                  <a:pt x="482001" y="44927"/>
                </a:cubicBezTo>
                <a:cubicBezTo>
                  <a:pt x="474994" y="44927"/>
                  <a:pt x="469992" y="46080"/>
                  <a:pt x="466997" y="48386"/>
                </a:cubicBezTo>
                <a:cubicBezTo>
                  <a:pt x="464002" y="50691"/>
                  <a:pt x="462504" y="53390"/>
                  <a:pt x="462504" y="56484"/>
                </a:cubicBezTo>
                <a:cubicBezTo>
                  <a:pt x="462504" y="58452"/>
                  <a:pt x="463126" y="60223"/>
                  <a:pt x="464369" y="61798"/>
                </a:cubicBezTo>
                <a:cubicBezTo>
                  <a:pt x="465613" y="63428"/>
                  <a:pt x="467562" y="64777"/>
                  <a:pt x="470218" y="65846"/>
                </a:cubicBezTo>
                <a:cubicBezTo>
                  <a:pt x="471744" y="66409"/>
                  <a:pt x="476237" y="67703"/>
                  <a:pt x="483696" y="69727"/>
                </a:cubicBezTo>
                <a:cubicBezTo>
                  <a:pt x="494490" y="72607"/>
                  <a:pt x="502020" y="74965"/>
                  <a:pt x="506287" y="76799"/>
                </a:cubicBezTo>
                <a:cubicBezTo>
                  <a:pt x="510554" y="78634"/>
                  <a:pt x="513902" y="81303"/>
                  <a:pt x="516332" y="84805"/>
                </a:cubicBezTo>
                <a:cubicBezTo>
                  <a:pt x="518762" y="88305"/>
                  <a:pt x="519977" y="92652"/>
                  <a:pt x="519977" y="97846"/>
                </a:cubicBezTo>
                <a:cubicBezTo>
                  <a:pt x="519977" y="102928"/>
                  <a:pt x="518493" y="107714"/>
                  <a:pt x="515527" y="112203"/>
                </a:cubicBezTo>
                <a:cubicBezTo>
                  <a:pt x="512560" y="116690"/>
                  <a:pt x="508279" y="120162"/>
                  <a:pt x="502684" y="122619"/>
                </a:cubicBezTo>
                <a:cubicBezTo>
                  <a:pt x="497090" y="125075"/>
                  <a:pt x="490760" y="126304"/>
                  <a:pt x="483696" y="126304"/>
                </a:cubicBezTo>
                <a:cubicBezTo>
                  <a:pt x="471998" y="126304"/>
                  <a:pt x="463084" y="123867"/>
                  <a:pt x="456952" y="118992"/>
                </a:cubicBezTo>
                <a:cubicBezTo>
                  <a:pt x="450821" y="114118"/>
                  <a:pt x="446907" y="106892"/>
                  <a:pt x="445212" y="97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C5EE8-ABDF-40AE-A4F6-D16E5CC0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04" y="2128771"/>
            <a:ext cx="2133392" cy="419650"/>
          </a:xfrm>
          <a:custGeom xmlns:a="http://schemas.openxmlformats.org/drawingml/2006/main">
            <a:pathLst>
              <a:path w="2133392" h="419650">
                <a:moveTo>
                  <a:pt x="2132978" y="419650"/>
                </a:moveTo>
                <a:lnTo>
                  <a:pt x="2131566" y="419650"/>
                </a:lnTo>
                <a:lnTo>
                  <a:pt x="2130162" y="419650"/>
                </a:lnTo>
                <a:lnTo>
                  <a:pt x="2128759" y="419650"/>
                </a:lnTo>
                <a:lnTo>
                  <a:pt x="2127355" y="419650"/>
                </a:lnTo>
                <a:lnTo>
                  <a:pt x="2125952" y="419650"/>
                </a:lnTo>
                <a:lnTo>
                  <a:pt x="2124548" y="419650"/>
                </a:lnTo>
                <a:lnTo>
                  <a:pt x="2123145" y="419650"/>
                </a:lnTo>
                <a:lnTo>
                  <a:pt x="2121741" y="419650"/>
                </a:lnTo>
                <a:lnTo>
                  <a:pt x="2120337" y="419650"/>
                </a:lnTo>
                <a:lnTo>
                  <a:pt x="2118934" y="419650"/>
                </a:lnTo>
                <a:lnTo>
                  <a:pt x="2117530" y="419650"/>
                </a:lnTo>
                <a:lnTo>
                  <a:pt x="2116127" y="419650"/>
                </a:lnTo>
                <a:lnTo>
                  <a:pt x="2114715" y="419650"/>
                </a:lnTo>
                <a:lnTo>
                  <a:pt x="2113311" y="419650"/>
                </a:lnTo>
                <a:lnTo>
                  <a:pt x="2111908" y="419650"/>
                </a:lnTo>
                <a:lnTo>
                  <a:pt x="2110504" y="419650"/>
                </a:lnTo>
                <a:lnTo>
                  <a:pt x="2109101" y="419650"/>
                </a:lnTo>
                <a:lnTo>
                  <a:pt x="2107697" y="419650"/>
                </a:lnTo>
                <a:lnTo>
                  <a:pt x="2106294" y="419650"/>
                </a:lnTo>
                <a:lnTo>
                  <a:pt x="2104890" y="419650"/>
                </a:lnTo>
                <a:lnTo>
                  <a:pt x="2103487" y="419650"/>
                </a:lnTo>
                <a:lnTo>
                  <a:pt x="2102083" y="419650"/>
                </a:lnTo>
                <a:lnTo>
                  <a:pt x="2100680" y="419650"/>
                </a:lnTo>
                <a:lnTo>
                  <a:pt x="2099276" y="419650"/>
                </a:lnTo>
                <a:lnTo>
                  <a:pt x="2097873" y="419650"/>
                </a:lnTo>
                <a:lnTo>
                  <a:pt x="2096461" y="419650"/>
                </a:lnTo>
                <a:lnTo>
                  <a:pt x="2095057" y="419650"/>
                </a:lnTo>
                <a:lnTo>
                  <a:pt x="2093654" y="419650"/>
                </a:lnTo>
                <a:lnTo>
                  <a:pt x="2092250" y="419650"/>
                </a:lnTo>
                <a:lnTo>
                  <a:pt x="2090847" y="419650"/>
                </a:lnTo>
                <a:lnTo>
                  <a:pt x="2089443" y="419650"/>
                </a:lnTo>
                <a:lnTo>
                  <a:pt x="2088040" y="419650"/>
                </a:lnTo>
                <a:lnTo>
                  <a:pt x="2086636" y="419650"/>
                </a:lnTo>
                <a:lnTo>
                  <a:pt x="2085233" y="419650"/>
                </a:lnTo>
                <a:lnTo>
                  <a:pt x="2083829" y="419650"/>
                </a:lnTo>
                <a:lnTo>
                  <a:pt x="2082426" y="419650"/>
                </a:lnTo>
                <a:lnTo>
                  <a:pt x="2081022" y="419650"/>
                </a:lnTo>
                <a:lnTo>
                  <a:pt x="2079610" y="419650"/>
                </a:lnTo>
                <a:lnTo>
                  <a:pt x="2078207" y="419650"/>
                </a:lnTo>
                <a:lnTo>
                  <a:pt x="2076803" y="419650"/>
                </a:lnTo>
                <a:lnTo>
                  <a:pt x="2075400" y="419650"/>
                </a:lnTo>
                <a:lnTo>
                  <a:pt x="2073996" y="419650"/>
                </a:lnTo>
                <a:lnTo>
                  <a:pt x="2072592" y="419650"/>
                </a:lnTo>
                <a:lnTo>
                  <a:pt x="2071189" y="419650"/>
                </a:lnTo>
                <a:lnTo>
                  <a:pt x="2069785" y="419650"/>
                </a:lnTo>
                <a:lnTo>
                  <a:pt x="2068382" y="419650"/>
                </a:lnTo>
                <a:lnTo>
                  <a:pt x="2066978" y="419650"/>
                </a:lnTo>
                <a:lnTo>
                  <a:pt x="2065575" y="419650"/>
                </a:lnTo>
                <a:lnTo>
                  <a:pt x="2064171" y="419650"/>
                </a:lnTo>
                <a:lnTo>
                  <a:pt x="2062768" y="419650"/>
                </a:lnTo>
                <a:lnTo>
                  <a:pt x="2061356" y="419650"/>
                </a:lnTo>
                <a:lnTo>
                  <a:pt x="2059952" y="419650"/>
                </a:lnTo>
                <a:lnTo>
                  <a:pt x="2058549" y="419650"/>
                </a:lnTo>
                <a:lnTo>
                  <a:pt x="2057145" y="419650"/>
                </a:lnTo>
                <a:lnTo>
                  <a:pt x="2055742" y="419650"/>
                </a:lnTo>
                <a:lnTo>
                  <a:pt x="2054338" y="419650"/>
                </a:lnTo>
                <a:lnTo>
                  <a:pt x="2052935" y="419650"/>
                </a:lnTo>
                <a:lnTo>
                  <a:pt x="2051531" y="419650"/>
                </a:lnTo>
                <a:lnTo>
                  <a:pt x="2050128" y="419650"/>
                </a:lnTo>
                <a:lnTo>
                  <a:pt x="2048724" y="419650"/>
                </a:lnTo>
                <a:lnTo>
                  <a:pt x="2047321" y="419650"/>
                </a:lnTo>
                <a:lnTo>
                  <a:pt x="2045917" y="419650"/>
                </a:lnTo>
                <a:lnTo>
                  <a:pt x="2044505" y="419650"/>
                </a:lnTo>
                <a:lnTo>
                  <a:pt x="2043102" y="419650"/>
                </a:lnTo>
                <a:lnTo>
                  <a:pt x="2041698" y="419650"/>
                </a:lnTo>
                <a:lnTo>
                  <a:pt x="2040295" y="419650"/>
                </a:lnTo>
                <a:lnTo>
                  <a:pt x="2038891" y="419650"/>
                </a:lnTo>
                <a:lnTo>
                  <a:pt x="2037488" y="419650"/>
                </a:lnTo>
                <a:lnTo>
                  <a:pt x="2036084" y="419650"/>
                </a:lnTo>
                <a:lnTo>
                  <a:pt x="2034681" y="419650"/>
                </a:lnTo>
                <a:lnTo>
                  <a:pt x="2033277" y="419650"/>
                </a:lnTo>
                <a:lnTo>
                  <a:pt x="2031873" y="419650"/>
                </a:lnTo>
                <a:lnTo>
                  <a:pt x="2030470" y="419650"/>
                </a:lnTo>
                <a:lnTo>
                  <a:pt x="2029066" y="419650"/>
                </a:lnTo>
                <a:lnTo>
                  <a:pt x="2027663" y="419650"/>
                </a:lnTo>
                <a:lnTo>
                  <a:pt x="2026251" y="419650"/>
                </a:lnTo>
                <a:lnTo>
                  <a:pt x="2024847" y="419650"/>
                </a:lnTo>
                <a:lnTo>
                  <a:pt x="2023444" y="419650"/>
                </a:lnTo>
                <a:lnTo>
                  <a:pt x="2022040" y="419650"/>
                </a:lnTo>
                <a:lnTo>
                  <a:pt x="2020637" y="419650"/>
                </a:lnTo>
                <a:lnTo>
                  <a:pt x="2019233" y="419650"/>
                </a:lnTo>
                <a:lnTo>
                  <a:pt x="2017830" y="419650"/>
                </a:lnTo>
                <a:lnTo>
                  <a:pt x="2016426" y="419650"/>
                </a:lnTo>
                <a:lnTo>
                  <a:pt x="2015023" y="419650"/>
                </a:lnTo>
                <a:lnTo>
                  <a:pt x="2013619" y="419650"/>
                </a:lnTo>
                <a:lnTo>
                  <a:pt x="2012216" y="419650"/>
                </a:lnTo>
                <a:lnTo>
                  <a:pt x="2010812" y="419650"/>
                </a:lnTo>
                <a:lnTo>
                  <a:pt x="2009400" y="419650"/>
                </a:lnTo>
                <a:lnTo>
                  <a:pt x="2007997" y="419650"/>
                </a:lnTo>
                <a:lnTo>
                  <a:pt x="2006593" y="419650"/>
                </a:lnTo>
                <a:lnTo>
                  <a:pt x="2005190" y="419650"/>
                </a:lnTo>
                <a:lnTo>
                  <a:pt x="2003786" y="419650"/>
                </a:lnTo>
                <a:lnTo>
                  <a:pt x="2002383" y="419650"/>
                </a:lnTo>
                <a:lnTo>
                  <a:pt x="2000979" y="419650"/>
                </a:lnTo>
                <a:lnTo>
                  <a:pt x="1999576" y="419650"/>
                </a:lnTo>
                <a:lnTo>
                  <a:pt x="1998172" y="419650"/>
                </a:lnTo>
                <a:lnTo>
                  <a:pt x="1996769" y="419650"/>
                </a:lnTo>
                <a:lnTo>
                  <a:pt x="1995365" y="419650"/>
                </a:lnTo>
                <a:lnTo>
                  <a:pt x="1993962" y="419650"/>
                </a:lnTo>
                <a:lnTo>
                  <a:pt x="1992558" y="419650"/>
                </a:lnTo>
                <a:lnTo>
                  <a:pt x="1991146" y="419650"/>
                </a:lnTo>
                <a:lnTo>
                  <a:pt x="1989743" y="419650"/>
                </a:lnTo>
                <a:lnTo>
                  <a:pt x="1988339" y="419650"/>
                </a:lnTo>
                <a:lnTo>
                  <a:pt x="1986935" y="419650"/>
                </a:lnTo>
                <a:lnTo>
                  <a:pt x="1985532" y="419650"/>
                </a:lnTo>
                <a:lnTo>
                  <a:pt x="1984128" y="419650"/>
                </a:lnTo>
                <a:lnTo>
                  <a:pt x="1982725" y="419650"/>
                </a:lnTo>
                <a:lnTo>
                  <a:pt x="1981321" y="419650"/>
                </a:lnTo>
                <a:lnTo>
                  <a:pt x="1979918" y="419650"/>
                </a:lnTo>
                <a:lnTo>
                  <a:pt x="1978514" y="419650"/>
                </a:lnTo>
                <a:lnTo>
                  <a:pt x="1977111" y="419650"/>
                </a:lnTo>
                <a:lnTo>
                  <a:pt x="1975707" y="419650"/>
                </a:lnTo>
                <a:lnTo>
                  <a:pt x="1974295" y="419650"/>
                </a:lnTo>
                <a:lnTo>
                  <a:pt x="1972892" y="419650"/>
                </a:lnTo>
                <a:lnTo>
                  <a:pt x="1971488" y="419650"/>
                </a:lnTo>
                <a:lnTo>
                  <a:pt x="1970085" y="419650"/>
                </a:lnTo>
                <a:lnTo>
                  <a:pt x="1968681" y="419650"/>
                </a:lnTo>
                <a:lnTo>
                  <a:pt x="1967278" y="419650"/>
                </a:lnTo>
                <a:lnTo>
                  <a:pt x="1965874" y="419650"/>
                </a:lnTo>
                <a:lnTo>
                  <a:pt x="1964471" y="419650"/>
                </a:lnTo>
                <a:lnTo>
                  <a:pt x="1963067" y="419650"/>
                </a:lnTo>
                <a:lnTo>
                  <a:pt x="1961664" y="419650"/>
                </a:lnTo>
                <a:lnTo>
                  <a:pt x="1960260" y="419650"/>
                </a:lnTo>
                <a:lnTo>
                  <a:pt x="1958857" y="419650"/>
                </a:lnTo>
                <a:lnTo>
                  <a:pt x="1957453" y="419650"/>
                </a:lnTo>
                <a:lnTo>
                  <a:pt x="1956041" y="419650"/>
                </a:lnTo>
                <a:lnTo>
                  <a:pt x="1954638" y="419650"/>
                </a:lnTo>
                <a:lnTo>
                  <a:pt x="1953234" y="419650"/>
                </a:lnTo>
                <a:lnTo>
                  <a:pt x="1951839" y="419650"/>
                </a:lnTo>
                <a:lnTo>
                  <a:pt x="1950427" y="419650"/>
                </a:lnTo>
                <a:lnTo>
                  <a:pt x="1949024" y="419650"/>
                </a:lnTo>
                <a:lnTo>
                  <a:pt x="1947620" y="419650"/>
                </a:lnTo>
                <a:lnTo>
                  <a:pt x="1946217" y="419650"/>
                </a:lnTo>
                <a:lnTo>
                  <a:pt x="1944813" y="419650"/>
                </a:lnTo>
                <a:lnTo>
                  <a:pt x="1943409" y="419650"/>
                </a:lnTo>
                <a:lnTo>
                  <a:pt x="1942006" y="419650"/>
                </a:lnTo>
                <a:lnTo>
                  <a:pt x="1940602" y="419650"/>
                </a:lnTo>
                <a:lnTo>
                  <a:pt x="1939190" y="419650"/>
                </a:lnTo>
                <a:lnTo>
                  <a:pt x="1937787" y="419650"/>
                </a:lnTo>
                <a:lnTo>
                  <a:pt x="1936383" y="419650"/>
                </a:lnTo>
                <a:lnTo>
                  <a:pt x="1934980" y="419650"/>
                </a:lnTo>
                <a:lnTo>
                  <a:pt x="1933576" y="419650"/>
                </a:lnTo>
                <a:lnTo>
                  <a:pt x="1932173" y="419650"/>
                </a:lnTo>
                <a:lnTo>
                  <a:pt x="1930769" y="419650"/>
                </a:lnTo>
                <a:lnTo>
                  <a:pt x="1929366" y="419650"/>
                </a:lnTo>
                <a:lnTo>
                  <a:pt x="1927962" y="419650"/>
                </a:lnTo>
                <a:lnTo>
                  <a:pt x="1926559" y="419650"/>
                </a:lnTo>
                <a:lnTo>
                  <a:pt x="1925155" y="419650"/>
                </a:lnTo>
                <a:lnTo>
                  <a:pt x="1923752" y="419650"/>
                </a:lnTo>
                <a:lnTo>
                  <a:pt x="1922348" y="419650"/>
                </a:lnTo>
                <a:lnTo>
                  <a:pt x="1920936" y="419650"/>
                </a:lnTo>
                <a:lnTo>
                  <a:pt x="1919533" y="419650"/>
                </a:lnTo>
                <a:lnTo>
                  <a:pt x="1918129" y="419650"/>
                </a:lnTo>
                <a:lnTo>
                  <a:pt x="1916726" y="419650"/>
                </a:lnTo>
                <a:lnTo>
                  <a:pt x="1915322" y="419650"/>
                </a:lnTo>
                <a:lnTo>
                  <a:pt x="1913919" y="419650"/>
                </a:lnTo>
                <a:lnTo>
                  <a:pt x="1912515" y="419650"/>
                </a:lnTo>
                <a:lnTo>
                  <a:pt x="1911112" y="419650"/>
                </a:lnTo>
                <a:lnTo>
                  <a:pt x="1909708" y="419650"/>
                </a:lnTo>
                <a:lnTo>
                  <a:pt x="1908305" y="419650"/>
                </a:lnTo>
                <a:lnTo>
                  <a:pt x="1906901" y="419650"/>
                </a:lnTo>
                <a:lnTo>
                  <a:pt x="1905498" y="419650"/>
                </a:lnTo>
                <a:lnTo>
                  <a:pt x="1904086" y="419650"/>
                </a:lnTo>
                <a:lnTo>
                  <a:pt x="1902682" y="419650"/>
                </a:lnTo>
                <a:lnTo>
                  <a:pt x="1901279" y="419650"/>
                </a:lnTo>
                <a:lnTo>
                  <a:pt x="1899875" y="419650"/>
                </a:lnTo>
                <a:lnTo>
                  <a:pt x="1898471" y="419650"/>
                </a:lnTo>
                <a:lnTo>
                  <a:pt x="1897068" y="419650"/>
                </a:lnTo>
                <a:lnTo>
                  <a:pt x="1895664" y="419650"/>
                </a:lnTo>
                <a:lnTo>
                  <a:pt x="1894261" y="419650"/>
                </a:lnTo>
                <a:lnTo>
                  <a:pt x="1892857" y="419650"/>
                </a:lnTo>
                <a:lnTo>
                  <a:pt x="1891454" y="419650"/>
                </a:lnTo>
                <a:lnTo>
                  <a:pt x="1890050" y="419650"/>
                </a:lnTo>
                <a:lnTo>
                  <a:pt x="1888647" y="419650"/>
                </a:lnTo>
                <a:lnTo>
                  <a:pt x="1887243" y="419650"/>
                </a:lnTo>
                <a:lnTo>
                  <a:pt x="1885831" y="419650"/>
                </a:lnTo>
                <a:lnTo>
                  <a:pt x="1884428" y="419650"/>
                </a:lnTo>
                <a:lnTo>
                  <a:pt x="1883024" y="419650"/>
                </a:lnTo>
                <a:lnTo>
                  <a:pt x="1881621" y="419650"/>
                </a:lnTo>
                <a:lnTo>
                  <a:pt x="1880217" y="419650"/>
                </a:lnTo>
                <a:lnTo>
                  <a:pt x="1878814" y="419650"/>
                </a:lnTo>
                <a:lnTo>
                  <a:pt x="1877410" y="419650"/>
                </a:lnTo>
                <a:lnTo>
                  <a:pt x="1876007" y="419650"/>
                </a:lnTo>
                <a:lnTo>
                  <a:pt x="1874603" y="419650"/>
                </a:lnTo>
                <a:lnTo>
                  <a:pt x="1873200" y="419650"/>
                </a:lnTo>
                <a:lnTo>
                  <a:pt x="1871796" y="419650"/>
                </a:lnTo>
                <a:lnTo>
                  <a:pt x="1870393" y="419650"/>
                </a:lnTo>
                <a:lnTo>
                  <a:pt x="1868981" y="419650"/>
                </a:lnTo>
                <a:lnTo>
                  <a:pt x="1867577" y="419650"/>
                </a:lnTo>
                <a:lnTo>
                  <a:pt x="1866174" y="419650"/>
                </a:lnTo>
                <a:lnTo>
                  <a:pt x="1864770" y="419650"/>
                </a:lnTo>
                <a:lnTo>
                  <a:pt x="1863367" y="419650"/>
                </a:lnTo>
                <a:lnTo>
                  <a:pt x="1861963" y="419650"/>
                </a:lnTo>
                <a:lnTo>
                  <a:pt x="1860560" y="419650"/>
                </a:lnTo>
                <a:lnTo>
                  <a:pt x="1859156" y="419650"/>
                </a:lnTo>
                <a:lnTo>
                  <a:pt x="1857753" y="419650"/>
                </a:lnTo>
                <a:lnTo>
                  <a:pt x="1856349" y="419650"/>
                </a:lnTo>
                <a:lnTo>
                  <a:pt x="1854945" y="419650"/>
                </a:lnTo>
                <a:lnTo>
                  <a:pt x="1853542" y="419650"/>
                </a:lnTo>
                <a:lnTo>
                  <a:pt x="1852138" y="419650"/>
                </a:lnTo>
                <a:lnTo>
                  <a:pt x="1850726" y="419650"/>
                </a:lnTo>
                <a:lnTo>
                  <a:pt x="1849323" y="419650"/>
                </a:lnTo>
                <a:lnTo>
                  <a:pt x="1847919" y="419650"/>
                </a:lnTo>
                <a:lnTo>
                  <a:pt x="1846516" y="419650"/>
                </a:lnTo>
                <a:lnTo>
                  <a:pt x="1845112" y="419650"/>
                </a:lnTo>
                <a:lnTo>
                  <a:pt x="1843709" y="419650"/>
                </a:lnTo>
                <a:lnTo>
                  <a:pt x="1842305" y="419650"/>
                </a:lnTo>
                <a:lnTo>
                  <a:pt x="1840902" y="419650"/>
                </a:lnTo>
                <a:lnTo>
                  <a:pt x="1839498" y="419650"/>
                </a:lnTo>
                <a:lnTo>
                  <a:pt x="1838095" y="419650"/>
                </a:lnTo>
                <a:lnTo>
                  <a:pt x="1836691" y="419650"/>
                </a:lnTo>
                <a:lnTo>
                  <a:pt x="1835288" y="419650"/>
                </a:lnTo>
                <a:lnTo>
                  <a:pt x="1833876" y="419650"/>
                </a:lnTo>
                <a:lnTo>
                  <a:pt x="1832472" y="419650"/>
                </a:lnTo>
                <a:lnTo>
                  <a:pt x="1831069" y="419650"/>
                </a:lnTo>
                <a:lnTo>
                  <a:pt x="1829665" y="419650"/>
                </a:lnTo>
                <a:lnTo>
                  <a:pt x="1828262" y="419650"/>
                </a:lnTo>
                <a:lnTo>
                  <a:pt x="1826858" y="419650"/>
                </a:lnTo>
                <a:lnTo>
                  <a:pt x="1825455" y="419650"/>
                </a:lnTo>
                <a:lnTo>
                  <a:pt x="1824051" y="419650"/>
                </a:lnTo>
                <a:lnTo>
                  <a:pt x="1822648" y="419650"/>
                </a:lnTo>
                <a:lnTo>
                  <a:pt x="1821244" y="419650"/>
                </a:lnTo>
                <a:lnTo>
                  <a:pt x="1819841" y="419650"/>
                </a:lnTo>
                <a:lnTo>
                  <a:pt x="1818437" y="419650"/>
                </a:lnTo>
                <a:lnTo>
                  <a:pt x="1817034" y="419650"/>
                </a:lnTo>
                <a:lnTo>
                  <a:pt x="1815622" y="419650"/>
                </a:lnTo>
                <a:lnTo>
                  <a:pt x="1814218" y="419650"/>
                </a:lnTo>
                <a:lnTo>
                  <a:pt x="1812815" y="419650"/>
                </a:lnTo>
                <a:lnTo>
                  <a:pt x="1811411" y="419650"/>
                </a:lnTo>
                <a:lnTo>
                  <a:pt x="1810007" y="419650"/>
                </a:lnTo>
                <a:lnTo>
                  <a:pt x="1808604" y="419650"/>
                </a:lnTo>
                <a:lnTo>
                  <a:pt x="1807200" y="419650"/>
                </a:lnTo>
                <a:lnTo>
                  <a:pt x="1805797" y="419650"/>
                </a:lnTo>
                <a:lnTo>
                  <a:pt x="1804393" y="419650"/>
                </a:lnTo>
                <a:lnTo>
                  <a:pt x="1802990" y="419650"/>
                </a:lnTo>
                <a:lnTo>
                  <a:pt x="1801586" y="419650"/>
                </a:lnTo>
                <a:lnTo>
                  <a:pt x="1800183" y="419650"/>
                </a:lnTo>
                <a:lnTo>
                  <a:pt x="1798771" y="419650"/>
                </a:lnTo>
                <a:lnTo>
                  <a:pt x="1797367" y="419650"/>
                </a:lnTo>
                <a:lnTo>
                  <a:pt x="1795964" y="419650"/>
                </a:lnTo>
                <a:lnTo>
                  <a:pt x="1794560" y="419650"/>
                </a:lnTo>
                <a:lnTo>
                  <a:pt x="1793157" y="419650"/>
                </a:lnTo>
                <a:lnTo>
                  <a:pt x="1791753" y="419650"/>
                </a:lnTo>
                <a:lnTo>
                  <a:pt x="1790350" y="419650"/>
                </a:lnTo>
                <a:lnTo>
                  <a:pt x="1788946" y="419650"/>
                </a:lnTo>
                <a:lnTo>
                  <a:pt x="1787543" y="419650"/>
                </a:lnTo>
                <a:lnTo>
                  <a:pt x="1786139" y="419650"/>
                </a:lnTo>
                <a:lnTo>
                  <a:pt x="1784736" y="419650"/>
                </a:lnTo>
                <a:lnTo>
                  <a:pt x="1783332" y="419650"/>
                </a:lnTo>
                <a:lnTo>
                  <a:pt x="1781929" y="419650"/>
                </a:lnTo>
                <a:lnTo>
                  <a:pt x="1780517" y="419650"/>
                </a:lnTo>
                <a:lnTo>
                  <a:pt x="1779113" y="419650"/>
                </a:lnTo>
                <a:lnTo>
                  <a:pt x="1777710" y="419650"/>
                </a:lnTo>
                <a:lnTo>
                  <a:pt x="1776306" y="419650"/>
                </a:lnTo>
                <a:lnTo>
                  <a:pt x="1774903" y="419650"/>
                </a:lnTo>
                <a:lnTo>
                  <a:pt x="1773499" y="419650"/>
                </a:lnTo>
                <a:lnTo>
                  <a:pt x="1772096" y="419650"/>
                </a:lnTo>
                <a:lnTo>
                  <a:pt x="1770692" y="419650"/>
                </a:lnTo>
                <a:lnTo>
                  <a:pt x="1769289" y="419650"/>
                </a:lnTo>
                <a:lnTo>
                  <a:pt x="1767885" y="419650"/>
                </a:lnTo>
                <a:lnTo>
                  <a:pt x="1766481" y="419650"/>
                </a:lnTo>
                <a:lnTo>
                  <a:pt x="1765078" y="419650"/>
                </a:lnTo>
                <a:lnTo>
                  <a:pt x="1763666" y="419650"/>
                </a:lnTo>
                <a:lnTo>
                  <a:pt x="1762262" y="419650"/>
                </a:lnTo>
                <a:lnTo>
                  <a:pt x="1760859" y="419650"/>
                </a:lnTo>
                <a:lnTo>
                  <a:pt x="1759455" y="419650"/>
                </a:lnTo>
                <a:lnTo>
                  <a:pt x="1758052" y="419650"/>
                </a:lnTo>
                <a:lnTo>
                  <a:pt x="1756648" y="419650"/>
                </a:lnTo>
                <a:lnTo>
                  <a:pt x="1755245" y="419650"/>
                </a:lnTo>
                <a:lnTo>
                  <a:pt x="1753841" y="419650"/>
                </a:lnTo>
                <a:lnTo>
                  <a:pt x="1752438" y="419650"/>
                </a:lnTo>
                <a:lnTo>
                  <a:pt x="1751034" y="419650"/>
                </a:lnTo>
                <a:lnTo>
                  <a:pt x="1749631" y="419650"/>
                </a:lnTo>
                <a:lnTo>
                  <a:pt x="1748227" y="419650"/>
                </a:lnTo>
                <a:lnTo>
                  <a:pt x="1746824" y="419650"/>
                </a:lnTo>
                <a:lnTo>
                  <a:pt x="1745412" y="419650"/>
                </a:lnTo>
                <a:lnTo>
                  <a:pt x="1744008" y="419650"/>
                </a:lnTo>
                <a:lnTo>
                  <a:pt x="1742605" y="419650"/>
                </a:lnTo>
                <a:lnTo>
                  <a:pt x="1741201" y="419650"/>
                </a:lnTo>
                <a:lnTo>
                  <a:pt x="1739798" y="419650"/>
                </a:lnTo>
                <a:lnTo>
                  <a:pt x="1738394" y="419650"/>
                </a:lnTo>
                <a:lnTo>
                  <a:pt x="1736991" y="419650"/>
                </a:lnTo>
                <a:lnTo>
                  <a:pt x="1735587" y="419650"/>
                </a:lnTo>
                <a:lnTo>
                  <a:pt x="1734184" y="419650"/>
                </a:lnTo>
                <a:lnTo>
                  <a:pt x="1732780" y="419650"/>
                </a:lnTo>
                <a:lnTo>
                  <a:pt x="1731377" y="419650"/>
                </a:lnTo>
                <a:lnTo>
                  <a:pt x="1729973" y="419650"/>
                </a:lnTo>
                <a:lnTo>
                  <a:pt x="1728561" y="419650"/>
                </a:lnTo>
                <a:lnTo>
                  <a:pt x="1727158" y="419650"/>
                </a:lnTo>
                <a:lnTo>
                  <a:pt x="1725754" y="419650"/>
                </a:lnTo>
                <a:lnTo>
                  <a:pt x="1724351" y="419650"/>
                </a:lnTo>
                <a:lnTo>
                  <a:pt x="1722947" y="419650"/>
                </a:lnTo>
                <a:lnTo>
                  <a:pt x="1721543" y="419650"/>
                </a:lnTo>
                <a:lnTo>
                  <a:pt x="1720140" y="419650"/>
                </a:lnTo>
                <a:lnTo>
                  <a:pt x="1718736" y="419650"/>
                </a:lnTo>
                <a:lnTo>
                  <a:pt x="1717333" y="419650"/>
                </a:lnTo>
                <a:lnTo>
                  <a:pt x="1715929" y="419650"/>
                </a:lnTo>
                <a:lnTo>
                  <a:pt x="1714526" y="419650"/>
                </a:lnTo>
                <a:lnTo>
                  <a:pt x="1713122" y="419650"/>
                </a:lnTo>
                <a:lnTo>
                  <a:pt x="1711719" y="419650"/>
                </a:lnTo>
                <a:lnTo>
                  <a:pt x="1710307" y="419650"/>
                </a:lnTo>
                <a:lnTo>
                  <a:pt x="1708903" y="419650"/>
                </a:lnTo>
                <a:lnTo>
                  <a:pt x="1707500" y="419650"/>
                </a:lnTo>
                <a:lnTo>
                  <a:pt x="1706096" y="419650"/>
                </a:lnTo>
                <a:lnTo>
                  <a:pt x="1704693" y="419650"/>
                </a:lnTo>
                <a:lnTo>
                  <a:pt x="1703289" y="419650"/>
                </a:lnTo>
                <a:lnTo>
                  <a:pt x="1701886" y="419650"/>
                </a:lnTo>
                <a:lnTo>
                  <a:pt x="1700482" y="419650"/>
                </a:lnTo>
                <a:lnTo>
                  <a:pt x="1699079" y="419650"/>
                </a:lnTo>
                <a:lnTo>
                  <a:pt x="1697675" y="419650"/>
                </a:lnTo>
                <a:lnTo>
                  <a:pt x="1696272" y="419650"/>
                </a:lnTo>
                <a:lnTo>
                  <a:pt x="1694868" y="419650"/>
                </a:lnTo>
                <a:lnTo>
                  <a:pt x="1693456" y="419650"/>
                </a:lnTo>
                <a:lnTo>
                  <a:pt x="1692053" y="419650"/>
                </a:lnTo>
                <a:lnTo>
                  <a:pt x="1690649" y="419650"/>
                </a:lnTo>
                <a:lnTo>
                  <a:pt x="1689246" y="419650"/>
                </a:lnTo>
                <a:lnTo>
                  <a:pt x="1687842" y="419650"/>
                </a:lnTo>
                <a:lnTo>
                  <a:pt x="1686439" y="419650"/>
                </a:lnTo>
                <a:lnTo>
                  <a:pt x="1685035" y="419650"/>
                </a:lnTo>
                <a:lnTo>
                  <a:pt x="1683632" y="419650"/>
                </a:lnTo>
                <a:lnTo>
                  <a:pt x="1682228" y="419650"/>
                </a:lnTo>
                <a:lnTo>
                  <a:pt x="1680825" y="419650"/>
                </a:lnTo>
                <a:lnTo>
                  <a:pt x="1679421" y="419650"/>
                </a:lnTo>
                <a:lnTo>
                  <a:pt x="1678017" y="419650"/>
                </a:lnTo>
                <a:lnTo>
                  <a:pt x="1676614" y="419650"/>
                </a:lnTo>
                <a:lnTo>
                  <a:pt x="1675202" y="419650"/>
                </a:lnTo>
                <a:lnTo>
                  <a:pt x="1673798" y="419650"/>
                </a:lnTo>
                <a:lnTo>
                  <a:pt x="1672395" y="419650"/>
                </a:lnTo>
                <a:lnTo>
                  <a:pt x="1670991" y="419650"/>
                </a:lnTo>
                <a:lnTo>
                  <a:pt x="1669588" y="419650"/>
                </a:lnTo>
                <a:lnTo>
                  <a:pt x="1668184" y="419650"/>
                </a:lnTo>
                <a:lnTo>
                  <a:pt x="1666781" y="419650"/>
                </a:lnTo>
                <a:lnTo>
                  <a:pt x="1665377" y="419650"/>
                </a:lnTo>
                <a:lnTo>
                  <a:pt x="1663974" y="419650"/>
                </a:lnTo>
                <a:lnTo>
                  <a:pt x="1662570" y="419650"/>
                </a:lnTo>
                <a:lnTo>
                  <a:pt x="1661167" y="419650"/>
                </a:lnTo>
                <a:lnTo>
                  <a:pt x="1659763" y="419650"/>
                </a:lnTo>
                <a:lnTo>
                  <a:pt x="1658351" y="419650"/>
                </a:lnTo>
                <a:lnTo>
                  <a:pt x="1656948" y="419650"/>
                </a:lnTo>
                <a:lnTo>
                  <a:pt x="1655544" y="419650"/>
                </a:lnTo>
                <a:lnTo>
                  <a:pt x="1654141" y="419650"/>
                </a:lnTo>
                <a:lnTo>
                  <a:pt x="1652737" y="419650"/>
                </a:lnTo>
                <a:lnTo>
                  <a:pt x="1651334" y="419650"/>
                </a:lnTo>
                <a:lnTo>
                  <a:pt x="1649930" y="419650"/>
                </a:lnTo>
                <a:lnTo>
                  <a:pt x="1648527" y="419650"/>
                </a:lnTo>
                <a:lnTo>
                  <a:pt x="1647123" y="419650"/>
                </a:lnTo>
                <a:lnTo>
                  <a:pt x="1645720" y="419650"/>
                </a:lnTo>
                <a:lnTo>
                  <a:pt x="1644316" y="419650"/>
                </a:lnTo>
                <a:lnTo>
                  <a:pt x="1642913" y="419650"/>
                </a:lnTo>
                <a:lnTo>
                  <a:pt x="1641509" y="419650"/>
                </a:lnTo>
                <a:lnTo>
                  <a:pt x="1640097" y="419650"/>
                </a:lnTo>
                <a:lnTo>
                  <a:pt x="1638694" y="419650"/>
                </a:lnTo>
                <a:lnTo>
                  <a:pt x="1637290" y="419650"/>
                </a:lnTo>
                <a:lnTo>
                  <a:pt x="1635887" y="419650"/>
                </a:lnTo>
                <a:lnTo>
                  <a:pt x="1634483" y="419650"/>
                </a:lnTo>
                <a:lnTo>
                  <a:pt x="1633079" y="419650"/>
                </a:lnTo>
                <a:lnTo>
                  <a:pt x="1631676" y="419650"/>
                </a:lnTo>
                <a:lnTo>
                  <a:pt x="1630272" y="419650"/>
                </a:lnTo>
                <a:lnTo>
                  <a:pt x="1628869" y="419650"/>
                </a:lnTo>
                <a:lnTo>
                  <a:pt x="1627465" y="419650"/>
                </a:lnTo>
                <a:lnTo>
                  <a:pt x="1626062" y="419650"/>
                </a:lnTo>
                <a:lnTo>
                  <a:pt x="1624658" y="419650"/>
                </a:lnTo>
                <a:lnTo>
                  <a:pt x="1623246" y="419650"/>
                </a:lnTo>
                <a:lnTo>
                  <a:pt x="1621843" y="419650"/>
                </a:lnTo>
                <a:lnTo>
                  <a:pt x="1620439" y="419650"/>
                </a:lnTo>
                <a:lnTo>
                  <a:pt x="1619036" y="419650"/>
                </a:lnTo>
                <a:lnTo>
                  <a:pt x="1617632" y="419650"/>
                </a:lnTo>
                <a:lnTo>
                  <a:pt x="1616229" y="419650"/>
                </a:lnTo>
                <a:lnTo>
                  <a:pt x="1614825" y="419650"/>
                </a:lnTo>
                <a:lnTo>
                  <a:pt x="1613422" y="419650"/>
                </a:lnTo>
                <a:lnTo>
                  <a:pt x="1612018" y="419650"/>
                </a:lnTo>
                <a:lnTo>
                  <a:pt x="1610615" y="419650"/>
                </a:lnTo>
                <a:lnTo>
                  <a:pt x="1609211" y="419650"/>
                </a:lnTo>
                <a:lnTo>
                  <a:pt x="1607808" y="419650"/>
                </a:lnTo>
                <a:lnTo>
                  <a:pt x="1606404" y="419650"/>
                </a:lnTo>
                <a:lnTo>
                  <a:pt x="1604992" y="419650"/>
                </a:lnTo>
                <a:lnTo>
                  <a:pt x="1603589" y="419650"/>
                </a:lnTo>
                <a:lnTo>
                  <a:pt x="1602185" y="419650"/>
                </a:lnTo>
                <a:lnTo>
                  <a:pt x="1600782" y="419650"/>
                </a:lnTo>
                <a:lnTo>
                  <a:pt x="1599378" y="419650"/>
                </a:lnTo>
                <a:lnTo>
                  <a:pt x="1597975" y="419650"/>
                </a:lnTo>
                <a:lnTo>
                  <a:pt x="1596571" y="419650"/>
                </a:lnTo>
                <a:lnTo>
                  <a:pt x="1595168" y="419650"/>
                </a:lnTo>
                <a:lnTo>
                  <a:pt x="1593764" y="419650"/>
                </a:lnTo>
                <a:lnTo>
                  <a:pt x="1592361" y="419650"/>
                </a:lnTo>
                <a:lnTo>
                  <a:pt x="1590957" y="419650"/>
                </a:lnTo>
                <a:lnTo>
                  <a:pt x="1589553" y="419650"/>
                </a:lnTo>
                <a:lnTo>
                  <a:pt x="1588141" y="419650"/>
                </a:lnTo>
                <a:lnTo>
                  <a:pt x="1586738" y="419650"/>
                </a:lnTo>
                <a:lnTo>
                  <a:pt x="1585334" y="419650"/>
                </a:lnTo>
                <a:lnTo>
                  <a:pt x="1583931" y="419650"/>
                </a:lnTo>
                <a:lnTo>
                  <a:pt x="1582527" y="419650"/>
                </a:lnTo>
                <a:lnTo>
                  <a:pt x="1581124" y="419650"/>
                </a:lnTo>
                <a:lnTo>
                  <a:pt x="1579720" y="419650"/>
                </a:lnTo>
                <a:lnTo>
                  <a:pt x="1578317" y="419650"/>
                </a:lnTo>
                <a:lnTo>
                  <a:pt x="1576913" y="419650"/>
                </a:lnTo>
                <a:lnTo>
                  <a:pt x="1575510" y="419650"/>
                </a:lnTo>
                <a:lnTo>
                  <a:pt x="1574106" y="419650"/>
                </a:lnTo>
                <a:lnTo>
                  <a:pt x="1572703" y="419650"/>
                </a:lnTo>
                <a:lnTo>
                  <a:pt x="1571299" y="419650"/>
                </a:lnTo>
                <a:lnTo>
                  <a:pt x="1569887" y="419650"/>
                </a:lnTo>
                <a:lnTo>
                  <a:pt x="1568484" y="419650"/>
                </a:lnTo>
                <a:lnTo>
                  <a:pt x="1567080" y="419650"/>
                </a:lnTo>
                <a:lnTo>
                  <a:pt x="1565677" y="419650"/>
                </a:lnTo>
                <a:lnTo>
                  <a:pt x="1564273" y="419650"/>
                </a:lnTo>
                <a:lnTo>
                  <a:pt x="1562870" y="419650"/>
                </a:lnTo>
                <a:lnTo>
                  <a:pt x="1561466" y="419650"/>
                </a:lnTo>
                <a:lnTo>
                  <a:pt x="1560063" y="419650"/>
                </a:lnTo>
                <a:lnTo>
                  <a:pt x="1558659" y="419650"/>
                </a:lnTo>
                <a:lnTo>
                  <a:pt x="1557256" y="419650"/>
                </a:lnTo>
                <a:lnTo>
                  <a:pt x="1555852" y="419650"/>
                </a:lnTo>
                <a:lnTo>
                  <a:pt x="1554449" y="419650"/>
                </a:lnTo>
                <a:lnTo>
                  <a:pt x="1553037" y="419650"/>
                </a:lnTo>
                <a:lnTo>
                  <a:pt x="1551633" y="419650"/>
                </a:lnTo>
                <a:lnTo>
                  <a:pt x="1550230" y="419650"/>
                </a:lnTo>
                <a:lnTo>
                  <a:pt x="1548826" y="419650"/>
                </a:lnTo>
                <a:lnTo>
                  <a:pt x="1547423" y="419650"/>
                </a:lnTo>
                <a:lnTo>
                  <a:pt x="1546019" y="419650"/>
                </a:lnTo>
                <a:lnTo>
                  <a:pt x="1544615" y="419650"/>
                </a:lnTo>
                <a:lnTo>
                  <a:pt x="1543212" y="419650"/>
                </a:lnTo>
                <a:lnTo>
                  <a:pt x="1541808" y="419650"/>
                </a:lnTo>
                <a:lnTo>
                  <a:pt x="1540405" y="419650"/>
                </a:lnTo>
                <a:lnTo>
                  <a:pt x="1539001" y="419650"/>
                </a:lnTo>
                <a:lnTo>
                  <a:pt x="1537598" y="419650"/>
                </a:lnTo>
                <a:lnTo>
                  <a:pt x="1536194" y="419650"/>
                </a:lnTo>
                <a:lnTo>
                  <a:pt x="1534782" y="419650"/>
                </a:lnTo>
                <a:lnTo>
                  <a:pt x="1533379" y="419650"/>
                </a:lnTo>
                <a:lnTo>
                  <a:pt x="1531975" y="419650"/>
                </a:lnTo>
                <a:lnTo>
                  <a:pt x="1530572" y="419650"/>
                </a:lnTo>
                <a:lnTo>
                  <a:pt x="1529168" y="419650"/>
                </a:lnTo>
                <a:lnTo>
                  <a:pt x="1527765" y="419650"/>
                </a:lnTo>
                <a:lnTo>
                  <a:pt x="1526361" y="419650"/>
                </a:lnTo>
                <a:lnTo>
                  <a:pt x="1524958" y="419650"/>
                </a:lnTo>
                <a:lnTo>
                  <a:pt x="1523554" y="419650"/>
                </a:lnTo>
                <a:lnTo>
                  <a:pt x="1522151" y="419650"/>
                </a:lnTo>
                <a:lnTo>
                  <a:pt x="1520747" y="419650"/>
                </a:lnTo>
                <a:lnTo>
                  <a:pt x="1519344" y="419650"/>
                </a:lnTo>
                <a:lnTo>
                  <a:pt x="1517932" y="419650"/>
                </a:lnTo>
                <a:lnTo>
                  <a:pt x="1516528" y="419650"/>
                </a:lnTo>
                <a:lnTo>
                  <a:pt x="1515125" y="419650"/>
                </a:lnTo>
                <a:lnTo>
                  <a:pt x="1513721" y="419650"/>
                </a:lnTo>
                <a:lnTo>
                  <a:pt x="1512318" y="419650"/>
                </a:lnTo>
                <a:lnTo>
                  <a:pt x="1510914" y="419650"/>
                </a:lnTo>
                <a:lnTo>
                  <a:pt x="1509511" y="419650"/>
                </a:lnTo>
                <a:lnTo>
                  <a:pt x="1508107" y="419650"/>
                </a:lnTo>
                <a:lnTo>
                  <a:pt x="1506704" y="419650"/>
                </a:lnTo>
                <a:lnTo>
                  <a:pt x="1505300" y="419650"/>
                </a:lnTo>
                <a:lnTo>
                  <a:pt x="1503897" y="419650"/>
                </a:lnTo>
                <a:lnTo>
                  <a:pt x="1502493" y="419650"/>
                </a:lnTo>
                <a:lnTo>
                  <a:pt x="1501089" y="419650"/>
                </a:lnTo>
                <a:lnTo>
                  <a:pt x="1499677" y="419650"/>
                </a:lnTo>
                <a:lnTo>
                  <a:pt x="1498274" y="419650"/>
                </a:lnTo>
                <a:lnTo>
                  <a:pt x="1496870" y="419650"/>
                </a:lnTo>
                <a:lnTo>
                  <a:pt x="1495467" y="419650"/>
                </a:lnTo>
                <a:lnTo>
                  <a:pt x="1494063" y="419650"/>
                </a:lnTo>
                <a:lnTo>
                  <a:pt x="1492660" y="419650"/>
                </a:lnTo>
                <a:lnTo>
                  <a:pt x="1491256" y="419650"/>
                </a:lnTo>
                <a:lnTo>
                  <a:pt x="1489853" y="419650"/>
                </a:lnTo>
                <a:lnTo>
                  <a:pt x="1488449" y="419650"/>
                </a:lnTo>
                <a:lnTo>
                  <a:pt x="1487046" y="419650"/>
                </a:lnTo>
                <a:lnTo>
                  <a:pt x="1485642" y="419650"/>
                </a:lnTo>
                <a:lnTo>
                  <a:pt x="1484239" y="419650"/>
                </a:lnTo>
                <a:lnTo>
                  <a:pt x="1482827" y="419650"/>
                </a:lnTo>
                <a:lnTo>
                  <a:pt x="1481423" y="419650"/>
                </a:lnTo>
                <a:lnTo>
                  <a:pt x="1480020" y="419650"/>
                </a:lnTo>
                <a:lnTo>
                  <a:pt x="1478616" y="419650"/>
                </a:lnTo>
                <a:lnTo>
                  <a:pt x="1477213" y="419650"/>
                </a:lnTo>
                <a:lnTo>
                  <a:pt x="1475809" y="419650"/>
                </a:lnTo>
                <a:lnTo>
                  <a:pt x="1474406" y="419650"/>
                </a:lnTo>
                <a:lnTo>
                  <a:pt x="1473002" y="419650"/>
                </a:lnTo>
                <a:lnTo>
                  <a:pt x="1471599" y="419650"/>
                </a:lnTo>
                <a:lnTo>
                  <a:pt x="1470195" y="419650"/>
                </a:lnTo>
                <a:lnTo>
                  <a:pt x="1468792" y="419650"/>
                </a:lnTo>
                <a:lnTo>
                  <a:pt x="1467388" y="419650"/>
                </a:lnTo>
                <a:lnTo>
                  <a:pt x="1465985" y="419650"/>
                </a:lnTo>
                <a:lnTo>
                  <a:pt x="1464573" y="419650"/>
                </a:lnTo>
                <a:lnTo>
                  <a:pt x="1463169" y="419650"/>
                </a:lnTo>
                <a:lnTo>
                  <a:pt x="1461766" y="419650"/>
                </a:lnTo>
                <a:lnTo>
                  <a:pt x="1460362" y="419650"/>
                </a:lnTo>
                <a:lnTo>
                  <a:pt x="1458959" y="419650"/>
                </a:lnTo>
                <a:lnTo>
                  <a:pt x="1457555" y="419650"/>
                </a:lnTo>
                <a:lnTo>
                  <a:pt x="1456151" y="419650"/>
                </a:lnTo>
                <a:lnTo>
                  <a:pt x="1454748" y="419650"/>
                </a:lnTo>
                <a:lnTo>
                  <a:pt x="1453344" y="419650"/>
                </a:lnTo>
                <a:lnTo>
                  <a:pt x="1451941" y="419650"/>
                </a:lnTo>
                <a:lnTo>
                  <a:pt x="1450537" y="419650"/>
                </a:lnTo>
                <a:lnTo>
                  <a:pt x="1449134" y="419650"/>
                </a:lnTo>
                <a:lnTo>
                  <a:pt x="1447722" y="419650"/>
                </a:lnTo>
                <a:lnTo>
                  <a:pt x="1446318" y="419650"/>
                </a:lnTo>
                <a:lnTo>
                  <a:pt x="1444915" y="419650"/>
                </a:lnTo>
                <a:lnTo>
                  <a:pt x="1443511" y="419650"/>
                </a:lnTo>
                <a:lnTo>
                  <a:pt x="1442108" y="419650"/>
                </a:lnTo>
                <a:lnTo>
                  <a:pt x="1440704" y="419650"/>
                </a:lnTo>
                <a:lnTo>
                  <a:pt x="1439301" y="419650"/>
                </a:lnTo>
                <a:lnTo>
                  <a:pt x="1437897" y="419650"/>
                </a:lnTo>
                <a:lnTo>
                  <a:pt x="1436494" y="419650"/>
                </a:lnTo>
                <a:lnTo>
                  <a:pt x="1435090" y="419650"/>
                </a:lnTo>
                <a:lnTo>
                  <a:pt x="1433687" y="419650"/>
                </a:lnTo>
                <a:lnTo>
                  <a:pt x="1432283" y="419650"/>
                </a:lnTo>
                <a:lnTo>
                  <a:pt x="1430880" y="419650"/>
                </a:lnTo>
                <a:lnTo>
                  <a:pt x="1429468" y="419650"/>
                </a:lnTo>
                <a:lnTo>
                  <a:pt x="1428064" y="419650"/>
                </a:lnTo>
                <a:lnTo>
                  <a:pt x="1426661" y="419650"/>
                </a:lnTo>
                <a:lnTo>
                  <a:pt x="1425257" y="419650"/>
                </a:lnTo>
                <a:lnTo>
                  <a:pt x="1423854" y="419650"/>
                </a:lnTo>
                <a:lnTo>
                  <a:pt x="1422450" y="419650"/>
                </a:lnTo>
                <a:lnTo>
                  <a:pt x="1421047" y="419650"/>
                </a:lnTo>
                <a:lnTo>
                  <a:pt x="1419643" y="419650"/>
                </a:lnTo>
                <a:lnTo>
                  <a:pt x="1418240" y="419650"/>
                </a:lnTo>
                <a:lnTo>
                  <a:pt x="1416836" y="419650"/>
                </a:lnTo>
                <a:lnTo>
                  <a:pt x="1415433" y="419650"/>
                </a:lnTo>
                <a:lnTo>
                  <a:pt x="1414029" y="419650"/>
                </a:lnTo>
                <a:lnTo>
                  <a:pt x="1412617" y="419650"/>
                </a:lnTo>
                <a:lnTo>
                  <a:pt x="1411213" y="419650"/>
                </a:lnTo>
                <a:lnTo>
                  <a:pt x="1409810" y="419650"/>
                </a:lnTo>
                <a:lnTo>
                  <a:pt x="1408406" y="419650"/>
                </a:lnTo>
                <a:lnTo>
                  <a:pt x="1407003" y="419650"/>
                </a:lnTo>
                <a:lnTo>
                  <a:pt x="1405599" y="419650"/>
                </a:lnTo>
                <a:lnTo>
                  <a:pt x="1404196" y="419650"/>
                </a:lnTo>
                <a:lnTo>
                  <a:pt x="1402792" y="419650"/>
                </a:lnTo>
                <a:lnTo>
                  <a:pt x="1401389" y="419650"/>
                </a:lnTo>
                <a:lnTo>
                  <a:pt x="1399985" y="419650"/>
                </a:lnTo>
                <a:lnTo>
                  <a:pt x="1398582" y="419650"/>
                </a:lnTo>
                <a:lnTo>
                  <a:pt x="1397178" y="419650"/>
                </a:lnTo>
                <a:lnTo>
                  <a:pt x="1395775" y="419650"/>
                </a:lnTo>
                <a:lnTo>
                  <a:pt x="1394363" y="419650"/>
                </a:lnTo>
                <a:lnTo>
                  <a:pt x="1392959" y="419650"/>
                </a:lnTo>
                <a:lnTo>
                  <a:pt x="1391556" y="419650"/>
                </a:lnTo>
                <a:lnTo>
                  <a:pt x="1390152" y="419650"/>
                </a:lnTo>
                <a:lnTo>
                  <a:pt x="1388749" y="419650"/>
                </a:lnTo>
                <a:lnTo>
                  <a:pt x="1387345" y="419650"/>
                </a:lnTo>
                <a:lnTo>
                  <a:pt x="1385942" y="419650"/>
                </a:lnTo>
                <a:lnTo>
                  <a:pt x="1384538" y="419650"/>
                </a:lnTo>
                <a:lnTo>
                  <a:pt x="1383135" y="419650"/>
                </a:lnTo>
                <a:lnTo>
                  <a:pt x="1381731" y="419650"/>
                </a:lnTo>
                <a:lnTo>
                  <a:pt x="1380328" y="419650"/>
                </a:lnTo>
                <a:lnTo>
                  <a:pt x="1378924" y="419650"/>
                </a:lnTo>
                <a:lnTo>
                  <a:pt x="1377512" y="419650"/>
                </a:lnTo>
                <a:lnTo>
                  <a:pt x="1376109" y="419650"/>
                </a:lnTo>
                <a:lnTo>
                  <a:pt x="1374705" y="419650"/>
                </a:lnTo>
                <a:lnTo>
                  <a:pt x="1373302" y="419650"/>
                </a:lnTo>
                <a:lnTo>
                  <a:pt x="1371898" y="419650"/>
                </a:lnTo>
                <a:lnTo>
                  <a:pt x="1370495" y="419650"/>
                </a:lnTo>
                <a:lnTo>
                  <a:pt x="1369091" y="419650"/>
                </a:lnTo>
                <a:lnTo>
                  <a:pt x="1367687" y="419650"/>
                </a:lnTo>
                <a:lnTo>
                  <a:pt x="1366284" y="419650"/>
                </a:lnTo>
                <a:lnTo>
                  <a:pt x="1364880" y="419650"/>
                </a:lnTo>
                <a:lnTo>
                  <a:pt x="1363477" y="419650"/>
                </a:lnTo>
                <a:lnTo>
                  <a:pt x="1362073" y="419650"/>
                </a:lnTo>
                <a:lnTo>
                  <a:pt x="1360670" y="419650"/>
                </a:lnTo>
                <a:lnTo>
                  <a:pt x="1359258" y="419650"/>
                </a:lnTo>
                <a:lnTo>
                  <a:pt x="1357854" y="419650"/>
                </a:lnTo>
                <a:lnTo>
                  <a:pt x="1356451" y="419650"/>
                </a:lnTo>
                <a:lnTo>
                  <a:pt x="1355047" y="419650"/>
                </a:lnTo>
                <a:lnTo>
                  <a:pt x="1353644" y="419650"/>
                </a:lnTo>
                <a:lnTo>
                  <a:pt x="1352240" y="419650"/>
                </a:lnTo>
                <a:lnTo>
                  <a:pt x="1350837" y="419650"/>
                </a:lnTo>
                <a:lnTo>
                  <a:pt x="1349433" y="419650"/>
                </a:lnTo>
                <a:lnTo>
                  <a:pt x="1348030" y="419650"/>
                </a:lnTo>
                <a:lnTo>
                  <a:pt x="1346626" y="419650"/>
                </a:lnTo>
                <a:lnTo>
                  <a:pt x="1345223" y="419650"/>
                </a:lnTo>
                <a:lnTo>
                  <a:pt x="1343819" y="419650"/>
                </a:lnTo>
                <a:lnTo>
                  <a:pt x="1342407" y="419650"/>
                </a:lnTo>
                <a:lnTo>
                  <a:pt x="1341004" y="419650"/>
                </a:lnTo>
                <a:lnTo>
                  <a:pt x="1339600" y="419650"/>
                </a:lnTo>
                <a:lnTo>
                  <a:pt x="1338197" y="419650"/>
                </a:lnTo>
                <a:lnTo>
                  <a:pt x="1336793" y="419650"/>
                </a:lnTo>
                <a:lnTo>
                  <a:pt x="1335390" y="419650"/>
                </a:lnTo>
                <a:lnTo>
                  <a:pt x="1333986" y="419650"/>
                </a:lnTo>
                <a:lnTo>
                  <a:pt x="1332583" y="419650"/>
                </a:lnTo>
                <a:lnTo>
                  <a:pt x="1331179" y="419650"/>
                </a:lnTo>
                <a:lnTo>
                  <a:pt x="1329776" y="419650"/>
                </a:lnTo>
                <a:lnTo>
                  <a:pt x="1328372" y="419650"/>
                </a:lnTo>
                <a:lnTo>
                  <a:pt x="1326969" y="419650"/>
                </a:lnTo>
                <a:lnTo>
                  <a:pt x="1325565" y="419650"/>
                </a:lnTo>
                <a:lnTo>
                  <a:pt x="1324153" y="419650"/>
                </a:lnTo>
                <a:lnTo>
                  <a:pt x="1322749" y="419650"/>
                </a:lnTo>
                <a:lnTo>
                  <a:pt x="1321346" y="419650"/>
                </a:lnTo>
                <a:lnTo>
                  <a:pt x="1319942" y="419650"/>
                </a:lnTo>
                <a:lnTo>
                  <a:pt x="1318539" y="419650"/>
                </a:lnTo>
                <a:lnTo>
                  <a:pt x="1317135" y="419650"/>
                </a:lnTo>
                <a:lnTo>
                  <a:pt x="1315732" y="419650"/>
                </a:lnTo>
                <a:lnTo>
                  <a:pt x="1314328" y="419650"/>
                </a:lnTo>
                <a:lnTo>
                  <a:pt x="1312925" y="419650"/>
                </a:lnTo>
                <a:lnTo>
                  <a:pt x="1311521" y="419650"/>
                </a:lnTo>
                <a:lnTo>
                  <a:pt x="1310118" y="419650"/>
                </a:lnTo>
                <a:lnTo>
                  <a:pt x="1308714" y="419650"/>
                </a:lnTo>
                <a:lnTo>
                  <a:pt x="1307302" y="419650"/>
                </a:lnTo>
                <a:lnTo>
                  <a:pt x="1305899" y="419650"/>
                </a:lnTo>
                <a:lnTo>
                  <a:pt x="1304495" y="419650"/>
                </a:lnTo>
                <a:lnTo>
                  <a:pt x="1303092" y="419650"/>
                </a:lnTo>
                <a:lnTo>
                  <a:pt x="1301688" y="419650"/>
                </a:lnTo>
                <a:lnTo>
                  <a:pt x="1300285" y="419650"/>
                </a:lnTo>
                <a:lnTo>
                  <a:pt x="1298881" y="419650"/>
                </a:lnTo>
                <a:lnTo>
                  <a:pt x="1297478" y="419650"/>
                </a:lnTo>
                <a:lnTo>
                  <a:pt x="1296074" y="419650"/>
                </a:lnTo>
                <a:lnTo>
                  <a:pt x="1294671" y="419650"/>
                </a:lnTo>
                <a:lnTo>
                  <a:pt x="1293267" y="419650"/>
                </a:lnTo>
                <a:lnTo>
                  <a:pt x="1291864" y="419650"/>
                </a:lnTo>
                <a:lnTo>
                  <a:pt x="1290460" y="419650"/>
                </a:lnTo>
                <a:lnTo>
                  <a:pt x="1289048" y="419650"/>
                </a:lnTo>
                <a:lnTo>
                  <a:pt x="1287645" y="419650"/>
                </a:lnTo>
                <a:lnTo>
                  <a:pt x="1286241" y="419650"/>
                </a:lnTo>
                <a:lnTo>
                  <a:pt x="1284838" y="419650"/>
                </a:lnTo>
                <a:lnTo>
                  <a:pt x="1283434" y="419650"/>
                </a:lnTo>
                <a:lnTo>
                  <a:pt x="1282031" y="419650"/>
                </a:lnTo>
                <a:lnTo>
                  <a:pt x="1280627" y="419650"/>
                </a:lnTo>
                <a:lnTo>
                  <a:pt x="1279223" y="419650"/>
                </a:lnTo>
                <a:lnTo>
                  <a:pt x="1277820" y="419650"/>
                </a:lnTo>
                <a:lnTo>
                  <a:pt x="1276416" y="419650"/>
                </a:lnTo>
                <a:lnTo>
                  <a:pt x="1275013" y="419650"/>
                </a:lnTo>
                <a:lnTo>
                  <a:pt x="1273609" y="419650"/>
                </a:lnTo>
                <a:lnTo>
                  <a:pt x="1272197" y="419650"/>
                </a:lnTo>
                <a:lnTo>
                  <a:pt x="1270794" y="419650"/>
                </a:lnTo>
                <a:lnTo>
                  <a:pt x="1269390" y="419650"/>
                </a:lnTo>
                <a:lnTo>
                  <a:pt x="1267987" y="419650"/>
                </a:lnTo>
                <a:lnTo>
                  <a:pt x="1266583" y="419650"/>
                </a:lnTo>
                <a:lnTo>
                  <a:pt x="1265180" y="419650"/>
                </a:lnTo>
                <a:lnTo>
                  <a:pt x="1263776" y="419650"/>
                </a:lnTo>
                <a:lnTo>
                  <a:pt x="1262373" y="419650"/>
                </a:lnTo>
                <a:lnTo>
                  <a:pt x="1260969" y="419650"/>
                </a:lnTo>
                <a:lnTo>
                  <a:pt x="1259566" y="419650"/>
                </a:lnTo>
                <a:lnTo>
                  <a:pt x="1258162" y="419650"/>
                </a:lnTo>
                <a:lnTo>
                  <a:pt x="1256759" y="419650"/>
                </a:lnTo>
                <a:lnTo>
                  <a:pt x="1255355" y="419650"/>
                </a:lnTo>
                <a:lnTo>
                  <a:pt x="1253943" y="419650"/>
                </a:lnTo>
                <a:lnTo>
                  <a:pt x="1252540" y="419650"/>
                </a:lnTo>
                <a:lnTo>
                  <a:pt x="1251136" y="419650"/>
                </a:lnTo>
                <a:lnTo>
                  <a:pt x="1249733" y="419650"/>
                </a:lnTo>
                <a:lnTo>
                  <a:pt x="1248329" y="419650"/>
                </a:lnTo>
                <a:lnTo>
                  <a:pt x="1246926" y="419650"/>
                </a:lnTo>
                <a:lnTo>
                  <a:pt x="1245522" y="419650"/>
                </a:lnTo>
                <a:lnTo>
                  <a:pt x="1244119" y="419650"/>
                </a:lnTo>
                <a:lnTo>
                  <a:pt x="1242715" y="419650"/>
                </a:lnTo>
                <a:lnTo>
                  <a:pt x="1241312" y="419650"/>
                </a:lnTo>
                <a:lnTo>
                  <a:pt x="1239908" y="419650"/>
                </a:lnTo>
                <a:lnTo>
                  <a:pt x="1238504" y="419650"/>
                </a:lnTo>
                <a:lnTo>
                  <a:pt x="1237093" y="419650"/>
                </a:lnTo>
                <a:lnTo>
                  <a:pt x="1235689" y="419650"/>
                </a:lnTo>
                <a:lnTo>
                  <a:pt x="1234285" y="419650"/>
                </a:lnTo>
                <a:lnTo>
                  <a:pt x="1232882" y="419650"/>
                </a:lnTo>
                <a:lnTo>
                  <a:pt x="1231478" y="419650"/>
                </a:lnTo>
                <a:lnTo>
                  <a:pt x="1230075" y="419650"/>
                </a:lnTo>
                <a:lnTo>
                  <a:pt x="1228671" y="419650"/>
                </a:lnTo>
                <a:lnTo>
                  <a:pt x="1227268" y="419650"/>
                </a:lnTo>
                <a:lnTo>
                  <a:pt x="1225864" y="419650"/>
                </a:lnTo>
                <a:lnTo>
                  <a:pt x="1224461" y="419650"/>
                </a:lnTo>
                <a:lnTo>
                  <a:pt x="1223057" y="419650"/>
                </a:lnTo>
                <a:lnTo>
                  <a:pt x="1221654" y="419650"/>
                </a:lnTo>
                <a:lnTo>
                  <a:pt x="1220250" y="419650"/>
                </a:lnTo>
                <a:lnTo>
                  <a:pt x="1218838" y="419650"/>
                </a:lnTo>
                <a:lnTo>
                  <a:pt x="1217435" y="419650"/>
                </a:lnTo>
                <a:lnTo>
                  <a:pt x="1216031" y="419650"/>
                </a:lnTo>
                <a:lnTo>
                  <a:pt x="1214628" y="419650"/>
                </a:lnTo>
                <a:lnTo>
                  <a:pt x="1213224" y="419650"/>
                </a:lnTo>
                <a:lnTo>
                  <a:pt x="1211821" y="419650"/>
                </a:lnTo>
                <a:lnTo>
                  <a:pt x="1210417" y="419650"/>
                </a:lnTo>
                <a:lnTo>
                  <a:pt x="1209014" y="419650"/>
                </a:lnTo>
                <a:lnTo>
                  <a:pt x="1207610" y="419650"/>
                </a:lnTo>
                <a:lnTo>
                  <a:pt x="1206207" y="419650"/>
                </a:lnTo>
                <a:lnTo>
                  <a:pt x="1204803" y="419650"/>
                </a:lnTo>
                <a:lnTo>
                  <a:pt x="1203400" y="419650"/>
                </a:lnTo>
                <a:lnTo>
                  <a:pt x="1201988" y="419650"/>
                </a:lnTo>
                <a:lnTo>
                  <a:pt x="1200584" y="419650"/>
                </a:lnTo>
                <a:lnTo>
                  <a:pt x="1199181" y="419650"/>
                </a:lnTo>
                <a:lnTo>
                  <a:pt x="1197777" y="419650"/>
                </a:lnTo>
                <a:lnTo>
                  <a:pt x="1196374" y="419650"/>
                </a:lnTo>
                <a:lnTo>
                  <a:pt x="1194970" y="419650"/>
                </a:lnTo>
                <a:lnTo>
                  <a:pt x="1193567" y="419650"/>
                </a:lnTo>
                <a:lnTo>
                  <a:pt x="1192163" y="419650"/>
                </a:lnTo>
                <a:lnTo>
                  <a:pt x="1190759" y="419650"/>
                </a:lnTo>
                <a:lnTo>
                  <a:pt x="1189356" y="419650"/>
                </a:lnTo>
                <a:lnTo>
                  <a:pt x="1187952" y="419650"/>
                </a:lnTo>
                <a:lnTo>
                  <a:pt x="1186549" y="419650"/>
                </a:lnTo>
                <a:lnTo>
                  <a:pt x="1185145" y="419650"/>
                </a:lnTo>
                <a:lnTo>
                  <a:pt x="1183733" y="419650"/>
                </a:lnTo>
                <a:lnTo>
                  <a:pt x="1182330" y="419650"/>
                </a:lnTo>
                <a:lnTo>
                  <a:pt x="1180926" y="419650"/>
                </a:lnTo>
                <a:lnTo>
                  <a:pt x="1179523" y="419650"/>
                </a:lnTo>
                <a:lnTo>
                  <a:pt x="1178119" y="419650"/>
                </a:lnTo>
                <a:lnTo>
                  <a:pt x="1176716" y="419650"/>
                </a:lnTo>
                <a:lnTo>
                  <a:pt x="1175312" y="419650"/>
                </a:lnTo>
                <a:lnTo>
                  <a:pt x="1173909" y="419650"/>
                </a:lnTo>
                <a:lnTo>
                  <a:pt x="1172505" y="419650"/>
                </a:lnTo>
                <a:lnTo>
                  <a:pt x="1171102" y="419650"/>
                </a:lnTo>
                <a:lnTo>
                  <a:pt x="1169698" y="419650"/>
                </a:lnTo>
                <a:lnTo>
                  <a:pt x="1168295" y="419650"/>
                </a:lnTo>
                <a:lnTo>
                  <a:pt x="1166883" y="419650"/>
                </a:lnTo>
                <a:lnTo>
                  <a:pt x="1165479" y="419650"/>
                </a:lnTo>
                <a:lnTo>
                  <a:pt x="1164076" y="419650"/>
                </a:lnTo>
                <a:lnTo>
                  <a:pt x="1162672" y="419650"/>
                </a:lnTo>
                <a:lnTo>
                  <a:pt x="1161269" y="419650"/>
                </a:lnTo>
                <a:lnTo>
                  <a:pt x="1159865" y="419650"/>
                </a:lnTo>
                <a:lnTo>
                  <a:pt x="1158462" y="419650"/>
                </a:lnTo>
                <a:lnTo>
                  <a:pt x="1157058" y="419650"/>
                </a:lnTo>
                <a:lnTo>
                  <a:pt x="1155655" y="419650"/>
                </a:lnTo>
                <a:lnTo>
                  <a:pt x="1154251" y="419650"/>
                </a:lnTo>
                <a:lnTo>
                  <a:pt x="1152848" y="419650"/>
                </a:lnTo>
                <a:lnTo>
                  <a:pt x="1151444" y="419650"/>
                </a:lnTo>
                <a:lnTo>
                  <a:pt x="1150040" y="419650"/>
                </a:lnTo>
                <a:lnTo>
                  <a:pt x="1148629" y="419650"/>
                </a:lnTo>
                <a:lnTo>
                  <a:pt x="1147225" y="419650"/>
                </a:lnTo>
                <a:lnTo>
                  <a:pt x="1145821" y="419650"/>
                </a:lnTo>
                <a:lnTo>
                  <a:pt x="1144418" y="419650"/>
                </a:lnTo>
                <a:lnTo>
                  <a:pt x="1143014" y="419650"/>
                </a:lnTo>
                <a:lnTo>
                  <a:pt x="1141611" y="419650"/>
                </a:lnTo>
                <a:lnTo>
                  <a:pt x="1140207" y="419650"/>
                </a:lnTo>
                <a:lnTo>
                  <a:pt x="1138804" y="419650"/>
                </a:lnTo>
                <a:lnTo>
                  <a:pt x="1137400" y="419650"/>
                </a:lnTo>
                <a:lnTo>
                  <a:pt x="1135997" y="419650"/>
                </a:lnTo>
                <a:lnTo>
                  <a:pt x="1134593" y="419650"/>
                </a:lnTo>
                <a:lnTo>
                  <a:pt x="1133190" y="419650"/>
                </a:lnTo>
                <a:lnTo>
                  <a:pt x="1131778" y="419650"/>
                </a:lnTo>
                <a:lnTo>
                  <a:pt x="1130374" y="419650"/>
                </a:lnTo>
                <a:lnTo>
                  <a:pt x="1128971" y="419650"/>
                </a:lnTo>
                <a:lnTo>
                  <a:pt x="1127567" y="419650"/>
                </a:lnTo>
                <a:lnTo>
                  <a:pt x="1126164" y="419650"/>
                </a:lnTo>
                <a:lnTo>
                  <a:pt x="1124760" y="419650"/>
                </a:lnTo>
                <a:lnTo>
                  <a:pt x="1123357" y="419650"/>
                </a:lnTo>
                <a:lnTo>
                  <a:pt x="1121953" y="419650"/>
                </a:lnTo>
                <a:lnTo>
                  <a:pt x="1120550" y="419650"/>
                </a:lnTo>
                <a:lnTo>
                  <a:pt x="1119146" y="419650"/>
                </a:lnTo>
                <a:lnTo>
                  <a:pt x="1117743" y="419650"/>
                </a:lnTo>
                <a:lnTo>
                  <a:pt x="1116339" y="419650"/>
                </a:lnTo>
                <a:lnTo>
                  <a:pt x="1114936" y="419650"/>
                </a:lnTo>
                <a:lnTo>
                  <a:pt x="1113524" y="419650"/>
                </a:lnTo>
                <a:lnTo>
                  <a:pt x="1112120" y="419650"/>
                </a:lnTo>
                <a:lnTo>
                  <a:pt x="1110717" y="419650"/>
                </a:lnTo>
                <a:lnTo>
                  <a:pt x="1109313" y="419650"/>
                </a:lnTo>
                <a:lnTo>
                  <a:pt x="1107910" y="419650"/>
                </a:lnTo>
                <a:lnTo>
                  <a:pt x="1106506" y="419650"/>
                </a:lnTo>
                <a:lnTo>
                  <a:pt x="1105103" y="419650"/>
                </a:lnTo>
                <a:lnTo>
                  <a:pt x="1103699" y="419650"/>
                </a:lnTo>
                <a:lnTo>
                  <a:pt x="1102295" y="419650"/>
                </a:lnTo>
                <a:lnTo>
                  <a:pt x="1100892" y="419650"/>
                </a:lnTo>
                <a:lnTo>
                  <a:pt x="1099488" y="419650"/>
                </a:lnTo>
                <a:lnTo>
                  <a:pt x="1098085" y="419650"/>
                </a:lnTo>
                <a:lnTo>
                  <a:pt x="1096673" y="419650"/>
                </a:lnTo>
                <a:lnTo>
                  <a:pt x="1095269" y="419650"/>
                </a:lnTo>
                <a:lnTo>
                  <a:pt x="1093866" y="419650"/>
                </a:lnTo>
                <a:lnTo>
                  <a:pt x="1092462" y="419650"/>
                </a:lnTo>
                <a:lnTo>
                  <a:pt x="1091059" y="419650"/>
                </a:lnTo>
                <a:lnTo>
                  <a:pt x="1089655" y="419650"/>
                </a:lnTo>
                <a:lnTo>
                  <a:pt x="1088252" y="419650"/>
                </a:lnTo>
                <a:lnTo>
                  <a:pt x="1086848" y="419650"/>
                </a:lnTo>
                <a:lnTo>
                  <a:pt x="1085445" y="419650"/>
                </a:lnTo>
                <a:lnTo>
                  <a:pt x="1084041" y="419650"/>
                </a:lnTo>
                <a:lnTo>
                  <a:pt x="1082638" y="419650"/>
                </a:lnTo>
                <a:lnTo>
                  <a:pt x="1081234" y="419650"/>
                </a:lnTo>
                <a:lnTo>
                  <a:pt x="1079831" y="419650"/>
                </a:lnTo>
                <a:lnTo>
                  <a:pt x="1078419" y="419650"/>
                </a:lnTo>
                <a:lnTo>
                  <a:pt x="1077015" y="419650"/>
                </a:lnTo>
                <a:lnTo>
                  <a:pt x="1075612" y="419650"/>
                </a:lnTo>
                <a:lnTo>
                  <a:pt x="1074208" y="419650"/>
                </a:lnTo>
                <a:lnTo>
                  <a:pt x="1072805" y="419650"/>
                </a:lnTo>
                <a:lnTo>
                  <a:pt x="1071401" y="419650"/>
                </a:lnTo>
                <a:lnTo>
                  <a:pt x="1069998" y="419650"/>
                </a:lnTo>
                <a:lnTo>
                  <a:pt x="1068594" y="419650"/>
                </a:lnTo>
                <a:lnTo>
                  <a:pt x="1067191" y="419650"/>
                </a:lnTo>
                <a:lnTo>
                  <a:pt x="1065787" y="419650"/>
                </a:lnTo>
                <a:lnTo>
                  <a:pt x="1064384" y="419650"/>
                </a:lnTo>
                <a:lnTo>
                  <a:pt x="1062980" y="419650"/>
                </a:lnTo>
                <a:lnTo>
                  <a:pt x="1061568" y="419650"/>
                </a:lnTo>
                <a:lnTo>
                  <a:pt x="1060165" y="419650"/>
                </a:lnTo>
                <a:lnTo>
                  <a:pt x="1058761" y="419650"/>
                </a:lnTo>
                <a:lnTo>
                  <a:pt x="1057357" y="419650"/>
                </a:lnTo>
                <a:lnTo>
                  <a:pt x="1055954" y="419650"/>
                </a:lnTo>
                <a:lnTo>
                  <a:pt x="1054550" y="419650"/>
                </a:lnTo>
                <a:lnTo>
                  <a:pt x="1053147" y="419650"/>
                </a:lnTo>
                <a:lnTo>
                  <a:pt x="1051743" y="419650"/>
                </a:lnTo>
                <a:lnTo>
                  <a:pt x="1050340" y="419650"/>
                </a:lnTo>
                <a:lnTo>
                  <a:pt x="1048936" y="419650"/>
                </a:lnTo>
                <a:lnTo>
                  <a:pt x="1047533" y="419650"/>
                </a:lnTo>
                <a:lnTo>
                  <a:pt x="1046129" y="419650"/>
                </a:lnTo>
                <a:lnTo>
                  <a:pt x="1044726" y="419650"/>
                </a:lnTo>
                <a:lnTo>
                  <a:pt x="1043314" y="419650"/>
                </a:lnTo>
                <a:lnTo>
                  <a:pt x="1041910" y="419650"/>
                </a:lnTo>
                <a:lnTo>
                  <a:pt x="1040507" y="419650"/>
                </a:lnTo>
                <a:lnTo>
                  <a:pt x="1039103" y="419650"/>
                </a:lnTo>
                <a:lnTo>
                  <a:pt x="1037700" y="419650"/>
                </a:lnTo>
                <a:lnTo>
                  <a:pt x="1036296" y="419650"/>
                </a:lnTo>
                <a:lnTo>
                  <a:pt x="1034893" y="419650"/>
                </a:lnTo>
                <a:lnTo>
                  <a:pt x="1033489" y="419650"/>
                </a:lnTo>
                <a:lnTo>
                  <a:pt x="1032086" y="419650"/>
                </a:lnTo>
                <a:lnTo>
                  <a:pt x="1030682" y="419650"/>
                </a:lnTo>
                <a:lnTo>
                  <a:pt x="1029279" y="419650"/>
                </a:lnTo>
                <a:lnTo>
                  <a:pt x="1027875" y="419650"/>
                </a:lnTo>
                <a:lnTo>
                  <a:pt x="1026463" y="419650"/>
                </a:lnTo>
                <a:lnTo>
                  <a:pt x="1025060" y="419650"/>
                </a:lnTo>
                <a:lnTo>
                  <a:pt x="1023656" y="419650"/>
                </a:lnTo>
                <a:lnTo>
                  <a:pt x="1022253" y="419650"/>
                </a:lnTo>
                <a:lnTo>
                  <a:pt x="1020849" y="419650"/>
                </a:lnTo>
                <a:lnTo>
                  <a:pt x="1019446" y="419650"/>
                </a:lnTo>
                <a:lnTo>
                  <a:pt x="1018042" y="419650"/>
                </a:lnTo>
                <a:lnTo>
                  <a:pt x="1016639" y="419650"/>
                </a:lnTo>
                <a:lnTo>
                  <a:pt x="1015235" y="419650"/>
                </a:lnTo>
                <a:lnTo>
                  <a:pt x="1013831" y="419650"/>
                </a:lnTo>
                <a:lnTo>
                  <a:pt x="1012428" y="419650"/>
                </a:lnTo>
                <a:lnTo>
                  <a:pt x="1011024" y="419650"/>
                </a:lnTo>
                <a:lnTo>
                  <a:pt x="1009621" y="419650"/>
                </a:lnTo>
                <a:lnTo>
                  <a:pt x="1008209" y="419650"/>
                </a:lnTo>
                <a:lnTo>
                  <a:pt x="1006805" y="419650"/>
                </a:lnTo>
                <a:lnTo>
                  <a:pt x="1005402" y="419650"/>
                </a:lnTo>
                <a:lnTo>
                  <a:pt x="1003998" y="419650"/>
                </a:lnTo>
                <a:lnTo>
                  <a:pt x="1002595" y="419650"/>
                </a:lnTo>
                <a:lnTo>
                  <a:pt x="1001191" y="419650"/>
                </a:lnTo>
                <a:lnTo>
                  <a:pt x="999788" y="419650"/>
                </a:lnTo>
                <a:lnTo>
                  <a:pt x="998384" y="419650"/>
                </a:lnTo>
                <a:lnTo>
                  <a:pt x="996981" y="419650"/>
                </a:lnTo>
                <a:lnTo>
                  <a:pt x="995577" y="419650"/>
                </a:lnTo>
                <a:lnTo>
                  <a:pt x="994174" y="419650"/>
                </a:lnTo>
                <a:lnTo>
                  <a:pt x="992770" y="419650"/>
                </a:lnTo>
                <a:lnTo>
                  <a:pt x="991358" y="419650"/>
                </a:lnTo>
                <a:lnTo>
                  <a:pt x="989955" y="419650"/>
                </a:lnTo>
                <a:lnTo>
                  <a:pt x="988551" y="419650"/>
                </a:lnTo>
                <a:lnTo>
                  <a:pt x="987148" y="419650"/>
                </a:lnTo>
                <a:lnTo>
                  <a:pt x="985744" y="419650"/>
                </a:lnTo>
                <a:lnTo>
                  <a:pt x="984341" y="419650"/>
                </a:lnTo>
                <a:lnTo>
                  <a:pt x="982937" y="419650"/>
                </a:lnTo>
                <a:lnTo>
                  <a:pt x="981534" y="419650"/>
                </a:lnTo>
                <a:lnTo>
                  <a:pt x="980130" y="419650"/>
                </a:lnTo>
                <a:lnTo>
                  <a:pt x="978727" y="419650"/>
                </a:lnTo>
                <a:lnTo>
                  <a:pt x="977323" y="419650"/>
                </a:lnTo>
                <a:lnTo>
                  <a:pt x="975920" y="419650"/>
                </a:lnTo>
                <a:lnTo>
                  <a:pt x="974516" y="419650"/>
                </a:lnTo>
                <a:lnTo>
                  <a:pt x="973104" y="419650"/>
                </a:lnTo>
                <a:lnTo>
                  <a:pt x="971701" y="419650"/>
                </a:lnTo>
                <a:lnTo>
                  <a:pt x="970297" y="419650"/>
                </a:lnTo>
                <a:lnTo>
                  <a:pt x="968893" y="419650"/>
                </a:lnTo>
                <a:lnTo>
                  <a:pt x="967490" y="419650"/>
                </a:lnTo>
                <a:lnTo>
                  <a:pt x="966086" y="419650"/>
                </a:lnTo>
                <a:lnTo>
                  <a:pt x="964683" y="419650"/>
                </a:lnTo>
                <a:lnTo>
                  <a:pt x="963279" y="419650"/>
                </a:lnTo>
                <a:lnTo>
                  <a:pt x="961876" y="419650"/>
                </a:lnTo>
                <a:lnTo>
                  <a:pt x="960472" y="419650"/>
                </a:lnTo>
                <a:lnTo>
                  <a:pt x="959069" y="419650"/>
                </a:lnTo>
                <a:lnTo>
                  <a:pt x="957665" y="419650"/>
                </a:lnTo>
                <a:lnTo>
                  <a:pt x="956253" y="419650"/>
                </a:lnTo>
                <a:lnTo>
                  <a:pt x="954850" y="419650"/>
                </a:lnTo>
                <a:lnTo>
                  <a:pt x="953446" y="419650"/>
                </a:lnTo>
                <a:lnTo>
                  <a:pt x="952043" y="419650"/>
                </a:lnTo>
                <a:lnTo>
                  <a:pt x="950639" y="419650"/>
                </a:lnTo>
                <a:lnTo>
                  <a:pt x="949236" y="419650"/>
                </a:lnTo>
                <a:lnTo>
                  <a:pt x="947832" y="419650"/>
                </a:lnTo>
                <a:lnTo>
                  <a:pt x="946429" y="419650"/>
                </a:lnTo>
                <a:lnTo>
                  <a:pt x="945025" y="419650"/>
                </a:lnTo>
                <a:lnTo>
                  <a:pt x="943622" y="419650"/>
                </a:lnTo>
                <a:lnTo>
                  <a:pt x="942218" y="419650"/>
                </a:lnTo>
                <a:lnTo>
                  <a:pt x="940815" y="419650"/>
                </a:lnTo>
                <a:lnTo>
                  <a:pt x="939411" y="419650"/>
                </a:lnTo>
                <a:lnTo>
                  <a:pt x="937999" y="419650"/>
                </a:lnTo>
                <a:lnTo>
                  <a:pt x="936596" y="419650"/>
                </a:lnTo>
                <a:lnTo>
                  <a:pt x="935192" y="419650"/>
                </a:lnTo>
                <a:lnTo>
                  <a:pt x="933789" y="419650"/>
                </a:lnTo>
                <a:lnTo>
                  <a:pt x="932385" y="419650"/>
                </a:lnTo>
                <a:lnTo>
                  <a:pt x="930982" y="419650"/>
                </a:lnTo>
                <a:lnTo>
                  <a:pt x="929578" y="419650"/>
                </a:lnTo>
                <a:lnTo>
                  <a:pt x="928174" y="419650"/>
                </a:lnTo>
                <a:lnTo>
                  <a:pt x="926771" y="419650"/>
                </a:lnTo>
                <a:lnTo>
                  <a:pt x="925367" y="419650"/>
                </a:lnTo>
                <a:lnTo>
                  <a:pt x="923964" y="419650"/>
                </a:lnTo>
                <a:lnTo>
                  <a:pt x="922560" y="419650"/>
                </a:lnTo>
                <a:lnTo>
                  <a:pt x="921148" y="419650"/>
                </a:lnTo>
                <a:lnTo>
                  <a:pt x="919745" y="419650"/>
                </a:lnTo>
                <a:lnTo>
                  <a:pt x="918341" y="419650"/>
                </a:lnTo>
                <a:lnTo>
                  <a:pt x="916938" y="419650"/>
                </a:lnTo>
                <a:lnTo>
                  <a:pt x="915534" y="419650"/>
                </a:lnTo>
                <a:lnTo>
                  <a:pt x="914131" y="419650"/>
                </a:lnTo>
                <a:lnTo>
                  <a:pt x="912727" y="419650"/>
                </a:lnTo>
                <a:lnTo>
                  <a:pt x="911324" y="419650"/>
                </a:lnTo>
                <a:lnTo>
                  <a:pt x="909920" y="419650"/>
                </a:lnTo>
                <a:lnTo>
                  <a:pt x="908517" y="419650"/>
                </a:lnTo>
                <a:lnTo>
                  <a:pt x="907113" y="419650"/>
                </a:lnTo>
                <a:lnTo>
                  <a:pt x="905710" y="419650"/>
                </a:lnTo>
                <a:lnTo>
                  <a:pt x="904306" y="419650"/>
                </a:lnTo>
                <a:lnTo>
                  <a:pt x="902894" y="419650"/>
                </a:lnTo>
                <a:lnTo>
                  <a:pt x="901491" y="419650"/>
                </a:lnTo>
                <a:lnTo>
                  <a:pt x="900087" y="419650"/>
                </a:lnTo>
                <a:lnTo>
                  <a:pt x="898684" y="419650"/>
                </a:lnTo>
                <a:lnTo>
                  <a:pt x="897280" y="419650"/>
                </a:lnTo>
                <a:lnTo>
                  <a:pt x="895877" y="419650"/>
                </a:lnTo>
                <a:lnTo>
                  <a:pt x="894473" y="419650"/>
                </a:lnTo>
                <a:lnTo>
                  <a:pt x="893070" y="419650"/>
                </a:lnTo>
                <a:lnTo>
                  <a:pt x="891666" y="419650"/>
                </a:lnTo>
                <a:lnTo>
                  <a:pt x="890263" y="419650"/>
                </a:lnTo>
                <a:lnTo>
                  <a:pt x="888859" y="419650"/>
                </a:lnTo>
                <a:lnTo>
                  <a:pt x="887456" y="419650"/>
                </a:lnTo>
                <a:lnTo>
                  <a:pt x="886044" y="419650"/>
                </a:lnTo>
                <a:lnTo>
                  <a:pt x="884640" y="419650"/>
                </a:lnTo>
                <a:lnTo>
                  <a:pt x="883237" y="419650"/>
                </a:lnTo>
                <a:lnTo>
                  <a:pt x="881833" y="419650"/>
                </a:lnTo>
                <a:lnTo>
                  <a:pt x="880429" y="419650"/>
                </a:lnTo>
                <a:lnTo>
                  <a:pt x="879026" y="419650"/>
                </a:lnTo>
                <a:lnTo>
                  <a:pt x="877622" y="419650"/>
                </a:lnTo>
                <a:lnTo>
                  <a:pt x="876219" y="419650"/>
                </a:lnTo>
                <a:lnTo>
                  <a:pt x="874815" y="419650"/>
                </a:lnTo>
                <a:lnTo>
                  <a:pt x="873412" y="419650"/>
                </a:lnTo>
                <a:lnTo>
                  <a:pt x="872008" y="419650"/>
                </a:lnTo>
                <a:lnTo>
                  <a:pt x="870605" y="419650"/>
                </a:lnTo>
                <a:lnTo>
                  <a:pt x="869201" y="419650"/>
                </a:lnTo>
                <a:lnTo>
                  <a:pt x="867789" y="419650"/>
                </a:lnTo>
                <a:lnTo>
                  <a:pt x="866386" y="419650"/>
                </a:lnTo>
                <a:lnTo>
                  <a:pt x="864982" y="419650"/>
                </a:lnTo>
                <a:lnTo>
                  <a:pt x="863579" y="419650"/>
                </a:lnTo>
                <a:lnTo>
                  <a:pt x="862175" y="419650"/>
                </a:lnTo>
                <a:lnTo>
                  <a:pt x="860772" y="419650"/>
                </a:lnTo>
                <a:lnTo>
                  <a:pt x="859368" y="419650"/>
                </a:lnTo>
                <a:lnTo>
                  <a:pt x="857965" y="419650"/>
                </a:lnTo>
                <a:lnTo>
                  <a:pt x="856561" y="419650"/>
                </a:lnTo>
                <a:lnTo>
                  <a:pt x="855158" y="419650"/>
                </a:lnTo>
                <a:lnTo>
                  <a:pt x="853754" y="419650"/>
                </a:lnTo>
                <a:lnTo>
                  <a:pt x="852351" y="419650"/>
                </a:lnTo>
                <a:lnTo>
                  <a:pt x="850939" y="419650"/>
                </a:lnTo>
                <a:lnTo>
                  <a:pt x="849535" y="419650"/>
                </a:lnTo>
                <a:lnTo>
                  <a:pt x="848132" y="419650"/>
                </a:lnTo>
                <a:lnTo>
                  <a:pt x="846728" y="419650"/>
                </a:lnTo>
                <a:lnTo>
                  <a:pt x="845325" y="419650"/>
                </a:lnTo>
                <a:lnTo>
                  <a:pt x="843921" y="419650"/>
                </a:lnTo>
                <a:lnTo>
                  <a:pt x="842518" y="419650"/>
                </a:lnTo>
                <a:lnTo>
                  <a:pt x="841114" y="419650"/>
                </a:lnTo>
                <a:lnTo>
                  <a:pt x="839710" y="419650"/>
                </a:lnTo>
                <a:lnTo>
                  <a:pt x="838307" y="419650"/>
                </a:lnTo>
                <a:lnTo>
                  <a:pt x="836903" y="419650"/>
                </a:lnTo>
                <a:lnTo>
                  <a:pt x="835500" y="419650"/>
                </a:lnTo>
                <a:lnTo>
                  <a:pt x="834096" y="419650"/>
                </a:lnTo>
                <a:lnTo>
                  <a:pt x="832684" y="419650"/>
                </a:lnTo>
                <a:lnTo>
                  <a:pt x="831281" y="419650"/>
                </a:lnTo>
                <a:lnTo>
                  <a:pt x="829877" y="419650"/>
                </a:lnTo>
                <a:lnTo>
                  <a:pt x="828474" y="419650"/>
                </a:lnTo>
                <a:lnTo>
                  <a:pt x="827070" y="419650"/>
                </a:lnTo>
                <a:lnTo>
                  <a:pt x="825667" y="419650"/>
                </a:lnTo>
                <a:lnTo>
                  <a:pt x="824263" y="419650"/>
                </a:lnTo>
                <a:lnTo>
                  <a:pt x="822860" y="419650"/>
                </a:lnTo>
                <a:lnTo>
                  <a:pt x="821456" y="419650"/>
                </a:lnTo>
                <a:lnTo>
                  <a:pt x="820053" y="419650"/>
                </a:lnTo>
                <a:lnTo>
                  <a:pt x="818649" y="419650"/>
                </a:lnTo>
                <a:lnTo>
                  <a:pt x="817246" y="419650"/>
                </a:lnTo>
                <a:lnTo>
                  <a:pt x="815834" y="419650"/>
                </a:lnTo>
                <a:lnTo>
                  <a:pt x="814430" y="419650"/>
                </a:lnTo>
                <a:lnTo>
                  <a:pt x="813027" y="419650"/>
                </a:lnTo>
                <a:lnTo>
                  <a:pt x="811623" y="419650"/>
                </a:lnTo>
                <a:lnTo>
                  <a:pt x="810220" y="419650"/>
                </a:lnTo>
                <a:lnTo>
                  <a:pt x="808816" y="419650"/>
                </a:lnTo>
                <a:lnTo>
                  <a:pt x="807413" y="419650"/>
                </a:lnTo>
                <a:lnTo>
                  <a:pt x="806009" y="419650"/>
                </a:lnTo>
                <a:lnTo>
                  <a:pt x="804606" y="419650"/>
                </a:lnTo>
                <a:lnTo>
                  <a:pt x="803202" y="419650"/>
                </a:lnTo>
                <a:lnTo>
                  <a:pt x="801799" y="419650"/>
                </a:lnTo>
                <a:lnTo>
                  <a:pt x="800395" y="419650"/>
                </a:lnTo>
                <a:lnTo>
                  <a:pt x="798992" y="419650"/>
                </a:lnTo>
                <a:lnTo>
                  <a:pt x="797580" y="419650"/>
                </a:lnTo>
                <a:lnTo>
                  <a:pt x="796176" y="419650"/>
                </a:lnTo>
                <a:lnTo>
                  <a:pt x="794773" y="419650"/>
                </a:lnTo>
                <a:lnTo>
                  <a:pt x="793369" y="419650"/>
                </a:lnTo>
                <a:lnTo>
                  <a:pt x="791965" y="419650"/>
                </a:lnTo>
                <a:lnTo>
                  <a:pt x="790562" y="419650"/>
                </a:lnTo>
                <a:lnTo>
                  <a:pt x="789158" y="419650"/>
                </a:lnTo>
                <a:lnTo>
                  <a:pt x="787755" y="419650"/>
                </a:lnTo>
                <a:lnTo>
                  <a:pt x="786351" y="419650"/>
                </a:lnTo>
                <a:lnTo>
                  <a:pt x="784948" y="419650"/>
                </a:lnTo>
                <a:lnTo>
                  <a:pt x="783544" y="419650"/>
                </a:lnTo>
                <a:lnTo>
                  <a:pt x="782141" y="419650"/>
                </a:lnTo>
                <a:lnTo>
                  <a:pt x="780729" y="419650"/>
                </a:lnTo>
                <a:lnTo>
                  <a:pt x="779325" y="419650"/>
                </a:lnTo>
                <a:lnTo>
                  <a:pt x="777922" y="419650"/>
                </a:lnTo>
                <a:lnTo>
                  <a:pt x="776518" y="419650"/>
                </a:lnTo>
                <a:lnTo>
                  <a:pt x="775115" y="419650"/>
                </a:lnTo>
                <a:lnTo>
                  <a:pt x="773711" y="419650"/>
                </a:lnTo>
                <a:lnTo>
                  <a:pt x="772308" y="419650"/>
                </a:lnTo>
                <a:lnTo>
                  <a:pt x="770904" y="419650"/>
                </a:lnTo>
                <a:lnTo>
                  <a:pt x="769501" y="419650"/>
                </a:lnTo>
                <a:lnTo>
                  <a:pt x="768097" y="419650"/>
                </a:lnTo>
                <a:lnTo>
                  <a:pt x="766694" y="419650"/>
                </a:lnTo>
                <a:lnTo>
                  <a:pt x="765290" y="419650"/>
                </a:lnTo>
                <a:lnTo>
                  <a:pt x="763887" y="419650"/>
                </a:lnTo>
                <a:lnTo>
                  <a:pt x="762475" y="419650"/>
                </a:lnTo>
                <a:lnTo>
                  <a:pt x="761071" y="419650"/>
                </a:lnTo>
                <a:lnTo>
                  <a:pt x="759668" y="419650"/>
                </a:lnTo>
                <a:lnTo>
                  <a:pt x="758264" y="419650"/>
                </a:lnTo>
                <a:lnTo>
                  <a:pt x="756861" y="419650"/>
                </a:lnTo>
                <a:lnTo>
                  <a:pt x="755457" y="419650"/>
                </a:lnTo>
                <a:lnTo>
                  <a:pt x="754054" y="419650"/>
                </a:lnTo>
                <a:lnTo>
                  <a:pt x="752650" y="419650"/>
                </a:lnTo>
                <a:lnTo>
                  <a:pt x="751246" y="419650"/>
                </a:lnTo>
                <a:lnTo>
                  <a:pt x="749843" y="419650"/>
                </a:lnTo>
                <a:lnTo>
                  <a:pt x="748439" y="419650"/>
                </a:lnTo>
                <a:lnTo>
                  <a:pt x="747036" y="419650"/>
                </a:lnTo>
                <a:lnTo>
                  <a:pt x="745624" y="419650"/>
                </a:lnTo>
                <a:lnTo>
                  <a:pt x="744220" y="419650"/>
                </a:lnTo>
                <a:lnTo>
                  <a:pt x="742817" y="419650"/>
                </a:lnTo>
                <a:lnTo>
                  <a:pt x="741413" y="419650"/>
                </a:lnTo>
                <a:lnTo>
                  <a:pt x="740010" y="419650"/>
                </a:lnTo>
                <a:lnTo>
                  <a:pt x="738606" y="419650"/>
                </a:lnTo>
                <a:lnTo>
                  <a:pt x="737203" y="419650"/>
                </a:lnTo>
                <a:lnTo>
                  <a:pt x="735799" y="419650"/>
                </a:lnTo>
                <a:lnTo>
                  <a:pt x="734396" y="419650"/>
                </a:lnTo>
                <a:lnTo>
                  <a:pt x="732992" y="419650"/>
                </a:lnTo>
                <a:lnTo>
                  <a:pt x="731589" y="419650"/>
                </a:lnTo>
                <a:lnTo>
                  <a:pt x="730185" y="419650"/>
                </a:lnTo>
                <a:lnTo>
                  <a:pt x="728782" y="419650"/>
                </a:lnTo>
                <a:lnTo>
                  <a:pt x="727370" y="419650"/>
                </a:lnTo>
                <a:lnTo>
                  <a:pt x="725966" y="419650"/>
                </a:lnTo>
                <a:lnTo>
                  <a:pt x="724563" y="419650"/>
                </a:lnTo>
                <a:lnTo>
                  <a:pt x="723159" y="419650"/>
                </a:lnTo>
                <a:lnTo>
                  <a:pt x="721756" y="419650"/>
                </a:lnTo>
                <a:lnTo>
                  <a:pt x="720352" y="419650"/>
                </a:lnTo>
                <a:lnTo>
                  <a:pt x="718949" y="419650"/>
                </a:lnTo>
                <a:lnTo>
                  <a:pt x="717545" y="419650"/>
                </a:lnTo>
                <a:lnTo>
                  <a:pt x="716142" y="419650"/>
                </a:lnTo>
                <a:lnTo>
                  <a:pt x="714738" y="419650"/>
                </a:lnTo>
                <a:lnTo>
                  <a:pt x="713335" y="419650"/>
                </a:lnTo>
                <a:lnTo>
                  <a:pt x="711931" y="419650"/>
                </a:lnTo>
                <a:lnTo>
                  <a:pt x="710519" y="419650"/>
                </a:lnTo>
                <a:lnTo>
                  <a:pt x="709116" y="419650"/>
                </a:lnTo>
                <a:lnTo>
                  <a:pt x="707712" y="419650"/>
                </a:lnTo>
                <a:lnTo>
                  <a:pt x="706309" y="419650"/>
                </a:lnTo>
                <a:lnTo>
                  <a:pt x="704905" y="419650"/>
                </a:lnTo>
                <a:lnTo>
                  <a:pt x="703501" y="419650"/>
                </a:lnTo>
                <a:lnTo>
                  <a:pt x="702098" y="419650"/>
                </a:lnTo>
                <a:lnTo>
                  <a:pt x="700694" y="419650"/>
                </a:lnTo>
                <a:lnTo>
                  <a:pt x="699291" y="419650"/>
                </a:lnTo>
                <a:lnTo>
                  <a:pt x="697887" y="419650"/>
                </a:lnTo>
                <a:lnTo>
                  <a:pt x="696484" y="419650"/>
                </a:lnTo>
                <a:lnTo>
                  <a:pt x="695080" y="419650"/>
                </a:lnTo>
                <a:lnTo>
                  <a:pt x="693677" y="419650"/>
                </a:lnTo>
                <a:lnTo>
                  <a:pt x="692265" y="419650"/>
                </a:lnTo>
                <a:lnTo>
                  <a:pt x="690861" y="419650"/>
                </a:lnTo>
                <a:lnTo>
                  <a:pt x="689458" y="419650"/>
                </a:lnTo>
                <a:lnTo>
                  <a:pt x="688054" y="419650"/>
                </a:lnTo>
                <a:lnTo>
                  <a:pt x="686651" y="419650"/>
                </a:lnTo>
                <a:lnTo>
                  <a:pt x="685247" y="419650"/>
                </a:lnTo>
                <a:lnTo>
                  <a:pt x="683844" y="419650"/>
                </a:lnTo>
                <a:lnTo>
                  <a:pt x="682440" y="419650"/>
                </a:lnTo>
                <a:lnTo>
                  <a:pt x="681037" y="419650"/>
                </a:lnTo>
                <a:lnTo>
                  <a:pt x="679633" y="419650"/>
                </a:lnTo>
                <a:lnTo>
                  <a:pt x="678230" y="419650"/>
                </a:lnTo>
                <a:lnTo>
                  <a:pt x="676826" y="419650"/>
                </a:lnTo>
                <a:lnTo>
                  <a:pt x="675414" y="419650"/>
                </a:lnTo>
                <a:lnTo>
                  <a:pt x="674011" y="419650"/>
                </a:lnTo>
                <a:lnTo>
                  <a:pt x="672607" y="419650"/>
                </a:lnTo>
                <a:lnTo>
                  <a:pt x="671204" y="419650"/>
                </a:lnTo>
                <a:lnTo>
                  <a:pt x="669800" y="419650"/>
                </a:lnTo>
                <a:lnTo>
                  <a:pt x="668397" y="419650"/>
                </a:lnTo>
                <a:lnTo>
                  <a:pt x="666993" y="419650"/>
                </a:lnTo>
                <a:lnTo>
                  <a:pt x="665590" y="419650"/>
                </a:lnTo>
                <a:lnTo>
                  <a:pt x="664186" y="419650"/>
                </a:lnTo>
                <a:lnTo>
                  <a:pt x="662782" y="419650"/>
                </a:lnTo>
                <a:lnTo>
                  <a:pt x="661379" y="419650"/>
                </a:lnTo>
                <a:lnTo>
                  <a:pt x="659975" y="419650"/>
                </a:lnTo>
                <a:lnTo>
                  <a:pt x="658572" y="419650"/>
                </a:lnTo>
                <a:lnTo>
                  <a:pt x="657160" y="419650"/>
                </a:lnTo>
                <a:lnTo>
                  <a:pt x="655756" y="419650"/>
                </a:lnTo>
                <a:lnTo>
                  <a:pt x="654353" y="419650"/>
                </a:lnTo>
                <a:lnTo>
                  <a:pt x="652949" y="419650"/>
                </a:lnTo>
                <a:lnTo>
                  <a:pt x="651546" y="419650"/>
                </a:lnTo>
                <a:lnTo>
                  <a:pt x="650142" y="419650"/>
                </a:lnTo>
                <a:lnTo>
                  <a:pt x="648739" y="419650"/>
                </a:lnTo>
                <a:lnTo>
                  <a:pt x="647335" y="419650"/>
                </a:lnTo>
                <a:lnTo>
                  <a:pt x="645932" y="419650"/>
                </a:lnTo>
                <a:lnTo>
                  <a:pt x="644528" y="419650"/>
                </a:lnTo>
                <a:lnTo>
                  <a:pt x="643125" y="419650"/>
                </a:lnTo>
                <a:lnTo>
                  <a:pt x="641721" y="419650"/>
                </a:lnTo>
                <a:lnTo>
                  <a:pt x="640309" y="419650"/>
                </a:lnTo>
                <a:lnTo>
                  <a:pt x="638906" y="419650"/>
                </a:lnTo>
                <a:lnTo>
                  <a:pt x="637502" y="419650"/>
                </a:lnTo>
                <a:lnTo>
                  <a:pt x="636099" y="419650"/>
                </a:lnTo>
                <a:lnTo>
                  <a:pt x="634695" y="419650"/>
                </a:lnTo>
                <a:lnTo>
                  <a:pt x="633292" y="419650"/>
                </a:lnTo>
                <a:lnTo>
                  <a:pt x="631888" y="419650"/>
                </a:lnTo>
                <a:lnTo>
                  <a:pt x="630485" y="419650"/>
                </a:lnTo>
                <a:lnTo>
                  <a:pt x="629081" y="419650"/>
                </a:lnTo>
                <a:lnTo>
                  <a:pt x="627678" y="419650"/>
                </a:lnTo>
                <a:lnTo>
                  <a:pt x="626274" y="419650"/>
                </a:lnTo>
                <a:lnTo>
                  <a:pt x="624871" y="419650"/>
                </a:lnTo>
                <a:lnTo>
                  <a:pt x="623467" y="419650"/>
                </a:lnTo>
                <a:lnTo>
                  <a:pt x="622055" y="419650"/>
                </a:lnTo>
                <a:lnTo>
                  <a:pt x="620652" y="419650"/>
                </a:lnTo>
                <a:lnTo>
                  <a:pt x="619248" y="419650"/>
                </a:lnTo>
                <a:lnTo>
                  <a:pt x="617845" y="419650"/>
                </a:lnTo>
                <a:lnTo>
                  <a:pt x="616441" y="419650"/>
                </a:lnTo>
                <a:lnTo>
                  <a:pt x="615037" y="419650"/>
                </a:lnTo>
                <a:lnTo>
                  <a:pt x="613634" y="419650"/>
                </a:lnTo>
                <a:lnTo>
                  <a:pt x="612230" y="419650"/>
                </a:lnTo>
                <a:lnTo>
                  <a:pt x="610827" y="419650"/>
                </a:lnTo>
                <a:lnTo>
                  <a:pt x="609423" y="419650"/>
                </a:lnTo>
                <a:lnTo>
                  <a:pt x="608020" y="419650"/>
                </a:lnTo>
                <a:lnTo>
                  <a:pt x="606616" y="419650"/>
                </a:lnTo>
                <a:lnTo>
                  <a:pt x="605204" y="419650"/>
                </a:lnTo>
                <a:lnTo>
                  <a:pt x="603801" y="419650"/>
                </a:lnTo>
                <a:lnTo>
                  <a:pt x="602397" y="419650"/>
                </a:lnTo>
                <a:lnTo>
                  <a:pt x="600994" y="419650"/>
                </a:lnTo>
                <a:lnTo>
                  <a:pt x="599590" y="419650"/>
                </a:lnTo>
                <a:lnTo>
                  <a:pt x="598187" y="419650"/>
                </a:lnTo>
                <a:lnTo>
                  <a:pt x="596783" y="419650"/>
                </a:lnTo>
                <a:lnTo>
                  <a:pt x="595380" y="419650"/>
                </a:lnTo>
                <a:lnTo>
                  <a:pt x="593976" y="419650"/>
                </a:lnTo>
                <a:lnTo>
                  <a:pt x="592573" y="419650"/>
                </a:lnTo>
                <a:lnTo>
                  <a:pt x="591169" y="419650"/>
                </a:lnTo>
                <a:lnTo>
                  <a:pt x="589766" y="419650"/>
                </a:lnTo>
                <a:lnTo>
                  <a:pt x="588362" y="419650"/>
                </a:lnTo>
                <a:lnTo>
                  <a:pt x="586950" y="419650"/>
                </a:lnTo>
                <a:lnTo>
                  <a:pt x="585547" y="419650"/>
                </a:lnTo>
                <a:lnTo>
                  <a:pt x="584143" y="419650"/>
                </a:lnTo>
                <a:lnTo>
                  <a:pt x="582740" y="419650"/>
                </a:lnTo>
                <a:lnTo>
                  <a:pt x="581336" y="419650"/>
                </a:lnTo>
                <a:lnTo>
                  <a:pt x="579933" y="419650"/>
                </a:lnTo>
                <a:lnTo>
                  <a:pt x="578529" y="419650"/>
                </a:lnTo>
                <a:lnTo>
                  <a:pt x="577126" y="419650"/>
                </a:lnTo>
                <a:lnTo>
                  <a:pt x="575722" y="419650"/>
                </a:lnTo>
                <a:lnTo>
                  <a:pt x="574318" y="419650"/>
                </a:lnTo>
                <a:lnTo>
                  <a:pt x="572915" y="419650"/>
                </a:lnTo>
                <a:lnTo>
                  <a:pt x="571511" y="419650"/>
                </a:lnTo>
                <a:lnTo>
                  <a:pt x="570099" y="419650"/>
                </a:lnTo>
                <a:lnTo>
                  <a:pt x="568696" y="419650"/>
                </a:lnTo>
                <a:lnTo>
                  <a:pt x="567292" y="419650"/>
                </a:lnTo>
                <a:lnTo>
                  <a:pt x="565889" y="419650"/>
                </a:lnTo>
                <a:lnTo>
                  <a:pt x="564485" y="419650"/>
                </a:lnTo>
                <a:lnTo>
                  <a:pt x="563082" y="419650"/>
                </a:lnTo>
                <a:lnTo>
                  <a:pt x="561678" y="419650"/>
                </a:lnTo>
                <a:lnTo>
                  <a:pt x="560275" y="419650"/>
                </a:lnTo>
                <a:lnTo>
                  <a:pt x="558871" y="419650"/>
                </a:lnTo>
                <a:lnTo>
                  <a:pt x="557468" y="419650"/>
                </a:lnTo>
                <a:lnTo>
                  <a:pt x="556064" y="419650"/>
                </a:lnTo>
                <a:lnTo>
                  <a:pt x="554661" y="419650"/>
                </a:lnTo>
                <a:lnTo>
                  <a:pt x="553257" y="419650"/>
                </a:lnTo>
                <a:lnTo>
                  <a:pt x="551845" y="419650"/>
                </a:lnTo>
                <a:lnTo>
                  <a:pt x="550442" y="419650"/>
                </a:lnTo>
                <a:lnTo>
                  <a:pt x="549038" y="419650"/>
                </a:lnTo>
                <a:lnTo>
                  <a:pt x="547635" y="419650"/>
                </a:lnTo>
                <a:lnTo>
                  <a:pt x="546231" y="419650"/>
                </a:lnTo>
                <a:lnTo>
                  <a:pt x="544828" y="419650"/>
                </a:lnTo>
                <a:lnTo>
                  <a:pt x="543424" y="419650"/>
                </a:lnTo>
                <a:lnTo>
                  <a:pt x="542021" y="419650"/>
                </a:lnTo>
                <a:lnTo>
                  <a:pt x="540617" y="419650"/>
                </a:lnTo>
                <a:lnTo>
                  <a:pt x="539214" y="419650"/>
                </a:lnTo>
                <a:lnTo>
                  <a:pt x="537810" y="419650"/>
                </a:lnTo>
                <a:lnTo>
                  <a:pt x="536398" y="419650"/>
                </a:lnTo>
                <a:lnTo>
                  <a:pt x="535003" y="419650"/>
                </a:lnTo>
                <a:lnTo>
                  <a:pt x="533591" y="419650"/>
                </a:lnTo>
                <a:lnTo>
                  <a:pt x="532188" y="419650"/>
                </a:lnTo>
                <a:lnTo>
                  <a:pt x="530784" y="419650"/>
                </a:lnTo>
                <a:lnTo>
                  <a:pt x="529380" y="419650"/>
                </a:lnTo>
                <a:lnTo>
                  <a:pt x="527977" y="419650"/>
                </a:lnTo>
                <a:lnTo>
                  <a:pt x="526573" y="419650"/>
                </a:lnTo>
                <a:lnTo>
                  <a:pt x="525170" y="419650"/>
                </a:lnTo>
                <a:lnTo>
                  <a:pt x="523766" y="419650"/>
                </a:lnTo>
                <a:lnTo>
                  <a:pt x="522363" y="419650"/>
                </a:lnTo>
                <a:lnTo>
                  <a:pt x="520951" y="419650"/>
                </a:lnTo>
                <a:lnTo>
                  <a:pt x="519556" y="419650"/>
                </a:lnTo>
                <a:lnTo>
                  <a:pt x="518144" y="419650"/>
                </a:lnTo>
                <a:lnTo>
                  <a:pt x="516749" y="419650"/>
                </a:lnTo>
                <a:lnTo>
                  <a:pt x="515337" y="419650"/>
                </a:lnTo>
                <a:lnTo>
                  <a:pt x="513942" y="419650"/>
                </a:lnTo>
                <a:lnTo>
                  <a:pt x="512530" y="419650"/>
                </a:lnTo>
                <a:lnTo>
                  <a:pt x="511135" y="419650"/>
                </a:lnTo>
                <a:lnTo>
                  <a:pt x="509723" y="419650"/>
                </a:lnTo>
                <a:lnTo>
                  <a:pt x="508319" y="419650"/>
                </a:lnTo>
                <a:lnTo>
                  <a:pt x="506916" y="419650"/>
                </a:lnTo>
                <a:lnTo>
                  <a:pt x="505504" y="419650"/>
                </a:lnTo>
                <a:lnTo>
                  <a:pt x="504109" y="419650"/>
                </a:lnTo>
                <a:lnTo>
                  <a:pt x="502697" y="419650"/>
                </a:lnTo>
                <a:lnTo>
                  <a:pt x="501302" y="419650"/>
                </a:lnTo>
                <a:lnTo>
                  <a:pt x="499890" y="419650"/>
                </a:lnTo>
                <a:lnTo>
                  <a:pt x="498495" y="419650"/>
                </a:lnTo>
                <a:lnTo>
                  <a:pt x="497083" y="419650"/>
                </a:lnTo>
                <a:lnTo>
                  <a:pt x="495688" y="419650"/>
                </a:lnTo>
                <a:lnTo>
                  <a:pt x="494276" y="419650"/>
                </a:lnTo>
                <a:lnTo>
                  <a:pt x="492872" y="419650"/>
                </a:lnTo>
                <a:lnTo>
                  <a:pt x="491469" y="419650"/>
                </a:lnTo>
                <a:lnTo>
                  <a:pt x="490065" y="419650"/>
                </a:lnTo>
                <a:lnTo>
                  <a:pt x="488662" y="419650"/>
                </a:lnTo>
                <a:lnTo>
                  <a:pt x="487258" y="419650"/>
                </a:lnTo>
                <a:lnTo>
                  <a:pt x="485854" y="419650"/>
                </a:lnTo>
                <a:lnTo>
                  <a:pt x="484443" y="419650"/>
                </a:lnTo>
                <a:lnTo>
                  <a:pt x="483047" y="419650"/>
                </a:lnTo>
                <a:lnTo>
                  <a:pt x="481635" y="419650"/>
                </a:lnTo>
                <a:lnTo>
                  <a:pt x="480240" y="419650"/>
                </a:lnTo>
                <a:lnTo>
                  <a:pt x="478828" y="419650"/>
                </a:lnTo>
                <a:lnTo>
                  <a:pt x="477425" y="419650"/>
                </a:lnTo>
                <a:lnTo>
                  <a:pt x="476021" y="419650"/>
                </a:lnTo>
                <a:lnTo>
                  <a:pt x="474618" y="419650"/>
                </a:lnTo>
                <a:lnTo>
                  <a:pt x="473214" y="419650"/>
                </a:lnTo>
                <a:lnTo>
                  <a:pt x="471811" y="419650"/>
                </a:lnTo>
                <a:lnTo>
                  <a:pt x="470407" y="419650"/>
                </a:lnTo>
                <a:lnTo>
                  <a:pt x="469004" y="419650"/>
                </a:lnTo>
                <a:lnTo>
                  <a:pt x="467600" y="419650"/>
                </a:lnTo>
                <a:lnTo>
                  <a:pt x="466197" y="419650"/>
                </a:lnTo>
                <a:lnTo>
                  <a:pt x="464793" y="419650"/>
                </a:lnTo>
                <a:lnTo>
                  <a:pt x="463381" y="419650"/>
                </a:lnTo>
                <a:lnTo>
                  <a:pt x="461978" y="419650"/>
                </a:lnTo>
                <a:lnTo>
                  <a:pt x="460574" y="419650"/>
                </a:lnTo>
                <a:lnTo>
                  <a:pt x="459171" y="419650"/>
                </a:lnTo>
                <a:lnTo>
                  <a:pt x="457767" y="419650"/>
                </a:lnTo>
                <a:lnTo>
                  <a:pt x="456364" y="419650"/>
                </a:lnTo>
                <a:lnTo>
                  <a:pt x="454960" y="419650"/>
                </a:lnTo>
                <a:lnTo>
                  <a:pt x="453557" y="419650"/>
                </a:lnTo>
                <a:lnTo>
                  <a:pt x="452153" y="419650"/>
                </a:lnTo>
                <a:lnTo>
                  <a:pt x="450750" y="419650"/>
                </a:lnTo>
                <a:lnTo>
                  <a:pt x="449346" y="419650"/>
                </a:lnTo>
                <a:lnTo>
                  <a:pt x="447943" y="419650"/>
                </a:lnTo>
                <a:lnTo>
                  <a:pt x="446531" y="419650"/>
                </a:lnTo>
                <a:lnTo>
                  <a:pt x="445136" y="419650"/>
                </a:lnTo>
                <a:lnTo>
                  <a:pt x="443724" y="419650"/>
                </a:lnTo>
                <a:lnTo>
                  <a:pt x="442320" y="419650"/>
                </a:lnTo>
                <a:lnTo>
                  <a:pt x="440916" y="419650"/>
                </a:lnTo>
                <a:lnTo>
                  <a:pt x="439513" y="419650"/>
                </a:lnTo>
                <a:lnTo>
                  <a:pt x="438109" y="419650"/>
                </a:lnTo>
                <a:lnTo>
                  <a:pt x="436706" y="419650"/>
                </a:lnTo>
                <a:lnTo>
                  <a:pt x="435302" y="419650"/>
                </a:lnTo>
                <a:lnTo>
                  <a:pt x="433899" y="419650"/>
                </a:lnTo>
                <a:lnTo>
                  <a:pt x="432495" y="419650"/>
                </a:lnTo>
                <a:lnTo>
                  <a:pt x="431083" y="419650"/>
                </a:lnTo>
                <a:lnTo>
                  <a:pt x="429688" y="419650"/>
                </a:lnTo>
                <a:lnTo>
                  <a:pt x="428276" y="419650"/>
                </a:lnTo>
                <a:lnTo>
                  <a:pt x="426873" y="419650"/>
                </a:lnTo>
                <a:lnTo>
                  <a:pt x="425469" y="419650"/>
                </a:lnTo>
                <a:lnTo>
                  <a:pt x="424074" y="419650"/>
                </a:lnTo>
                <a:lnTo>
                  <a:pt x="422662" y="419650"/>
                </a:lnTo>
                <a:lnTo>
                  <a:pt x="421259" y="419650"/>
                </a:lnTo>
                <a:lnTo>
                  <a:pt x="419855" y="419650"/>
                </a:lnTo>
                <a:lnTo>
                  <a:pt x="418452" y="419650"/>
                </a:lnTo>
                <a:lnTo>
                  <a:pt x="417048" y="419650"/>
                </a:lnTo>
                <a:lnTo>
                  <a:pt x="415636" y="419650"/>
                </a:lnTo>
                <a:lnTo>
                  <a:pt x="414241" y="419650"/>
                </a:lnTo>
                <a:lnTo>
                  <a:pt x="412829" y="419650"/>
                </a:lnTo>
                <a:lnTo>
                  <a:pt x="411434" y="419650"/>
                </a:lnTo>
                <a:lnTo>
                  <a:pt x="410022" y="419650"/>
                </a:lnTo>
                <a:lnTo>
                  <a:pt x="408627" y="419650"/>
                </a:lnTo>
                <a:lnTo>
                  <a:pt x="407215" y="419650"/>
                </a:lnTo>
                <a:lnTo>
                  <a:pt x="405820" y="419650"/>
                </a:lnTo>
                <a:lnTo>
                  <a:pt x="404408" y="419650"/>
                </a:lnTo>
                <a:lnTo>
                  <a:pt x="403005" y="419650"/>
                </a:lnTo>
                <a:lnTo>
                  <a:pt x="401601" y="419650"/>
                </a:lnTo>
                <a:lnTo>
                  <a:pt x="400189" y="419650"/>
                </a:lnTo>
                <a:lnTo>
                  <a:pt x="398794" y="419650"/>
                </a:lnTo>
                <a:lnTo>
                  <a:pt x="397382" y="419650"/>
                </a:lnTo>
                <a:lnTo>
                  <a:pt x="395987" y="419650"/>
                </a:lnTo>
                <a:lnTo>
                  <a:pt x="394575" y="419650"/>
                </a:lnTo>
                <a:lnTo>
                  <a:pt x="393180" y="419650"/>
                </a:lnTo>
                <a:lnTo>
                  <a:pt x="391768" y="419650"/>
                </a:lnTo>
                <a:lnTo>
                  <a:pt x="390373" y="419650"/>
                </a:lnTo>
                <a:lnTo>
                  <a:pt x="388961" y="419650"/>
                </a:lnTo>
                <a:lnTo>
                  <a:pt x="387557" y="419650"/>
                </a:lnTo>
                <a:lnTo>
                  <a:pt x="386154" y="419650"/>
                </a:lnTo>
                <a:lnTo>
                  <a:pt x="384750" y="419650"/>
                </a:lnTo>
                <a:lnTo>
                  <a:pt x="383347" y="419650"/>
                </a:lnTo>
                <a:lnTo>
                  <a:pt x="381935" y="419650"/>
                </a:lnTo>
                <a:lnTo>
                  <a:pt x="380540" y="419650"/>
                </a:lnTo>
                <a:lnTo>
                  <a:pt x="379128" y="419650"/>
                </a:lnTo>
                <a:lnTo>
                  <a:pt x="377733" y="419650"/>
                </a:lnTo>
                <a:lnTo>
                  <a:pt x="376321" y="419650"/>
                </a:lnTo>
                <a:lnTo>
                  <a:pt x="374926" y="419650"/>
                </a:lnTo>
                <a:lnTo>
                  <a:pt x="373514" y="419650"/>
                </a:lnTo>
                <a:lnTo>
                  <a:pt x="372110" y="419650"/>
                </a:lnTo>
                <a:lnTo>
                  <a:pt x="370707" y="419650"/>
                </a:lnTo>
                <a:lnTo>
                  <a:pt x="369303" y="419650"/>
                </a:lnTo>
                <a:lnTo>
                  <a:pt x="367900" y="419650"/>
                </a:lnTo>
                <a:lnTo>
                  <a:pt x="366496" y="419650"/>
                </a:lnTo>
                <a:lnTo>
                  <a:pt x="365093" y="419650"/>
                </a:lnTo>
                <a:lnTo>
                  <a:pt x="363689" y="419650"/>
                </a:lnTo>
                <a:lnTo>
                  <a:pt x="362286" y="419650"/>
                </a:lnTo>
                <a:lnTo>
                  <a:pt x="360882" y="419650"/>
                </a:lnTo>
                <a:lnTo>
                  <a:pt x="359479" y="419650"/>
                </a:lnTo>
                <a:lnTo>
                  <a:pt x="358067" y="419650"/>
                </a:lnTo>
                <a:lnTo>
                  <a:pt x="356663" y="419650"/>
                </a:lnTo>
                <a:lnTo>
                  <a:pt x="355260" y="419650"/>
                </a:lnTo>
                <a:lnTo>
                  <a:pt x="353856" y="419650"/>
                </a:lnTo>
                <a:lnTo>
                  <a:pt x="352452" y="419650"/>
                </a:lnTo>
                <a:lnTo>
                  <a:pt x="351049" y="419650"/>
                </a:lnTo>
                <a:lnTo>
                  <a:pt x="349645" y="419650"/>
                </a:lnTo>
                <a:lnTo>
                  <a:pt x="348242" y="419650"/>
                </a:lnTo>
                <a:lnTo>
                  <a:pt x="346838" y="419650"/>
                </a:lnTo>
                <a:lnTo>
                  <a:pt x="345435" y="419650"/>
                </a:lnTo>
                <a:lnTo>
                  <a:pt x="344031" y="419650"/>
                </a:lnTo>
                <a:lnTo>
                  <a:pt x="342628" y="419650"/>
                </a:lnTo>
                <a:lnTo>
                  <a:pt x="341216" y="419650"/>
                </a:lnTo>
                <a:lnTo>
                  <a:pt x="339821" y="419650"/>
                </a:lnTo>
                <a:lnTo>
                  <a:pt x="338409" y="419650"/>
                </a:lnTo>
                <a:lnTo>
                  <a:pt x="337005" y="419650"/>
                </a:lnTo>
                <a:lnTo>
                  <a:pt x="335602" y="419650"/>
                </a:lnTo>
                <a:lnTo>
                  <a:pt x="334198" y="419650"/>
                </a:lnTo>
                <a:lnTo>
                  <a:pt x="332795" y="419650"/>
                </a:lnTo>
                <a:lnTo>
                  <a:pt x="331391" y="419650"/>
                </a:lnTo>
                <a:lnTo>
                  <a:pt x="329988" y="419650"/>
                </a:lnTo>
                <a:lnTo>
                  <a:pt x="328584" y="419650"/>
                </a:lnTo>
                <a:lnTo>
                  <a:pt x="327181" y="419650"/>
                </a:lnTo>
                <a:lnTo>
                  <a:pt x="325769" y="419650"/>
                </a:lnTo>
                <a:lnTo>
                  <a:pt x="324374" y="419650"/>
                </a:lnTo>
                <a:lnTo>
                  <a:pt x="322962" y="419650"/>
                </a:lnTo>
                <a:lnTo>
                  <a:pt x="321567" y="419650"/>
                </a:lnTo>
                <a:lnTo>
                  <a:pt x="320155" y="419650"/>
                </a:lnTo>
                <a:lnTo>
                  <a:pt x="318760" y="419650"/>
                </a:lnTo>
                <a:lnTo>
                  <a:pt x="317348" y="419650"/>
                </a:lnTo>
                <a:lnTo>
                  <a:pt x="315944" y="419650"/>
                </a:lnTo>
                <a:lnTo>
                  <a:pt x="314541" y="419650"/>
                </a:lnTo>
                <a:lnTo>
                  <a:pt x="313137" y="419650"/>
                </a:lnTo>
                <a:lnTo>
                  <a:pt x="311734" y="419650"/>
                </a:lnTo>
                <a:lnTo>
                  <a:pt x="310322" y="419650"/>
                </a:lnTo>
                <a:lnTo>
                  <a:pt x="308926" y="419650"/>
                </a:lnTo>
                <a:lnTo>
                  <a:pt x="307515" y="419650"/>
                </a:lnTo>
                <a:lnTo>
                  <a:pt x="306119" y="419650"/>
                </a:lnTo>
                <a:lnTo>
                  <a:pt x="304707" y="419650"/>
                </a:lnTo>
                <a:lnTo>
                  <a:pt x="303312" y="419650"/>
                </a:lnTo>
                <a:lnTo>
                  <a:pt x="301900" y="419650"/>
                </a:lnTo>
                <a:lnTo>
                  <a:pt x="300497" y="419650"/>
                </a:lnTo>
                <a:lnTo>
                  <a:pt x="299093" y="419650"/>
                </a:lnTo>
                <a:lnTo>
                  <a:pt x="297690" y="419650"/>
                </a:lnTo>
                <a:lnTo>
                  <a:pt x="296286" y="419650"/>
                </a:lnTo>
                <a:lnTo>
                  <a:pt x="294874" y="419650"/>
                </a:lnTo>
                <a:lnTo>
                  <a:pt x="293479" y="419650"/>
                </a:lnTo>
                <a:lnTo>
                  <a:pt x="292067" y="419650"/>
                </a:lnTo>
                <a:lnTo>
                  <a:pt x="290672" y="419650"/>
                </a:lnTo>
                <a:lnTo>
                  <a:pt x="289260" y="419650"/>
                </a:lnTo>
                <a:lnTo>
                  <a:pt x="287865" y="419650"/>
                </a:lnTo>
                <a:lnTo>
                  <a:pt x="286453" y="419650"/>
                </a:lnTo>
                <a:lnTo>
                  <a:pt x="285058" y="419650"/>
                </a:lnTo>
                <a:lnTo>
                  <a:pt x="283646" y="419650"/>
                </a:lnTo>
                <a:lnTo>
                  <a:pt x="282243" y="419650"/>
                </a:lnTo>
                <a:lnTo>
                  <a:pt x="280839" y="419650"/>
                </a:lnTo>
                <a:lnTo>
                  <a:pt x="279427" y="419650"/>
                </a:lnTo>
                <a:lnTo>
                  <a:pt x="278032" y="419650"/>
                </a:lnTo>
                <a:lnTo>
                  <a:pt x="276620" y="419650"/>
                </a:lnTo>
                <a:lnTo>
                  <a:pt x="275225" y="419650"/>
                </a:lnTo>
                <a:lnTo>
                  <a:pt x="273813" y="419650"/>
                </a:lnTo>
                <a:lnTo>
                  <a:pt x="272418" y="419650"/>
                </a:lnTo>
                <a:lnTo>
                  <a:pt x="271006" y="419650"/>
                </a:lnTo>
                <a:lnTo>
                  <a:pt x="269611" y="419650"/>
                </a:lnTo>
                <a:lnTo>
                  <a:pt x="268199" y="419650"/>
                </a:lnTo>
                <a:lnTo>
                  <a:pt x="266796" y="419650"/>
                </a:lnTo>
                <a:lnTo>
                  <a:pt x="265392" y="419650"/>
                </a:lnTo>
                <a:lnTo>
                  <a:pt x="263988" y="419650"/>
                </a:lnTo>
                <a:lnTo>
                  <a:pt x="262585" y="419650"/>
                </a:lnTo>
                <a:lnTo>
                  <a:pt x="261181" y="419650"/>
                </a:lnTo>
                <a:lnTo>
                  <a:pt x="259778" y="419650"/>
                </a:lnTo>
                <a:lnTo>
                  <a:pt x="258374" y="419650"/>
                </a:lnTo>
                <a:lnTo>
                  <a:pt x="256971" y="419650"/>
                </a:lnTo>
                <a:lnTo>
                  <a:pt x="255567" y="419650"/>
                </a:lnTo>
                <a:lnTo>
                  <a:pt x="254164" y="419650"/>
                </a:lnTo>
                <a:lnTo>
                  <a:pt x="252752" y="419650"/>
                </a:lnTo>
                <a:lnTo>
                  <a:pt x="251348" y="419650"/>
                </a:lnTo>
                <a:lnTo>
                  <a:pt x="249945" y="419650"/>
                </a:lnTo>
                <a:lnTo>
                  <a:pt x="248541" y="419650"/>
                </a:lnTo>
                <a:lnTo>
                  <a:pt x="247138" y="419650"/>
                </a:lnTo>
                <a:lnTo>
                  <a:pt x="245734" y="419650"/>
                </a:lnTo>
                <a:lnTo>
                  <a:pt x="244331" y="419650"/>
                </a:lnTo>
                <a:lnTo>
                  <a:pt x="242927" y="419650"/>
                </a:lnTo>
                <a:lnTo>
                  <a:pt x="241524" y="419650"/>
                </a:lnTo>
                <a:lnTo>
                  <a:pt x="240120" y="419650"/>
                </a:lnTo>
                <a:lnTo>
                  <a:pt x="238717" y="419650"/>
                </a:lnTo>
                <a:lnTo>
                  <a:pt x="237313" y="419650"/>
                </a:lnTo>
                <a:lnTo>
                  <a:pt x="235901" y="419650"/>
                </a:lnTo>
                <a:lnTo>
                  <a:pt x="234506" y="419650"/>
                </a:lnTo>
                <a:lnTo>
                  <a:pt x="233094" y="419650"/>
                </a:lnTo>
                <a:lnTo>
                  <a:pt x="231691" y="419650"/>
                </a:lnTo>
                <a:lnTo>
                  <a:pt x="230287" y="419650"/>
                </a:lnTo>
                <a:lnTo>
                  <a:pt x="228884" y="419650"/>
                </a:lnTo>
                <a:lnTo>
                  <a:pt x="227480" y="419650"/>
                </a:lnTo>
                <a:lnTo>
                  <a:pt x="226077" y="419650"/>
                </a:lnTo>
                <a:lnTo>
                  <a:pt x="224673" y="419650"/>
                </a:lnTo>
                <a:lnTo>
                  <a:pt x="223270" y="419650"/>
                </a:lnTo>
                <a:lnTo>
                  <a:pt x="221866" y="419650"/>
                </a:lnTo>
                <a:lnTo>
                  <a:pt x="220454" y="419650"/>
                </a:lnTo>
                <a:lnTo>
                  <a:pt x="219059" y="419650"/>
                </a:lnTo>
                <a:lnTo>
                  <a:pt x="217647" y="419650"/>
                </a:lnTo>
                <a:lnTo>
                  <a:pt x="216252" y="419650"/>
                </a:lnTo>
                <a:lnTo>
                  <a:pt x="214840" y="419650"/>
                </a:lnTo>
                <a:lnTo>
                  <a:pt x="213445" y="419650"/>
                </a:lnTo>
                <a:lnTo>
                  <a:pt x="212033" y="419650"/>
                </a:lnTo>
                <a:lnTo>
                  <a:pt x="210629" y="419650"/>
                </a:lnTo>
                <a:lnTo>
                  <a:pt x="209226" y="419650"/>
                </a:lnTo>
                <a:lnTo>
                  <a:pt x="207822" y="419650"/>
                </a:lnTo>
                <a:lnTo>
                  <a:pt x="206419" y="419650"/>
                </a:lnTo>
                <a:lnTo>
                  <a:pt x="205007" y="419650"/>
                </a:lnTo>
                <a:lnTo>
                  <a:pt x="203612" y="419650"/>
                </a:lnTo>
                <a:lnTo>
                  <a:pt x="202200" y="419650"/>
                </a:lnTo>
                <a:lnTo>
                  <a:pt x="200805" y="419650"/>
                </a:lnTo>
                <a:lnTo>
                  <a:pt x="199393" y="419650"/>
                </a:lnTo>
                <a:lnTo>
                  <a:pt x="197998" y="419650"/>
                </a:lnTo>
                <a:lnTo>
                  <a:pt x="196586" y="419650"/>
                </a:lnTo>
                <a:lnTo>
                  <a:pt x="195182" y="419650"/>
                </a:lnTo>
                <a:lnTo>
                  <a:pt x="193779" y="419650"/>
                </a:lnTo>
                <a:lnTo>
                  <a:pt x="192375" y="419650"/>
                </a:lnTo>
                <a:lnTo>
                  <a:pt x="190972" y="419650"/>
                </a:lnTo>
                <a:lnTo>
                  <a:pt x="189560" y="419650"/>
                </a:lnTo>
                <a:lnTo>
                  <a:pt x="188165" y="419650"/>
                </a:lnTo>
                <a:lnTo>
                  <a:pt x="186753" y="419650"/>
                </a:lnTo>
                <a:lnTo>
                  <a:pt x="185358" y="419650"/>
                </a:lnTo>
                <a:lnTo>
                  <a:pt x="183946" y="419650"/>
                </a:lnTo>
                <a:lnTo>
                  <a:pt x="182551" y="419650"/>
                </a:lnTo>
                <a:lnTo>
                  <a:pt x="181139" y="419650"/>
                </a:lnTo>
                <a:lnTo>
                  <a:pt x="179744" y="419650"/>
                </a:lnTo>
                <a:lnTo>
                  <a:pt x="178332" y="419650"/>
                </a:lnTo>
                <a:lnTo>
                  <a:pt x="176928" y="419650"/>
                </a:lnTo>
                <a:lnTo>
                  <a:pt x="175524" y="419650"/>
                </a:lnTo>
                <a:lnTo>
                  <a:pt x="174113" y="419650"/>
                </a:lnTo>
                <a:lnTo>
                  <a:pt x="172717" y="419650"/>
                </a:lnTo>
                <a:lnTo>
                  <a:pt x="171305" y="419650"/>
                </a:lnTo>
                <a:lnTo>
                  <a:pt x="169910" y="419650"/>
                </a:lnTo>
                <a:lnTo>
                  <a:pt x="168498" y="419650"/>
                </a:lnTo>
                <a:lnTo>
                  <a:pt x="167103" y="419650"/>
                </a:lnTo>
                <a:lnTo>
                  <a:pt x="165691" y="419650"/>
                </a:lnTo>
                <a:lnTo>
                  <a:pt x="164296" y="419650"/>
                </a:lnTo>
                <a:lnTo>
                  <a:pt x="162884" y="419650"/>
                </a:lnTo>
                <a:lnTo>
                  <a:pt x="161481" y="419650"/>
                </a:lnTo>
                <a:lnTo>
                  <a:pt x="160077" y="419650"/>
                </a:lnTo>
                <a:lnTo>
                  <a:pt x="158674" y="419650"/>
                </a:lnTo>
                <a:lnTo>
                  <a:pt x="157270" y="419650"/>
                </a:lnTo>
                <a:lnTo>
                  <a:pt x="155867" y="419650"/>
                </a:lnTo>
                <a:lnTo>
                  <a:pt x="154463" y="419650"/>
                </a:lnTo>
                <a:lnTo>
                  <a:pt x="153060" y="419650"/>
                </a:lnTo>
                <a:lnTo>
                  <a:pt x="151656" y="419650"/>
                </a:lnTo>
                <a:lnTo>
                  <a:pt x="150244" y="419650"/>
                </a:lnTo>
                <a:lnTo>
                  <a:pt x="148849" y="419650"/>
                </a:lnTo>
                <a:lnTo>
                  <a:pt x="147437" y="419650"/>
                </a:lnTo>
                <a:lnTo>
                  <a:pt x="146034" y="419650"/>
                </a:lnTo>
                <a:lnTo>
                  <a:pt x="144630" y="419650"/>
                </a:lnTo>
                <a:lnTo>
                  <a:pt x="143227" y="419650"/>
                </a:lnTo>
                <a:lnTo>
                  <a:pt x="141823" y="419650"/>
                </a:lnTo>
                <a:lnTo>
                  <a:pt x="140420" y="419650"/>
                </a:lnTo>
                <a:lnTo>
                  <a:pt x="139016" y="419650"/>
                </a:lnTo>
                <a:lnTo>
                  <a:pt x="137613" y="419650"/>
                </a:lnTo>
                <a:lnTo>
                  <a:pt x="136209" y="419650"/>
                </a:lnTo>
                <a:lnTo>
                  <a:pt x="134806" y="419650"/>
                </a:lnTo>
                <a:lnTo>
                  <a:pt x="133402" y="419650"/>
                </a:lnTo>
                <a:lnTo>
                  <a:pt x="131998" y="419650"/>
                </a:lnTo>
                <a:lnTo>
                  <a:pt x="130586" y="419650"/>
                </a:lnTo>
                <a:lnTo>
                  <a:pt x="129191" y="419650"/>
                </a:lnTo>
                <a:lnTo>
                  <a:pt x="127779" y="419650"/>
                </a:lnTo>
                <a:lnTo>
                  <a:pt x="126376" y="419650"/>
                </a:lnTo>
                <a:lnTo>
                  <a:pt x="124972" y="419650"/>
                </a:lnTo>
                <a:lnTo>
                  <a:pt x="123569" y="419650"/>
                </a:lnTo>
                <a:lnTo>
                  <a:pt x="122165" y="419650"/>
                </a:lnTo>
                <a:lnTo>
                  <a:pt x="120762" y="419650"/>
                </a:lnTo>
                <a:lnTo>
                  <a:pt x="119358" y="419650"/>
                </a:lnTo>
                <a:lnTo>
                  <a:pt x="117955" y="419650"/>
                </a:lnTo>
                <a:lnTo>
                  <a:pt x="116551" y="419650"/>
                </a:lnTo>
                <a:lnTo>
                  <a:pt x="115139" y="419650"/>
                </a:lnTo>
                <a:lnTo>
                  <a:pt x="113744" y="419650"/>
                </a:lnTo>
                <a:lnTo>
                  <a:pt x="112332" y="419650"/>
                </a:lnTo>
                <a:lnTo>
                  <a:pt x="110937" y="419650"/>
                </a:lnTo>
                <a:lnTo>
                  <a:pt x="109525" y="419650"/>
                </a:lnTo>
                <a:lnTo>
                  <a:pt x="108130" y="419650"/>
                </a:lnTo>
                <a:lnTo>
                  <a:pt x="106718" y="419650"/>
                </a:lnTo>
                <a:lnTo>
                  <a:pt x="105315" y="419650"/>
                </a:lnTo>
                <a:lnTo>
                  <a:pt x="103911" y="419650"/>
                </a:lnTo>
                <a:lnTo>
                  <a:pt x="102508" y="419650"/>
                </a:lnTo>
                <a:lnTo>
                  <a:pt x="101104" y="419650"/>
                </a:lnTo>
                <a:lnTo>
                  <a:pt x="99692" y="419650"/>
                </a:lnTo>
                <a:lnTo>
                  <a:pt x="98297" y="419650"/>
                </a:lnTo>
                <a:lnTo>
                  <a:pt x="96885" y="419650"/>
                </a:lnTo>
                <a:lnTo>
                  <a:pt x="95490" y="419650"/>
                </a:lnTo>
                <a:lnTo>
                  <a:pt x="94078" y="419650"/>
                </a:lnTo>
                <a:lnTo>
                  <a:pt x="92683" y="419650"/>
                </a:lnTo>
                <a:lnTo>
                  <a:pt x="91271" y="419650"/>
                </a:lnTo>
                <a:lnTo>
                  <a:pt x="89876" y="419650"/>
                </a:lnTo>
                <a:lnTo>
                  <a:pt x="88464" y="419650"/>
                </a:lnTo>
                <a:lnTo>
                  <a:pt x="87060" y="419650"/>
                </a:lnTo>
                <a:lnTo>
                  <a:pt x="85657" y="419650"/>
                </a:lnTo>
                <a:lnTo>
                  <a:pt x="84245" y="419650"/>
                </a:lnTo>
                <a:lnTo>
                  <a:pt x="82850" y="419650"/>
                </a:lnTo>
                <a:lnTo>
                  <a:pt x="81438" y="419650"/>
                </a:lnTo>
                <a:lnTo>
                  <a:pt x="80043" y="419650"/>
                </a:lnTo>
                <a:lnTo>
                  <a:pt x="78631" y="419650"/>
                </a:lnTo>
                <a:lnTo>
                  <a:pt x="77236" y="419650"/>
                </a:lnTo>
                <a:lnTo>
                  <a:pt x="75824" y="419650"/>
                </a:lnTo>
                <a:lnTo>
                  <a:pt x="74429" y="419650"/>
                </a:lnTo>
                <a:lnTo>
                  <a:pt x="73017" y="419650"/>
                </a:lnTo>
                <a:lnTo>
                  <a:pt x="71613" y="419650"/>
                </a:lnTo>
                <a:lnTo>
                  <a:pt x="70210" y="419650"/>
                </a:lnTo>
                <a:lnTo>
                  <a:pt x="68798" y="419650"/>
                </a:lnTo>
                <a:lnTo>
                  <a:pt x="67403" y="419650"/>
                </a:lnTo>
                <a:lnTo>
                  <a:pt x="65999" y="419650"/>
                </a:lnTo>
                <a:lnTo>
                  <a:pt x="64596" y="419650"/>
                </a:lnTo>
                <a:lnTo>
                  <a:pt x="63184" y="419650"/>
                </a:lnTo>
                <a:lnTo>
                  <a:pt x="61789" y="419650"/>
                </a:lnTo>
                <a:lnTo>
                  <a:pt x="60377" y="419650"/>
                </a:lnTo>
                <a:lnTo>
                  <a:pt x="58982" y="419650"/>
                </a:lnTo>
                <a:lnTo>
                  <a:pt x="57570" y="419650"/>
                </a:lnTo>
                <a:lnTo>
                  <a:pt x="56166" y="419650"/>
                </a:lnTo>
                <a:lnTo>
                  <a:pt x="54763" y="419650"/>
                </a:lnTo>
                <a:lnTo>
                  <a:pt x="53359" y="419650"/>
                </a:lnTo>
                <a:lnTo>
                  <a:pt x="51956" y="419650"/>
                </a:lnTo>
                <a:lnTo>
                  <a:pt x="50552" y="419650"/>
                </a:lnTo>
                <a:lnTo>
                  <a:pt x="49149" y="419650"/>
                </a:lnTo>
                <a:lnTo>
                  <a:pt x="47745" y="419650"/>
                </a:lnTo>
                <a:lnTo>
                  <a:pt x="46342" y="419650"/>
                </a:lnTo>
                <a:lnTo>
                  <a:pt x="44930" y="419650"/>
                </a:lnTo>
                <a:lnTo>
                  <a:pt x="43534" y="419650"/>
                </a:lnTo>
                <a:lnTo>
                  <a:pt x="42122" y="419650"/>
                </a:lnTo>
                <a:lnTo>
                  <a:pt x="40719" y="419650"/>
                </a:lnTo>
                <a:lnTo>
                  <a:pt x="39315" y="419650"/>
                </a:lnTo>
                <a:lnTo>
                  <a:pt x="37912" y="419650"/>
                </a:lnTo>
                <a:lnTo>
                  <a:pt x="36508" y="419650"/>
                </a:lnTo>
                <a:lnTo>
                  <a:pt x="35105" y="419650"/>
                </a:lnTo>
                <a:lnTo>
                  <a:pt x="33701" y="419650"/>
                </a:lnTo>
                <a:lnTo>
                  <a:pt x="32298" y="419650"/>
                </a:lnTo>
                <a:lnTo>
                  <a:pt x="30894" y="419650"/>
                </a:lnTo>
                <a:lnTo>
                  <a:pt x="29491" y="419650"/>
                </a:lnTo>
                <a:lnTo>
                  <a:pt x="28087" y="419650"/>
                </a:lnTo>
                <a:lnTo>
                  <a:pt x="26684" y="419650"/>
                </a:lnTo>
                <a:lnTo>
                  <a:pt x="25272" y="419650"/>
                </a:lnTo>
                <a:lnTo>
                  <a:pt x="23877" y="419650"/>
                </a:lnTo>
                <a:lnTo>
                  <a:pt x="22465" y="419650"/>
                </a:lnTo>
                <a:lnTo>
                  <a:pt x="21061" y="419650"/>
                </a:lnTo>
                <a:lnTo>
                  <a:pt x="19658" y="419650"/>
                </a:lnTo>
                <a:lnTo>
                  <a:pt x="18254" y="419650"/>
                </a:lnTo>
                <a:lnTo>
                  <a:pt x="16851" y="419650"/>
                </a:lnTo>
                <a:lnTo>
                  <a:pt x="15447" y="419650"/>
                </a:lnTo>
                <a:lnTo>
                  <a:pt x="14044" y="419650"/>
                </a:lnTo>
                <a:lnTo>
                  <a:pt x="12640" y="419650"/>
                </a:lnTo>
                <a:lnTo>
                  <a:pt x="11237" y="419650"/>
                </a:lnTo>
                <a:lnTo>
                  <a:pt x="9825" y="419650"/>
                </a:lnTo>
                <a:lnTo>
                  <a:pt x="8430" y="419650"/>
                </a:lnTo>
                <a:lnTo>
                  <a:pt x="7018" y="419650"/>
                </a:lnTo>
                <a:lnTo>
                  <a:pt x="5623" y="419650"/>
                </a:lnTo>
                <a:lnTo>
                  <a:pt x="4211" y="419650"/>
                </a:lnTo>
                <a:lnTo>
                  <a:pt x="2815" y="419650"/>
                </a:lnTo>
                <a:lnTo>
                  <a:pt x="1404" y="419650"/>
                </a:lnTo>
                <a:lnTo>
                  <a:pt x="0" y="419650"/>
                </a:lnTo>
                <a:lnTo>
                  <a:pt x="0" y="415283"/>
                </a:lnTo>
                <a:lnTo>
                  <a:pt x="1404" y="393424"/>
                </a:lnTo>
                <a:lnTo>
                  <a:pt x="2815" y="377395"/>
                </a:lnTo>
                <a:lnTo>
                  <a:pt x="4211" y="356992"/>
                </a:lnTo>
                <a:lnTo>
                  <a:pt x="5623" y="358447"/>
                </a:lnTo>
                <a:lnTo>
                  <a:pt x="7018" y="356992"/>
                </a:lnTo>
                <a:lnTo>
                  <a:pt x="8430" y="356992"/>
                </a:lnTo>
                <a:lnTo>
                  <a:pt x="9825" y="359911"/>
                </a:lnTo>
                <a:lnTo>
                  <a:pt x="11237" y="356992"/>
                </a:lnTo>
                <a:lnTo>
                  <a:pt x="12640" y="359911"/>
                </a:lnTo>
                <a:lnTo>
                  <a:pt x="14044" y="358447"/>
                </a:lnTo>
                <a:lnTo>
                  <a:pt x="15447" y="359911"/>
                </a:lnTo>
                <a:lnTo>
                  <a:pt x="16851" y="358447"/>
                </a:lnTo>
                <a:lnTo>
                  <a:pt x="18254" y="358447"/>
                </a:lnTo>
                <a:lnTo>
                  <a:pt x="19658" y="358447"/>
                </a:lnTo>
                <a:lnTo>
                  <a:pt x="21061" y="358447"/>
                </a:lnTo>
                <a:lnTo>
                  <a:pt x="22465" y="358447"/>
                </a:lnTo>
                <a:lnTo>
                  <a:pt x="23877" y="358447"/>
                </a:lnTo>
                <a:lnTo>
                  <a:pt x="25272" y="358447"/>
                </a:lnTo>
                <a:lnTo>
                  <a:pt x="26684" y="358447"/>
                </a:lnTo>
                <a:lnTo>
                  <a:pt x="28087" y="358447"/>
                </a:lnTo>
                <a:lnTo>
                  <a:pt x="29491" y="358447"/>
                </a:lnTo>
                <a:lnTo>
                  <a:pt x="30894" y="358447"/>
                </a:lnTo>
                <a:lnTo>
                  <a:pt x="32298" y="358447"/>
                </a:lnTo>
                <a:lnTo>
                  <a:pt x="33701" y="358447"/>
                </a:lnTo>
                <a:lnTo>
                  <a:pt x="35105" y="358447"/>
                </a:lnTo>
                <a:lnTo>
                  <a:pt x="36508" y="358447"/>
                </a:lnTo>
                <a:lnTo>
                  <a:pt x="37912" y="358447"/>
                </a:lnTo>
                <a:lnTo>
                  <a:pt x="39315" y="358447"/>
                </a:lnTo>
                <a:lnTo>
                  <a:pt x="40719" y="358447"/>
                </a:lnTo>
                <a:lnTo>
                  <a:pt x="42122" y="358447"/>
                </a:lnTo>
                <a:lnTo>
                  <a:pt x="43534" y="358447"/>
                </a:lnTo>
                <a:lnTo>
                  <a:pt x="44930" y="358447"/>
                </a:lnTo>
                <a:lnTo>
                  <a:pt x="46342" y="358447"/>
                </a:lnTo>
                <a:lnTo>
                  <a:pt x="47745" y="358447"/>
                </a:lnTo>
                <a:lnTo>
                  <a:pt x="49149" y="358447"/>
                </a:lnTo>
                <a:lnTo>
                  <a:pt x="50552" y="358447"/>
                </a:lnTo>
                <a:lnTo>
                  <a:pt x="51956" y="358447"/>
                </a:lnTo>
                <a:lnTo>
                  <a:pt x="53359" y="359911"/>
                </a:lnTo>
                <a:lnTo>
                  <a:pt x="54763" y="358447"/>
                </a:lnTo>
                <a:lnTo>
                  <a:pt x="56166" y="359911"/>
                </a:lnTo>
                <a:lnTo>
                  <a:pt x="57570" y="356992"/>
                </a:lnTo>
                <a:lnTo>
                  <a:pt x="58982" y="359911"/>
                </a:lnTo>
                <a:lnTo>
                  <a:pt x="60377" y="356992"/>
                </a:lnTo>
                <a:lnTo>
                  <a:pt x="61789" y="359911"/>
                </a:lnTo>
                <a:lnTo>
                  <a:pt x="63184" y="356992"/>
                </a:lnTo>
                <a:lnTo>
                  <a:pt x="64596" y="359911"/>
                </a:lnTo>
                <a:lnTo>
                  <a:pt x="65999" y="356992"/>
                </a:lnTo>
                <a:lnTo>
                  <a:pt x="67403" y="359911"/>
                </a:lnTo>
                <a:lnTo>
                  <a:pt x="68798" y="356992"/>
                </a:lnTo>
                <a:lnTo>
                  <a:pt x="70210" y="359911"/>
                </a:lnTo>
                <a:lnTo>
                  <a:pt x="71613" y="356992"/>
                </a:lnTo>
                <a:lnTo>
                  <a:pt x="73017" y="359911"/>
                </a:lnTo>
                <a:lnTo>
                  <a:pt x="74429" y="358447"/>
                </a:lnTo>
                <a:lnTo>
                  <a:pt x="75824" y="359911"/>
                </a:lnTo>
                <a:lnTo>
                  <a:pt x="77236" y="358447"/>
                </a:lnTo>
                <a:lnTo>
                  <a:pt x="78631" y="358447"/>
                </a:lnTo>
                <a:lnTo>
                  <a:pt x="80043" y="358447"/>
                </a:lnTo>
                <a:lnTo>
                  <a:pt x="81438" y="358447"/>
                </a:lnTo>
                <a:lnTo>
                  <a:pt x="82850" y="358447"/>
                </a:lnTo>
                <a:lnTo>
                  <a:pt x="84245" y="358447"/>
                </a:lnTo>
                <a:lnTo>
                  <a:pt x="85657" y="358447"/>
                </a:lnTo>
                <a:lnTo>
                  <a:pt x="87060" y="358447"/>
                </a:lnTo>
                <a:lnTo>
                  <a:pt x="88464" y="358447"/>
                </a:lnTo>
                <a:lnTo>
                  <a:pt x="89876" y="358447"/>
                </a:lnTo>
                <a:lnTo>
                  <a:pt x="91271" y="358447"/>
                </a:lnTo>
                <a:lnTo>
                  <a:pt x="92683" y="358447"/>
                </a:lnTo>
                <a:lnTo>
                  <a:pt x="94078" y="358447"/>
                </a:lnTo>
                <a:lnTo>
                  <a:pt x="95490" y="358447"/>
                </a:lnTo>
                <a:lnTo>
                  <a:pt x="96885" y="358447"/>
                </a:lnTo>
                <a:lnTo>
                  <a:pt x="98297" y="358447"/>
                </a:lnTo>
                <a:lnTo>
                  <a:pt x="99692" y="358447"/>
                </a:lnTo>
                <a:lnTo>
                  <a:pt x="101104" y="358447"/>
                </a:lnTo>
                <a:lnTo>
                  <a:pt x="102508" y="358447"/>
                </a:lnTo>
                <a:lnTo>
                  <a:pt x="103911" y="358447"/>
                </a:lnTo>
                <a:lnTo>
                  <a:pt x="105315" y="358447"/>
                </a:lnTo>
                <a:lnTo>
                  <a:pt x="106718" y="358447"/>
                </a:lnTo>
                <a:lnTo>
                  <a:pt x="108130" y="358447"/>
                </a:lnTo>
                <a:lnTo>
                  <a:pt x="109525" y="358447"/>
                </a:lnTo>
                <a:lnTo>
                  <a:pt x="110937" y="358447"/>
                </a:lnTo>
                <a:lnTo>
                  <a:pt x="112332" y="358447"/>
                </a:lnTo>
                <a:lnTo>
                  <a:pt x="113744" y="358447"/>
                </a:lnTo>
                <a:lnTo>
                  <a:pt x="115139" y="358447"/>
                </a:lnTo>
                <a:lnTo>
                  <a:pt x="116551" y="358447"/>
                </a:lnTo>
                <a:lnTo>
                  <a:pt x="117955" y="358447"/>
                </a:lnTo>
                <a:lnTo>
                  <a:pt x="119358" y="358447"/>
                </a:lnTo>
                <a:lnTo>
                  <a:pt x="120762" y="358447"/>
                </a:lnTo>
                <a:lnTo>
                  <a:pt x="122165" y="358447"/>
                </a:lnTo>
                <a:lnTo>
                  <a:pt x="123569" y="358447"/>
                </a:lnTo>
                <a:lnTo>
                  <a:pt x="124972" y="358447"/>
                </a:lnTo>
                <a:lnTo>
                  <a:pt x="126376" y="358447"/>
                </a:lnTo>
                <a:lnTo>
                  <a:pt x="127779" y="358447"/>
                </a:lnTo>
                <a:lnTo>
                  <a:pt x="129191" y="358447"/>
                </a:lnTo>
                <a:lnTo>
                  <a:pt x="130586" y="358447"/>
                </a:lnTo>
                <a:lnTo>
                  <a:pt x="131998" y="358447"/>
                </a:lnTo>
                <a:lnTo>
                  <a:pt x="133402" y="358447"/>
                </a:lnTo>
                <a:lnTo>
                  <a:pt x="134806" y="358447"/>
                </a:lnTo>
                <a:lnTo>
                  <a:pt x="136209" y="358447"/>
                </a:lnTo>
                <a:lnTo>
                  <a:pt x="137613" y="358447"/>
                </a:lnTo>
                <a:lnTo>
                  <a:pt x="139016" y="358447"/>
                </a:lnTo>
                <a:lnTo>
                  <a:pt x="140420" y="358447"/>
                </a:lnTo>
                <a:lnTo>
                  <a:pt x="141823" y="358447"/>
                </a:lnTo>
                <a:lnTo>
                  <a:pt x="143227" y="358447"/>
                </a:lnTo>
                <a:lnTo>
                  <a:pt x="144630" y="358447"/>
                </a:lnTo>
                <a:lnTo>
                  <a:pt x="146034" y="358447"/>
                </a:lnTo>
                <a:lnTo>
                  <a:pt x="147437" y="359911"/>
                </a:lnTo>
                <a:lnTo>
                  <a:pt x="148849" y="359911"/>
                </a:lnTo>
                <a:lnTo>
                  <a:pt x="150244" y="361367"/>
                </a:lnTo>
                <a:lnTo>
                  <a:pt x="151656" y="359911"/>
                </a:lnTo>
                <a:lnTo>
                  <a:pt x="153060" y="361367"/>
                </a:lnTo>
                <a:lnTo>
                  <a:pt x="154463" y="359911"/>
                </a:lnTo>
                <a:lnTo>
                  <a:pt x="155867" y="359911"/>
                </a:lnTo>
                <a:lnTo>
                  <a:pt x="157270" y="358447"/>
                </a:lnTo>
                <a:lnTo>
                  <a:pt x="158674" y="358447"/>
                </a:lnTo>
                <a:lnTo>
                  <a:pt x="160077" y="358447"/>
                </a:lnTo>
                <a:lnTo>
                  <a:pt x="161481" y="358447"/>
                </a:lnTo>
                <a:lnTo>
                  <a:pt x="162884" y="358447"/>
                </a:lnTo>
                <a:lnTo>
                  <a:pt x="164296" y="358447"/>
                </a:lnTo>
                <a:lnTo>
                  <a:pt x="165691" y="358447"/>
                </a:lnTo>
                <a:lnTo>
                  <a:pt x="167103" y="358447"/>
                </a:lnTo>
                <a:lnTo>
                  <a:pt x="168498" y="359911"/>
                </a:lnTo>
                <a:lnTo>
                  <a:pt x="169910" y="359911"/>
                </a:lnTo>
                <a:lnTo>
                  <a:pt x="171305" y="361367"/>
                </a:lnTo>
                <a:lnTo>
                  <a:pt x="172717" y="358447"/>
                </a:lnTo>
                <a:lnTo>
                  <a:pt x="174113" y="359911"/>
                </a:lnTo>
                <a:lnTo>
                  <a:pt x="175524" y="356992"/>
                </a:lnTo>
                <a:lnTo>
                  <a:pt x="176928" y="359911"/>
                </a:lnTo>
                <a:lnTo>
                  <a:pt x="178332" y="356992"/>
                </a:lnTo>
                <a:lnTo>
                  <a:pt x="179744" y="359911"/>
                </a:lnTo>
                <a:lnTo>
                  <a:pt x="181139" y="358447"/>
                </a:lnTo>
                <a:lnTo>
                  <a:pt x="182551" y="359911"/>
                </a:lnTo>
                <a:lnTo>
                  <a:pt x="183946" y="358447"/>
                </a:lnTo>
                <a:lnTo>
                  <a:pt x="185358" y="358447"/>
                </a:lnTo>
                <a:lnTo>
                  <a:pt x="186753" y="358447"/>
                </a:lnTo>
                <a:lnTo>
                  <a:pt x="188165" y="358447"/>
                </a:lnTo>
                <a:lnTo>
                  <a:pt x="189560" y="358447"/>
                </a:lnTo>
                <a:lnTo>
                  <a:pt x="190972" y="358447"/>
                </a:lnTo>
                <a:lnTo>
                  <a:pt x="192375" y="358447"/>
                </a:lnTo>
                <a:lnTo>
                  <a:pt x="193779" y="358447"/>
                </a:lnTo>
                <a:lnTo>
                  <a:pt x="195182" y="358447"/>
                </a:lnTo>
                <a:lnTo>
                  <a:pt x="196586" y="358447"/>
                </a:lnTo>
                <a:lnTo>
                  <a:pt x="197998" y="358447"/>
                </a:lnTo>
                <a:lnTo>
                  <a:pt x="199393" y="358447"/>
                </a:lnTo>
                <a:lnTo>
                  <a:pt x="200805" y="358447"/>
                </a:lnTo>
                <a:lnTo>
                  <a:pt x="202200" y="354081"/>
                </a:lnTo>
                <a:lnTo>
                  <a:pt x="203612" y="343883"/>
                </a:lnTo>
                <a:lnTo>
                  <a:pt x="205007" y="335141"/>
                </a:lnTo>
                <a:lnTo>
                  <a:pt x="206419" y="339508"/>
                </a:lnTo>
                <a:lnTo>
                  <a:pt x="207822" y="351161"/>
                </a:lnTo>
                <a:lnTo>
                  <a:pt x="209226" y="359911"/>
                </a:lnTo>
                <a:lnTo>
                  <a:pt x="210629" y="361367"/>
                </a:lnTo>
                <a:lnTo>
                  <a:pt x="212033" y="358447"/>
                </a:lnTo>
                <a:lnTo>
                  <a:pt x="213445" y="359911"/>
                </a:lnTo>
                <a:lnTo>
                  <a:pt x="214840" y="356992"/>
                </a:lnTo>
                <a:lnTo>
                  <a:pt x="216252" y="359911"/>
                </a:lnTo>
                <a:lnTo>
                  <a:pt x="217647" y="356992"/>
                </a:lnTo>
                <a:lnTo>
                  <a:pt x="219059" y="359911"/>
                </a:lnTo>
                <a:lnTo>
                  <a:pt x="220454" y="358447"/>
                </a:lnTo>
                <a:lnTo>
                  <a:pt x="221866" y="359911"/>
                </a:lnTo>
                <a:lnTo>
                  <a:pt x="223270" y="358447"/>
                </a:lnTo>
                <a:lnTo>
                  <a:pt x="224673" y="358447"/>
                </a:lnTo>
                <a:lnTo>
                  <a:pt x="226077" y="358447"/>
                </a:lnTo>
                <a:lnTo>
                  <a:pt x="227480" y="358447"/>
                </a:lnTo>
                <a:lnTo>
                  <a:pt x="228884" y="358447"/>
                </a:lnTo>
                <a:lnTo>
                  <a:pt x="230287" y="358447"/>
                </a:lnTo>
                <a:lnTo>
                  <a:pt x="231691" y="358447"/>
                </a:lnTo>
                <a:lnTo>
                  <a:pt x="233094" y="358447"/>
                </a:lnTo>
                <a:lnTo>
                  <a:pt x="234506" y="358447"/>
                </a:lnTo>
                <a:lnTo>
                  <a:pt x="235901" y="358447"/>
                </a:lnTo>
                <a:lnTo>
                  <a:pt x="237313" y="358447"/>
                </a:lnTo>
                <a:lnTo>
                  <a:pt x="238717" y="358447"/>
                </a:lnTo>
                <a:lnTo>
                  <a:pt x="240120" y="358447"/>
                </a:lnTo>
                <a:lnTo>
                  <a:pt x="241524" y="358447"/>
                </a:lnTo>
                <a:lnTo>
                  <a:pt x="242927" y="358447"/>
                </a:lnTo>
                <a:lnTo>
                  <a:pt x="244331" y="358447"/>
                </a:lnTo>
                <a:lnTo>
                  <a:pt x="245734" y="358447"/>
                </a:lnTo>
                <a:lnTo>
                  <a:pt x="247138" y="358447"/>
                </a:lnTo>
                <a:lnTo>
                  <a:pt x="248541" y="358447"/>
                </a:lnTo>
                <a:lnTo>
                  <a:pt x="249945" y="358447"/>
                </a:lnTo>
                <a:lnTo>
                  <a:pt x="251348" y="358447"/>
                </a:lnTo>
                <a:lnTo>
                  <a:pt x="252752" y="358447"/>
                </a:lnTo>
                <a:lnTo>
                  <a:pt x="254164" y="358447"/>
                </a:lnTo>
                <a:lnTo>
                  <a:pt x="255567" y="358447"/>
                </a:lnTo>
                <a:lnTo>
                  <a:pt x="256971" y="358447"/>
                </a:lnTo>
                <a:lnTo>
                  <a:pt x="258374" y="358447"/>
                </a:lnTo>
                <a:lnTo>
                  <a:pt x="259778" y="358447"/>
                </a:lnTo>
                <a:lnTo>
                  <a:pt x="261181" y="358447"/>
                </a:lnTo>
                <a:lnTo>
                  <a:pt x="262585" y="358447"/>
                </a:lnTo>
                <a:lnTo>
                  <a:pt x="263988" y="358447"/>
                </a:lnTo>
                <a:lnTo>
                  <a:pt x="265392" y="358447"/>
                </a:lnTo>
                <a:lnTo>
                  <a:pt x="266796" y="358447"/>
                </a:lnTo>
                <a:lnTo>
                  <a:pt x="268199" y="358447"/>
                </a:lnTo>
                <a:lnTo>
                  <a:pt x="269611" y="358447"/>
                </a:lnTo>
                <a:lnTo>
                  <a:pt x="271006" y="358447"/>
                </a:lnTo>
                <a:lnTo>
                  <a:pt x="272418" y="358447"/>
                </a:lnTo>
                <a:lnTo>
                  <a:pt x="273813" y="358447"/>
                </a:lnTo>
                <a:lnTo>
                  <a:pt x="275225" y="358447"/>
                </a:lnTo>
                <a:lnTo>
                  <a:pt x="276620" y="358447"/>
                </a:lnTo>
                <a:lnTo>
                  <a:pt x="278032" y="358447"/>
                </a:lnTo>
                <a:lnTo>
                  <a:pt x="279427" y="358447"/>
                </a:lnTo>
                <a:lnTo>
                  <a:pt x="280839" y="358447"/>
                </a:lnTo>
                <a:lnTo>
                  <a:pt x="282243" y="358447"/>
                </a:lnTo>
                <a:lnTo>
                  <a:pt x="283646" y="358447"/>
                </a:lnTo>
                <a:lnTo>
                  <a:pt x="285058" y="358447"/>
                </a:lnTo>
                <a:lnTo>
                  <a:pt x="286453" y="358447"/>
                </a:lnTo>
                <a:lnTo>
                  <a:pt x="287865" y="358447"/>
                </a:lnTo>
                <a:lnTo>
                  <a:pt x="289260" y="358447"/>
                </a:lnTo>
                <a:lnTo>
                  <a:pt x="290672" y="358447"/>
                </a:lnTo>
                <a:lnTo>
                  <a:pt x="292067" y="358447"/>
                </a:lnTo>
                <a:lnTo>
                  <a:pt x="293479" y="358447"/>
                </a:lnTo>
                <a:lnTo>
                  <a:pt x="294874" y="358447"/>
                </a:lnTo>
                <a:lnTo>
                  <a:pt x="296286" y="358447"/>
                </a:lnTo>
                <a:lnTo>
                  <a:pt x="297690" y="358447"/>
                </a:lnTo>
                <a:lnTo>
                  <a:pt x="299093" y="358447"/>
                </a:lnTo>
                <a:lnTo>
                  <a:pt x="300497" y="358447"/>
                </a:lnTo>
                <a:lnTo>
                  <a:pt x="301900" y="358447"/>
                </a:lnTo>
                <a:lnTo>
                  <a:pt x="303312" y="358447"/>
                </a:lnTo>
                <a:lnTo>
                  <a:pt x="304707" y="358447"/>
                </a:lnTo>
                <a:lnTo>
                  <a:pt x="306119" y="358447"/>
                </a:lnTo>
                <a:lnTo>
                  <a:pt x="307515" y="358447"/>
                </a:lnTo>
                <a:lnTo>
                  <a:pt x="308926" y="358447"/>
                </a:lnTo>
                <a:lnTo>
                  <a:pt x="310322" y="358447"/>
                </a:lnTo>
                <a:lnTo>
                  <a:pt x="311734" y="358447"/>
                </a:lnTo>
                <a:lnTo>
                  <a:pt x="313137" y="358447"/>
                </a:lnTo>
                <a:lnTo>
                  <a:pt x="314541" y="358447"/>
                </a:lnTo>
                <a:lnTo>
                  <a:pt x="315944" y="358447"/>
                </a:lnTo>
                <a:lnTo>
                  <a:pt x="317348" y="359911"/>
                </a:lnTo>
                <a:lnTo>
                  <a:pt x="318760" y="359911"/>
                </a:lnTo>
                <a:lnTo>
                  <a:pt x="320155" y="361367"/>
                </a:lnTo>
                <a:lnTo>
                  <a:pt x="321567" y="358447"/>
                </a:lnTo>
                <a:lnTo>
                  <a:pt x="322962" y="359911"/>
                </a:lnTo>
                <a:lnTo>
                  <a:pt x="324374" y="356992"/>
                </a:lnTo>
                <a:lnTo>
                  <a:pt x="325769" y="359911"/>
                </a:lnTo>
                <a:lnTo>
                  <a:pt x="327181" y="356992"/>
                </a:lnTo>
                <a:lnTo>
                  <a:pt x="328584" y="359911"/>
                </a:lnTo>
                <a:lnTo>
                  <a:pt x="329988" y="358447"/>
                </a:lnTo>
                <a:lnTo>
                  <a:pt x="331391" y="359911"/>
                </a:lnTo>
                <a:lnTo>
                  <a:pt x="332795" y="358447"/>
                </a:lnTo>
                <a:lnTo>
                  <a:pt x="334198" y="358447"/>
                </a:lnTo>
                <a:lnTo>
                  <a:pt x="335602" y="358447"/>
                </a:lnTo>
                <a:lnTo>
                  <a:pt x="337005" y="358447"/>
                </a:lnTo>
                <a:lnTo>
                  <a:pt x="338409" y="358447"/>
                </a:lnTo>
                <a:lnTo>
                  <a:pt x="339821" y="358447"/>
                </a:lnTo>
                <a:lnTo>
                  <a:pt x="341216" y="358447"/>
                </a:lnTo>
                <a:lnTo>
                  <a:pt x="342628" y="358447"/>
                </a:lnTo>
                <a:lnTo>
                  <a:pt x="344031" y="359911"/>
                </a:lnTo>
                <a:lnTo>
                  <a:pt x="345435" y="359911"/>
                </a:lnTo>
                <a:lnTo>
                  <a:pt x="346838" y="361367"/>
                </a:lnTo>
                <a:lnTo>
                  <a:pt x="348242" y="368653"/>
                </a:lnTo>
                <a:lnTo>
                  <a:pt x="349645" y="378851"/>
                </a:lnTo>
                <a:lnTo>
                  <a:pt x="351049" y="386146"/>
                </a:lnTo>
                <a:lnTo>
                  <a:pt x="352452" y="387593"/>
                </a:lnTo>
                <a:lnTo>
                  <a:pt x="353856" y="386146"/>
                </a:lnTo>
                <a:lnTo>
                  <a:pt x="355260" y="387593"/>
                </a:lnTo>
                <a:lnTo>
                  <a:pt x="356663" y="386146"/>
                </a:lnTo>
                <a:lnTo>
                  <a:pt x="358067" y="387593"/>
                </a:lnTo>
                <a:lnTo>
                  <a:pt x="359479" y="386146"/>
                </a:lnTo>
                <a:lnTo>
                  <a:pt x="360882" y="387593"/>
                </a:lnTo>
                <a:lnTo>
                  <a:pt x="362286" y="386146"/>
                </a:lnTo>
                <a:lnTo>
                  <a:pt x="363689" y="387593"/>
                </a:lnTo>
                <a:lnTo>
                  <a:pt x="365093" y="387593"/>
                </a:lnTo>
                <a:lnTo>
                  <a:pt x="366496" y="389049"/>
                </a:lnTo>
                <a:lnTo>
                  <a:pt x="367900" y="389049"/>
                </a:lnTo>
                <a:lnTo>
                  <a:pt x="369303" y="390513"/>
                </a:lnTo>
                <a:lnTo>
                  <a:pt x="370707" y="391968"/>
                </a:lnTo>
                <a:lnTo>
                  <a:pt x="372110" y="393424"/>
                </a:lnTo>
                <a:lnTo>
                  <a:pt x="373514" y="393424"/>
                </a:lnTo>
                <a:lnTo>
                  <a:pt x="374926" y="391968"/>
                </a:lnTo>
                <a:lnTo>
                  <a:pt x="376321" y="391968"/>
                </a:lnTo>
                <a:lnTo>
                  <a:pt x="377733" y="391968"/>
                </a:lnTo>
                <a:lnTo>
                  <a:pt x="379128" y="393424"/>
                </a:lnTo>
                <a:lnTo>
                  <a:pt x="380540" y="391968"/>
                </a:lnTo>
                <a:lnTo>
                  <a:pt x="381935" y="390513"/>
                </a:lnTo>
                <a:lnTo>
                  <a:pt x="383347" y="390513"/>
                </a:lnTo>
                <a:lnTo>
                  <a:pt x="384750" y="391968"/>
                </a:lnTo>
                <a:lnTo>
                  <a:pt x="386154" y="393424"/>
                </a:lnTo>
                <a:lnTo>
                  <a:pt x="387557" y="391968"/>
                </a:lnTo>
                <a:lnTo>
                  <a:pt x="388961" y="390513"/>
                </a:lnTo>
                <a:lnTo>
                  <a:pt x="390373" y="390513"/>
                </a:lnTo>
                <a:lnTo>
                  <a:pt x="391768" y="391968"/>
                </a:lnTo>
                <a:lnTo>
                  <a:pt x="393180" y="393424"/>
                </a:lnTo>
                <a:lnTo>
                  <a:pt x="394575" y="393424"/>
                </a:lnTo>
                <a:lnTo>
                  <a:pt x="395987" y="393424"/>
                </a:lnTo>
                <a:lnTo>
                  <a:pt x="397382" y="393424"/>
                </a:lnTo>
                <a:lnTo>
                  <a:pt x="398794" y="391968"/>
                </a:lnTo>
                <a:lnTo>
                  <a:pt x="400189" y="390513"/>
                </a:lnTo>
                <a:lnTo>
                  <a:pt x="401601" y="389049"/>
                </a:lnTo>
                <a:lnTo>
                  <a:pt x="403005" y="390513"/>
                </a:lnTo>
                <a:lnTo>
                  <a:pt x="404408" y="391968"/>
                </a:lnTo>
                <a:lnTo>
                  <a:pt x="405820" y="391968"/>
                </a:lnTo>
                <a:lnTo>
                  <a:pt x="407215" y="390513"/>
                </a:lnTo>
                <a:lnTo>
                  <a:pt x="408627" y="389049"/>
                </a:lnTo>
                <a:lnTo>
                  <a:pt x="410022" y="390513"/>
                </a:lnTo>
                <a:lnTo>
                  <a:pt x="411434" y="391968"/>
                </a:lnTo>
                <a:lnTo>
                  <a:pt x="412829" y="393424"/>
                </a:lnTo>
                <a:lnTo>
                  <a:pt x="414241" y="391968"/>
                </a:lnTo>
                <a:lnTo>
                  <a:pt x="415636" y="391968"/>
                </a:lnTo>
                <a:lnTo>
                  <a:pt x="417048" y="391968"/>
                </a:lnTo>
                <a:lnTo>
                  <a:pt x="418452" y="391968"/>
                </a:lnTo>
                <a:lnTo>
                  <a:pt x="419855" y="390513"/>
                </a:lnTo>
                <a:lnTo>
                  <a:pt x="421259" y="390513"/>
                </a:lnTo>
                <a:lnTo>
                  <a:pt x="422662" y="391968"/>
                </a:lnTo>
                <a:lnTo>
                  <a:pt x="424074" y="393424"/>
                </a:lnTo>
                <a:lnTo>
                  <a:pt x="425469" y="391968"/>
                </a:lnTo>
                <a:lnTo>
                  <a:pt x="426873" y="390513"/>
                </a:lnTo>
                <a:lnTo>
                  <a:pt x="428276" y="390513"/>
                </a:lnTo>
                <a:lnTo>
                  <a:pt x="429688" y="391968"/>
                </a:lnTo>
                <a:lnTo>
                  <a:pt x="431083" y="393424"/>
                </a:lnTo>
                <a:lnTo>
                  <a:pt x="432495" y="391968"/>
                </a:lnTo>
                <a:lnTo>
                  <a:pt x="433899" y="390513"/>
                </a:lnTo>
                <a:lnTo>
                  <a:pt x="435302" y="390513"/>
                </a:lnTo>
                <a:lnTo>
                  <a:pt x="436706" y="384682"/>
                </a:lnTo>
                <a:lnTo>
                  <a:pt x="438109" y="375940"/>
                </a:lnTo>
                <a:lnTo>
                  <a:pt x="439513" y="368653"/>
                </a:lnTo>
                <a:lnTo>
                  <a:pt x="440916" y="375940"/>
                </a:lnTo>
                <a:lnTo>
                  <a:pt x="442320" y="386146"/>
                </a:lnTo>
                <a:lnTo>
                  <a:pt x="443724" y="393424"/>
                </a:lnTo>
                <a:lnTo>
                  <a:pt x="445136" y="391968"/>
                </a:lnTo>
                <a:lnTo>
                  <a:pt x="446531" y="390513"/>
                </a:lnTo>
                <a:lnTo>
                  <a:pt x="447943" y="390513"/>
                </a:lnTo>
                <a:lnTo>
                  <a:pt x="449346" y="391968"/>
                </a:lnTo>
                <a:lnTo>
                  <a:pt x="450750" y="393424"/>
                </a:lnTo>
                <a:lnTo>
                  <a:pt x="452153" y="393424"/>
                </a:lnTo>
                <a:lnTo>
                  <a:pt x="453557" y="391968"/>
                </a:lnTo>
                <a:lnTo>
                  <a:pt x="454960" y="390513"/>
                </a:lnTo>
                <a:lnTo>
                  <a:pt x="456364" y="390513"/>
                </a:lnTo>
                <a:lnTo>
                  <a:pt x="457767" y="390513"/>
                </a:lnTo>
                <a:lnTo>
                  <a:pt x="459171" y="390513"/>
                </a:lnTo>
                <a:lnTo>
                  <a:pt x="460574" y="390513"/>
                </a:lnTo>
                <a:lnTo>
                  <a:pt x="461978" y="391968"/>
                </a:lnTo>
                <a:lnTo>
                  <a:pt x="463381" y="391968"/>
                </a:lnTo>
                <a:lnTo>
                  <a:pt x="464793" y="390513"/>
                </a:lnTo>
                <a:lnTo>
                  <a:pt x="466197" y="389049"/>
                </a:lnTo>
                <a:lnTo>
                  <a:pt x="467600" y="390513"/>
                </a:lnTo>
                <a:lnTo>
                  <a:pt x="469004" y="391968"/>
                </a:lnTo>
                <a:lnTo>
                  <a:pt x="470407" y="393424"/>
                </a:lnTo>
                <a:lnTo>
                  <a:pt x="471811" y="391968"/>
                </a:lnTo>
                <a:lnTo>
                  <a:pt x="473214" y="390513"/>
                </a:lnTo>
                <a:lnTo>
                  <a:pt x="474618" y="390513"/>
                </a:lnTo>
                <a:lnTo>
                  <a:pt x="476021" y="391968"/>
                </a:lnTo>
                <a:lnTo>
                  <a:pt x="477425" y="393424"/>
                </a:lnTo>
                <a:lnTo>
                  <a:pt x="478828" y="391968"/>
                </a:lnTo>
                <a:lnTo>
                  <a:pt x="480240" y="390513"/>
                </a:lnTo>
                <a:lnTo>
                  <a:pt x="481635" y="390513"/>
                </a:lnTo>
                <a:lnTo>
                  <a:pt x="483047" y="391968"/>
                </a:lnTo>
                <a:lnTo>
                  <a:pt x="484443" y="391968"/>
                </a:lnTo>
                <a:lnTo>
                  <a:pt x="485854" y="390513"/>
                </a:lnTo>
                <a:lnTo>
                  <a:pt x="487258" y="390513"/>
                </a:lnTo>
                <a:lnTo>
                  <a:pt x="488662" y="391968"/>
                </a:lnTo>
                <a:lnTo>
                  <a:pt x="490065" y="393424"/>
                </a:lnTo>
                <a:lnTo>
                  <a:pt x="491469" y="393424"/>
                </a:lnTo>
                <a:lnTo>
                  <a:pt x="492872" y="393424"/>
                </a:lnTo>
                <a:lnTo>
                  <a:pt x="494276" y="393424"/>
                </a:lnTo>
                <a:lnTo>
                  <a:pt x="495688" y="391968"/>
                </a:lnTo>
                <a:lnTo>
                  <a:pt x="497083" y="390513"/>
                </a:lnTo>
                <a:lnTo>
                  <a:pt x="498495" y="389049"/>
                </a:lnTo>
                <a:lnTo>
                  <a:pt x="499890" y="390513"/>
                </a:lnTo>
                <a:lnTo>
                  <a:pt x="501302" y="391968"/>
                </a:lnTo>
                <a:lnTo>
                  <a:pt x="502697" y="393424"/>
                </a:lnTo>
                <a:lnTo>
                  <a:pt x="504109" y="391968"/>
                </a:lnTo>
                <a:lnTo>
                  <a:pt x="505504" y="390513"/>
                </a:lnTo>
                <a:lnTo>
                  <a:pt x="506916" y="390513"/>
                </a:lnTo>
                <a:lnTo>
                  <a:pt x="508319" y="391968"/>
                </a:lnTo>
                <a:lnTo>
                  <a:pt x="509723" y="393424"/>
                </a:lnTo>
                <a:lnTo>
                  <a:pt x="511135" y="391968"/>
                </a:lnTo>
                <a:lnTo>
                  <a:pt x="512530" y="390513"/>
                </a:lnTo>
                <a:lnTo>
                  <a:pt x="513942" y="389049"/>
                </a:lnTo>
                <a:lnTo>
                  <a:pt x="515337" y="389049"/>
                </a:lnTo>
                <a:lnTo>
                  <a:pt x="516749" y="390513"/>
                </a:lnTo>
                <a:lnTo>
                  <a:pt x="518144" y="391968"/>
                </a:lnTo>
                <a:lnTo>
                  <a:pt x="519556" y="393424"/>
                </a:lnTo>
                <a:lnTo>
                  <a:pt x="520951" y="391968"/>
                </a:lnTo>
                <a:lnTo>
                  <a:pt x="522363" y="390513"/>
                </a:lnTo>
                <a:lnTo>
                  <a:pt x="523766" y="389049"/>
                </a:lnTo>
                <a:lnTo>
                  <a:pt x="525170" y="390513"/>
                </a:lnTo>
                <a:lnTo>
                  <a:pt x="526573" y="391968"/>
                </a:lnTo>
                <a:lnTo>
                  <a:pt x="527977" y="393424"/>
                </a:lnTo>
                <a:lnTo>
                  <a:pt x="529380" y="391968"/>
                </a:lnTo>
                <a:lnTo>
                  <a:pt x="530784" y="390513"/>
                </a:lnTo>
                <a:lnTo>
                  <a:pt x="532188" y="389049"/>
                </a:lnTo>
                <a:lnTo>
                  <a:pt x="533591" y="390513"/>
                </a:lnTo>
                <a:lnTo>
                  <a:pt x="535003" y="391968"/>
                </a:lnTo>
                <a:lnTo>
                  <a:pt x="536398" y="393424"/>
                </a:lnTo>
                <a:lnTo>
                  <a:pt x="537810" y="391968"/>
                </a:lnTo>
                <a:lnTo>
                  <a:pt x="539214" y="390513"/>
                </a:lnTo>
                <a:lnTo>
                  <a:pt x="540617" y="390513"/>
                </a:lnTo>
                <a:lnTo>
                  <a:pt x="542021" y="390513"/>
                </a:lnTo>
                <a:lnTo>
                  <a:pt x="543424" y="391968"/>
                </a:lnTo>
                <a:lnTo>
                  <a:pt x="544828" y="391968"/>
                </a:lnTo>
                <a:lnTo>
                  <a:pt x="546231" y="393424"/>
                </a:lnTo>
                <a:lnTo>
                  <a:pt x="547635" y="391968"/>
                </a:lnTo>
                <a:lnTo>
                  <a:pt x="549038" y="390513"/>
                </a:lnTo>
                <a:lnTo>
                  <a:pt x="550442" y="389049"/>
                </a:lnTo>
                <a:lnTo>
                  <a:pt x="551845" y="390513"/>
                </a:lnTo>
                <a:lnTo>
                  <a:pt x="553257" y="391968"/>
                </a:lnTo>
                <a:lnTo>
                  <a:pt x="554661" y="391968"/>
                </a:lnTo>
                <a:lnTo>
                  <a:pt x="556064" y="390513"/>
                </a:lnTo>
                <a:lnTo>
                  <a:pt x="557468" y="389049"/>
                </a:lnTo>
                <a:lnTo>
                  <a:pt x="558871" y="390513"/>
                </a:lnTo>
                <a:lnTo>
                  <a:pt x="560275" y="391968"/>
                </a:lnTo>
                <a:lnTo>
                  <a:pt x="561678" y="393424"/>
                </a:lnTo>
                <a:lnTo>
                  <a:pt x="563082" y="391968"/>
                </a:lnTo>
                <a:lnTo>
                  <a:pt x="564485" y="390513"/>
                </a:lnTo>
                <a:lnTo>
                  <a:pt x="565889" y="390513"/>
                </a:lnTo>
                <a:lnTo>
                  <a:pt x="567292" y="391968"/>
                </a:lnTo>
                <a:lnTo>
                  <a:pt x="568696" y="393424"/>
                </a:lnTo>
                <a:lnTo>
                  <a:pt x="570099" y="393424"/>
                </a:lnTo>
                <a:lnTo>
                  <a:pt x="571511" y="391968"/>
                </a:lnTo>
                <a:lnTo>
                  <a:pt x="572915" y="390513"/>
                </a:lnTo>
                <a:lnTo>
                  <a:pt x="574318" y="389049"/>
                </a:lnTo>
                <a:lnTo>
                  <a:pt x="575722" y="390513"/>
                </a:lnTo>
                <a:lnTo>
                  <a:pt x="577126" y="391968"/>
                </a:lnTo>
                <a:lnTo>
                  <a:pt x="578529" y="393424"/>
                </a:lnTo>
                <a:lnTo>
                  <a:pt x="579933" y="391968"/>
                </a:lnTo>
                <a:lnTo>
                  <a:pt x="581336" y="390513"/>
                </a:lnTo>
                <a:lnTo>
                  <a:pt x="582740" y="389049"/>
                </a:lnTo>
                <a:lnTo>
                  <a:pt x="584143" y="390513"/>
                </a:lnTo>
                <a:lnTo>
                  <a:pt x="585547" y="391968"/>
                </a:lnTo>
                <a:lnTo>
                  <a:pt x="586950" y="393424"/>
                </a:lnTo>
                <a:lnTo>
                  <a:pt x="588362" y="391968"/>
                </a:lnTo>
                <a:lnTo>
                  <a:pt x="589766" y="390513"/>
                </a:lnTo>
                <a:lnTo>
                  <a:pt x="591169" y="389049"/>
                </a:lnTo>
                <a:lnTo>
                  <a:pt x="592573" y="390513"/>
                </a:lnTo>
                <a:lnTo>
                  <a:pt x="593976" y="391968"/>
                </a:lnTo>
                <a:lnTo>
                  <a:pt x="595380" y="393424"/>
                </a:lnTo>
                <a:lnTo>
                  <a:pt x="596783" y="391968"/>
                </a:lnTo>
                <a:lnTo>
                  <a:pt x="598187" y="390513"/>
                </a:lnTo>
                <a:lnTo>
                  <a:pt x="599590" y="389049"/>
                </a:lnTo>
                <a:lnTo>
                  <a:pt x="600994" y="389049"/>
                </a:lnTo>
                <a:lnTo>
                  <a:pt x="602397" y="390513"/>
                </a:lnTo>
                <a:lnTo>
                  <a:pt x="603801" y="391968"/>
                </a:lnTo>
                <a:lnTo>
                  <a:pt x="605204" y="393424"/>
                </a:lnTo>
                <a:lnTo>
                  <a:pt x="606616" y="391968"/>
                </a:lnTo>
                <a:lnTo>
                  <a:pt x="608020" y="390513"/>
                </a:lnTo>
                <a:lnTo>
                  <a:pt x="609423" y="390513"/>
                </a:lnTo>
                <a:lnTo>
                  <a:pt x="610827" y="391968"/>
                </a:lnTo>
                <a:lnTo>
                  <a:pt x="612230" y="393424"/>
                </a:lnTo>
                <a:lnTo>
                  <a:pt x="613634" y="391968"/>
                </a:lnTo>
                <a:lnTo>
                  <a:pt x="615037" y="390513"/>
                </a:lnTo>
                <a:lnTo>
                  <a:pt x="616441" y="389049"/>
                </a:lnTo>
                <a:lnTo>
                  <a:pt x="617845" y="390513"/>
                </a:lnTo>
                <a:lnTo>
                  <a:pt x="619248" y="391968"/>
                </a:lnTo>
                <a:lnTo>
                  <a:pt x="620652" y="393424"/>
                </a:lnTo>
                <a:lnTo>
                  <a:pt x="622055" y="391968"/>
                </a:lnTo>
                <a:lnTo>
                  <a:pt x="623467" y="390513"/>
                </a:lnTo>
                <a:lnTo>
                  <a:pt x="624871" y="389049"/>
                </a:lnTo>
                <a:lnTo>
                  <a:pt x="626274" y="389049"/>
                </a:lnTo>
                <a:lnTo>
                  <a:pt x="627678" y="390513"/>
                </a:lnTo>
                <a:lnTo>
                  <a:pt x="629081" y="391968"/>
                </a:lnTo>
                <a:lnTo>
                  <a:pt x="630485" y="393424"/>
                </a:lnTo>
                <a:lnTo>
                  <a:pt x="631888" y="391968"/>
                </a:lnTo>
                <a:lnTo>
                  <a:pt x="633292" y="390513"/>
                </a:lnTo>
                <a:lnTo>
                  <a:pt x="634695" y="390513"/>
                </a:lnTo>
                <a:lnTo>
                  <a:pt x="636099" y="391968"/>
                </a:lnTo>
                <a:lnTo>
                  <a:pt x="637502" y="393424"/>
                </a:lnTo>
                <a:lnTo>
                  <a:pt x="638906" y="391968"/>
                </a:lnTo>
                <a:lnTo>
                  <a:pt x="640309" y="390513"/>
                </a:lnTo>
                <a:lnTo>
                  <a:pt x="641721" y="389049"/>
                </a:lnTo>
                <a:lnTo>
                  <a:pt x="643125" y="390513"/>
                </a:lnTo>
                <a:lnTo>
                  <a:pt x="644528" y="391968"/>
                </a:lnTo>
                <a:lnTo>
                  <a:pt x="645932" y="391968"/>
                </a:lnTo>
                <a:lnTo>
                  <a:pt x="647335" y="391968"/>
                </a:lnTo>
                <a:lnTo>
                  <a:pt x="648739" y="391968"/>
                </a:lnTo>
                <a:lnTo>
                  <a:pt x="650142" y="393424"/>
                </a:lnTo>
                <a:lnTo>
                  <a:pt x="651546" y="393424"/>
                </a:lnTo>
                <a:lnTo>
                  <a:pt x="652949" y="393424"/>
                </a:lnTo>
                <a:lnTo>
                  <a:pt x="654353" y="393424"/>
                </a:lnTo>
                <a:lnTo>
                  <a:pt x="655756" y="393424"/>
                </a:lnTo>
                <a:lnTo>
                  <a:pt x="657160" y="393424"/>
                </a:lnTo>
                <a:lnTo>
                  <a:pt x="658572" y="393424"/>
                </a:lnTo>
                <a:lnTo>
                  <a:pt x="659975" y="393424"/>
                </a:lnTo>
                <a:lnTo>
                  <a:pt x="661379" y="393424"/>
                </a:lnTo>
                <a:lnTo>
                  <a:pt x="662782" y="393424"/>
                </a:lnTo>
                <a:lnTo>
                  <a:pt x="664186" y="391968"/>
                </a:lnTo>
                <a:lnTo>
                  <a:pt x="665590" y="391968"/>
                </a:lnTo>
                <a:lnTo>
                  <a:pt x="666993" y="391968"/>
                </a:lnTo>
                <a:lnTo>
                  <a:pt x="668397" y="391968"/>
                </a:lnTo>
                <a:lnTo>
                  <a:pt x="669800" y="391968"/>
                </a:lnTo>
                <a:lnTo>
                  <a:pt x="671204" y="383226"/>
                </a:lnTo>
                <a:lnTo>
                  <a:pt x="672607" y="375940"/>
                </a:lnTo>
                <a:lnTo>
                  <a:pt x="674011" y="373029"/>
                </a:lnTo>
                <a:lnTo>
                  <a:pt x="675414" y="381762"/>
                </a:lnTo>
                <a:lnTo>
                  <a:pt x="676826" y="390513"/>
                </a:lnTo>
                <a:lnTo>
                  <a:pt x="678230" y="393424"/>
                </a:lnTo>
                <a:lnTo>
                  <a:pt x="679633" y="393424"/>
                </a:lnTo>
                <a:lnTo>
                  <a:pt x="681037" y="393424"/>
                </a:lnTo>
                <a:lnTo>
                  <a:pt x="682440" y="393424"/>
                </a:lnTo>
                <a:lnTo>
                  <a:pt x="683844" y="393424"/>
                </a:lnTo>
                <a:lnTo>
                  <a:pt x="685247" y="393424"/>
                </a:lnTo>
                <a:lnTo>
                  <a:pt x="686651" y="393424"/>
                </a:lnTo>
                <a:lnTo>
                  <a:pt x="688054" y="393424"/>
                </a:lnTo>
                <a:lnTo>
                  <a:pt x="689458" y="393424"/>
                </a:lnTo>
                <a:lnTo>
                  <a:pt x="690861" y="393424"/>
                </a:lnTo>
                <a:lnTo>
                  <a:pt x="692265" y="393424"/>
                </a:lnTo>
                <a:lnTo>
                  <a:pt x="693677" y="393424"/>
                </a:lnTo>
                <a:lnTo>
                  <a:pt x="695080" y="393424"/>
                </a:lnTo>
                <a:lnTo>
                  <a:pt x="696484" y="393424"/>
                </a:lnTo>
                <a:lnTo>
                  <a:pt x="697887" y="393424"/>
                </a:lnTo>
                <a:lnTo>
                  <a:pt x="699291" y="393424"/>
                </a:lnTo>
                <a:lnTo>
                  <a:pt x="700694" y="393424"/>
                </a:lnTo>
                <a:lnTo>
                  <a:pt x="702098" y="393424"/>
                </a:lnTo>
                <a:lnTo>
                  <a:pt x="703501" y="393424"/>
                </a:lnTo>
                <a:lnTo>
                  <a:pt x="704905" y="393424"/>
                </a:lnTo>
                <a:lnTo>
                  <a:pt x="706309" y="393424"/>
                </a:lnTo>
                <a:lnTo>
                  <a:pt x="707712" y="393424"/>
                </a:lnTo>
                <a:lnTo>
                  <a:pt x="709116" y="393424"/>
                </a:lnTo>
                <a:lnTo>
                  <a:pt x="710519" y="393424"/>
                </a:lnTo>
                <a:lnTo>
                  <a:pt x="711931" y="393424"/>
                </a:lnTo>
                <a:lnTo>
                  <a:pt x="713335" y="393424"/>
                </a:lnTo>
                <a:lnTo>
                  <a:pt x="714738" y="393424"/>
                </a:lnTo>
                <a:lnTo>
                  <a:pt x="716142" y="393424"/>
                </a:lnTo>
                <a:lnTo>
                  <a:pt x="717545" y="393424"/>
                </a:lnTo>
                <a:lnTo>
                  <a:pt x="718949" y="393424"/>
                </a:lnTo>
                <a:lnTo>
                  <a:pt x="720352" y="393424"/>
                </a:lnTo>
                <a:lnTo>
                  <a:pt x="721756" y="393424"/>
                </a:lnTo>
                <a:lnTo>
                  <a:pt x="723159" y="393424"/>
                </a:lnTo>
                <a:lnTo>
                  <a:pt x="724563" y="393424"/>
                </a:lnTo>
                <a:lnTo>
                  <a:pt x="725966" y="393424"/>
                </a:lnTo>
                <a:lnTo>
                  <a:pt x="727370" y="393424"/>
                </a:lnTo>
                <a:lnTo>
                  <a:pt x="728782" y="393424"/>
                </a:lnTo>
                <a:lnTo>
                  <a:pt x="730185" y="393424"/>
                </a:lnTo>
                <a:lnTo>
                  <a:pt x="731589" y="393424"/>
                </a:lnTo>
                <a:lnTo>
                  <a:pt x="732992" y="393424"/>
                </a:lnTo>
                <a:lnTo>
                  <a:pt x="734396" y="393424"/>
                </a:lnTo>
                <a:lnTo>
                  <a:pt x="735799" y="393424"/>
                </a:lnTo>
                <a:lnTo>
                  <a:pt x="737203" y="393424"/>
                </a:lnTo>
                <a:lnTo>
                  <a:pt x="738606" y="393424"/>
                </a:lnTo>
                <a:lnTo>
                  <a:pt x="740010" y="393424"/>
                </a:lnTo>
                <a:lnTo>
                  <a:pt x="741413" y="393424"/>
                </a:lnTo>
                <a:lnTo>
                  <a:pt x="742817" y="393424"/>
                </a:lnTo>
                <a:lnTo>
                  <a:pt x="744220" y="393424"/>
                </a:lnTo>
                <a:lnTo>
                  <a:pt x="745624" y="393424"/>
                </a:lnTo>
                <a:lnTo>
                  <a:pt x="747036" y="393424"/>
                </a:lnTo>
                <a:lnTo>
                  <a:pt x="748439" y="393424"/>
                </a:lnTo>
                <a:lnTo>
                  <a:pt x="749843" y="393424"/>
                </a:lnTo>
                <a:lnTo>
                  <a:pt x="751246" y="393424"/>
                </a:lnTo>
                <a:lnTo>
                  <a:pt x="752650" y="393424"/>
                </a:lnTo>
                <a:lnTo>
                  <a:pt x="754054" y="393424"/>
                </a:lnTo>
                <a:lnTo>
                  <a:pt x="755457" y="327855"/>
                </a:lnTo>
                <a:lnTo>
                  <a:pt x="756861" y="199627"/>
                </a:lnTo>
                <a:lnTo>
                  <a:pt x="758264" y="71400"/>
                </a:lnTo>
                <a:lnTo>
                  <a:pt x="759668" y="8742"/>
                </a:lnTo>
                <a:lnTo>
                  <a:pt x="761071" y="8742"/>
                </a:lnTo>
                <a:lnTo>
                  <a:pt x="762475" y="8742"/>
                </a:lnTo>
                <a:lnTo>
                  <a:pt x="763887" y="8742"/>
                </a:lnTo>
                <a:lnTo>
                  <a:pt x="765290" y="8742"/>
                </a:lnTo>
                <a:lnTo>
                  <a:pt x="766694" y="8742"/>
                </a:lnTo>
                <a:lnTo>
                  <a:pt x="768097" y="8742"/>
                </a:lnTo>
                <a:lnTo>
                  <a:pt x="769501" y="8742"/>
                </a:lnTo>
                <a:lnTo>
                  <a:pt x="770904" y="8742"/>
                </a:lnTo>
                <a:lnTo>
                  <a:pt x="772308" y="8742"/>
                </a:lnTo>
                <a:lnTo>
                  <a:pt x="773711" y="8742"/>
                </a:lnTo>
                <a:lnTo>
                  <a:pt x="775115" y="8742"/>
                </a:lnTo>
                <a:lnTo>
                  <a:pt x="776518" y="8742"/>
                </a:lnTo>
                <a:lnTo>
                  <a:pt x="777922" y="8742"/>
                </a:lnTo>
                <a:lnTo>
                  <a:pt x="779325" y="8742"/>
                </a:lnTo>
                <a:lnTo>
                  <a:pt x="780729" y="8742"/>
                </a:lnTo>
                <a:lnTo>
                  <a:pt x="782141" y="8742"/>
                </a:lnTo>
                <a:lnTo>
                  <a:pt x="783544" y="8742"/>
                </a:lnTo>
                <a:lnTo>
                  <a:pt x="784948" y="8742"/>
                </a:lnTo>
                <a:lnTo>
                  <a:pt x="786351" y="8742"/>
                </a:lnTo>
                <a:lnTo>
                  <a:pt x="787755" y="8742"/>
                </a:lnTo>
                <a:lnTo>
                  <a:pt x="789158" y="8742"/>
                </a:lnTo>
                <a:lnTo>
                  <a:pt x="790562" y="8742"/>
                </a:lnTo>
                <a:lnTo>
                  <a:pt x="791965" y="8742"/>
                </a:lnTo>
                <a:lnTo>
                  <a:pt x="793369" y="8742"/>
                </a:lnTo>
                <a:lnTo>
                  <a:pt x="794773" y="8742"/>
                </a:lnTo>
                <a:lnTo>
                  <a:pt x="796176" y="8742"/>
                </a:lnTo>
                <a:lnTo>
                  <a:pt x="797580" y="8742"/>
                </a:lnTo>
                <a:lnTo>
                  <a:pt x="798992" y="8742"/>
                </a:lnTo>
                <a:lnTo>
                  <a:pt x="800395" y="8742"/>
                </a:lnTo>
                <a:lnTo>
                  <a:pt x="801799" y="8742"/>
                </a:lnTo>
                <a:lnTo>
                  <a:pt x="803202" y="8742"/>
                </a:lnTo>
                <a:lnTo>
                  <a:pt x="804606" y="8742"/>
                </a:lnTo>
                <a:lnTo>
                  <a:pt x="806009" y="8742"/>
                </a:lnTo>
                <a:lnTo>
                  <a:pt x="807413" y="8742"/>
                </a:lnTo>
                <a:lnTo>
                  <a:pt x="808816" y="8742"/>
                </a:lnTo>
                <a:lnTo>
                  <a:pt x="810220" y="8742"/>
                </a:lnTo>
                <a:lnTo>
                  <a:pt x="811623" y="8742"/>
                </a:lnTo>
                <a:lnTo>
                  <a:pt x="813027" y="8742"/>
                </a:lnTo>
                <a:lnTo>
                  <a:pt x="814430" y="8742"/>
                </a:lnTo>
                <a:lnTo>
                  <a:pt x="815834" y="8742"/>
                </a:lnTo>
                <a:lnTo>
                  <a:pt x="817246" y="8742"/>
                </a:lnTo>
                <a:lnTo>
                  <a:pt x="818649" y="8742"/>
                </a:lnTo>
                <a:lnTo>
                  <a:pt x="820053" y="8742"/>
                </a:lnTo>
                <a:lnTo>
                  <a:pt x="821456" y="8742"/>
                </a:lnTo>
                <a:lnTo>
                  <a:pt x="822860" y="8742"/>
                </a:lnTo>
                <a:lnTo>
                  <a:pt x="824263" y="8742"/>
                </a:lnTo>
                <a:lnTo>
                  <a:pt x="825667" y="8742"/>
                </a:lnTo>
                <a:lnTo>
                  <a:pt x="827070" y="8742"/>
                </a:lnTo>
                <a:lnTo>
                  <a:pt x="828474" y="8742"/>
                </a:lnTo>
                <a:lnTo>
                  <a:pt x="829877" y="8742"/>
                </a:lnTo>
                <a:lnTo>
                  <a:pt x="831281" y="8742"/>
                </a:lnTo>
                <a:lnTo>
                  <a:pt x="832684" y="8742"/>
                </a:lnTo>
                <a:lnTo>
                  <a:pt x="834096" y="8742"/>
                </a:lnTo>
                <a:lnTo>
                  <a:pt x="835500" y="8742"/>
                </a:lnTo>
                <a:lnTo>
                  <a:pt x="836903" y="8742"/>
                </a:lnTo>
                <a:lnTo>
                  <a:pt x="838307" y="8742"/>
                </a:lnTo>
                <a:lnTo>
                  <a:pt x="839710" y="8742"/>
                </a:lnTo>
                <a:lnTo>
                  <a:pt x="841114" y="8742"/>
                </a:lnTo>
                <a:lnTo>
                  <a:pt x="842518" y="8742"/>
                </a:lnTo>
                <a:lnTo>
                  <a:pt x="843921" y="8742"/>
                </a:lnTo>
                <a:lnTo>
                  <a:pt x="845325" y="8742"/>
                </a:lnTo>
                <a:lnTo>
                  <a:pt x="846728" y="8742"/>
                </a:lnTo>
                <a:lnTo>
                  <a:pt x="848132" y="8742"/>
                </a:lnTo>
                <a:lnTo>
                  <a:pt x="849535" y="8742"/>
                </a:lnTo>
                <a:lnTo>
                  <a:pt x="850939" y="8742"/>
                </a:lnTo>
                <a:lnTo>
                  <a:pt x="852351" y="8742"/>
                </a:lnTo>
                <a:lnTo>
                  <a:pt x="853754" y="8742"/>
                </a:lnTo>
                <a:lnTo>
                  <a:pt x="855158" y="8742"/>
                </a:lnTo>
                <a:lnTo>
                  <a:pt x="856561" y="8742"/>
                </a:lnTo>
                <a:lnTo>
                  <a:pt x="857965" y="8742"/>
                </a:lnTo>
                <a:lnTo>
                  <a:pt x="859368" y="8742"/>
                </a:lnTo>
                <a:lnTo>
                  <a:pt x="860772" y="8742"/>
                </a:lnTo>
                <a:lnTo>
                  <a:pt x="862175" y="8742"/>
                </a:lnTo>
                <a:lnTo>
                  <a:pt x="863579" y="8742"/>
                </a:lnTo>
                <a:lnTo>
                  <a:pt x="864982" y="8742"/>
                </a:lnTo>
                <a:lnTo>
                  <a:pt x="866386" y="8742"/>
                </a:lnTo>
                <a:lnTo>
                  <a:pt x="867789" y="8742"/>
                </a:lnTo>
                <a:lnTo>
                  <a:pt x="869201" y="8742"/>
                </a:lnTo>
                <a:lnTo>
                  <a:pt x="870605" y="8742"/>
                </a:lnTo>
                <a:lnTo>
                  <a:pt x="872008" y="8742"/>
                </a:lnTo>
                <a:lnTo>
                  <a:pt x="873412" y="8742"/>
                </a:lnTo>
                <a:lnTo>
                  <a:pt x="874815" y="8742"/>
                </a:lnTo>
                <a:lnTo>
                  <a:pt x="876219" y="8742"/>
                </a:lnTo>
                <a:lnTo>
                  <a:pt x="877622" y="8742"/>
                </a:lnTo>
                <a:lnTo>
                  <a:pt x="879026" y="8742"/>
                </a:lnTo>
                <a:lnTo>
                  <a:pt x="880429" y="8742"/>
                </a:lnTo>
                <a:lnTo>
                  <a:pt x="881833" y="8742"/>
                </a:lnTo>
                <a:lnTo>
                  <a:pt x="883237" y="8742"/>
                </a:lnTo>
                <a:lnTo>
                  <a:pt x="884640" y="8742"/>
                </a:lnTo>
                <a:lnTo>
                  <a:pt x="886044" y="8742"/>
                </a:lnTo>
                <a:lnTo>
                  <a:pt x="887456" y="8742"/>
                </a:lnTo>
                <a:lnTo>
                  <a:pt x="888859" y="8742"/>
                </a:lnTo>
                <a:lnTo>
                  <a:pt x="890263" y="8742"/>
                </a:lnTo>
                <a:lnTo>
                  <a:pt x="891666" y="8742"/>
                </a:lnTo>
                <a:lnTo>
                  <a:pt x="893070" y="8742"/>
                </a:lnTo>
                <a:lnTo>
                  <a:pt x="894473" y="8742"/>
                </a:lnTo>
                <a:lnTo>
                  <a:pt x="895877" y="8742"/>
                </a:lnTo>
                <a:lnTo>
                  <a:pt x="897280" y="8742"/>
                </a:lnTo>
                <a:lnTo>
                  <a:pt x="898684" y="10198"/>
                </a:lnTo>
                <a:lnTo>
                  <a:pt x="900087" y="7286"/>
                </a:lnTo>
                <a:lnTo>
                  <a:pt x="901491" y="4367"/>
                </a:lnTo>
                <a:lnTo>
                  <a:pt x="902894" y="0"/>
                </a:lnTo>
                <a:lnTo>
                  <a:pt x="904306" y="7286"/>
                </a:lnTo>
                <a:lnTo>
                  <a:pt x="905710" y="23315"/>
                </a:lnTo>
                <a:lnTo>
                  <a:pt x="907113" y="39343"/>
                </a:lnTo>
                <a:lnTo>
                  <a:pt x="908517" y="34968"/>
                </a:lnTo>
                <a:lnTo>
                  <a:pt x="909920" y="18948"/>
                </a:lnTo>
                <a:lnTo>
                  <a:pt x="911324" y="2911"/>
                </a:lnTo>
                <a:lnTo>
                  <a:pt x="912727" y="0"/>
                </a:lnTo>
                <a:lnTo>
                  <a:pt x="914131" y="1464"/>
                </a:lnTo>
                <a:lnTo>
                  <a:pt x="915534" y="1464"/>
                </a:lnTo>
                <a:lnTo>
                  <a:pt x="916938" y="1464"/>
                </a:lnTo>
                <a:lnTo>
                  <a:pt x="918341" y="2911"/>
                </a:lnTo>
                <a:lnTo>
                  <a:pt x="919745" y="2911"/>
                </a:lnTo>
                <a:lnTo>
                  <a:pt x="921148" y="2911"/>
                </a:lnTo>
                <a:lnTo>
                  <a:pt x="922560" y="0"/>
                </a:lnTo>
                <a:lnTo>
                  <a:pt x="923964" y="0"/>
                </a:lnTo>
                <a:lnTo>
                  <a:pt x="925367" y="1464"/>
                </a:lnTo>
                <a:lnTo>
                  <a:pt x="926771" y="1464"/>
                </a:lnTo>
                <a:lnTo>
                  <a:pt x="928174" y="1464"/>
                </a:lnTo>
                <a:lnTo>
                  <a:pt x="929578" y="0"/>
                </a:lnTo>
                <a:lnTo>
                  <a:pt x="930982" y="0"/>
                </a:lnTo>
                <a:lnTo>
                  <a:pt x="932385" y="0"/>
                </a:lnTo>
                <a:lnTo>
                  <a:pt x="933789" y="0"/>
                </a:lnTo>
                <a:lnTo>
                  <a:pt x="935192" y="0"/>
                </a:lnTo>
                <a:lnTo>
                  <a:pt x="936596" y="1464"/>
                </a:lnTo>
                <a:lnTo>
                  <a:pt x="937999" y="2911"/>
                </a:lnTo>
                <a:lnTo>
                  <a:pt x="939411" y="2911"/>
                </a:lnTo>
                <a:lnTo>
                  <a:pt x="940815" y="2911"/>
                </a:lnTo>
                <a:lnTo>
                  <a:pt x="942218" y="1464"/>
                </a:lnTo>
                <a:lnTo>
                  <a:pt x="943622" y="1464"/>
                </a:lnTo>
                <a:lnTo>
                  <a:pt x="945025" y="0"/>
                </a:lnTo>
                <a:lnTo>
                  <a:pt x="946429" y="0"/>
                </a:lnTo>
                <a:lnTo>
                  <a:pt x="947832" y="0"/>
                </a:lnTo>
                <a:lnTo>
                  <a:pt x="949236" y="0"/>
                </a:lnTo>
                <a:lnTo>
                  <a:pt x="950639" y="0"/>
                </a:lnTo>
                <a:lnTo>
                  <a:pt x="952043" y="0"/>
                </a:lnTo>
                <a:lnTo>
                  <a:pt x="953446" y="0"/>
                </a:lnTo>
                <a:lnTo>
                  <a:pt x="954850" y="0"/>
                </a:lnTo>
                <a:lnTo>
                  <a:pt x="956253" y="0"/>
                </a:lnTo>
                <a:lnTo>
                  <a:pt x="957665" y="0"/>
                </a:lnTo>
                <a:lnTo>
                  <a:pt x="959069" y="0"/>
                </a:lnTo>
                <a:lnTo>
                  <a:pt x="960472" y="0"/>
                </a:lnTo>
                <a:lnTo>
                  <a:pt x="961876" y="0"/>
                </a:lnTo>
                <a:lnTo>
                  <a:pt x="963279" y="0"/>
                </a:lnTo>
                <a:lnTo>
                  <a:pt x="964683" y="0"/>
                </a:lnTo>
                <a:lnTo>
                  <a:pt x="966086" y="0"/>
                </a:lnTo>
                <a:lnTo>
                  <a:pt x="967490" y="0"/>
                </a:lnTo>
                <a:lnTo>
                  <a:pt x="968893" y="0"/>
                </a:lnTo>
                <a:lnTo>
                  <a:pt x="970297" y="0"/>
                </a:lnTo>
                <a:lnTo>
                  <a:pt x="971701" y="0"/>
                </a:lnTo>
                <a:lnTo>
                  <a:pt x="973104" y="0"/>
                </a:lnTo>
                <a:lnTo>
                  <a:pt x="974516" y="0"/>
                </a:lnTo>
                <a:lnTo>
                  <a:pt x="975920" y="0"/>
                </a:lnTo>
                <a:lnTo>
                  <a:pt x="977323" y="0"/>
                </a:lnTo>
                <a:lnTo>
                  <a:pt x="978727" y="0"/>
                </a:lnTo>
                <a:lnTo>
                  <a:pt x="980130" y="0"/>
                </a:lnTo>
                <a:lnTo>
                  <a:pt x="981534" y="0"/>
                </a:lnTo>
                <a:lnTo>
                  <a:pt x="982937" y="0"/>
                </a:lnTo>
                <a:lnTo>
                  <a:pt x="984341" y="0"/>
                </a:lnTo>
                <a:lnTo>
                  <a:pt x="985744" y="0"/>
                </a:lnTo>
                <a:lnTo>
                  <a:pt x="987148" y="0"/>
                </a:lnTo>
                <a:lnTo>
                  <a:pt x="988551" y="0"/>
                </a:lnTo>
                <a:lnTo>
                  <a:pt x="989955" y="0"/>
                </a:lnTo>
                <a:lnTo>
                  <a:pt x="991358" y="0"/>
                </a:lnTo>
                <a:lnTo>
                  <a:pt x="992770" y="0"/>
                </a:lnTo>
                <a:lnTo>
                  <a:pt x="994174" y="0"/>
                </a:lnTo>
                <a:lnTo>
                  <a:pt x="995577" y="0"/>
                </a:lnTo>
                <a:lnTo>
                  <a:pt x="996981" y="0"/>
                </a:lnTo>
                <a:lnTo>
                  <a:pt x="998384" y="0"/>
                </a:lnTo>
                <a:lnTo>
                  <a:pt x="999788" y="0"/>
                </a:lnTo>
                <a:lnTo>
                  <a:pt x="1001191" y="0"/>
                </a:lnTo>
                <a:lnTo>
                  <a:pt x="1002595" y="0"/>
                </a:lnTo>
                <a:lnTo>
                  <a:pt x="1003998" y="0"/>
                </a:lnTo>
                <a:lnTo>
                  <a:pt x="1005402" y="0"/>
                </a:lnTo>
                <a:lnTo>
                  <a:pt x="1006805" y="0"/>
                </a:lnTo>
                <a:lnTo>
                  <a:pt x="1008209" y="0"/>
                </a:lnTo>
                <a:lnTo>
                  <a:pt x="1009621" y="0"/>
                </a:lnTo>
                <a:lnTo>
                  <a:pt x="1011024" y="0"/>
                </a:lnTo>
                <a:lnTo>
                  <a:pt x="1012428" y="0"/>
                </a:lnTo>
                <a:lnTo>
                  <a:pt x="1013831" y="0"/>
                </a:lnTo>
                <a:lnTo>
                  <a:pt x="1015235" y="0"/>
                </a:lnTo>
                <a:lnTo>
                  <a:pt x="1016639" y="0"/>
                </a:lnTo>
                <a:lnTo>
                  <a:pt x="1018042" y="0"/>
                </a:lnTo>
                <a:lnTo>
                  <a:pt x="1019446" y="0"/>
                </a:lnTo>
                <a:lnTo>
                  <a:pt x="1020849" y="0"/>
                </a:lnTo>
                <a:lnTo>
                  <a:pt x="1022253" y="0"/>
                </a:lnTo>
                <a:lnTo>
                  <a:pt x="1023656" y="0"/>
                </a:lnTo>
                <a:lnTo>
                  <a:pt x="1025060" y="0"/>
                </a:lnTo>
                <a:lnTo>
                  <a:pt x="1026463" y="0"/>
                </a:lnTo>
                <a:lnTo>
                  <a:pt x="1027875" y="0"/>
                </a:lnTo>
                <a:lnTo>
                  <a:pt x="1029279" y="0"/>
                </a:lnTo>
                <a:lnTo>
                  <a:pt x="1030682" y="0"/>
                </a:lnTo>
                <a:lnTo>
                  <a:pt x="1032086" y="1464"/>
                </a:lnTo>
                <a:lnTo>
                  <a:pt x="1033489" y="1464"/>
                </a:lnTo>
                <a:lnTo>
                  <a:pt x="1034893" y="2911"/>
                </a:lnTo>
                <a:lnTo>
                  <a:pt x="1036296" y="1464"/>
                </a:lnTo>
                <a:lnTo>
                  <a:pt x="1037700" y="1464"/>
                </a:lnTo>
                <a:lnTo>
                  <a:pt x="1039103" y="7286"/>
                </a:lnTo>
                <a:lnTo>
                  <a:pt x="1040507" y="14564"/>
                </a:lnTo>
                <a:lnTo>
                  <a:pt x="1041910" y="21859"/>
                </a:lnTo>
                <a:lnTo>
                  <a:pt x="1043314" y="21859"/>
                </a:lnTo>
                <a:lnTo>
                  <a:pt x="1044726" y="21859"/>
                </a:lnTo>
                <a:lnTo>
                  <a:pt x="1046129" y="21859"/>
                </a:lnTo>
                <a:lnTo>
                  <a:pt x="1047533" y="21859"/>
                </a:lnTo>
                <a:lnTo>
                  <a:pt x="1048936" y="21859"/>
                </a:lnTo>
                <a:lnTo>
                  <a:pt x="1050340" y="21859"/>
                </a:lnTo>
                <a:lnTo>
                  <a:pt x="1051743" y="21859"/>
                </a:lnTo>
                <a:lnTo>
                  <a:pt x="1053147" y="21859"/>
                </a:lnTo>
                <a:lnTo>
                  <a:pt x="1054550" y="21859"/>
                </a:lnTo>
                <a:lnTo>
                  <a:pt x="1055954" y="21859"/>
                </a:lnTo>
                <a:lnTo>
                  <a:pt x="1057357" y="21859"/>
                </a:lnTo>
                <a:lnTo>
                  <a:pt x="1058761" y="21859"/>
                </a:lnTo>
                <a:lnTo>
                  <a:pt x="1060165" y="21859"/>
                </a:lnTo>
                <a:lnTo>
                  <a:pt x="1061568" y="21859"/>
                </a:lnTo>
                <a:lnTo>
                  <a:pt x="1062980" y="21859"/>
                </a:lnTo>
                <a:lnTo>
                  <a:pt x="1064384" y="21859"/>
                </a:lnTo>
                <a:lnTo>
                  <a:pt x="1065787" y="21859"/>
                </a:lnTo>
                <a:lnTo>
                  <a:pt x="1067191" y="21859"/>
                </a:lnTo>
                <a:lnTo>
                  <a:pt x="1068594" y="21859"/>
                </a:lnTo>
                <a:lnTo>
                  <a:pt x="1069998" y="21859"/>
                </a:lnTo>
                <a:lnTo>
                  <a:pt x="1071401" y="21859"/>
                </a:lnTo>
                <a:lnTo>
                  <a:pt x="1072805" y="21859"/>
                </a:lnTo>
                <a:lnTo>
                  <a:pt x="1074208" y="21859"/>
                </a:lnTo>
                <a:lnTo>
                  <a:pt x="1075612" y="21859"/>
                </a:lnTo>
                <a:lnTo>
                  <a:pt x="1077015" y="21859"/>
                </a:lnTo>
                <a:lnTo>
                  <a:pt x="1078419" y="21859"/>
                </a:lnTo>
                <a:lnTo>
                  <a:pt x="1079831" y="21859"/>
                </a:lnTo>
                <a:lnTo>
                  <a:pt x="1081234" y="21859"/>
                </a:lnTo>
                <a:lnTo>
                  <a:pt x="1082638" y="21859"/>
                </a:lnTo>
                <a:lnTo>
                  <a:pt x="1084041" y="21859"/>
                </a:lnTo>
                <a:lnTo>
                  <a:pt x="1085445" y="21859"/>
                </a:lnTo>
                <a:lnTo>
                  <a:pt x="1086848" y="21859"/>
                </a:lnTo>
                <a:lnTo>
                  <a:pt x="1088252" y="21859"/>
                </a:lnTo>
                <a:lnTo>
                  <a:pt x="1089655" y="21859"/>
                </a:lnTo>
                <a:lnTo>
                  <a:pt x="1091059" y="21859"/>
                </a:lnTo>
                <a:lnTo>
                  <a:pt x="1092462" y="21859"/>
                </a:lnTo>
                <a:lnTo>
                  <a:pt x="1093866" y="21859"/>
                </a:lnTo>
                <a:lnTo>
                  <a:pt x="1095269" y="21859"/>
                </a:lnTo>
                <a:lnTo>
                  <a:pt x="1096673" y="21859"/>
                </a:lnTo>
                <a:lnTo>
                  <a:pt x="1098085" y="21859"/>
                </a:lnTo>
                <a:lnTo>
                  <a:pt x="1099488" y="21859"/>
                </a:lnTo>
                <a:lnTo>
                  <a:pt x="1100892" y="21859"/>
                </a:lnTo>
                <a:lnTo>
                  <a:pt x="1102295" y="21859"/>
                </a:lnTo>
                <a:lnTo>
                  <a:pt x="1103699" y="21859"/>
                </a:lnTo>
                <a:lnTo>
                  <a:pt x="1105103" y="21859"/>
                </a:lnTo>
                <a:lnTo>
                  <a:pt x="1106506" y="21859"/>
                </a:lnTo>
                <a:lnTo>
                  <a:pt x="1107910" y="21859"/>
                </a:lnTo>
                <a:lnTo>
                  <a:pt x="1109313" y="21859"/>
                </a:lnTo>
                <a:lnTo>
                  <a:pt x="1110717" y="21859"/>
                </a:lnTo>
                <a:lnTo>
                  <a:pt x="1112120" y="21859"/>
                </a:lnTo>
                <a:lnTo>
                  <a:pt x="1113524" y="21859"/>
                </a:lnTo>
                <a:lnTo>
                  <a:pt x="1114936" y="21859"/>
                </a:lnTo>
                <a:lnTo>
                  <a:pt x="1116339" y="21859"/>
                </a:lnTo>
                <a:lnTo>
                  <a:pt x="1117743" y="21859"/>
                </a:lnTo>
                <a:lnTo>
                  <a:pt x="1119146" y="21859"/>
                </a:lnTo>
                <a:lnTo>
                  <a:pt x="1120550" y="21859"/>
                </a:lnTo>
                <a:lnTo>
                  <a:pt x="1121953" y="21859"/>
                </a:lnTo>
                <a:lnTo>
                  <a:pt x="1123357" y="21859"/>
                </a:lnTo>
                <a:lnTo>
                  <a:pt x="1124760" y="21859"/>
                </a:lnTo>
                <a:lnTo>
                  <a:pt x="1126164" y="21859"/>
                </a:lnTo>
                <a:lnTo>
                  <a:pt x="1127567" y="21859"/>
                </a:lnTo>
                <a:lnTo>
                  <a:pt x="1128971" y="21859"/>
                </a:lnTo>
                <a:lnTo>
                  <a:pt x="1130374" y="21859"/>
                </a:lnTo>
                <a:lnTo>
                  <a:pt x="1131778" y="20395"/>
                </a:lnTo>
                <a:lnTo>
                  <a:pt x="1133190" y="20395"/>
                </a:lnTo>
                <a:lnTo>
                  <a:pt x="1134593" y="20395"/>
                </a:lnTo>
                <a:lnTo>
                  <a:pt x="1135997" y="21859"/>
                </a:lnTo>
                <a:lnTo>
                  <a:pt x="1137400" y="21859"/>
                </a:lnTo>
                <a:lnTo>
                  <a:pt x="1138804" y="26226"/>
                </a:lnTo>
                <a:lnTo>
                  <a:pt x="1140207" y="30601"/>
                </a:lnTo>
                <a:lnTo>
                  <a:pt x="1141611" y="34968"/>
                </a:lnTo>
                <a:lnTo>
                  <a:pt x="1143014" y="30601"/>
                </a:lnTo>
                <a:lnTo>
                  <a:pt x="1144418" y="26226"/>
                </a:lnTo>
                <a:lnTo>
                  <a:pt x="1145821" y="21859"/>
                </a:lnTo>
                <a:lnTo>
                  <a:pt x="1147225" y="20395"/>
                </a:lnTo>
                <a:lnTo>
                  <a:pt x="1148629" y="20395"/>
                </a:lnTo>
                <a:lnTo>
                  <a:pt x="1150040" y="20395"/>
                </a:lnTo>
                <a:lnTo>
                  <a:pt x="1151444" y="20395"/>
                </a:lnTo>
                <a:lnTo>
                  <a:pt x="1152848" y="18948"/>
                </a:lnTo>
                <a:lnTo>
                  <a:pt x="1154251" y="18948"/>
                </a:lnTo>
                <a:lnTo>
                  <a:pt x="1155655" y="18948"/>
                </a:lnTo>
                <a:lnTo>
                  <a:pt x="1157058" y="20395"/>
                </a:lnTo>
                <a:lnTo>
                  <a:pt x="1158462" y="20395"/>
                </a:lnTo>
                <a:lnTo>
                  <a:pt x="1159865" y="21859"/>
                </a:lnTo>
                <a:lnTo>
                  <a:pt x="1161269" y="21859"/>
                </a:lnTo>
                <a:lnTo>
                  <a:pt x="1162672" y="21859"/>
                </a:lnTo>
                <a:lnTo>
                  <a:pt x="1164076" y="20395"/>
                </a:lnTo>
                <a:lnTo>
                  <a:pt x="1165479" y="20395"/>
                </a:lnTo>
                <a:lnTo>
                  <a:pt x="1166883" y="20395"/>
                </a:lnTo>
                <a:lnTo>
                  <a:pt x="1168295" y="23315"/>
                </a:lnTo>
                <a:lnTo>
                  <a:pt x="1169698" y="18948"/>
                </a:lnTo>
                <a:lnTo>
                  <a:pt x="1171102" y="14564"/>
                </a:lnTo>
                <a:lnTo>
                  <a:pt x="1172505" y="8742"/>
                </a:lnTo>
                <a:lnTo>
                  <a:pt x="1173909" y="7286"/>
                </a:lnTo>
                <a:lnTo>
                  <a:pt x="1175312" y="7286"/>
                </a:lnTo>
                <a:lnTo>
                  <a:pt x="1176716" y="5831"/>
                </a:lnTo>
                <a:lnTo>
                  <a:pt x="1178119" y="7286"/>
                </a:lnTo>
                <a:lnTo>
                  <a:pt x="1179523" y="5831"/>
                </a:lnTo>
                <a:lnTo>
                  <a:pt x="1180926" y="7286"/>
                </a:lnTo>
                <a:lnTo>
                  <a:pt x="1182330" y="5831"/>
                </a:lnTo>
                <a:lnTo>
                  <a:pt x="1183733" y="7286"/>
                </a:lnTo>
                <a:lnTo>
                  <a:pt x="1185145" y="5831"/>
                </a:lnTo>
                <a:lnTo>
                  <a:pt x="1186549" y="7286"/>
                </a:lnTo>
                <a:lnTo>
                  <a:pt x="1187952" y="7286"/>
                </a:lnTo>
                <a:lnTo>
                  <a:pt x="1189356" y="7286"/>
                </a:lnTo>
                <a:lnTo>
                  <a:pt x="1190759" y="5831"/>
                </a:lnTo>
                <a:lnTo>
                  <a:pt x="1192163" y="2911"/>
                </a:lnTo>
                <a:lnTo>
                  <a:pt x="1193567" y="2911"/>
                </a:lnTo>
                <a:lnTo>
                  <a:pt x="1194970" y="2911"/>
                </a:lnTo>
                <a:lnTo>
                  <a:pt x="1196374" y="4367"/>
                </a:lnTo>
                <a:lnTo>
                  <a:pt x="1197777" y="2911"/>
                </a:lnTo>
                <a:lnTo>
                  <a:pt x="1199181" y="2911"/>
                </a:lnTo>
                <a:lnTo>
                  <a:pt x="1200584" y="2911"/>
                </a:lnTo>
                <a:lnTo>
                  <a:pt x="1201988" y="4367"/>
                </a:lnTo>
                <a:lnTo>
                  <a:pt x="1203400" y="45166"/>
                </a:lnTo>
                <a:lnTo>
                  <a:pt x="1204803" y="167570"/>
                </a:lnTo>
                <a:lnTo>
                  <a:pt x="1206207" y="288511"/>
                </a:lnTo>
                <a:lnTo>
                  <a:pt x="1207610" y="371565"/>
                </a:lnTo>
                <a:lnTo>
                  <a:pt x="1209014" y="374484"/>
                </a:lnTo>
                <a:lnTo>
                  <a:pt x="1210417" y="378851"/>
                </a:lnTo>
                <a:lnTo>
                  <a:pt x="1211821" y="380315"/>
                </a:lnTo>
                <a:lnTo>
                  <a:pt x="1213224" y="380315"/>
                </a:lnTo>
                <a:lnTo>
                  <a:pt x="1214628" y="378851"/>
                </a:lnTo>
                <a:lnTo>
                  <a:pt x="1216031" y="377395"/>
                </a:lnTo>
                <a:lnTo>
                  <a:pt x="1217435" y="377395"/>
                </a:lnTo>
                <a:lnTo>
                  <a:pt x="1218838" y="378851"/>
                </a:lnTo>
                <a:lnTo>
                  <a:pt x="1220250" y="380315"/>
                </a:lnTo>
                <a:lnTo>
                  <a:pt x="1221654" y="380315"/>
                </a:lnTo>
                <a:lnTo>
                  <a:pt x="1223057" y="380315"/>
                </a:lnTo>
                <a:lnTo>
                  <a:pt x="1224461" y="380315"/>
                </a:lnTo>
                <a:lnTo>
                  <a:pt x="1225864" y="380315"/>
                </a:lnTo>
                <a:lnTo>
                  <a:pt x="1227268" y="380315"/>
                </a:lnTo>
                <a:lnTo>
                  <a:pt x="1228671" y="380315"/>
                </a:lnTo>
                <a:lnTo>
                  <a:pt x="1230075" y="380315"/>
                </a:lnTo>
                <a:lnTo>
                  <a:pt x="1231478" y="380315"/>
                </a:lnTo>
                <a:lnTo>
                  <a:pt x="1232882" y="380315"/>
                </a:lnTo>
                <a:lnTo>
                  <a:pt x="1234285" y="380315"/>
                </a:lnTo>
                <a:lnTo>
                  <a:pt x="1235689" y="380315"/>
                </a:lnTo>
                <a:lnTo>
                  <a:pt x="1237093" y="380315"/>
                </a:lnTo>
                <a:lnTo>
                  <a:pt x="1238504" y="380315"/>
                </a:lnTo>
                <a:lnTo>
                  <a:pt x="1239908" y="380315"/>
                </a:lnTo>
                <a:lnTo>
                  <a:pt x="1241312" y="380315"/>
                </a:lnTo>
                <a:lnTo>
                  <a:pt x="1242715" y="381762"/>
                </a:lnTo>
                <a:lnTo>
                  <a:pt x="1244119" y="381762"/>
                </a:lnTo>
                <a:lnTo>
                  <a:pt x="1245522" y="383226"/>
                </a:lnTo>
                <a:lnTo>
                  <a:pt x="1246926" y="383226"/>
                </a:lnTo>
                <a:lnTo>
                  <a:pt x="1248329" y="384682"/>
                </a:lnTo>
                <a:lnTo>
                  <a:pt x="1249733" y="383226"/>
                </a:lnTo>
                <a:lnTo>
                  <a:pt x="1251136" y="383226"/>
                </a:lnTo>
                <a:lnTo>
                  <a:pt x="1252540" y="381762"/>
                </a:lnTo>
                <a:lnTo>
                  <a:pt x="1253943" y="383226"/>
                </a:lnTo>
                <a:lnTo>
                  <a:pt x="1255355" y="381762"/>
                </a:lnTo>
                <a:lnTo>
                  <a:pt x="1256759" y="383226"/>
                </a:lnTo>
                <a:lnTo>
                  <a:pt x="1258162" y="381762"/>
                </a:lnTo>
                <a:lnTo>
                  <a:pt x="1259566" y="383226"/>
                </a:lnTo>
                <a:lnTo>
                  <a:pt x="1260969" y="383226"/>
                </a:lnTo>
                <a:lnTo>
                  <a:pt x="1262373" y="383226"/>
                </a:lnTo>
                <a:lnTo>
                  <a:pt x="1263776" y="381762"/>
                </a:lnTo>
                <a:lnTo>
                  <a:pt x="1265180" y="381762"/>
                </a:lnTo>
                <a:lnTo>
                  <a:pt x="1266583" y="383226"/>
                </a:lnTo>
                <a:lnTo>
                  <a:pt x="1267987" y="383226"/>
                </a:lnTo>
                <a:lnTo>
                  <a:pt x="1269390" y="381762"/>
                </a:lnTo>
                <a:lnTo>
                  <a:pt x="1270794" y="380315"/>
                </a:lnTo>
                <a:lnTo>
                  <a:pt x="1272197" y="380315"/>
                </a:lnTo>
                <a:lnTo>
                  <a:pt x="1273609" y="380315"/>
                </a:lnTo>
                <a:lnTo>
                  <a:pt x="1275013" y="380315"/>
                </a:lnTo>
                <a:lnTo>
                  <a:pt x="1276416" y="380315"/>
                </a:lnTo>
                <a:lnTo>
                  <a:pt x="1277820" y="380315"/>
                </a:lnTo>
                <a:lnTo>
                  <a:pt x="1279223" y="381762"/>
                </a:lnTo>
                <a:lnTo>
                  <a:pt x="1280627" y="381762"/>
                </a:lnTo>
                <a:lnTo>
                  <a:pt x="1282031" y="381762"/>
                </a:lnTo>
                <a:lnTo>
                  <a:pt x="1283434" y="380315"/>
                </a:lnTo>
                <a:lnTo>
                  <a:pt x="1284838" y="380315"/>
                </a:lnTo>
                <a:lnTo>
                  <a:pt x="1286241" y="380315"/>
                </a:lnTo>
                <a:lnTo>
                  <a:pt x="1287645" y="380315"/>
                </a:lnTo>
                <a:lnTo>
                  <a:pt x="1289048" y="380315"/>
                </a:lnTo>
                <a:lnTo>
                  <a:pt x="1290460" y="380315"/>
                </a:lnTo>
                <a:lnTo>
                  <a:pt x="1291864" y="380315"/>
                </a:lnTo>
                <a:lnTo>
                  <a:pt x="1293267" y="380315"/>
                </a:lnTo>
                <a:lnTo>
                  <a:pt x="1294671" y="380315"/>
                </a:lnTo>
                <a:lnTo>
                  <a:pt x="1296074" y="380315"/>
                </a:lnTo>
                <a:lnTo>
                  <a:pt x="1297478" y="378851"/>
                </a:lnTo>
                <a:lnTo>
                  <a:pt x="1298881" y="378851"/>
                </a:lnTo>
                <a:lnTo>
                  <a:pt x="1300285" y="378851"/>
                </a:lnTo>
                <a:lnTo>
                  <a:pt x="1301688" y="380315"/>
                </a:lnTo>
                <a:lnTo>
                  <a:pt x="1303092" y="378851"/>
                </a:lnTo>
                <a:lnTo>
                  <a:pt x="1304495" y="378851"/>
                </a:lnTo>
                <a:lnTo>
                  <a:pt x="1305899" y="378851"/>
                </a:lnTo>
                <a:lnTo>
                  <a:pt x="1307302" y="380315"/>
                </a:lnTo>
                <a:lnTo>
                  <a:pt x="1308714" y="380315"/>
                </a:lnTo>
                <a:lnTo>
                  <a:pt x="1310118" y="380315"/>
                </a:lnTo>
                <a:lnTo>
                  <a:pt x="1311521" y="380315"/>
                </a:lnTo>
                <a:lnTo>
                  <a:pt x="1312925" y="380315"/>
                </a:lnTo>
                <a:lnTo>
                  <a:pt x="1314328" y="380315"/>
                </a:lnTo>
                <a:lnTo>
                  <a:pt x="1315732" y="380315"/>
                </a:lnTo>
                <a:lnTo>
                  <a:pt x="1317135" y="381762"/>
                </a:lnTo>
                <a:lnTo>
                  <a:pt x="1318539" y="381762"/>
                </a:lnTo>
                <a:lnTo>
                  <a:pt x="1319942" y="381762"/>
                </a:lnTo>
                <a:lnTo>
                  <a:pt x="1321346" y="380315"/>
                </a:lnTo>
                <a:lnTo>
                  <a:pt x="1322749" y="380315"/>
                </a:lnTo>
                <a:lnTo>
                  <a:pt x="1324153" y="380315"/>
                </a:lnTo>
                <a:lnTo>
                  <a:pt x="1325565" y="380315"/>
                </a:lnTo>
                <a:lnTo>
                  <a:pt x="1326969" y="380315"/>
                </a:lnTo>
                <a:lnTo>
                  <a:pt x="1328372" y="380315"/>
                </a:lnTo>
                <a:lnTo>
                  <a:pt x="1329776" y="380315"/>
                </a:lnTo>
                <a:lnTo>
                  <a:pt x="1331179" y="380315"/>
                </a:lnTo>
                <a:lnTo>
                  <a:pt x="1332583" y="380315"/>
                </a:lnTo>
                <a:lnTo>
                  <a:pt x="1333986" y="381762"/>
                </a:lnTo>
                <a:lnTo>
                  <a:pt x="1335390" y="383226"/>
                </a:lnTo>
                <a:lnTo>
                  <a:pt x="1336793" y="384682"/>
                </a:lnTo>
                <a:lnTo>
                  <a:pt x="1338197" y="383226"/>
                </a:lnTo>
                <a:lnTo>
                  <a:pt x="1339600" y="383226"/>
                </a:lnTo>
                <a:lnTo>
                  <a:pt x="1341004" y="383226"/>
                </a:lnTo>
                <a:lnTo>
                  <a:pt x="1342407" y="384682"/>
                </a:lnTo>
                <a:lnTo>
                  <a:pt x="1343819" y="384682"/>
                </a:lnTo>
                <a:lnTo>
                  <a:pt x="1345223" y="384682"/>
                </a:lnTo>
                <a:lnTo>
                  <a:pt x="1346626" y="384682"/>
                </a:lnTo>
                <a:lnTo>
                  <a:pt x="1348030" y="384682"/>
                </a:lnTo>
                <a:lnTo>
                  <a:pt x="1349433" y="384682"/>
                </a:lnTo>
                <a:lnTo>
                  <a:pt x="1350837" y="384682"/>
                </a:lnTo>
                <a:lnTo>
                  <a:pt x="1352240" y="384682"/>
                </a:lnTo>
                <a:lnTo>
                  <a:pt x="1353644" y="384682"/>
                </a:lnTo>
                <a:lnTo>
                  <a:pt x="1355047" y="383226"/>
                </a:lnTo>
                <a:lnTo>
                  <a:pt x="1356451" y="383226"/>
                </a:lnTo>
                <a:lnTo>
                  <a:pt x="1357854" y="383226"/>
                </a:lnTo>
                <a:lnTo>
                  <a:pt x="1359258" y="384682"/>
                </a:lnTo>
                <a:lnTo>
                  <a:pt x="1360670" y="384682"/>
                </a:lnTo>
                <a:lnTo>
                  <a:pt x="1362073" y="384682"/>
                </a:lnTo>
                <a:lnTo>
                  <a:pt x="1363477" y="384682"/>
                </a:lnTo>
                <a:lnTo>
                  <a:pt x="1364880" y="384682"/>
                </a:lnTo>
                <a:lnTo>
                  <a:pt x="1366284" y="384682"/>
                </a:lnTo>
                <a:lnTo>
                  <a:pt x="1367687" y="384682"/>
                </a:lnTo>
                <a:lnTo>
                  <a:pt x="1369091" y="384682"/>
                </a:lnTo>
                <a:lnTo>
                  <a:pt x="1370495" y="384682"/>
                </a:lnTo>
                <a:lnTo>
                  <a:pt x="1371898" y="383226"/>
                </a:lnTo>
                <a:lnTo>
                  <a:pt x="1373302" y="373029"/>
                </a:lnTo>
                <a:lnTo>
                  <a:pt x="1374705" y="362823"/>
                </a:lnTo>
                <a:lnTo>
                  <a:pt x="1376109" y="361367"/>
                </a:lnTo>
                <a:lnTo>
                  <a:pt x="1377512" y="371565"/>
                </a:lnTo>
                <a:lnTo>
                  <a:pt x="1378924" y="381762"/>
                </a:lnTo>
                <a:lnTo>
                  <a:pt x="1380328" y="384682"/>
                </a:lnTo>
                <a:lnTo>
                  <a:pt x="1381731" y="384682"/>
                </a:lnTo>
                <a:lnTo>
                  <a:pt x="1383135" y="384682"/>
                </a:lnTo>
                <a:lnTo>
                  <a:pt x="1384538" y="383226"/>
                </a:lnTo>
                <a:lnTo>
                  <a:pt x="1385942" y="381762"/>
                </a:lnTo>
                <a:lnTo>
                  <a:pt x="1387345" y="381762"/>
                </a:lnTo>
                <a:lnTo>
                  <a:pt x="1388749" y="383226"/>
                </a:lnTo>
                <a:lnTo>
                  <a:pt x="1390152" y="383226"/>
                </a:lnTo>
                <a:lnTo>
                  <a:pt x="1391556" y="381762"/>
                </a:lnTo>
                <a:lnTo>
                  <a:pt x="1392959" y="381762"/>
                </a:lnTo>
                <a:lnTo>
                  <a:pt x="1394363" y="383226"/>
                </a:lnTo>
                <a:lnTo>
                  <a:pt x="1395775" y="383226"/>
                </a:lnTo>
                <a:lnTo>
                  <a:pt x="1397178" y="381762"/>
                </a:lnTo>
                <a:lnTo>
                  <a:pt x="1398582" y="381762"/>
                </a:lnTo>
                <a:lnTo>
                  <a:pt x="1399985" y="383226"/>
                </a:lnTo>
                <a:lnTo>
                  <a:pt x="1401389" y="384682"/>
                </a:lnTo>
                <a:lnTo>
                  <a:pt x="1402792" y="383226"/>
                </a:lnTo>
                <a:lnTo>
                  <a:pt x="1404196" y="383226"/>
                </a:lnTo>
                <a:lnTo>
                  <a:pt x="1405599" y="383226"/>
                </a:lnTo>
                <a:lnTo>
                  <a:pt x="1407003" y="384682"/>
                </a:lnTo>
                <a:lnTo>
                  <a:pt x="1408406" y="384682"/>
                </a:lnTo>
                <a:lnTo>
                  <a:pt x="1409810" y="384682"/>
                </a:lnTo>
                <a:lnTo>
                  <a:pt x="1411213" y="384682"/>
                </a:lnTo>
                <a:lnTo>
                  <a:pt x="1412617" y="383226"/>
                </a:lnTo>
                <a:lnTo>
                  <a:pt x="1414029" y="383226"/>
                </a:lnTo>
                <a:lnTo>
                  <a:pt x="1415433" y="383226"/>
                </a:lnTo>
                <a:lnTo>
                  <a:pt x="1416836" y="384682"/>
                </a:lnTo>
                <a:lnTo>
                  <a:pt x="1418240" y="384682"/>
                </a:lnTo>
                <a:lnTo>
                  <a:pt x="1419643" y="384682"/>
                </a:lnTo>
                <a:lnTo>
                  <a:pt x="1421047" y="384682"/>
                </a:lnTo>
                <a:lnTo>
                  <a:pt x="1422450" y="384682"/>
                </a:lnTo>
                <a:lnTo>
                  <a:pt x="1423854" y="384682"/>
                </a:lnTo>
                <a:lnTo>
                  <a:pt x="1425257" y="384682"/>
                </a:lnTo>
                <a:lnTo>
                  <a:pt x="1426661" y="384682"/>
                </a:lnTo>
                <a:lnTo>
                  <a:pt x="1428064" y="384682"/>
                </a:lnTo>
                <a:lnTo>
                  <a:pt x="1429468" y="384682"/>
                </a:lnTo>
                <a:lnTo>
                  <a:pt x="1430880" y="383226"/>
                </a:lnTo>
                <a:lnTo>
                  <a:pt x="1432283" y="381762"/>
                </a:lnTo>
                <a:lnTo>
                  <a:pt x="1433687" y="380315"/>
                </a:lnTo>
                <a:lnTo>
                  <a:pt x="1435090" y="380315"/>
                </a:lnTo>
                <a:lnTo>
                  <a:pt x="1436494" y="380315"/>
                </a:lnTo>
                <a:lnTo>
                  <a:pt x="1437897" y="380315"/>
                </a:lnTo>
                <a:lnTo>
                  <a:pt x="1439301" y="381762"/>
                </a:lnTo>
                <a:lnTo>
                  <a:pt x="1440704" y="383226"/>
                </a:lnTo>
                <a:lnTo>
                  <a:pt x="1442108" y="383226"/>
                </a:lnTo>
                <a:lnTo>
                  <a:pt x="1443511" y="381762"/>
                </a:lnTo>
                <a:lnTo>
                  <a:pt x="1444915" y="381762"/>
                </a:lnTo>
                <a:lnTo>
                  <a:pt x="1446318" y="383226"/>
                </a:lnTo>
                <a:lnTo>
                  <a:pt x="1447722" y="384682"/>
                </a:lnTo>
                <a:lnTo>
                  <a:pt x="1449134" y="383226"/>
                </a:lnTo>
                <a:lnTo>
                  <a:pt x="1450537" y="381762"/>
                </a:lnTo>
                <a:lnTo>
                  <a:pt x="1451941" y="381762"/>
                </a:lnTo>
                <a:lnTo>
                  <a:pt x="1453344" y="381762"/>
                </a:lnTo>
                <a:lnTo>
                  <a:pt x="1454748" y="383226"/>
                </a:lnTo>
                <a:lnTo>
                  <a:pt x="1456151" y="381762"/>
                </a:lnTo>
                <a:lnTo>
                  <a:pt x="1457555" y="383226"/>
                </a:lnTo>
                <a:lnTo>
                  <a:pt x="1458959" y="381762"/>
                </a:lnTo>
                <a:lnTo>
                  <a:pt x="1460362" y="383226"/>
                </a:lnTo>
                <a:lnTo>
                  <a:pt x="1461766" y="383226"/>
                </a:lnTo>
                <a:lnTo>
                  <a:pt x="1463169" y="384682"/>
                </a:lnTo>
                <a:lnTo>
                  <a:pt x="1464573" y="383226"/>
                </a:lnTo>
                <a:lnTo>
                  <a:pt x="1465985" y="381762"/>
                </a:lnTo>
                <a:lnTo>
                  <a:pt x="1467388" y="381762"/>
                </a:lnTo>
                <a:lnTo>
                  <a:pt x="1468792" y="381762"/>
                </a:lnTo>
                <a:lnTo>
                  <a:pt x="1470195" y="381762"/>
                </a:lnTo>
                <a:lnTo>
                  <a:pt x="1471599" y="381762"/>
                </a:lnTo>
                <a:lnTo>
                  <a:pt x="1473002" y="383226"/>
                </a:lnTo>
                <a:lnTo>
                  <a:pt x="1474406" y="383226"/>
                </a:lnTo>
                <a:lnTo>
                  <a:pt x="1475809" y="381762"/>
                </a:lnTo>
                <a:lnTo>
                  <a:pt x="1477213" y="380315"/>
                </a:lnTo>
                <a:lnTo>
                  <a:pt x="1478616" y="381762"/>
                </a:lnTo>
                <a:lnTo>
                  <a:pt x="1480020" y="381762"/>
                </a:lnTo>
                <a:lnTo>
                  <a:pt x="1481423" y="383226"/>
                </a:lnTo>
                <a:lnTo>
                  <a:pt x="1482827" y="381762"/>
                </a:lnTo>
                <a:lnTo>
                  <a:pt x="1484239" y="381762"/>
                </a:lnTo>
                <a:lnTo>
                  <a:pt x="1485642" y="380315"/>
                </a:lnTo>
                <a:lnTo>
                  <a:pt x="1487046" y="381762"/>
                </a:lnTo>
                <a:lnTo>
                  <a:pt x="1488449" y="383226"/>
                </a:lnTo>
                <a:lnTo>
                  <a:pt x="1489853" y="384682"/>
                </a:lnTo>
                <a:lnTo>
                  <a:pt x="1491256" y="383226"/>
                </a:lnTo>
                <a:lnTo>
                  <a:pt x="1492660" y="383226"/>
                </a:lnTo>
                <a:lnTo>
                  <a:pt x="1494063" y="381762"/>
                </a:lnTo>
                <a:lnTo>
                  <a:pt x="1495467" y="381762"/>
                </a:lnTo>
                <a:lnTo>
                  <a:pt x="1496870" y="378851"/>
                </a:lnTo>
                <a:lnTo>
                  <a:pt x="1498274" y="378851"/>
                </a:lnTo>
                <a:lnTo>
                  <a:pt x="1499677" y="380315"/>
                </a:lnTo>
                <a:lnTo>
                  <a:pt x="1501089" y="383226"/>
                </a:lnTo>
                <a:lnTo>
                  <a:pt x="1502493" y="383226"/>
                </a:lnTo>
                <a:lnTo>
                  <a:pt x="1503897" y="383226"/>
                </a:lnTo>
                <a:lnTo>
                  <a:pt x="1505300" y="383226"/>
                </a:lnTo>
                <a:lnTo>
                  <a:pt x="1506704" y="383226"/>
                </a:lnTo>
                <a:lnTo>
                  <a:pt x="1508107" y="381762"/>
                </a:lnTo>
                <a:lnTo>
                  <a:pt x="1509511" y="381762"/>
                </a:lnTo>
                <a:lnTo>
                  <a:pt x="1510914" y="383226"/>
                </a:lnTo>
                <a:lnTo>
                  <a:pt x="1512318" y="383226"/>
                </a:lnTo>
                <a:lnTo>
                  <a:pt x="1513721" y="381762"/>
                </a:lnTo>
                <a:lnTo>
                  <a:pt x="1515125" y="380315"/>
                </a:lnTo>
                <a:lnTo>
                  <a:pt x="1516528" y="380315"/>
                </a:lnTo>
                <a:lnTo>
                  <a:pt x="1517932" y="380315"/>
                </a:lnTo>
                <a:lnTo>
                  <a:pt x="1519344" y="380315"/>
                </a:lnTo>
                <a:lnTo>
                  <a:pt x="1520747" y="380315"/>
                </a:lnTo>
                <a:lnTo>
                  <a:pt x="1522151" y="380315"/>
                </a:lnTo>
                <a:lnTo>
                  <a:pt x="1523554" y="380315"/>
                </a:lnTo>
                <a:lnTo>
                  <a:pt x="1524958" y="380315"/>
                </a:lnTo>
                <a:lnTo>
                  <a:pt x="1526361" y="380315"/>
                </a:lnTo>
                <a:lnTo>
                  <a:pt x="1527765" y="380315"/>
                </a:lnTo>
                <a:lnTo>
                  <a:pt x="1529168" y="380315"/>
                </a:lnTo>
                <a:lnTo>
                  <a:pt x="1530572" y="380315"/>
                </a:lnTo>
                <a:lnTo>
                  <a:pt x="1531975" y="380315"/>
                </a:lnTo>
                <a:lnTo>
                  <a:pt x="1533379" y="380315"/>
                </a:lnTo>
                <a:lnTo>
                  <a:pt x="1534782" y="380315"/>
                </a:lnTo>
                <a:lnTo>
                  <a:pt x="1536194" y="380315"/>
                </a:lnTo>
                <a:lnTo>
                  <a:pt x="1537598" y="380315"/>
                </a:lnTo>
                <a:lnTo>
                  <a:pt x="1539001" y="380315"/>
                </a:lnTo>
                <a:lnTo>
                  <a:pt x="1540405" y="377395"/>
                </a:lnTo>
                <a:lnTo>
                  <a:pt x="1541808" y="377395"/>
                </a:lnTo>
                <a:lnTo>
                  <a:pt x="1543212" y="377395"/>
                </a:lnTo>
                <a:lnTo>
                  <a:pt x="1544615" y="380315"/>
                </a:lnTo>
                <a:lnTo>
                  <a:pt x="1546019" y="380315"/>
                </a:lnTo>
                <a:lnTo>
                  <a:pt x="1547423" y="380315"/>
                </a:lnTo>
                <a:lnTo>
                  <a:pt x="1548826" y="380315"/>
                </a:lnTo>
                <a:lnTo>
                  <a:pt x="1550230" y="378851"/>
                </a:lnTo>
                <a:lnTo>
                  <a:pt x="1551633" y="378851"/>
                </a:lnTo>
                <a:lnTo>
                  <a:pt x="1553037" y="378851"/>
                </a:lnTo>
                <a:lnTo>
                  <a:pt x="1554449" y="380315"/>
                </a:lnTo>
                <a:lnTo>
                  <a:pt x="1555852" y="380315"/>
                </a:lnTo>
                <a:lnTo>
                  <a:pt x="1557256" y="380315"/>
                </a:lnTo>
                <a:lnTo>
                  <a:pt x="1558659" y="380315"/>
                </a:lnTo>
                <a:lnTo>
                  <a:pt x="1560063" y="380315"/>
                </a:lnTo>
                <a:lnTo>
                  <a:pt x="1561466" y="378851"/>
                </a:lnTo>
                <a:lnTo>
                  <a:pt x="1562870" y="378851"/>
                </a:lnTo>
                <a:lnTo>
                  <a:pt x="1564273" y="384682"/>
                </a:lnTo>
                <a:lnTo>
                  <a:pt x="1565677" y="326399"/>
                </a:lnTo>
                <a:lnTo>
                  <a:pt x="1567080" y="202538"/>
                </a:lnTo>
                <a:lnTo>
                  <a:pt x="1568484" y="72856"/>
                </a:lnTo>
                <a:lnTo>
                  <a:pt x="1569887" y="8742"/>
                </a:lnTo>
                <a:lnTo>
                  <a:pt x="1571299" y="8742"/>
                </a:lnTo>
                <a:lnTo>
                  <a:pt x="1572703" y="8742"/>
                </a:lnTo>
                <a:lnTo>
                  <a:pt x="1574106" y="8742"/>
                </a:lnTo>
                <a:lnTo>
                  <a:pt x="1575510" y="8742"/>
                </a:lnTo>
                <a:lnTo>
                  <a:pt x="1576913" y="8742"/>
                </a:lnTo>
                <a:lnTo>
                  <a:pt x="1578317" y="8742"/>
                </a:lnTo>
                <a:lnTo>
                  <a:pt x="1579720" y="8742"/>
                </a:lnTo>
                <a:lnTo>
                  <a:pt x="1581124" y="8742"/>
                </a:lnTo>
                <a:lnTo>
                  <a:pt x="1582527" y="8742"/>
                </a:lnTo>
                <a:lnTo>
                  <a:pt x="1583931" y="8742"/>
                </a:lnTo>
                <a:lnTo>
                  <a:pt x="1585334" y="8742"/>
                </a:lnTo>
                <a:lnTo>
                  <a:pt x="1586738" y="8742"/>
                </a:lnTo>
                <a:lnTo>
                  <a:pt x="1588141" y="11662"/>
                </a:lnTo>
                <a:lnTo>
                  <a:pt x="1589553" y="8742"/>
                </a:lnTo>
                <a:lnTo>
                  <a:pt x="1590957" y="5831"/>
                </a:lnTo>
                <a:lnTo>
                  <a:pt x="1592361" y="0"/>
                </a:lnTo>
                <a:lnTo>
                  <a:pt x="1593764" y="0"/>
                </a:lnTo>
                <a:lnTo>
                  <a:pt x="1595168" y="0"/>
                </a:lnTo>
                <a:lnTo>
                  <a:pt x="1596571" y="0"/>
                </a:lnTo>
                <a:lnTo>
                  <a:pt x="1597975" y="0"/>
                </a:lnTo>
                <a:lnTo>
                  <a:pt x="1599378" y="0"/>
                </a:lnTo>
                <a:lnTo>
                  <a:pt x="1600782" y="0"/>
                </a:lnTo>
                <a:lnTo>
                  <a:pt x="1602185" y="0"/>
                </a:lnTo>
                <a:lnTo>
                  <a:pt x="1603589" y="0"/>
                </a:lnTo>
                <a:lnTo>
                  <a:pt x="1604992" y="0"/>
                </a:lnTo>
                <a:lnTo>
                  <a:pt x="1606404" y="7286"/>
                </a:lnTo>
                <a:lnTo>
                  <a:pt x="1607808" y="23315"/>
                </a:lnTo>
                <a:lnTo>
                  <a:pt x="1609211" y="40799"/>
                </a:lnTo>
                <a:lnTo>
                  <a:pt x="1610615" y="34968"/>
                </a:lnTo>
                <a:lnTo>
                  <a:pt x="1612018" y="27682"/>
                </a:lnTo>
                <a:lnTo>
                  <a:pt x="1613422" y="13117"/>
                </a:lnTo>
                <a:lnTo>
                  <a:pt x="1614825" y="14564"/>
                </a:lnTo>
                <a:lnTo>
                  <a:pt x="1616229" y="8742"/>
                </a:lnTo>
                <a:lnTo>
                  <a:pt x="1617632" y="8742"/>
                </a:lnTo>
                <a:lnTo>
                  <a:pt x="1619036" y="8742"/>
                </a:lnTo>
                <a:lnTo>
                  <a:pt x="1620439" y="10198"/>
                </a:lnTo>
                <a:lnTo>
                  <a:pt x="1621843" y="10198"/>
                </a:lnTo>
                <a:lnTo>
                  <a:pt x="1623246" y="10198"/>
                </a:lnTo>
                <a:lnTo>
                  <a:pt x="1624658" y="8742"/>
                </a:lnTo>
                <a:lnTo>
                  <a:pt x="1626062" y="8742"/>
                </a:lnTo>
                <a:lnTo>
                  <a:pt x="1627465" y="8742"/>
                </a:lnTo>
                <a:lnTo>
                  <a:pt x="1628869" y="8742"/>
                </a:lnTo>
                <a:lnTo>
                  <a:pt x="1630272" y="8742"/>
                </a:lnTo>
                <a:lnTo>
                  <a:pt x="1631676" y="14564"/>
                </a:lnTo>
                <a:lnTo>
                  <a:pt x="1633079" y="13117"/>
                </a:lnTo>
                <a:lnTo>
                  <a:pt x="1634483" y="10198"/>
                </a:lnTo>
                <a:lnTo>
                  <a:pt x="1635887" y="2911"/>
                </a:lnTo>
                <a:lnTo>
                  <a:pt x="1637290" y="20395"/>
                </a:lnTo>
                <a:lnTo>
                  <a:pt x="1638694" y="139889"/>
                </a:lnTo>
                <a:lnTo>
                  <a:pt x="1640097" y="254990"/>
                </a:lnTo>
                <a:lnTo>
                  <a:pt x="1641509" y="354081"/>
                </a:lnTo>
                <a:lnTo>
                  <a:pt x="1642913" y="351161"/>
                </a:lnTo>
                <a:lnTo>
                  <a:pt x="1644316" y="351161"/>
                </a:lnTo>
                <a:lnTo>
                  <a:pt x="1645720" y="351161"/>
                </a:lnTo>
                <a:lnTo>
                  <a:pt x="1647123" y="351161"/>
                </a:lnTo>
                <a:lnTo>
                  <a:pt x="1648527" y="351161"/>
                </a:lnTo>
                <a:lnTo>
                  <a:pt x="1649930" y="351161"/>
                </a:lnTo>
                <a:lnTo>
                  <a:pt x="1651334" y="351161"/>
                </a:lnTo>
                <a:lnTo>
                  <a:pt x="1652737" y="349714"/>
                </a:lnTo>
                <a:lnTo>
                  <a:pt x="1654141" y="348258"/>
                </a:lnTo>
                <a:lnTo>
                  <a:pt x="1655544" y="348258"/>
                </a:lnTo>
                <a:lnTo>
                  <a:pt x="1656948" y="349714"/>
                </a:lnTo>
                <a:lnTo>
                  <a:pt x="1658351" y="351161"/>
                </a:lnTo>
                <a:lnTo>
                  <a:pt x="1659763" y="351161"/>
                </a:lnTo>
                <a:lnTo>
                  <a:pt x="1661167" y="351161"/>
                </a:lnTo>
                <a:lnTo>
                  <a:pt x="1662570" y="349714"/>
                </a:lnTo>
                <a:lnTo>
                  <a:pt x="1663974" y="349714"/>
                </a:lnTo>
                <a:lnTo>
                  <a:pt x="1665377" y="349714"/>
                </a:lnTo>
                <a:lnTo>
                  <a:pt x="1666781" y="345339"/>
                </a:lnTo>
                <a:lnTo>
                  <a:pt x="1668184" y="338061"/>
                </a:lnTo>
                <a:lnTo>
                  <a:pt x="1669588" y="333677"/>
                </a:lnTo>
                <a:lnTo>
                  <a:pt x="1670991" y="338061"/>
                </a:lnTo>
                <a:lnTo>
                  <a:pt x="1672395" y="346794"/>
                </a:lnTo>
                <a:lnTo>
                  <a:pt x="1673798" y="352625"/>
                </a:lnTo>
                <a:lnTo>
                  <a:pt x="1675202" y="351161"/>
                </a:lnTo>
                <a:lnTo>
                  <a:pt x="1676614" y="351161"/>
                </a:lnTo>
                <a:lnTo>
                  <a:pt x="1678017" y="348258"/>
                </a:lnTo>
                <a:lnTo>
                  <a:pt x="1679421" y="349714"/>
                </a:lnTo>
                <a:lnTo>
                  <a:pt x="1680825" y="348258"/>
                </a:lnTo>
                <a:lnTo>
                  <a:pt x="1682228" y="349714"/>
                </a:lnTo>
                <a:lnTo>
                  <a:pt x="1683632" y="349714"/>
                </a:lnTo>
                <a:lnTo>
                  <a:pt x="1685035" y="343883"/>
                </a:lnTo>
                <a:lnTo>
                  <a:pt x="1686439" y="342427"/>
                </a:lnTo>
                <a:lnTo>
                  <a:pt x="1687842" y="340963"/>
                </a:lnTo>
                <a:lnTo>
                  <a:pt x="1689246" y="338061"/>
                </a:lnTo>
                <a:lnTo>
                  <a:pt x="1690649" y="338061"/>
                </a:lnTo>
                <a:lnTo>
                  <a:pt x="1692053" y="338061"/>
                </a:lnTo>
                <a:lnTo>
                  <a:pt x="1693456" y="345339"/>
                </a:lnTo>
                <a:lnTo>
                  <a:pt x="1694868" y="346794"/>
                </a:lnTo>
                <a:lnTo>
                  <a:pt x="1696272" y="346794"/>
                </a:lnTo>
                <a:lnTo>
                  <a:pt x="1697675" y="348258"/>
                </a:lnTo>
                <a:lnTo>
                  <a:pt x="1699079" y="346794"/>
                </a:lnTo>
                <a:lnTo>
                  <a:pt x="1700482" y="346794"/>
                </a:lnTo>
                <a:lnTo>
                  <a:pt x="1701886" y="343883"/>
                </a:lnTo>
                <a:lnTo>
                  <a:pt x="1703289" y="339508"/>
                </a:lnTo>
                <a:lnTo>
                  <a:pt x="1704693" y="339508"/>
                </a:lnTo>
                <a:lnTo>
                  <a:pt x="1706096" y="340963"/>
                </a:lnTo>
                <a:lnTo>
                  <a:pt x="1707500" y="346794"/>
                </a:lnTo>
                <a:lnTo>
                  <a:pt x="1708903" y="346794"/>
                </a:lnTo>
                <a:lnTo>
                  <a:pt x="1710307" y="338061"/>
                </a:lnTo>
                <a:lnTo>
                  <a:pt x="1711719" y="333677"/>
                </a:lnTo>
                <a:lnTo>
                  <a:pt x="1713122" y="333677"/>
                </a:lnTo>
                <a:lnTo>
                  <a:pt x="1714526" y="340963"/>
                </a:lnTo>
                <a:lnTo>
                  <a:pt x="1715929" y="342427"/>
                </a:lnTo>
                <a:lnTo>
                  <a:pt x="1717333" y="340963"/>
                </a:lnTo>
                <a:lnTo>
                  <a:pt x="1718736" y="340963"/>
                </a:lnTo>
                <a:lnTo>
                  <a:pt x="1720140" y="340963"/>
                </a:lnTo>
                <a:lnTo>
                  <a:pt x="1721543" y="336597"/>
                </a:lnTo>
                <a:lnTo>
                  <a:pt x="1722947" y="336597"/>
                </a:lnTo>
                <a:lnTo>
                  <a:pt x="1724351" y="336597"/>
                </a:lnTo>
                <a:lnTo>
                  <a:pt x="1725754" y="342427"/>
                </a:lnTo>
                <a:lnTo>
                  <a:pt x="1727158" y="342427"/>
                </a:lnTo>
                <a:lnTo>
                  <a:pt x="1728561" y="342427"/>
                </a:lnTo>
                <a:lnTo>
                  <a:pt x="1729973" y="340963"/>
                </a:lnTo>
                <a:lnTo>
                  <a:pt x="1731377" y="340963"/>
                </a:lnTo>
                <a:lnTo>
                  <a:pt x="1732780" y="335141"/>
                </a:lnTo>
                <a:lnTo>
                  <a:pt x="1734184" y="336597"/>
                </a:lnTo>
                <a:lnTo>
                  <a:pt x="1735587" y="338061"/>
                </a:lnTo>
                <a:lnTo>
                  <a:pt x="1736991" y="345339"/>
                </a:lnTo>
                <a:lnTo>
                  <a:pt x="1738394" y="343883"/>
                </a:lnTo>
                <a:lnTo>
                  <a:pt x="1739798" y="339508"/>
                </a:lnTo>
                <a:lnTo>
                  <a:pt x="1741201" y="339508"/>
                </a:lnTo>
                <a:lnTo>
                  <a:pt x="1742605" y="340963"/>
                </a:lnTo>
                <a:lnTo>
                  <a:pt x="1744008" y="346794"/>
                </a:lnTo>
                <a:lnTo>
                  <a:pt x="1745412" y="346794"/>
                </a:lnTo>
                <a:lnTo>
                  <a:pt x="1746824" y="346794"/>
                </a:lnTo>
                <a:lnTo>
                  <a:pt x="1748227" y="345339"/>
                </a:lnTo>
                <a:lnTo>
                  <a:pt x="1749631" y="346794"/>
                </a:lnTo>
                <a:lnTo>
                  <a:pt x="1751034" y="348258"/>
                </a:lnTo>
                <a:lnTo>
                  <a:pt x="1752438" y="345339"/>
                </a:lnTo>
                <a:lnTo>
                  <a:pt x="1753841" y="340963"/>
                </a:lnTo>
                <a:lnTo>
                  <a:pt x="1755245" y="340963"/>
                </a:lnTo>
                <a:lnTo>
                  <a:pt x="1756648" y="339508"/>
                </a:lnTo>
                <a:lnTo>
                  <a:pt x="1758052" y="342427"/>
                </a:lnTo>
                <a:lnTo>
                  <a:pt x="1759455" y="342427"/>
                </a:lnTo>
                <a:lnTo>
                  <a:pt x="1760859" y="348258"/>
                </a:lnTo>
                <a:lnTo>
                  <a:pt x="1762262" y="349714"/>
                </a:lnTo>
                <a:lnTo>
                  <a:pt x="1763666" y="348258"/>
                </a:lnTo>
                <a:lnTo>
                  <a:pt x="1765078" y="346794"/>
                </a:lnTo>
                <a:lnTo>
                  <a:pt x="1766481" y="346794"/>
                </a:lnTo>
                <a:lnTo>
                  <a:pt x="1767885" y="348258"/>
                </a:lnTo>
                <a:lnTo>
                  <a:pt x="1769289" y="354081"/>
                </a:lnTo>
                <a:lnTo>
                  <a:pt x="1770692" y="263741"/>
                </a:lnTo>
                <a:lnTo>
                  <a:pt x="1772096" y="150086"/>
                </a:lnTo>
                <a:lnTo>
                  <a:pt x="1773499" y="32057"/>
                </a:lnTo>
                <a:lnTo>
                  <a:pt x="1774903" y="8742"/>
                </a:lnTo>
                <a:lnTo>
                  <a:pt x="1776306" y="8742"/>
                </a:lnTo>
                <a:lnTo>
                  <a:pt x="1777710" y="8742"/>
                </a:lnTo>
                <a:lnTo>
                  <a:pt x="1779113" y="8742"/>
                </a:lnTo>
                <a:lnTo>
                  <a:pt x="1780517" y="8742"/>
                </a:lnTo>
                <a:lnTo>
                  <a:pt x="1781929" y="8742"/>
                </a:lnTo>
                <a:lnTo>
                  <a:pt x="1783332" y="8742"/>
                </a:lnTo>
                <a:lnTo>
                  <a:pt x="1784736" y="8742"/>
                </a:lnTo>
                <a:lnTo>
                  <a:pt x="1786139" y="8742"/>
                </a:lnTo>
                <a:lnTo>
                  <a:pt x="1787543" y="8742"/>
                </a:lnTo>
                <a:lnTo>
                  <a:pt x="1788946" y="8742"/>
                </a:lnTo>
                <a:lnTo>
                  <a:pt x="1790350" y="8742"/>
                </a:lnTo>
                <a:lnTo>
                  <a:pt x="1791753" y="8742"/>
                </a:lnTo>
                <a:lnTo>
                  <a:pt x="1793157" y="8742"/>
                </a:lnTo>
                <a:lnTo>
                  <a:pt x="1794560" y="8742"/>
                </a:lnTo>
                <a:lnTo>
                  <a:pt x="1795964" y="8742"/>
                </a:lnTo>
                <a:lnTo>
                  <a:pt x="1797367" y="8742"/>
                </a:lnTo>
                <a:lnTo>
                  <a:pt x="1798771" y="8742"/>
                </a:lnTo>
                <a:lnTo>
                  <a:pt x="1800183" y="8742"/>
                </a:lnTo>
                <a:lnTo>
                  <a:pt x="1801586" y="8742"/>
                </a:lnTo>
                <a:lnTo>
                  <a:pt x="1802990" y="8742"/>
                </a:lnTo>
                <a:lnTo>
                  <a:pt x="1804393" y="10198"/>
                </a:lnTo>
                <a:lnTo>
                  <a:pt x="1805797" y="7286"/>
                </a:lnTo>
                <a:lnTo>
                  <a:pt x="1807200" y="4367"/>
                </a:lnTo>
                <a:lnTo>
                  <a:pt x="1808604" y="0"/>
                </a:lnTo>
                <a:lnTo>
                  <a:pt x="1810007" y="0"/>
                </a:lnTo>
                <a:lnTo>
                  <a:pt x="1811411" y="0"/>
                </a:lnTo>
                <a:lnTo>
                  <a:pt x="1812815" y="0"/>
                </a:lnTo>
                <a:lnTo>
                  <a:pt x="1814218" y="0"/>
                </a:lnTo>
                <a:lnTo>
                  <a:pt x="1815622" y="0"/>
                </a:lnTo>
                <a:lnTo>
                  <a:pt x="1817034" y="0"/>
                </a:lnTo>
                <a:lnTo>
                  <a:pt x="1818437" y="0"/>
                </a:lnTo>
                <a:lnTo>
                  <a:pt x="1819841" y="0"/>
                </a:lnTo>
                <a:lnTo>
                  <a:pt x="1821244" y="0"/>
                </a:lnTo>
                <a:lnTo>
                  <a:pt x="1822648" y="0"/>
                </a:lnTo>
                <a:lnTo>
                  <a:pt x="1824051" y="0"/>
                </a:lnTo>
                <a:lnTo>
                  <a:pt x="1825455" y="0"/>
                </a:lnTo>
                <a:lnTo>
                  <a:pt x="1826858" y="0"/>
                </a:lnTo>
                <a:lnTo>
                  <a:pt x="1828262" y="0"/>
                </a:lnTo>
                <a:lnTo>
                  <a:pt x="1829665" y="0"/>
                </a:lnTo>
                <a:lnTo>
                  <a:pt x="1831069" y="0"/>
                </a:lnTo>
                <a:lnTo>
                  <a:pt x="1832472" y="0"/>
                </a:lnTo>
                <a:lnTo>
                  <a:pt x="1833876" y="0"/>
                </a:lnTo>
                <a:lnTo>
                  <a:pt x="1835288" y="0"/>
                </a:lnTo>
                <a:lnTo>
                  <a:pt x="1836691" y="0"/>
                </a:lnTo>
                <a:lnTo>
                  <a:pt x="1838095" y="5831"/>
                </a:lnTo>
                <a:lnTo>
                  <a:pt x="1839498" y="7286"/>
                </a:lnTo>
                <a:lnTo>
                  <a:pt x="1840902" y="20395"/>
                </a:lnTo>
                <a:lnTo>
                  <a:pt x="1842305" y="32057"/>
                </a:lnTo>
                <a:lnTo>
                  <a:pt x="1843709" y="42254"/>
                </a:lnTo>
                <a:lnTo>
                  <a:pt x="1845112" y="30601"/>
                </a:lnTo>
                <a:lnTo>
                  <a:pt x="1846516" y="16028"/>
                </a:lnTo>
                <a:lnTo>
                  <a:pt x="1847919" y="5831"/>
                </a:lnTo>
                <a:lnTo>
                  <a:pt x="1849323" y="7286"/>
                </a:lnTo>
                <a:lnTo>
                  <a:pt x="1850726" y="7286"/>
                </a:lnTo>
                <a:lnTo>
                  <a:pt x="1852138" y="8742"/>
                </a:lnTo>
                <a:lnTo>
                  <a:pt x="1853542" y="8742"/>
                </a:lnTo>
                <a:lnTo>
                  <a:pt x="1854945" y="7286"/>
                </a:lnTo>
                <a:lnTo>
                  <a:pt x="1856349" y="7286"/>
                </a:lnTo>
                <a:lnTo>
                  <a:pt x="1857753" y="7286"/>
                </a:lnTo>
                <a:lnTo>
                  <a:pt x="1859156" y="8742"/>
                </a:lnTo>
                <a:lnTo>
                  <a:pt x="1860560" y="7286"/>
                </a:lnTo>
                <a:lnTo>
                  <a:pt x="1861963" y="5831"/>
                </a:lnTo>
                <a:lnTo>
                  <a:pt x="1863367" y="5831"/>
                </a:lnTo>
                <a:lnTo>
                  <a:pt x="1864770" y="7286"/>
                </a:lnTo>
                <a:lnTo>
                  <a:pt x="1866174" y="8742"/>
                </a:lnTo>
                <a:lnTo>
                  <a:pt x="1867577" y="8742"/>
                </a:lnTo>
                <a:lnTo>
                  <a:pt x="1868981" y="8742"/>
                </a:lnTo>
                <a:lnTo>
                  <a:pt x="1870393" y="8742"/>
                </a:lnTo>
                <a:lnTo>
                  <a:pt x="1871796" y="32057"/>
                </a:lnTo>
                <a:lnTo>
                  <a:pt x="1873200" y="110735"/>
                </a:lnTo>
                <a:lnTo>
                  <a:pt x="1874603" y="198172"/>
                </a:lnTo>
                <a:lnTo>
                  <a:pt x="1876007" y="275394"/>
                </a:lnTo>
                <a:lnTo>
                  <a:pt x="1877410" y="294342"/>
                </a:lnTo>
                <a:lnTo>
                  <a:pt x="1878814" y="300173"/>
                </a:lnTo>
                <a:lnTo>
                  <a:pt x="1880217" y="295798"/>
                </a:lnTo>
                <a:lnTo>
                  <a:pt x="1881621" y="295798"/>
                </a:lnTo>
                <a:lnTo>
                  <a:pt x="1883024" y="300173"/>
                </a:lnTo>
                <a:lnTo>
                  <a:pt x="1884428" y="303076"/>
                </a:lnTo>
                <a:lnTo>
                  <a:pt x="1885831" y="298709"/>
                </a:lnTo>
                <a:lnTo>
                  <a:pt x="1887243" y="298709"/>
                </a:lnTo>
                <a:lnTo>
                  <a:pt x="1888647" y="298709"/>
                </a:lnTo>
                <a:lnTo>
                  <a:pt x="1890050" y="304540"/>
                </a:lnTo>
                <a:lnTo>
                  <a:pt x="1891454" y="305995"/>
                </a:lnTo>
                <a:lnTo>
                  <a:pt x="1892857" y="300173"/>
                </a:lnTo>
                <a:lnTo>
                  <a:pt x="1894261" y="298709"/>
                </a:lnTo>
                <a:lnTo>
                  <a:pt x="1895664" y="298709"/>
                </a:lnTo>
                <a:lnTo>
                  <a:pt x="1897068" y="304540"/>
                </a:lnTo>
                <a:lnTo>
                  <a:pt x="1898471" y="301629"/>
                </a:lnTo>
                <a:lnTo>
                  <a:pt x="1899875" y="297253"/>
                </a:lnTo>
                <a:lnTo>
                  <a:pt x="1901279" y="295798"/>
                </a:lnTo>
                <a:lnTo>
                  <a:pt x="1902682" y="300173"/>
                </a:lnTo>
                <a:lnTo>
                  <a:pt x="1904086" y="304540"/>
                </a:lnTo>
                <a:lnTo>
                  <a:pt x="1905498" y="301629"/>
                </a:lnTo>
                <a:lnTo>
                  <a:pt x="1906901" y="297253"/>
                </a:lnTo>
                <a:lnTo>
                  <a:pt x="1908305" y="295798"/>
                </a:lnTo>
                <a:lnTo>
                  <a:pt x="1909708" y="298709"/>
                </a:lnTo>
                <a:lnTo>
                  <a:pt x="1911112" y="303076"/>
                </a:lnTo>
                <a:lnTo>
                  <a:pt x="1912515" y="298709"/>
                </a:lnTo>
                <a:lnTo>
                  <a:pt x="1913919" y="298709"/>
                </a:lnTo>
                <a:lnTo>
                  <a:pt x="1915322" y="297253"/>
                </a:lnTo>
                <a:lnTo>
                  <a:pt x="1916726" y="303076"/>
                </a:lnTo>
                <a:lnTo>
                  <a:pt x="1918129" y="301629"/>
                </a:lnTo>
                <a:lnTo>
                  <a:pt x="1919533" y="298709"/>
                </a:lnTo>
                <a:lnTo>
                  <a:pt x="1920936" y="297253"/>
                </a:lnTo>
                <a:lnTo>
                  <a:pt x="1922348" y="300173"/>
                </a:lnTo>
                <a:lnTo>
                  <a:pt x="1923752" y="304540"/>
                </a:lnTo>
                <a:lnTo>
                  <a:pt x="1925155" y="301629"/>
                </a:lnTo>
                <a:lnTo>
                  <a:pt x="1926559" y="298709"/>
                </a:lnTo>
                <a:lnTo>
                  <a:pt x="1927962" y="297253"/>
                </a:lnTo>
                <a:lnTo>
                  <a:pt x="1929366" y="301629"/>
                </a:lnTo>
                <a:lnTo>
                  <a:pt x="1930769" y="304540"/>
                </a:lnTo>
                <a:lnTo>
                  <a:pt x="1932173" y="301629"/>
                </a:lnTo>
                <a:lnTo>
                  <a:pt x="1933576" y="300173"/>
                </a:lnTo>
                <a:lnTo>
                  <a:pt x="1934980" y="298709"/>
                </a:lnTo>
                <a:lnTo>
                  <a:pt x="1936383" y="304540"/>
                </a:lnTo>
                <a:lnTo>
                  <a:pt x="1937787" y="304540"/>
                </a:lnTo>
                <a:lnTo>
                  <a:pt x="1939190" y="303076"/>
                </a:lnTo>
                <a:lnTo>
                  <a:pt x="1940602" y="301629"/>
                </a:lnTo>
                <a:lnTo>
                  <a:pt x="1942006" y="304540"/>
                </a:lnTo>
                <a:lnTo>
                  <a:pt x="1943409" y="308906"/>
                </a:lnTo>
                <a:lnTo>
                  <a:pt x="1944813" y="307459"/>
                </a:lnTo>
                <a:lnTo>
                  <a:pt x="1946217" y="304540"/>
                </a:lnTo>
                <a:lnTo>
                  <a:pt x="1947620" y="304540"/>
                </a:lnTo>
                <a:lnTo>
                  <a:pt x="1949024" y="307459"/>
                </a:lnTo>
                <a:lnTo>
                  <a:pt x="1950427" y="303076"/>
                </a:lnTo>
                <a:lnTo>
                  <a:pt x="1951839" y="288511"/>
                </a:lnTo>
                <a:lnTo>
                  <a:pt x="1953234" y="278314"/>
                </a:lnTo>
                <a:lnTo>
                  <a:pt x="1954638" y="276858"/>
                </a:lnTo>
                <a:lnTo>
                  <a:pt x="1956041" y="282680"/>
                </a:lnTo>
                <a:lnTo>
                  <a:pt x="1957453" y="281225"/>
                </a:lnTo>
                <a:lnTo>
                  <a:pt x="1958857" y="276858"/>
                </a:lnTo>
                <a:lnTo>
                  <a:pt x="1960260" y="275394"/>
                </a:lnTo>
                <a:lnTo>
                  <a:pt x="1961664" y="278314"/>
                </a:lnTo>
                <a:lnTo>
                  <a:pt x="1963067" y="281225"/>
                </a:lnTo>
                <a:lnTo>
                  <a:pt x="1964471" y="275394"/>
                </a:lnTo>
                <a:lnTo>
                  <a:pt x="1965874" y="273938"/>
                </a:lnTo>
                <a:lnTo>
                  <a:pt x="1967278" y="276858"/>
                </a:lnTo>
                <a:lnTo>
                  <a:pt x="1968681" y="282680"/>
                </a:lnTo>
                <a:lnTo>
                  <a:pt x="1970085" y="281225"/>
                </a:lnTo>
                <a:lnTo>
                  <a:pt x="1971488" y="272483"/>
                </a:lnTo>
                <a:lnTo>
                  <a:pt x="1972892" y="272483"/>
                </a:lnTo>
                <a:lnTo>
                  <a:pt x="1974295" y="275394"/>
                </a:lnTo>
                <a:lnTo>
                  <a:pt x="1975707" y="279769"/>
                </a:lnTo>
                <a:lnTo>
                  <a:pt x="1977111" y="276858"/>
                </a:lnTo>
                <a:lnTo>
                  <a:pt x="1978514" y="272483"/>
                </a:lnTo>
                <a:lnTo>
                  <a:pt x="1979918" y="273938"/>
                </a:lnTo>
                <a:lnTo>
                  <a:pt x="1981321" y="278314"/>
                </a:lnTo>
                <a:lnTo>
                  <a:pt x="1982725" y="279769"/>
                </a:lnTo>
                <a:lnTo>
                  <a:pt x="1984128" y="273938"/>
                </a:lnTo>
                <a:lnTo>
                  <a:pt x="1985532" y="272483"/>
                </a:lnTo>
                <a:lnTo>
                  <a:pt x="1986935" y="275394"/>
                </a:lnTo>
                <a:lnTo>
                  <a:pt x="1988339" y="281225"/>
                </a:lnTo>
                <a:lnTo>
                  <a:pt x="1989743" y="279769"/>
                </a:lnTo>
                <a:lnTo>
                  <a:pt x="1991146" y="273938"/>
                </a:lnTo>
                <a:lnTo>
                  <a:pt x="1992558" y="273938"/>
                </a:lnTo>
                <a:lnTo>
                  <a:pt x="1993962" y="276858"/>
                </a:lnTo>
                <a:lnTo>
                  <a:pt x="1995365" y="279769"/>
                </a:lnTo>
                <a:lnTo>
                  <a:pt x="1996769" y="273938"/>
                </a:lnTo>
                <a:lnTo>
                  <a:pt x="1998172" y="272483"/>
                </a:lnTo>
                <a:lnTo>
                  <a:pt x="1999576" y="275394"/>
                </a:lnTo>
                <a:lnTo>
                  <a:pt x="2000979" y="282680"/>
                </a:lnTo>
                <a:lnTo>
                  <a:pt x="2002383" y="281225"/>
                </a:lnTo>
                <a:lnTo>
                  <a:pt x="2003786" y="273938"/>
                </a:lnTo>
                <a:lnTo>
                  <a:pt x="2005190" y="272483"/>
                </a:lnTo>
                <a:lnTo>
                  <a:pt x="2006593" y="275394"/>
                </a:lnTo>
                <a:lnTo>
                  <a:pt x="2007997" y="282680"/>
                </a:lnTo>
                <a:lnTo>
                  <a:pt x="2009400" y="279769"/>
                </a:lnTo>
                <a:lnTo>
                  <a:pt x="2010812" y="275394"/>
                </a:lnTo>
                <a:lnTo>
                  <a:pt x="2012216" y="273938"/>
                </a:lnTo>
                <a:lnTo>
                  <a:pt x="2013619" y="278314"/>
                </a:lnTo>
                <a:lnTo>
                  <a:pt x="2015023" y="279769"/>
                </a:lnTo>
                <a:lnTo>
                  <a:pt x="2016426" y="273938"/>
                </a:lnTo>
                <a:lnTo>
                  <a:pt x="2017830" y="272483"/>
                </a:lnTo>
                <a:lnTo>
                  <a:pt x="2019233" y="275394"/>
                </a:lnTo>
                <a:lnTo>
                  <a:pt x="2020637" y="282680"/>
                </a:lnTo>
                <a:lnTo>
                  <a:pt x="2022040" y="279769"/>
                </a:lnTo>
                <a:lnTo>
                  <a:pt x="2023444" y="273938"/>
                </a:lnTo>
                <a:lnTo>
                  <a:pt x="2024847" y="271027"/>
                </a:lnTo>
                <a:lnTo>
                  <a:pt x="2026251" y="275394"/>
                </a:lnTo>
                <a:lnTo>
                  <a:pt x="2027663" y="279769"/>
                </a:lnTo>
                <a:lnTo>
                  <a:pt x="2029066" y="278314"/>
                </a:lnTo>
                <a:lnTo>
                  <a:pt x="2030470" y="276858"/>
                </a:lnTo>
                <a:lnTo>
                  <a:pt x="2031873" y="278314"/>
                </a:lnTo>
                <a:lnTo>
                  <a:pt x="2033277" y="282680"/>
                </a:lnTo>
                <a:lnTo>
                  <a:pt x="2034681" y="282680"/>
                </a:lnTo>
                <a:lnTo>
                  <a:pt x="2036084" y="276858"/>
                </a:lnTo>
                <a:lnTo>
                  <a:pt x="2037488" y="276858"/>
                </a:lnTo>
                <a:lnTo>
                  <a:pt x="2038891" y="278314"/>
                </a:lnTo>
                <a:lnTo>
                  <a:pt x="2040295" y="284145"/>
                </a:lnTo>
                <a:lnTo>
                  <a:pt x="2041698" y="279769"/>
                </a:lnTo>
                <a:lnTo>
                  <a:pt x="2043102" y="275394"/>
                </a:lnTo>
                <a:lnTo>
                  <a:pt x="2044505" y="275394"/>
                </a:lnTo>
                <a:lnTo>
                  <a:pt x="2045917" y="279769"/>
                </a:lnTo>
                <a:lnTo>
                  <a:pt x="2047321" y="282680"/>
                </a:lnTo>
                <a:lnTo>
                  <a:pt x="2048724" y="276858"/>
                </a:lnTo>
                <a:lnTo>
                  <a:pt x="2050128" y="275394"/>
                </a:lnTo>
                <a:lnTo>
                  <a:pt x="2051531" y="276858"/>
                </a:lnTo>
                <a:lnTo>
                  <a:pt x="2052935" y="282680"/>
                </a:lnTo>
                <a:lnTo>
                  <a:pt x="2054338" y="282680"/>
                </a:lnTo>
                <a:lnTo>
                  <a:pt x="2055742" y="276858"/>
                </a:lnTo>
                <a:lnTo>
                  <a:pt x="2057145" y="276858"/>
                </a:lnTo>
                <a:lnTo>
                  <a:pt x="2058549" y="278314"/>
                </a:lnTo>
                <a:lnTo>
                  <a:pt x="2059952" y="284145"/>
                </a:lnTo>
                <a:lnTo>
                  <a:pt x="2061356" y="279769"/>
                </a:lnTo>
                <a:lnTo>
                  <a:pt x="2062768" y="275394"/>
                </a:lnTo>
                <a:lnTo>
                  <a:pt x="2064171" y="275394"/>
                </a:lnTo>
                <a:lnTo>
                  <a:pt x="2065575" y="279769"/>
                </a:lnTo>
                <a:lnTo>
                  <a:pt x="2066978" y="282680"/>
                </a:lnTo>
                <a:lnTo>
                  <a:pt x="2068382" y="276858"/>
                </a:lnTo>
                <a:lnTo>
                  <a:pt x="2069785" y="273938"/>
                </a:lnTo>
                <a:lnTo>
                  <a:pt x="2071189" y="275394"/>
                </a:lnTo>
                <a:lnTo>
                  <a:pt x="2072592" y="281225"/>
                </a:lnTo>
                <a:lnTo>
                  <a:pt x="2073996" y="281225"/>
                </a:lnTo>
                <a:lnTo>
                  <a:pt x="2075400" y="265196"/>
                </a:lnTo>
                <a:lnTo>
                  <a:pt x="2076803" y="256454"/>
                </a:lnTo>
                <a:lnTo>
                  <a:pt x="2078207" y="256454"/>
                </a:lnTo>
                <a:lnTo>
                  <a:pt x="2079610" y="272483"/>
                </a:lnTo>
                <a:lnTo>
                  <a:pt x="2081022" y="276858"/>
                </a:lnTo>
                <a:lnTo>
                  <a:pt x="2082426" y="275394"/>
                </a:lnTo>
                <a:lnTo>
                  <a:pt x="2083829" y="275394"/>
                </a:lnTo>
                <a:lnTo>
                  <a:pt x="2085233" y="279769"/>
                </a:lnTo>
                <a:lnTo>
                  <a:pt x="2086636" y="282680"/>
                </a:lnTo>
                <a:lnTo>
                  <a:pt x="2088040" y="273938"/>
                </a:lnTo>
                <a:lnTo>
                  <a:pt x="2089443" y="273938"/>
                </a:lnTo>
                <a:lnTo>
                  <a:pt x="2090847" y="275394"/>
                </a:lnTo>
                <a:lnTo>
                  <a:pt x="2092250" y="282680"/>
                </a:lnTo>
                <a:lnTo>
                  <a:pt x="2093654" y="275394"/>
                </a:lnTo>
                <a:lnTo>
                  <a:pt x="2095057" y="275394"/>
                </a:lnTo>
                <a:lnTo>
                  <a:pt x="2096461" y="276858"/>
                </a:lnTo>
                <a:lnTo>
                  <a:pt x="2097873" y="284145"/>
                </a:lnTo>
                <a:lnTo>
                  <a:pt x="2099276" y="276858"/>
                </a:lnTo>
                <a:lnTo>
                  <a:pt x="2100680" y="278314"/>
                </a:lnTo>
                <a:lnTo>
                  <a:pt x="2102083" y="297253"/>
                </a:lnTo>
                <a:lnTo>
                  <a:pt x="2103487" y="238970"/>
                </a:lnTo>
                <a:lnTo>
                  <a:pt x="2104890" y="145720"/>
                </a:lnTo>
                <a:lnTo>
                  <a:pt x="2106294" y="34968"/>
                </a:lnTo>
                <a:lnTo>
                  <a:pt x="2107697" y="8742"/>
                </a:lnTo>
                <a:lnTo>
                  <a:pt x="2109101" y="8742"/>
                </a:lnTo>
                <a:lnTo>
                  <a:pt x="2110504" y="8742"/>
                </a:lnTo>
                <a:lnTo>
                  <a:pt x="2111908" y="10198"/>
                </a:lnTo>
                <a:lnTo>
                  <a:pt x="2113311" y="7286"/>
                </a:lnTo>
                <a:lnTo>
                  <a:pt x="2114715" y="4367"/>
                </a:lnTo>
                <a:lnTo>
                  <a:pt x="2116127" y="0"/>
                </a:lnTo>
                <a:lnTo>
                  <a:pt x="2117530" y="0"/>
                </a:lnTo>
                <a:lnTo>
                  <a:pt x="2118934" y="0"/>
                </a:lnTo>
                <a:lnTo>
                  <a:pt x="2120337" y="4367"/>
                </a:lnTo>
                <a:lnTo>
                  <a:pt x="2121741" y="4367"/>
                </a:lnTo>
                <a:lnTo>
                  <a:pt x="2123145" y="4367"/>
                </a:lnTo>
                <a:lnTo>
                  <a:pt x="2124548" y="0"/>
                </a:lnTo>
                <a:lnTo>
                  <a:pt x="2125952" y="0"/>
                </a:lnTo>
                <a:lnTo>
                  <a:pt x="2127355" y="0"/>
                </a:lnTo>
                <a:lnTo>
                  <a:pt x="2128759" y="93251"/>
                </a:lnTo>
                <a:lnTo>
                  <a:pt x="2130162" y="206905"/>
                </a:lnTo>
                <a:lnTo>
                  <a:pt x="2131566" y="320568"/>
                </a:lnTo>
                <a:lnTo>
                  <a:pt x="2132978" y="348258"/>
                </a:lnTo>
                <a:lnTo>
                  <a:pt x="2133392" y="347829"/>
                </a:lnTo>
                <a:lnTo>
                  <a:pt x="2133392" y="419650"/>
                </a:lnTo>
                <a:lnTo>
                  <a:pt x="2132978" y="419650"/>
                </a:lnTo>
                <a:close/>
              </a:path>
            </a:pathLst>
          </a:custGeom>
          <a:solidFill xmlns:a="http://schemas.openxmlformats.org/drawingml/2006/main">
            <a:srgbClr val="8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D74A4-79B2-42F0-A5B0-381FE41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04" y="2128774"/>
            <a:ext cx="2133391" cy="419650"/>
          </a:xfrm>
          <a:custGeom xmlns:a="http://schemas.openxmlformats.org/drawingml/2006/main">
            <a:pathLst>
              <a:path w="2133391" h="419650" fill="none">
                <a:moveTo>
                  <a:pt x="0" y="419650"/>
                </a:moveTo>
                <a:lnTo>
                  <a:pt x="0" y="415275"/>
                </a:lnTo>
                <a:lnTo>
                  <a:pt x="1404" y="393424"/>
                </a:lnTo>
                <a:lnTo>
                  <a:pt x="2807" y="377395"/>
                </a:lnTo>
                <a:lnTo>
                  <a:pt x="4211" y="356992"/>
                </a:lnTo>
                <a:lnTo>
                  <a:pt x="5614" y="358447"/>
                </a:lnTo>
                <a:lnTo>
                  <a:pt x="7018" y="356992"/>
                </a:lnTo>
                <a:lnTo>
                  <a:pt x="8430" y="356992"/>
                </a:lnTo>
                <a:lnTo>
                  <a:pt x="9833" y="359903"/>
                </a:lnTo>
                <a:lnTo>
                  <a:pt x="11237" y="356992"/>
                </a:lnTo>
                <a:lnTo>
                  <a:pt x="12640" y="359903"/>
                </a:lnTo>
                <a:lnTo>
                  <a:pt x="14044" y="358447"/>
                </a:lnTo>
                <a:lnTo>
                  <a:pt x="15447" y="359903"/>
                </a:lnTo>
                <a:lnTo>
                  <a:pt x="16851" y="358447"/>
                </a:lnTo>
                <a:lnTo>
                  <a:pt x="18254" y="358447"/>
                </a:lnTo>
                <a:lnTo>
                  <a:pt x="19658" y="358447"/>
                </a:lnTo>
                <a:lnTo>
                  <a:pt x="21061" y="358447"/>
                </a:lnTo>
                <a:lnTo>
                  <a:pt x="22465" y="358447"/>
                </a:lnTo>
                <a:lnTo>
                  <a:pt x="23868" y="358447"/>
                </a:lnTo>
                <a:lnTo>
                  <a:pt x="25272" y="358447"/>
                </a:lnTo>
                <a:lnTo>
                  <a:pt x="26684" y="358447"/>
                </a:lnTo>
                <a:lnTo>
                  <a:pt x="28087" y="358447"/>
                </a:lnTo>
                <a:lnTo>
                  <a:pt x="29491" y="358447"/>
                </a:lnTo>
                <a:lnTo>
                  <a:pt x="30894" y="358447"/>
                </a:lnTo>
                <a:lnTo>
                  <a:pt x="32298" y="358447"/>
                </a:lnTo>
                <a:lnTo>
                  <a:pt x="33701" y="358447"/>
                </a:lnTo>
                <a:lnTo>
                  <a:pt x="35105" y="358447"/>
                </a:lnTo>
                <a:lnTo>
                  <a:pt x="36508" y="358447"/>
                </a:lnTo>
                <a:lnTo>
                  <a:pt x="37912" y="358447"/>
                </a:lnTo>
                <a:lnTo>
                  <a:pt x="39315" y="358447"/>
                </a:lnTo>
                <a:lnTo>
                  <a:pt x="40719" y="358447"/>
                </a:lnTo>
                <a:lnTo>
                  <a:pt x="42122" y="358447"/>
                </a:lnTo>
                <a:lnTo>
                  <a:pt x="43526" y="358447"/>
                </a:lnTo>
                <a:lnTo>
                  <a:pt x="44938" y="358447"/>
                </a:lnTo>
                <a:lnTo>
                  <a:pt x="46342" y="358447"/>
                </a:lnTo>
                <a:lnTo>
                  <a:pt x="47745" y="358447"/>
                </a:lnTo>
                <a:lnTo>
                  <a:pt x="49149" y="358447"/>
                </a:lnTo>
                <a:lnTo>
                  <a:pt x="50552" y="358447"/>
                </a:lnTo>
                <a:lnTo>
                  <a:pt x="51956" y="358447"/>
                </a:lnTo>
                <a:lnTo>
                  <a:pt x="53359" y="359903"/>
                </a:lnTo>
                <a:lnTo>
                  <a:pt x="54763" y="358447"/>
                </a:lnTo>
                <a:lnTo>
                  <a:pt x="56166" y="359903"/>
                </a:lnTo>
                <a:lnTo>
                  <a:pt x="57570" y="356992"/>
                </a:lnTo>
                <a:lnTo>
                  <a:pt x="58973" y="359903"/>
                </a:lnTo>
                <a:lnTo>
                  <a:pt x="60377" y="356992"/>
                </a:lnTo>
                <a:lnTo>
                  <a:pt x="61780" y="359903"/>
                </a:lnTo>
                <a:lnTo>
                  <a:pt x="63192" y="356992"/>
                </a:lnTo>
                <a:lnTo>
                  <a:pt x="64596" y="359903"/>
                </a:lnTo>
                <a:lnTo>
                  <a:pt x="65999" y="356992"/>
                </a:lnTo>
                <a:lnTo>
                  <a:pt x="67403" y="359903"/>
                </a:lnTo>
                <a:lnTo>
                  <a:pt x="68806" y="356992"/>
                </a:lnTo>
                <a:lnTo>
                  <a:pt x="70210" y="359903"/>
                </a:lnTo>
                <a:lnTo>
                  <a:pt x="71613" y="356992"/>
                </a:lnTo>
                <a:lnTo>
                  <a:pt x="73017" y="359903"/>
                </a:lnTo>
                <a:lnTo>
                  <a:pt x="74420" y="358447"/>
                </a:lnTo>
                <a:lnTo>
                  <a:pt x="75824" y="359903"/>
                </a:lnTo>
                <a:lnTo>
                  <a:pt x="77227" y="358447"/>
                </a:lnTo>
                <a:lnTo>
                  <a:pt x="78631" y="358447"/>
                </a:lnTo>
                <a:lnTo>
                  <a:pt x="80043" y="358447"/>
                </a:lnTo>
                <a:lnTo>
                  <a:pt x="81446" y="358447"/>
                </a:lnTo>
                <a:lnTo>
                  <a:pt x="82850" y="358447"/>
                </a:lnTo>
                <a:lnTo>
                  <a:pt x="84253" y="358447"/>
                </a:lnTo>
                <a:lnTo>
                  <a:pt x="85657" y="358447"/>
                </a:lnTo>
                <a:lnTo>
                  <a:pt x="87060" y="358447"/>
                </a:lnTo>
                <a:lnTo>
                  <a:pt x="88464" y="358447"/>
                </a:lnTo>
                <a:lnTo>
                  <a:pt x="89868" y="358447"/>
                </a:lnTo>
                <a:lnTo>
                  <a:pt x="91271" y="358447"/>
                </a:lnTo>
                <a:lnTo>
                  <a:pt x="92675" y="358447"/>
                </a:lnTo>
                <a:lnTo>
                  <a:pt x="94078" y="358447"/>
                </a:lnTo>
                <a:lnTo>
                  <a:pt x="95482" y="358447"/>
                </a:lnTo>
                <a:lnTo>
                  <a:pt x="96885" y="358447"/>
                </a:lnTo>
                <a:lnTo>
                  <a:pt x="98297" y="358447"/>
                </a:lnTo>
                <a:lnTo>
                  <a:pt x="99701" y="358447"/>
                </a:lnTo>
                <a:lnTo>
                  <a:pt x="101104" y="358447"/>
                </a:lnTo>
                <a:lnTo>
                  <a:pt x="102508" y="358447"/>
                </a:lnTo>
                <a:lnTo>
                  <a:pt x="103911" y="358447"/>
                </a:lnTo>
                <a:lnTo>
                  <a:pt x="105315" y="358447"/>
                </a:lnTo>
                <a:lnTo>
                  <a:pt x="106718" y="358447"/>
                </a:lnTo>
                <a:lnTo>
                  <a:pt x="108122" y="358447"/>
                </a:lnTo>
                <a:lnTo>
                  <a:pt x="109525" y="358447"/>
                </a:lnTo>
                <a:lnTo>
                  <a:pt x="110929" y="358447"/>
                </a:lnTo>
                <a:lnTo>
                  <a:pt x="112332" y="358447"/>
                </a:lnTo>
                <a:lnTo>
                  <a:pt x="113744" y="358447"/>
                </a:lnTo>
                <a:lnTo>
                  <a:pt x="115148" y="358447"/>
                </a:lnTo>
                <a:lnTo>
                  <a:pt x="116551" y="358447"/>
                </a:lnTo>
                <a:lnTo>
                  <a:pt x="117955" y="358447"/>
                </a:lnTo>
                <a:lnTo>
                  <a:pt x="119358" y="358447"/>
                </a:lnTo>
                <a:lnTo>
                  <a:pt x="120762" y="358447"/>
                </a:lnTo>
                <a:lnTo>
                  <a:pt x="122165" y="358447"/>
                </a:lnTo>
                <a:lnTo>
                  <a:pt x="123569" y="358447"/>
                </a:lnTo>
                <a:lnTo>
                  <a:pt x="124972" y="358447"/>
                </a:lnTo>
                <a:lnTo>
                  <a:pt x="126376" y="358447"/>
                </a:lnTo>
                <a:lnTo>
                  <a:pt x="127779" y="358447"/>
                </a:lnTo>
                <a:lnTo>
                  <a:pt x="129183" y="358447"/>
                </a:lnTo>
                <a:lnTo>
                  <a:pt x="130586" y="358447"/>
                </a:lnTo>
                <a:lnTo>
                  <a:pt x="131998" y="358447"/>
                </a:lnTo>
                <a:lnTo>
                  <a:pt x="133402" y="358447"/>
                </a:lnTo>
                <a:lnTo>
                  <a:pt x="134806" y="358447"/>
                </a:lnTo>
                <a:lnTo>
                  <a:pt x="136209" y="358447"/>
                </a:lnTo>
                <a:lnTo>
                  <a:pt x="137613" y="358447"/>
                </a:lnTo>
                <a:lnTo>
                  <a:pt x="139016" y="358447"/>
                </a:lnTo>
                <a:lnTo>
                  <a:pt x="140420" y="358447"/>
                </a:lnTo>
                <a:lnTo>
                  <a:pt x="141823" y="358447"/>
                </a:lnTo>
                <a:lnTo>
                  <a:pt x="143227" y="358447"/>
                </a:lnTo>
                <a:lnTo>
                  <a:pt x="144630" y="358447"/>
                </a:lnTo>
                <a:lnTo>
                  <a:pt x="146034" y="358447"/>
                </a:lnTo>
                <a:lnTo>
                  <a:pt x="147437" y="359903"/>
                </a:lnTo>
                <a:lnTo>
                  <a:pt x="148841" y="359903"/>
                </a:lnTo>
                <a:lnTo>
                  <a:pt x="150253" y="361367"/>
                </a:lnTo>
                <a:lnTo>
                  <a:pt x="151656" y="359903"/>
                </a:lnTo>
                <a:lnTo>
                  <a:pt x="153060" y="361367"/>
                </a:lnTo>
                <a:lnTo>
                  <a:pt x="154463" y="359903"/>
                </a:lnTo>
                <a:lnTo>
                  <a:pt x="155867" y="359903"/>
                </a:lnTo>
                <a:lnTo>
                  <a:pt x="157270" y="358447"/>
                </a:lnTo>
                <a:lnTo>
                  <a:pt x="158674" y="358447"/>
                </a:lnTo>
                <a:lnTo>
                  <a:pt x="160077" y="358447"/>
                </a:lnTo>
                <a:lnTo>
                  <a:pt x="161481" y="358447"/>
                </a:lnTo>
                <a:lnTo>
                  <a:pt x="162884" y="358447"/>
                </a:lnTo>
                <a:lnTo>
                  <a:pt x="164288" y="358447"/>
                </a:lnTo>
                <a:lnTo>
                  <a:pt x="165691" y="358447"/>
                </a:lnTo>
                <a:lnTo>
                  <a:pt x="167095" y="358447"/>
                </a:lnTo>
                <a:lnTo>
                  <a:pt x="168507" y="359903"/>
                </a:lnTo>
                <a:lnTo>
                  <a:pt x="169910" y="359903"/>
                </a:lnTo>
                <a:lnTo>
                  <a:pt x="171314" y="361367"/>
                </a:lnTo>
                <a:lnTo>
                  <a:pt x="172717" y="358447"/>
                </a:lnTo>
                <a:lnTo>
                  <a:pt x="174121" y="359903"/>
                </a:lnTo>
                <a:lnTo>
                  <a:pt x="175524" y="356992"/>
                </a:lnTo>
                <a:lnTo>
                  <a:pt x="176928" y="359903"/>
                </a:lnTo>
                <a:lnTo>
                  <a:pt x="178332" y="356992"/>
                </a:lnTo>
                <a:lnTo>
                  <a:pt x="179735" y="359903"/>
                </a:lnTo>
                <a:lnTo>
                  <a:pt x="181139" y="358447"/>
                </a:lnTo>
                <a:lnTo>
                  <a:pt x="182542" y="359903"/>
                </a:lnTo>
                <a:lnTo>
                  <a:pt x="183954" y="358447"/>
                </a:lnTo>
                <a:lnTo>
                  <a:pt x="185358" y="358447"/>
                </a:lnTo>
                <a:lnTo>
                  <a:pt x="186761" y="358447"/>
                </a:lnTo>
                <a:lnTo>
                  <a:pt x="188165" y="358447"/>
                </a:lnTo>
                <a:lnTo>
                  <a:pt x="189568" y="358447"/>
                </a:lnTo>
                <a:lnTo>
                  <a:pt x="190972" y="358447"/>
                </a:lnTo>
                <a:lnTo>
                  <a:pt x="192375" y="358447"/>
                </a:lnTo>
                <a:lnTo>
                  <a:pt x="193779" y="358447"/>
                </a:lnTo>
                <a:lnTo>
                  <a:pt x="195182" y="358447"/>
                </a:lnTo>
                <a:lnTo>
                  <a:pt x="196586" y="358447"/>
                </a:lnTo>
                <a:lnTo>
                  <a:pt x="197989" y="358447"/>
                </a:lnTo>
                <a:lnTo>
                  <a:pt x="199393" y="358447"/>
                </a:lnTo>
                <a:lnTo>
                  <a:pt x="200796" y="358447"/>
                </a:lnTo>
                <a:lnTo>
                  <a:pt x="202208" y="354081"/>
                </a:lnTo>
                <a:lnTo>
                  <a:pt x="203612" y="343883"/>
                </a:lnTo>
                <a:lnTo>
                  <a:pt x="205015" y="335132"/>
                </a:lnTo>
                <a:lnTo>
                  <a:pt x="206419" y="339508"/>
                </a:lnTo>
                <a:lnTo>
                  <a:pt x="207822" y="351161"/>
                </a:lnTo>
                <a:lnTo>
                  <a:pt x="209226" y="359903"/>
                </a:lnTo>
                <a:lnTo>
                  <a:pt x="210629" y="361367"/>
                </a:lnTo>
                <a:lnTo>
                  <a:pt x="212033" y="358447"/>
                </a:lnTo>
                <a:lnTo>
                  <a:pt x="213436" y="359903"/>
                </a:lnTo>
                <a:lnTo>
                  <a:pt x="214840" y="356992"/>
                </a:lnTo>
                <a:lnTo>
                  <a:pt x="216243" y="359903"/>
                </a:lnTo>
                <a:lnTo>
                  <a:pt x="217647" y="356992"/>
                </a:lnTo>
                <a:lnTo>
                  <a:pt x="219059" y="359903"/>
                </a:lnTo>
                <a:lnTo>
                  <a:pt x="220462" y="358447"/>
                </a:lnTo>
                <a:lnTo>
                  <a:pt x="221866" y="359903"/>
                </a:lnTo>
                <a:lnTo>
                  <a:pt x="223270" y="358447"/>
                </a:lnTo>
                <a:lnTo>
                  <a:pt x="224673" y="358447"/>
                </a:lnTo>
                <a:lnTo>
                  <a:pt x="226077" y="358447"/>
                </a:lnTo>
                <a:lnTo>
                  <a:pt x="227480" y="358447"/>
                </a:lnTo>
                <a:lnTo>
                  <a:pt x="228884" y="358447"/>
                </a:lnTo>
                <a:lnTo>
                  <a:pt x="230287" y="358447"/>
                </a:lnTo>
                <a:lnTo>
                  <a:pt x="231691" y="358447"/>
                </a:lnTo>
                <a:lnTo>
                  <a:pt x="233094" y="358447"/>
                </a:lnTo>
                <a:lnTo>
                  <a:pt x="234498" y="358447"/>
                </a:lnTo>
                <a:lnTo>
                  <a:pt x="235901" y="358447"/>
                </a:lnTo>
                <a:lnTo>
                  <a:pt x="237313" y="358447"/>
                </a:lnTo>
                <a:lnTo>
                  <a:pt x="238717" y="358447"/>
                </a:lnTo>
                <a:lnTo>
                  <a:pt x="240120" y="358447"/>
                </a:lnTo>
                <a:lnTo>
                  <a:pt x="241524" y="358447"/>
                </a:lnTo>
                <a:lnTo>
                  <a:pt x="242927" y="358447"/>
                </a:lnTo>
                <a:lnTo>
                  <a:pt x="244331" y="358447"/>
                </a:lnTo>
                <a:lnTo>
                  <a:pt x="245734" y="358447"/>
                </a:lnTo>
                <a:lnTo>
                  <a:pt x="247138" y="358447"/>
                </a:lnTo>
                <a:lnTo>
                  <a:pt x="248541" y="358447"/>
                </a:lnTo>
                <a:lnTo>
                  <a:pt x="249945" y="358447"/>
                </a:lnTo>
                <a:lnTo>
                  <a:pt x="251348" y="358447"/>
                </a:lnTo>
                <a:lnTo>
                  <a:pt x="252752" y="358447"/>
                </a:lnTo>
                <a:lnTo>
                  <a:pt x="254155" y="358447"/>
                </a:lnTo>
                <a:lnTo>
                  <a:pt x="255567" y="358447"/>
                </a:lnTo>
                <a:lnTo>
                  <a:pt x="256971" y="358447"/>
                </a:lnTo>
                <a:lnTo>
                  <a:pt x="258374" y="358447"/>
                </a:lnTo>
                <a:lnTo>
                  <a:pt x="259778" y="358447"/>
                </a:lnTo>
                <a:lnTo>
                  <a:pt x="261181" y="358447"/>
                </a:lnTo>
                <a:lnTo>
                  <a:pt x="262585" y="358447"/>
                </a:lnTo>
                <a:lnTo>
                  <a:pt x="263988" y="358447"/>
                </a:lnTo>
                <a:lnTo>
                  <a:pt x="265392" y="358447"/>
                </a:lnTo>
                <a:lnTo>
                  <a:pt x="266796" y="358447"/>
                </a:lnTo>
                <a:lnTo>
                  <a:pt x="268199" y="358447"/>
                </a:lnTo>
                <a:lnTo>
                  <a:pt x="269603" y="358447"/>
                </a:lnTo>
                <a:lnTo>
                  <a:pt x="271006" y="358447"/>
                </a:lnTo>
                <a:lnTo>
                  <a:pt x="272410" y="358447"/>
                </a:lnTo>
                <a:lnTo>
                  <a:pt x="273822" y="358447"/>
                </a:lnTo>
                <a:lnTo>
                  <a:pt x="275225" y="358447"/>
                </a:lnTo>
                <a:lnTo>
                  <a:pt x="276629" y="358447"/>
                </a:lnTo>
                <a:lnTo>
                  <a:pt x="278032" y="358447"/>
                </a:lnTo>
                <a:lnTo>
                  <a:pt x="279436" y="358447"/>
                </a:lnTo>
                <a:lnTo>
                  <a:pt x="280839" y="358447"/>
                </a:lnTo>
                <a:lnTo>
                  <a:pt x="282243" y="358447"/>
                </a:lnTo>
                <a:lnTo>
                  <a:pt x="283646" y="358447"/>
                </a:lnTo>
                <a:lnTo>
                  <a:pt x="285050" y="358447"/>
                </a:lnTo>
                <a:lnTo>
                  <a:pt x="286453" y="358447"/>
                </a:lnTo>
                <a:lnTo>
                  <a:pt x="287857" y="358447"/>
                </a:lnTo>
                <a:lnTo>
                  <a:pt x="289269" y="358447"/>
                </a:lnTo>
                <a:lnTo>
                  <a:pt x="290672" y="358447"/>
                </a:lnTo>
                <a:lnTo>
                  <a:pt x="292076" y="358447"/>
                </a:lnTo>
                <a:lnTo>
                  <a:pt x="293479" y="358447"/>
                </a:lnTo>
                <a:lnTo>
                  <a:pt x="294883" y="358447"/>
                </a:lnTo>
                <a:lnTo>
                  <a:pt x="296286" y="358447"/>
                </a:lnTo>
                <a:lnTo>
                  <a:pt x="297690" y="358447"/>
                </a:lnTo>
                <a:lnTo>
                  <a:pt x="299093" y="358447"/>
                </a:lnTo>
                <a:lnTo>
                  <a:pt x="300497" y="358447"/>
                </a:lnTo>
                <a:lnTo>
                  <a:pt x="301900" y="358447"/>
                </a:lnTo>
                <a:lnTo>
                  <a:pt x="303304" y="358447"/>
                </a:lnTo>
                <a:lnTo>
                  <a:pt x="304707" y="358447"/>
                </a:lnTo>
                <a:lnTo>
                  <a:pt x="306111" y="358447"/>
                </a:lnTo>
                <a:lnTo>
                  <a:pt x="307523" y="358447"/>
                </a:lnTo>
                <a:lnTo>
                  <a:pt x="308926" y="358447"/>
                </a:lnTo>
                <a:lnTo>
                  <a:pt x="310330" y="358447"/>
                </a:lnTo>
                <a:lnTo>
                  <a:pt x="311734" y="358447"/>
                </a:lnTo>
                <a:lnTo>
                  <a:pt x="313137" y="358447"/>
                </a:lnTo>
                <a:lnTo>
                  <a:pt x="314541" y="358447"/>
                </a:lnTo>
                <a:lnTo>
                  <a:pt x="315944" y="358447"/>
                </a:lnTo>
                <a:lnTo>
                  <a:pt x="317348" y="359903"/>
                </a:lnTo>
                <a:lnTo>
                  <a:pt x="318751" y="359903"/>
                </a:lnTo>
                <a:lnTo>
                  <a:pt x="320155" y="361367"/>
                </a:lnTo>
                <a:lnTo>
                  <a:pt x="321558" y="358447"/>
                </a:lnTo>
                <a:lnTo>
                  <a:pt x="322962" y="359903"/>
                </a:lnTo>
                <a:lnTo>
                  <a:pt x="324374" y="356992"/>
                </a:lnTo>
                <a:lnTo>
                  <a:pt x="325777" y="359903"/>
                </a:lnTo>
                <a:lnTo>
                  <a:pt x="327181" y="356992"/>
                </a:lnTo>
                <a:lnTo>
                  <a:pt x="328584" y="359903"/>
                </a:lnTo>
                <a:lnTo>
                  <a:pt x="329988" y="358447"/>
                </a:lnTo>
                <a:lnTo>
                  <a:pt x="331391" y="359903"/>
                </a:lnTo>
                <a:lnTo>
                  <a:pt x="332795" y="358447"/>
                </a:lnTo>
                <a:lnTo>
                  <a:pt x="334198" y="358447"/>
                </a:lnTo>
                <a:lnTo>
                  <a:pt x="335602" y="358447"/>
                </a:lnTo>
                <a:lnTo>
                  <a:pt x="337005" y="358447"/>
                </a:lnTo>
                <a:lnTo>
                  <a:pt x="338409" y="358447"/>
                </a:lnTo>
                <a:lnTo>
                  <a:pt x="339812" y="358447"/>
                </a:lnTo>
                <a:lnTo>
                  <a:pt x="341216" y="358447"/>
                </a:lnTo>
                <a:lnTo>
                  <a:pt x="342619" y="358447"/>
                </a:lnTo>
                <a:lnTo>
                  <a:pt x="344031" y="359903"/>
                </a:lnTo>
                <a:lnTo>
                  <a:pt x="345435" y="359903"/>
                </a:lnTo>
                <a:lnTo>
                  <a:pt x="346838" y="361367"/>
                </a:lnTo>
                <a:lnTo>
                  <a:pt x="348242" y="368653"/>
                </a:lnTo>
                <a:lnTo>
                  <a:pt x="349645" y="378851"/>
                </a:lnTo>
                <a:lnTo>
                  <a:pt x="351049" y="386137"/>
                </a:lnTo>
                <a:lnTo>
                  <a:pt x="352452" y="387593"/>
                </a:lnTo>
                <a:lnTo>
                  <a:pt x="353856" y="386137"/>
                </a:lnTo>
                <a:lnTo>
                  <a:pt x="355260" y="387593"/>
                </a:lnTo>
                <a:lnTo>
                  <a:pt x="356663" y="386137"/>
                </a:lnTo>
                <a:lnTo>
                  <a:pt x="358067" y="387593"/>
                </a:lnTo>
                <a:lnTo>
                  <a:pt x="359470" y="386137"/>
                </a:lnTo>
                <a:lnTo>
                  <a:pt x="360882" y="387593"/>
                </a:lnTo>
                <a:lnTo>
                  <a:pt x="362286" y="386137"/>
                </a:lnTo>
                <a:lnTo>
                  <a:pt x="363689" y="387593"/>
                </a:lnTo>
                <a:lnTo>
                  <a:pt x="365093" y="387593"/>
                </a:lnTo>
                <a:lnTo>
                  <a:pt x="366496" y="389049"/>
                </a:lnTo>
                <a:lnTo>
                  <a:pt x="367900" y="389049"/>
                </a:lnTo>
                <a:lnTo>
                  <a:pt x="369303" y="390504"/>
                </a:lnTo>
                <a:lnTo>
                  <a:pt x="370707" y="391960"/>
                </a:lnTo>
                <a:lnTo>
                  <a:pt x="372110" y="393424"/>
                </a:lnTo>
                <a:lnTo>
                  <a:pt x="373514" y="393424"/>
                </a:lnTo>
                <a:lnTo>
                  <a:pt x="374917" y="391960"/>
                </a:lnTo>
                <a:lnTo>
                  <a:pt x="376321" y="391960"/>
                </a:lnTo>
                <a:lnTo>
                  <a:pt x="377724" y="391960"/>
                </a:lnTo>
                <a:lnTo>
                  <a:pt x="379136" y="393424"/>
                </a:lnTo>
                <a:lnTo>
                  <a:pt x="380540" y="391960"/>
                </a:lnTo>
                <a:lnTo>
                  <a:pt x="381943" y="390504"/>
                </a:lnTo>
                <a:lnTo>
                  <a:pt x="383347" y="390504"/>
                </a:lnTo>
                <a:lnTo>
                  <a:pt x="384750" y="391960"/>
                </a:lnTo>
                <a:lnTo>
                  <a:pt x="386154" y="393424"/>
                </a:lnTo>
                <a:lnTo>
                  <a:pt x="387557" y="391960"/>
                </a:lnTo>
                <a:lnTo>
                  <a:pt x="388961" y="390504"/>
                </a:lnTo>
                <a:lnTo>
                  <a:pt x="390364" y="390504"/>
                </a:lnTo>
                <a:lnTo>
                  <a:pt x="391768" y="391960"/>
                </a:lnTo>
                <a:lnTo>
                  <a:pt x="393171" y="393424"/>
                </a:lnTo>
                <a:lnTo>
                  <a:pt x="394583" y="393424"/>
                </a:lnTo>
                <a:lnTo>
                  <a:pt x="395987" y="393424"/>
                </a:lnTo>
                <a:lnTo>
                  <a:pt x="397390" y="393424"/>
                </a:lnTo>
                <a:lnTo>
                  <a:pt x="398794" y="391960"/>
                </a:lnTo>
                <a:lnTo>
                  <a:pt x="400198" y="390504"/>
                </a:lnTo>
                <a:lnTo>
                  <a:pt x="401601" y="389049"/>
                </a:lnTo>
                <a:lnTo>
                  <a:pt x="403005" y="390504"/>
                </a:lnTo>
                <a:lnTo>
                  <a:pt x="404408" y="391960"/>
                </a:lnTo>
                <a:lnTo>
                  <a:pt x="405812" y="391960"/>
                </a:lnTo>
                <a:lnTo>
                  <a:pt x="407215" y="390504"/>
                </a:lnTo>
                <a:lnTo>
                  <a:pt x="408619" y="389049"/>
                </a:lnTo>
                <a:lnTo>
                  <a:pt x="410022" y="390504"/>
                </a:lnTo>
                <a:lnTo>
                  <a:pt x="411426" y="391960"/>
                </a:lnTo>
                <a:lnTo>
                  <a:pt x="412838" y="393424"/>
                </a:lnTo>
                <a:lnTo>
                  <a:pt x="414241" y="391960"/>
                </a:lnTo>
                <a:lnTo>
                  <a:pt x="415645" y="391960"/>
                </a:lnTo>
                <a:lnTo>
                  <a:pt x="417048" y="391960"/>
                </a:lnTo>
                <a:lnTo>
                  <a:pt x="418452" y="391960"/>
                </a:lnTo>
                <a:lnTo>
                  <a:pt x="419855" y="390504"/>
                </a:lnTo>
                <a:lnTo>
                  <a:pt x="421259" y="390504"/>
                </a:lnTo>
                <a:lnTo>
                  <a:pt x="422662" y="391960"/>
                </a:lnTo>
                <a:lnTo>
                  <a:pt x="424066" y="393424"/>
                </a:lnTo>
                <a:lnTo>
                  <a:pt x="425469" y="391960"/>
                </a:lnTo>
                <a:lnTo>
                  <a:pt x="426873" y="390504"/>
                </a:lnTo>
                <a:lnTo>
                  <a:pt x="428276" y="390504"/>
                </a:lnTo>
                <a:lnTo>
                  <a:pt x="429680" y="391960"/>
                </a:lnTo>
                <a:lnTo>
                  <a:pt x="431092" y="393424"/>
                </a:lnTo>
                <a:lnTo>
                  <a:pt x="432495" y="391960"/>
                </a:lnTo>
                <a:lnTo>
                  <a:pt x="433899" y="390504"/>
                </a:lnTo>
                <a:lnTo>
                  <a:pt x="435302" y="390504"/>
                </a:lnTo>
                <a:lnTo>
                  <a:pt x="436706" y="384682"/>
                </a:lnTo>
                <a:lnTo>
                  <a:pt x="438109" y="375940"/>
                </a:lnTo>
                <a:lnTo>
                  <a:pt x="439513" y="368653"/>
                </a:lnTo>
                <a:lnTo>
                  <a:pt x="440916" y="375940"/>
                </a:lnTo>
                <a:lnTo>
                  <a:pt x="442320" y="386137"/>
                </a:lnTo>
                <a:lnTo>
                  <a:pt x="443724" y="393424"/>
                </a:lnTo>
                <a:lnTo>
                  <a:pt x="445127" y="391960"/>
                </a:lnTo>
                <a:lnTo>
                  <a:pt x="446531" y="390504"/>
                </a:lnTo>
                <a:lnTo>
                  <a:pt x="447934" y="390504"/>
                </a:lnTo>
                <a:lnTo>
                  <a:pt x="449346" y="391960"/>
                </a:lnTo>
                <a:lnTo>
                  <a:pt x="450750" y="393424"/>
                </a:lnTo>
                <a:lnTo>
                  <a:pt x="452153" y="393424"/>
                </a:lnTo>
                <a:lnTo>
                  <a:pt x="453557" y="391960"/>
                </a:lnTo>
                <a:lnTo>
                  <a:pt x="454960" y="390504"/>
                </a:lnTo>
                <a:lnTo>
                  <a:pt x="456364" y="390504"/>
                </a:lnTo>
                <a:lnTo>
                  <a:pt x="457767" y="390504"/>
                </a:lnTo>
                <a:lnTo>
                  <a:pt x="459171" y="390504"/>
                </a:lnTo>
                <a:lnTo>
                  <a:pt x="460574" y="390504"/>
                </a:lnTo>
                <a:lnTo>
                  <a:pt x="461978" y="391960"/>
                </a:lnTo>
                <a:lnTo>
                  <a:pt x="463381" y="391960"/>
                </a:lnTo>
                <a:lnTo>
                  <a:pt x="464785" y="390504"/>
                </a:lnTo>
                <a:lnTo>
                  <a:pt x="466197" y="389049"/>
                </a:lnTo>
                <a:lnTo>
                  <a:pt x="467600" y="390504"/>
                </a:lnTo>
                <a:lnTo>
                  <a:pt x="469004" y="391960"/>
                </a:lnTo>
                <a:lnTo>
                  <a:pt x="470407" y="393424"/>
                </a:lnTo>
                <a:lnTo>
                  <a:pt x="471811" y="391960"/>
                </a:lnTo>
                <a:lnTo>
                  <a:pt x="473214" y="390504"/>
                </a:lnTo>
                <a:lnTo>
                  <a:pt x="474618" y="390504"/>
                </a:lnTo>
                <a:lnTo>
                  <a:pt x="476021" y="391960"/>
                </a:lnTo>
                <a:lnTo>
                  <a:pt x="477425" y="393424"/>
                </a:lnTo>
                <a:lnTo>
                  <a:pt x="478828" y="391960"/>
                </a:lnTo>
                <a:lnTo>
                  <a:pt x="480232" y="390504"/>
                </a:lnTo>
                <a:lnTo>
                  <a:pt x="481635" y="390504"/>
                </a:lnTo>
                <a:lnTo>
                  <a:pt x="483047" y="391960"/>
                </a:lnTo>
                <a:lnTo>
                  <a:pt x="484451" y="391960"/>
                </a:lnTo>
                <a:lnTo>
                  <a:pt x="485854" y="390504"/>
                </a:lnTo>
                <a:lnTo>
                  <a:pt x="487258" y="390504"/>
                </a:lnTo>
                <a:lnTo>
                  <a:pt x="488662" y="391960"/>
                </a:lnTo>
                <a:lnTo>
                  <a:pt x="490065" y="393424"/>
                </a:lnTo>
                <a:lnTo>
                  <a:pt x="491469" y="393424"/>
                </a:lnTo>
                <a:lnTo>
                  <a:pt x="492872" y="393424"/>
                </a:lnTo>
                <a:lnTo>
                  <a:pt x="494276" y="393424"/>
                </a:lnTo>
                <a:lnTo>
                  <a:pt x="495679" y="391960"/>
                </a:lnTo>
                <a:lnTo>
                  <a:pt x="497083" y="390504"/>
                </a:lnTo>
                <a:lnTo>
                  <a:pt x="498486" y="389049"/>
                </a:lnTo>
                <a:lnTo>
                  <a:pt x="499898" y="390504"/>
                </a:lnTo>
                <a:lnTo>
                  <a:pt x="501302" y="391960"/>
                </a:lnTo>
                <a:lnTo>
                  <a:pt x="502705" y="393424"/>
                </a:lnTo>
                <a:lnTo>
                  <a:pt x="504109" y="391960"/>
                </a:lnTo>
                <a:lnTo>
                  <a:pt x="505512" y="390504"/>
                </a:lnTo>
                <a:lnTo>
                  <a:pt x="506916" y="390504"/>
                </a:lnTo>
                <a:lnTo>
                  <a:pt x="508319" y="391960"/>
                </a:lnTo>
                <a:lnTo>
                  <a:pt x="509723" y="393424"/>
                </a:lnTo>
                <a:lnTo>
                  <a:pt x="511126" y="391960"/>
                </a:lnTo>
                <a:lnTo>
                  <a:pt x="512530" y="390504"/>
                </a:lnTo>
                <a:lnTo>
                  <a:pt x="513933" y="389049"/>
                </a:lnTo>
                <a:lnTo>
                  <a:pt x="515337" y="389049"/>
                </a:lnTo>
                <a:lnTo>
                  <a:pt x="516740" y="390504"/>
                </a:lnTo>
                <a:lnTo>
                  <a:pt x="518152" y="391960"/>
                </a:lnTo>
                <a:lnTo>
                  <a:pt x="519556" y="393424"/>
                </a:lnTo>
                <a:lnTo>
                  <a:pt x="520959" y="391960"/>
                </a:lnTo>
                <a:lnTo>
                  <a:pt x="522363" y="390504"/>
                </a:lnTo>
                <a:lnTo>
                  <a:pt x="523766" y="389049"/>
                </a:lnTo>
                <a:lnTo>
                  <a:pt x="525170" y="390504"/>
                </a:lnTo>
                <a:lnTo>
                  <a:pt x="526573" y="391960"/>
                </a:lnTo>
                <a:lnTo>
                  <a:pt x="527977" y="393424"/>
                </a:lnTo>
                <a:lnTo>
                  <a:pt x="529380" y="391960"/>
                </a:lnTo>
                <a:lnTo>
                  <a:pt x="530784" y="390504"/>
                </a:lnTo>
                <a:lnTo>
                  <a:pt x="532188" y="389049"/>
                </a:lnTo>
                <a:lnTo>
                  <a:pt x="533591" y="390504"/>
                </a:lnTo>
                <a:lnTo>
                  <a:pt x="534995" y="391960"/>
                </a:lnTo>
                <a:lnTo>
                  <a:pt x="536407" y="393424"/>
                </a:lnTo>
                <a:lnTo>
                  <a:pt x="537810" y="391960"/>
                </a:lnTo>
                <a:lnTo>
                  <a:pt x="539214" y="390504"/>
                </a:lnTo>
                <a:lnTo>
                  <a:pt x="540617" y="390504"/>
                </a:lnTo>
                <a:lnTo>
                  <a:pt x="542021" y="390504"/>
                </a:lnTo>
                <a:lnTo>
                  <a:pt x="543424" y="391960"/>
                </a:lnTo>
                <a:lnTo>
                  <a:pt x="544828" y="391960"/>
                </a:lnTo>
                <a:lnTo>
                  <a:pt x="546231" y="393424"/>
                </a:lnTo>
                <a:lnTo>
                  <a:pt x="547635" y="391960"/>
                </a:lnTo>
                <a:lnTo>
                  <a:pt x="549038" y="390504"/>
                </a:lnTo>
                <a:lnTo>
                  <a:pt x="550442" y="389049"/>
                </a:lnTo>
                <a:lnTo>
                  <a:pt x="551845" y="390504"/>
                </a:lnTo>
                <a:lnTo>
                  <a:pt x="553257" y="391960"/>
                </a:lnTo>
                <a:lnTo>
                  <a:pt x="554661" y="391960"/>
                </a:lnTo>
                <a:lnTo>
                  <a:pt x="556064" y="390504"/>
                </a:lnTo>
                <a:lnTo>
                  <a:pt x="557468" y="389049"/>
                </a:lnTo>
                <a:lnTo>
                  <a:pt x="558871" y="390504"/>
                </a:lnTo>
                <a:lnTo>
                  <a:pt x="560275" y="391960"/>
                </a:lnTo>
                <a:lnTo>
                  <a:pt x="561678" y="393424"/>
                </a:lnTo>
                <a:lnTo>
                  <a:pt x="563082" y="391960"/>
                </a:lnTo>
                <a:lnTo>
                  <a:pt x="564485" y="390504"/>
                </a:lnTo>
                <a:lnTo>
                  <a:pt x="565889" y="390504"/>
                </a:lnTo>
                <a:lnTo>
                  <a:pt x="567292" y="391960"/>
                </a:lnTo>
                <a:lnTo>
                  <a:pt x="568696" y="393424"/>
                </a:lnTo>
                <a:lnTo>
                  <a:pt x="570099" y="393424"/>
                </a:lnTo>
                <a:lnTo>
                  <a:pt x="571511" y="391960"/>
                </a:lnTo>
                <a:lnTo>
                  <a:pt x="572915" y="390504"/>
                </a:lnTo>
                <a:lnTo>
                  <a:pt x="574318" y="389049"/>
                </a:lnTo>
                <a:lnTo>
                  <a:pt x="575722" y="390504"/>
                </a:lnTo>
                <a:lnTo>
                  <a:pt x="577126" y="391960"/>
                </a:lnTo>
                <a:lnTo>
                  <a:pt x="578529" y="393424"/>
                </a:lnTo>
                <a:lnTo>
                  <a:pt x="579933" y="391960"/>
                </a:lnTo>
                <a:lnTo>
                  <a:pt x="581336" y="390504"/>
                </a:lnTo>
                <a:lnTo>
                  <a:pt x="582740" y="389049"/>
                </a:lnTo>
                <a:lnTo>
                  <a:pt x="584143" y="390504"/>
                </a:lnTo>
                <a:lnTo>
                  <a:pt x="585547" y="391960"/>
                </a:lnTo>
                <a:lnTo>
                  <a:pt x="586950" y="393424"/>
                </a:lnTo>
                <a:lnTo>
                  <a:pt x="588362" y="391960"/>
                </a:lnTo>
                <a:lnTo>
                  <a:pt x="589766" y="390504"/>
                </a:lnTo>
                <a:lnTo>
                  <a:pt x="591169" y="389049"/>
                </a:lnTo>
                <a:lnTo>
                  <a:pt x="592573" y="390504"/>
                </a:lnTo>
                <a:lnTo>
                  <a:pt x="593976" y="391960"/>
                </a:lnTo>
                <a:lnTo>
                  <a:pt x="595380" y="393424"/>
                </a:lnTo>
                <a:lnTo>
                  <a:pt x="596783" y="391960"/>
                </a:lnTo>
                <a:lnTo>
                  <a:pt x="598187" y="390504"/>
                </a:lnTo>
                <a:lnTo>
                  <a:pt x="599590" y="389049"/>
                </a:lnTo>
                <a:lnTo>
                  <a:pt x="600994" y="389049"/>
                </a:lnTo>
                <a:lnTo>
                  <a:pt x="602397" y="390504"/>
                </a:lnTo>
                <a:lnTo>
                  <a:pt x="603801" y="391960"/>
                </a:lnTo>
                <a:lnTo>
                  <a:pt x="605204" y="393424"/>
                </a:lnTo>
                <a:lnTo>
                  <a:pt x="606616" y="391960"/>
                </a:lnTo>
                <a:lnTo>
                  <a:pt x="608020" y="390504"/>
                </a:lnTo>
                <a:lnTo>
                  <a:pt x="609423" y="390504"/>
                </a:lnTo>
                <a:lnTo>
                  <a:pt x="610827" y="391960"/>
                </a:lnTo>
                <a:lnTo>
                  <a:pt x="612230" y="393424"/>
                </a:lnTo>
                <a:lnTo>
                  <a:pt x="613634" y="391960"/>
                </a:lnTo>
                <a:lnTo>
                  <a:pt x="615037" y="390504"/>
                </a:lnTo>
                <a:lnTo>
                  <a:pt x="616441" y="389049"/>
                </a:lnTo>
                <a:lnTo>
                  <a:pt x="617845" y="390504"/>
                </a:lnTo>
                <a:lnTo>
                  <a:pt x="619248" y="391960"/>
                </a:lnTo>
                <a:lnTo>
                  <a:pt x="620652" y="393424"/>
                </a:lnTo>
                <a:lnTo>
                  <a:pt x="622055" y="391960"/>
                </a:lnTo>
                <a:lnTo>
                  <a:pt x="623467" y="390504"/>
                </a:lnTo>
                <a:lnTo>
                  <a:pt x="624871" y="389049"/>
                </a:lnTo>
                <a:lnTo>
                  <a:pt x="626274" y="389049"/>
                </a:lnTo>
                <a:lnTo>
                  <a:pt x="627678" y="390504"/>
                </a:lnTo>
                <a:lnTo>
                  <a:pt x="629081" y="391960"/>
                </a:lnTo>
                <a:lnTo>
                  <a:pt x="630485" y="393424"/>
                </a:lnTo>
                <a:lnTo>
                  <a:pt x="631888" y="391960"/>
                </a:lnTo>
                <a:lnTo>
                  <a:pt x="633292" y="390504"/>
                </a:lnTo>
                <a:lnTo>
                  <a:pt x="634695" y="390504"/>
                </a:lnTo>
                <a:lnTo>
                  <a:pt x="636099" y="391960"/>
                </a:lnTo>
                <a:lnTo>
                  <a:pt x="637502" y="393424"/>
                </a:lnTo>
                <a:lnTo>
                  <a:pt x="638906" y="391960"/>
                </a:lnTo>
                <a:lnTo>
                  <a:pt x="640309" y="390504"/>
                </a:lnTo>
                <a:lnTo>
                  <a:pt x="641721" y="389049"/>
                </a:lnTo>
                <a:lnTo>
                  <a:pt x="643125" y="390504"/>
                </a:lnTo>
                <a:lnTo>
                  <a:pt x="644528" y="391960"/>
                </a:lnTo>
                <a:lnTo>
                  <a:pt x="645932" y="391960"/>
                </a:lnTo>
                <a:lnTo>
                  <a:pt x="647335" y="391960"/>
                </a:lnTo>
                <a:lnTo>
                  <a:pt x="648739" y="391960"/>
                </a:lnTo>
                <a:lnTo>
                  <a:pt x="650142" y="393424"/>
                </a:lnTo>
                <a:lnTo>
                  <a:pt x="651546" y="393424"/>
                </a:lnTo>
                <a:lnTo>
                  <a:pt x="652949" y="393424"/>
                </a:lnTo>
                <a:lnTo>
                  <a:pt x="654353" y="393424"/>
                </a:lnTo>
                <a:lnTo>
                  <a:pt x="655756" y="393424"/>
                </a:lnTo>
                <a:lnTo>
                  <a:pt x="657160" y="393424"/>
                </a:lnTo>
                <a:lnTo>
                  <a:pt x="658572" y="393424"/>
                </a:lnTo>
                <a:lnTo>
                  <a:pt x="659975" y="393424"/>
                </a:lnTo>
                <a:lnTo>
                  <a:pt x="661379" y="393424"/>
                </a:lnTo>
                <a:lnTo>
                  <a:pt x="662782" y="393424"/>
                </a:lnTo>
                <a:lnTo>
                  <a:pt x="664186" y="391960"/>
                </a:lnTo>
                <a:lnTo>
                  <a:pt x="665590" y="391960"/>
                </a:lnTo>
                <a:lnTo>
                  <a:pt x="666993" y="391960"/>
                </a:lnTo>
                <a:lnTo>
                  <a:pt x="668397" y="391960"/>
                </a:lnTo>
                <a:lnTo>
                  <a:pt x="669800" y="391960"/>
                </a:lnTo>
                <a:lnTo>
                  <a:pt x="671204" y="383218"/>
                </a:lnTo>
                <a:lnTo>
                  <a:pt x="672607" y="375940"/>
                </a:lnTo>
                <a:lnTo>
                  <a:pt x="674011" y="373020"/>
                </a:lnTo>
                <a:lnTo>
                  <a:pt x="675414" y="381762"/>
                </a:lnTo>
                <a:lnTo>
                  <a:pt x="676826" y="390504"/>
                </a:lnTo>
                <a:lnTo>
                  <a:pt x="678230" y="393424"/>
                </a:lnTo>
                <a:lnTo>
                  <a:pt x="679633" y="393424"/>
                </a:lnTo>
                <a:lnTo>
                  <a:pt x="681037" y="393424"/>
                </a:lnTo>
                <a:lnTo>
                  <a:pt x="682440" y="393424"/>
                </a:lnTo>
                <a:lnTo>
                  <a:pt x="683844" y="393424"/>
                </a:lnTo>
                <a:lnTo>
                  <a:pt x="685247" y="393424"/>
                </a:lnTo>
                <a:lnTo>
                  <a:pt x="686651" y="393424"/>
                </a:lnTo>
                <a:lnTo>
                  <a:pt x="688054" y="393424"/>
                </a:lnTo>
                <a:lnTo>
                  <a:pt x="689458" y="393424"/>
                </a:lnTo>
                <a:lnTo>
                  <a:pt x="690861" y="393424"/>
                </a:lnTo>
                <a:lnTo>
                  <a:pt x="692265" y="393424"/>
                </a:lnTo>
                <a:lnTo>
                  <a:pt x="693677" y="393424"/>
                </a:lnTo>
                <a:lnTo>
                  <a:pt x="695080" y="393424"/>
                </a:lnTo>
                <a:lnTo>
                  <a:pt x="696484" y="393424"/>
                </a:lnTo>
                <a:lnTo>
                  <a:pt x="697887" y="393424"/>
                </a:lnTo>
                <a:lnTo>
                  <a:pt x="699291" y="393424"/>
                </a:lnTo>
                <a:lnTo>
                  <a:pt x="700694" y="393424"/>
                </a:lnTo>
                <a:lnTo>
                  <a:pt x="702098" y="393424"/>
                </a:lnTo>
                <a:lnTo>
                  <a:pt x="703501" y="393424"/>
                </a:lnTo>
                <a:lnTo>
                  <a:pt x="704905" y="393424"/>
                </a:lnTo>
                <a:lnTo>
                  <a:pt x="706309" y="393424"/>
                </a:lnTo>
                <a:lnTo>
                  <a:pt x="707712" y="393424"/>
                </a:lnTo>
                <a:lnTo>
                  <a:pt x="709116" y="393424"/>
                </a:lnTo>
                <a:lnTo>
                  <a:pt x="710519" y="393424"/>
                </a:lnTo>
                <a:lnTo>
                  <a:pt x="711931" y="393424"/>
                </a:lnTo>
                <a:lnTo>
                  <a:pt x="713335" y="393424"/>
                </a:lnTo>
                <a:lnTo>
                  <a:pt x="714738" y="393424"/>
                </a:lnTo>
                <a:lnTo>
                  <a:pt x="716142" y="393424"/>
                </a:lnTo>
                <a:lnTo>
                  <a:pt x="717545" y="393424"/>
                </a:lnTo>
                <a:lnTo>
                  <a:pt x="718949" y="393424"/>
                </a:lnTo>
                <a:lnTo>
                  <a:pt x="720352" y="393424"/>
                </a:lnTo>
                <a:lnTo>
                  <a:pt x="721756" y="393424"/>
                </a:lnTo>
                <a:lnTo>
                  <a:pt x="723159" y="393424"/>
                </a:lnTo>
                <a:lnTo>
                  <a:pt x="724563" y="393424"/>
                </a:lnTo>
                <a:lnTo>
                  <a:pt x="725966" y="393424"/>
                </a:lnTo>
                <a:lnTo>
                  <a:pt x="727370" y="393424"/>
                </a:lnTo>
                <a:lnTo>
                  <a:pt x="728782" y="393424"/>
                </a:lnTo>
                <a:lnTo>
                  <a:pt x="730185" y="393424"/>
                </a:lnTo>
                <a:lnTo>
                  <a:pt x="731589" y="393424"/>
                </a:lnTo>
                <a:lnTo>
                  <a:pt x="732992" y="393424"/>
                </a:lnTo>
                <a:lnTo>
                  <a:pt x="734396" y="393424"/>
                </a:lnTo>
                <a:lnTo>
                  <a:pt x="735799" y="393424"/>
                </a:lnTo>
                <a:lnTo>
                  <a:pt x="737203" y="393424"/>
                </a:lnTo>
                <a:lnTo>
                  <a:pt x="738606" y="393424"/>
                </a:lnTo>
                <a:lnTo>
                  <a:pt x="740010" y="393424"/>
                </a:lnTo>
                <a:lnTo>
                  <a:pt x="741413" y="393424"/>
                </a:lnTo>
                <a:lnTo>
                  <a:pt x="742817" y="393424"/>
                </a:lnTo>
                <a:lnTo>
                  <a:pt x="744220" y="393424"/>
                </a:lnTo>
                <a:lnTo>
                  <a:pt x="745624" y="393424"/>
                </a:lnTo>
                <a:lnTo>
                  <a:pt x="747036" y="393424"/>
                </a:lnTo>
                <a:lnTo>
                  <a:pt x="748439" y="393424"/>
                </a:lnTo>
                <a:lnTo>
                  <a:pt x="749843" y="393424"/>
                </a:lnTo>
                <a:lnTo>
                  <a:pt x="751246" y="393424"/>
                </a:lnTo>
                <a:lnTo>
                  <a:pt x="752650" y="393424"/>
                </a:lnTo>
                <a:lnTo>
                  <a:pt x="754054" y="393424"/>
                </a:lnTo>
                <a:lnTo>
                  <a:pt x="755457" y="327846"/>
                </a:lnTo>
                <a:lnTo>
                  <a:pt x="756861" y="199619"/>
                </a:lnTo>
                <a:lnTo>
                  <a:pt x="758264" y="71392"/>
                </a:lnTo>
                <a:lnTo>
                  <a:pt x="759668" y="8742"/>
                </a:lnTo>
                <a:lnTo>
                  <a:pt x="761071" y="8742"/>
                </a:lnTo>
                <a:lnTo>
                  <a:pt x="762475" y="8742"/>
                </a:lnTo>
                <a:lnTo>
                  <a:pt x="763887" y="8742"/>
                </a:lnTo>
                <a:lnTo>
                  <a:pt x="765290" y="8742"/>
                </a:lnTo>
                <a:lnTo>
                  <a:pt x="766694" y="8742"/>
                </a:lnTo>
                <a:lnTo>
                  <a:pt x="768097" y="8742"/>
                </a:lnTo>
                <a:lnTo>
                  <a:pt x="769501" y="8742"/>
                </a:lnTo>
                <a:lnTo>
                  <a:pt x="770904" y="8742"/>
                </a:lnTo>
                <a:lnTo>
                  <a:pt x="772308" y="8742"/>
                </a:lnTo>
                <a:lnTo>
                  <a:pt x="773711" y="8742"/>
                </a:lnTo>
                <a:lnTo>
                  <a:pt x="775115" y="8742"/>
                </a:lnTo>
                <a:lnTo>
                  <a:pt x="776518" y="8742"/>
                </a:lnTo>
                <a:lnTo>
                  <a:pt x="777922" y="8742"/>
                </a:lnTo>
                <a:lnTo>
                  <a:pt x="779325" y="8742"/>
                </a:lnTo>
                <a:lnTo>
                  <a:pt x="780729" y="8742"/>
                </a:lnTo>
                <a:lnTo>
                  <a:pt x="782141" y="8742"/>
                </a:lnTo>
                <a:lnTo>
                  <a:pt x="783544" y="8742"/>
                </a:lnTo>
                <a:lnTo>
                  <a:pt x="784948" y="8742"/>
                </a:lnTo>
                <a:lnTo>
                  <a:pt x="786351" y="8742"/>
                </a:lnTo>
                <a:lnTo>
                  <a:pt x="787755" y="8742"/>
                </a:lnTo>
                <a:lnTo>
                  <a:pt x="789158" y="8742"/>
                </a:lnTo>
                <a:lnTo>
                  <a:pt x="790562" y="8742"/>
                </a:lnTo>
                <a:lnTo>
                  <a:pt x="791965" y="8742"/>
                </a:lnTo>
                <a:lnTo>
                  <a:pt x="793369" y="8742"/>
                </a:lnTo>
                <a:lnTo>
                  <a:pt x="794773" y="8742"/>
                </a:lnTo>
                <a:lnTo>
                  <a:pt x="796176" y="8742"/>
                </a:lnTo>
                <a:lnTo>
                  <a:pt x="797580" y="8742"/>
                </a:lnTo>
                <a:lnTo>
                  <a:pt x="798992" y="8742"/>
                </a:lnTo>
                <a:lnTo>
                  <a:pt x="800395" y="8742"/>
                </a:lnTo>
                <a:lnTo>
                  <a:pt x="801799" y="8742"/>
                </a:lnTo>
                <a:lnTo>
                  <a:pt x="803202" y="8742"/>
                </a:lnTo>
                <a:lnTo>
                  <a:pt x="804606" y="8742"/>
                </a:lnTo>
                <a:lnTo>
                  <a:pt x="806009" y="8742"/>
                </a:lnTo>
                <a:lnTo>
                  <a:pt x="807413" y="8742"/>
                </a:lnTo>
                <a:lnTo>
                  <a:pt x="808816" y="8742"/>
                </a:lnTo>
                <a:lnTo>
                  <a:pt x="810220" y="8742"/>
                </a:lnTo>
                <a:lnTo>
                  <a:pt x="811623" y="8742"/>
                </a:lnTo>
                <a:lnTo>
                  <a:pt x="813027" y="8742"/>
                </a:lnTo>
                <a:lnTo>
                  <a:pt x="814430" y="8742"/>
                </a:lnTo>
                <a:lnTo>
                  <a:pt x="815834" y="8742"/>
                </a:lnTo>
                <a:lnTo>
                  <a:pt x="817246" y="8742"/>
                </a:lnTo>
                <a:lnTo>
                  <a:pt x="818649" y="8742"/>
                </a:lnTo>
                <a:lnTo>
                  <a:pt x="820053" y="8742"/>
                </a:lnTo>
                <a:lnTo>
                  <a:pt x="821456" y="8742"/>
                </a:lnTo>
                <a:lnTo>
                  <a:pt x="822860" y="8742"/>
                </a:lnTo>
                <a:lnTo>
                  <a:pt x="824263" y="8742"/>
                </a:lnTo>
                <a:lnTo>
                  <a:pt x="825667" y="8742"/>
                </a:lnTo>
                <a:lnTo>
                  <a:pt x="827070" y="8742"/>
                </a:lnTo>
                <a:lnTo>
                  <a:pt x="828474" y="8742"/>
                </a:lnTo>
                <a:lnTo>
                  <a:pt x="829877" y="8742"/>
                </a:lnTo>
                <a:lnTo>
                  <a:pt x="831281" y="8742"/>
                </a:lnTo>
                <a:lnTo>
                  <a:pt x="832684" y="8742"/>
                </a:lnTo>
                <a:lnTo>
                  <a:pt x="834096" y="8742"/>
                </a:lnTo>
                <a:lnTo>
                  <a:pt x="835500" y="8742"/>
                </a:lnTo>
                <a:lnTo>
                  <a:pt x="836903" y="8742"/>
                </a:lnTo>
                <a:lnTo>
                  <a:pt x="838307" y="8742"/>
                </a:lnTo>
                <a:lnTo>
                  <a:pt x="839710" y="8742"/>
                </a:lnTo>
                <a:lnTo>
                  <a:pt x="841114" y="8742"/>
                </a:lnTo>
                <a:lnTo>
                  <a:pt x="842518" y="8742"/>
                </a:lnTo>
                <a:lnTo>
                  <a:pt x="843921" y="8742"/>
                </a:lnTo>
                <a:lnTo>
                  <a:pt x="845325" y="8742"/>
                </a:lnTo>
                <a:lnTo>
                  <a:pt x="846728" y="8742"/>
                </a:lnTo>
                <a:lnTo>
                  <a:pt x="848132" y="8742"/>
                </a:lnTo>
                <a:lnTo>
                  <a:pt x="849535" y="8742"/>
                </a:lnTo>
                <a:lnTo>
                  <a:pt x="850939" y="8742"/>
                </a:lnTo>
                <a:lnTo>
                  <a:pt x="852351" y="8742"/>
                </a:lnTo>
                <a:lnTo>
                  <a:pt x="853754" y="8742"/>
                </a:lnTo>
                <a:lnTo>
                  <a:pt x="855158" y="8742"/>
                </a:lnTo>
                <a:lnTo>
                  <a:pt x="856561" y="8742"/>
                </a:lnTo>
                <a:lnTo>
                  <a:pt x="857965" y="8742"/>
                </a:lnTo>
                <a:lnTo>
                  <a:pt x="859368" y="8742"/>
                </a:lnTo>
                <a:lnTo>
                  <a:pt x="860772" y="8742"/>
                </a:lnTo>
                <a:lnTo>
                  <a:pt x="862175" y="8742"/>
                </a:lnTo>
                <a:lnTo>
                  <a:pt x="863579" y="8742"/>
                </a:lnTo>
                <a:lnTo>
                  <a:pt x="864982" y="8742"/>
                </a:lnTo>
                <a:lnTo>
                  <a:pt x="866386" y="8742"/>
                </a:lnTo>
                <a:lnTo>
                  <a:pt x="867789" y="8742"/>
                </a:lnTo>
                <a:lnTo>
                  <a:pt x="869201" y="8742"/>
                </a:lnTo>
                <a:lnTo>
                  <a:pt x="870605" y="8742"/>
                </a:lnTo>
                <a:lnTo>
                  <a:pt x="872008" y="8742"/>
                </a:lnTo>
                <a:lnTo>
                  <a:pt x="873412" y="8742"/>
                </a:lnTo>
                <a:lnTo>
                  <a:pt x="874815" y="8742"/>
                </a:lnTo>
                <a:lnTo>
                  <a:pt x="876219" y="8742"/>
                </a:lnTo>
                <a:lnTo>
                  <a:pt x="877622" y="8742"/>
                </a:lnTo>
                <a:lnTo>
                  <a:pt x="879026" y="8742"/>
                </a:lnTo>
                <a:lnTo>
                  <a:pt x="880429" y="8742"/>
                </a:lnTo>
                <a:lnTo>
                  <a:pt x="881833" y="8742"/>
                </a:lnTo>
                <a:lnTo>
                  <a:pt x="883237" y="8742"/>
                </a:lnTo>
                <a:lnTo>
                  <a:pt x="884640" y="8742"/>
                </a:lnTo>
                <a:lnTo>
                  <a:pt x="886044" y="8742"/>
                </a:lnTo>
                <a:lnTo>
                  <a:pt x="887456" y="8742"/>
                </a:lnTo>
                <a:lnTo>
                  <a:pt x="888859" y="8742"/>
                </a:lnTo>
                <a:lnTo>
                  <a:pt x="890263" y="8742"/>
                </a:lnTo>
                <a:lnTo>
                  <a:pt x="891666" y="8742"/>
                </a:lnTo>
                <a:lnTo>
                  <a:pt x="893070" y="8742"/>
                </a:lnTo>
                <a:lnTo>
                  <a:pt x="894473" y="8742"/>
                </a:lnTo>
                <a:lnTo>
                  <a:pt x="895877" y="8742"/>
                </a:lnTo>
                <a:lnTo>
                  <a:pt x="897280" y="8742"/>
                </a:lnTo>
                <a:lnTo>
                  <a:pt x="898684" y="10198"/>
                </a:lnTo>
                <a:lnTo>
                  <a:pt x="900087" y="7286"/>
                </a:lnTo>
                <a:lnTo>
                  <a:pt x="901491" y="4367"/>
                </a:lnTo>
                <a:lnTo>
                  <a:pt x="902894" y="0"/>
                </a:lnTo>
                <a:lnTo>
                  <a:pt x="904306" y="7286"/>
                </a:lnTo>
                <a:lnTo>
                  <a:pt x="905710" y="23315"/>
                </a:lnTo>
                <a:lnTo>
                  <a:pt x="907113" y="39343"/>
                </a:lnTo>
                <a:lnTo>
                  <a:pt x="908517" y="34968"/>
                </a:lnTo>
                <a:lnTo>
                  <a:pt x="909920" y="18940"/>
                </a:lnTo>
                <a:lnTo>
                  <a:pt x="911324" y="2911"/>
                </a:lnTo>
                <a:lnTo>
                  <a:pt x="912727" y="0"/>
                </a:lnTo>
                <a:lnTo>
                  <a:pt x="914131" y="1456"/>
                </a:lnTo>
                <a:lnTo>
                  <a:pt x="915534" y="1456"/>
                </a:lnTo>
                <a:lnTo>
                  <a:pt x="916938" y="1456"/>
                </a:lnTo>
                <a:lnTo>
                  <a:pt x="918341" y="2911"/>
                </a:lnTo>
                <a:lnTo>
                  <a:pt x="919745" y="2911"/>
                </a:lnTo>
                <a:lnTo>
                  <a:pt x="921148" y="2911"/>
                </a:lnTo>
                <a:lnTo>
                  <a:pt x="922560" y="0"/>
                </a:lnTo>
                <a:lnTo>
                  <a:pt x="923964" y="0"/>
                </a:lnTo>
                <a:lnTo>
                  <a:pt x="925367" y="1456"/>
                </a:lnTo>
                <a:lnTo>
                  <a:pt x="926771" y="1456"/>
                </a:lnTo>
                <a:lnTo>
                  <a:pt x="928174" y="1456"/>
                </a:lnTo>
                <a:lnTo>
                  <a:pt x="929578" y="0"/>
                </a:lnTo>
                <a:lnTo>
                  <a:pt x="930982" y="0"/>
                </a:lnTo>
                <a:lnTo>
                  <a:pt x="932385" y="0"/>
                </a:lnTo>
                <a:lnTo>
                  <a:pt x="933789" y="0"/>
                </a:lnTo>
                <a:lnTo>
                  <a:pt x="935192" y="0"/>
                </a:lnTo>
                <a:lnTo>
                  <a:pt x="936596" y="1456"/>
                </a:lnTo>
                <a:lnTo>
                  <a:pt x="937999" y="2911"/>
                </a:lnTo>
                <a:lnTo>
                  <a:pt x="939411" y="2911"/>
                </a:lnTo>
                <a:lnTo>
                  <a:pt x="940815" y="2911"/>
                </a:lnTo>
                <a:lnTo>
                  <a:pt x="942218" y="1456"/>
                </a:lnTo>
                <a:lnTo>
                  <a:pt x="943622" y="1456"/>
                </a:lnTo>
                <a:lnTo>
                  <a:pt x="945025" y="0"/>
                </a:lnTo>
                <a:lnTo>
                  <a:pt x="946429" y="0"/>
                </a:lnTo>
                <a:lnTo>
                  <a:pt x="947832" y="0"/>
                </a:lnTo>
                <a:lnTo>
                  <a:pt x="949236" y="0"/>
                </a:lnTo>
                <a:lnTo>
                  <a:pt x="950639" y="0"/>
                </a:lnTo>
                <a:lnTo>
                  <a:pt x="952043" y="0"/>
                </a:lnTo>
                <a:lnTo>
                  <a:pt x="953446" y="0"/>
                </a:lnTo>
                <a:lnTo>
                  <a:pt x="954850" y="0"/>
                </a:lnTo>
                <a:lnTo>
                  <a:pt x="956253" y="0"/>
                </a:lnTo>
                <a:lnTo>
                  <a:pt x="957665" y="0"/>
                </a:lnTo>
                <a:lnTo>
                  <a:pt x="959069" y="0"/>
                </a:lnTo>
                <a:lnTo>
                  <a:pt x="960472" y="0"/>
                </a:lnTo>
                <a:lnTo>
                  <a:pt x="961876" y="0"/>
                </a:lnTo>
                <a:lnTo>
                  <a:pt x="963279" y="0"/>
                </a:lnTo>
                <a:lnTo>
                  <a:pt x="964683" y="0"/>
                </a:lnTo>
                <a:lnTo>
                  <a:pt x="966086" y="0"/>
                </a:lnTo>
                <a:lnTo>
                  <a:pt x="967490" y="0"/>
                </a:lnTo>
                <a:lnTo>
                  <a:pt x="968893" y="0"/>
                </a:lnTo>
                <a:lnTo>
                  <a:pt x="970297" y="0"/>
                </a:lnTo>
                <a:lnTo>
                  <a:pt x="971701" y="0"/>
                </a:lnTo>
                <a:lnTo>
                  <a:pt x="973104" y="0"/>
                </a:lnTo>
                <a:lnTo>
                  <a:pt x="974516" y="0"/>
                </a:lnTo>
                <a:lnTo>
                  <a:pt x="975920" y="0"/>
                </a:lnTo>
                <a:lnTo>
                  <a:pt x="977323" y="0"/>
                </a:lnTo>
                <a:lnTo>
                  <a:pt x="978727" y="0"/>
                </a:lnTo>
                <a:lnTo>
                  <a:pt x="980130" y="0"/>
                </a:lnTo>
                <a:lnTo>
                  <a:pt x="981534" y="0"/>
                </a:lnTo>
                <a:lnTo>
                  <a:pt x="982937" y="0"/>
                </a:lnTo>
                <a:lnTo>
                  <a:pt x="984341" y="0"/>
                </a:lnTo>
                <a:lnTo>
                  <a:pt x="985744" y="0"/>
                </a:lnTo>
                <a:lnTo>
                  <a:pt x="987148" y="0"/>
                </a:lnTo>
                <a:lnTo>
                  <a:pt x="988551" y="0"/>
                </a:lnTo>
                <a:lnTo>
                  <a:pt x="989955" y="0"/>
                </a:lnTo>
                <a:lnTo>
                  <a:pt x="991358" y="0"/>
                </a:lnTo>
                <a:lnTo>
                  <a:pt x="992770" y="0"/>
                </a:lnTo>
                <a:lnTo>
                  <a:pt x="994174" y="0"/>
                </a:lnTo>
                <a:lnTo>
                  <a:pt x="995577" y="0"/>
                </a:lnTo>
                <a:lnTo>
                  <a:pt x="996981" y="0"/>
                </a:lnTo>
                <a:lnTo>
                  <a:pt x="998384" y="0"/>
                </a:lnTo>
                <a:lnTo>
                  <a:pt x="999788" y="0"/>
                </a:lnTo>
                <a:lnTo>
                  <a:pt x="1001191" y="0"/>
                </a:lnTo>
                <a:lnTo>
                  <a:pt x="1002595" y="0"/>
                </a:lnTo>
                <a:lnTo>
                  <a:pt x="1003998" y="0"/>
                </a:lnTo>
                <a:lnTo>
                  <a:pt x="1005402" y="0"/>
                </a:lnTo>
                <a:lnTo>
                  <a:pt x="1006805" y="0"/>
                </a:lnTo>
                <a:lnTo>
                  <a:pt x="1008209" y="0"/>
                </a:lnTo>
                <a:lnTo>
                  <a:pt x="1009621" y="0"/>
                </a:lnTo>
                <a:lnTo>
                  <a:pt x="1011024" y="0"/>
                </a:lnTo>
                <a:lnTo>
                  <a:pt x="1012428" y="0"/>
                </a:lnTo>
                <a:lnTo>
                  <a:pt x="1013831" y="0"/>
                </a:lnTo>
                <a:lnTo>
                  <a:pt x="1015235" y="0"/>
                </a:lnTo>
                <a:lnTo>
                  <a:pt x="1016639" y="0"/>
                </a:lnTo>
                <a:lnTo>
                  <a:pt x="1018042" y="0"/>
                </a:lnTo>
                <a:lnTo>
                  <a:pt x="1019446" y="0"/>
                </a:lnTo>
                <a:lnTo>
                  <a:pt x="1020849" y="0"/>
                </a:lnTo>
                <a:lnTo>
                  <a:pt x="1022253" y="0"/>
                </a:lnTo>
                <a:lnTo>
                  <a:pt x="1023656" y="0"/>
                </a:lnTo>
                <a:lnTo>
                  <a:pt x="1025060" y="0"/>
                </a:lnTo>
                <a:lnTo>
                  <a:pt x="1026463" y="0"/>
                </a:lnTo>
                <a:lnTo>
                  <a:pt x="1027875" y="0"/>
                </a:lnTo>
                <a:lnTo>
                  <a:pt x="1029279" y="0"/>
                </a:lnTo>
                <a:lnTo>
                  <a:pt x="1030682" y="0"/>
                </a:lnTo>
                <a:lnTo>
                  <a:pt x="1032086" y="1456"/>
                </a:lnTo>
                <a:lnTo>
                  <a:pt x="1033489" y="1456"/>
                </a:lnTo>
                <a:lnTo>
                  <a:pt x="1034893" y="2911"/>
                </a:lnTo>
                <a:lnTo>
                  <a:pt x="1036296" y="1456"/>
                </a:lnTo>
                <a:lnTo>
                  <a:pt x="1037700" y="1456"/>
                </a:lnTo>
                <a:lnTo>
                  <a:pt x="1039103" y="7286"/>
                </a:lnTo>
                <a:lnTo>
                  <a:pt x="1040507" y="14564"/>
                </a:lnTo>
                <a:lnTo>
                  <a:pt x="1041910" y="21851"/>
                </a:lnTo>
                <a:lnTo>
                  <a:pt x="1043314" y="21851"/>
                </a:lnTo>
                <a:lnTo>
                  <a:pt x="1044726" y="21851"/>
                </a:lnTo>
                <a:lnTo>
                  <a:pt x="1046129" y="21851"/>
                </a:lnTo>
                <a:lnTo>
                  <a:pt x="1047533" y="21851"/>
                </a:lnTo>
                <a:lnTo>
                  <a:pt x="1048936" y="21851"/>
                </a:lnTo>
                <a:lnTo>
                  <a:pt x="1050340" y="21851"/>
                </a:lnTo>
                <a:lnTo>
                  <a:pt x="1051743" y="21851"/>
                </a:lnTo>
                <a:lnTo>
                  <a:pt x="1053147" y="21851"/>
                </a:lnTo>
                <a:lnTo>
                  <a:pt x="1054550" y="21851"/>
                </a:lnTo>
                <a:lnTo>
                  <a:pt x="1055954" y="21851"/>
                </a:lnTo>
                <a:lnTo>
                  <a:pt x="1057357" y="21851"/>
                </a:lnTo>
                <a:lnTo>
                  <a:pt x="1058761" y="21851"/>
                </a:lnTo>
                <a:lnTo>
                  <a:pt x="1060165" y="21851"/>
                </a:lnTo>
                <a:lnTo>
                  <a:pt x="1061568" y="21851"/>
                </a:lnTo>
                <a:lnTo>
                  <a:pt x="1062980" y="21851"/>
                </a:lnTo>
                <a:lnTo>
                  <a:pt x="1064384" y="21851"/>
                </a:lnTo>
                <a:lnTo>
                  <a:pt x="1065787" y="21851"/>
                </a:lnTo>
                <a:lnTo>
                  <a:pt x="1067191" y="21851"/>
                </a:lnTo>
                <a:lnTo>
                  <a:pt x="1068594" y="21851"/>
                </a:lnTo>
                <a:lnTo>
                  <a:pt x="1069998" y="21851"/>
                </a:lnTo>
                <a:lnTo>
                  <a:pt x="1071401" y="21851"/>
                </a:lnTo>
                <a:lnTo>
                  <a:pt x="1072805" y="21851"/>
                </a:lnTo>
                <a:lnTo>
                  <a:pt x="1074208" y="21851"/>
                </a:lnTo>
                <a:lnTo>
                  <a:pt x="1075612" y="21851"/>
                </a:lnTo>
                <a:lnTo>
                  <a:pt x="1077015" y="21851"/>
                </a:lnTo>
                <a:lnTo>
                  <a:pt x="1078419" y="21851"/>
                </a:lnTo>
                <a:lnTo>
                  <a:pt x="1079831" y="21851"/>
                </a:lnTo>
                <a:lnTo>
                  <a:pt x="1081234" y="21851"/>
                </a:lnTo>
                <a:lnTo>
                  <a:pt x="1082638" y="21851"/>
                </a:lnTo>
                <a:lnTo>
                  <a:pt x="1084041" y="21851"/>
                </a:lnTo>
                <a:lnTo>
                  <a:pt x="1085445" y="21851"/>
                </a:lnTo>
                <a:lnTo>
                  <a:pt x="1086848" y="21851"/>
                </a:lnTo>
                <a:lnTo>
                  <a:pt x="1088252" y="21851"/>
                </a:lnTo>
                <a:lnTo>
                  <a:pt x="1089655" y="21851"/>
                </a:lnTo>
                <a:lnTo>
                  <a:pt x="1091059" y="21851"/>
                </a:lnTo>
                <a:lnTo>
                  <a:pt x="1092462" y="21851"/>
                </a:lnTo>
                <a:lnTo>
                  <a:pt x="1093866" y="21851"/>
                </a:lnTo>
                <a:lnTo>
                  <a:pt x="1095269" y="21851"/>
                </a:lnTo>
                <a:lnTo>
                  <a:pt x="1096673" y="21851"/>
                </a:lnTo>
                <a:lnTo>
                  <a:pt x="1098085" y="21851"/>
                </a:lnTo>
                <a:lnTo>
                  <a:pt x="1099488" y="21851"/>
                </a:lnTo>
                <a:lnTo>
                  <a:pt x="1100892" y="21851"/>
                </a:lnTo>
                <a:lnTo>
                  <a:pt x="1102295" y="21851"/>
                </a:lnTo>
                <a:lnTo>
                  <a:pt x="1103699" y="21851"/>
                </a:lnTo>
                <a:lnTo>
                  <a:pt x="1105103" y="21851"/>
                </a:lnTo>
                <a:lnTo>
                  <a:pt x="1106506" y="21851"/>
                </a:lnTo>
                <a:lnTo>
                  <a:pt x="1107910" y="21851"/>
                </a:lnTo>
                <a:lnTo>
                  <a:pt x="1109313" y="21851"/>
                </a:lnTo>
                <a:lnTo>
                  <a:pt x="1110717" y="21851"/>
                </a:lnTo>
                <a:lnTo>
                  <a:pt x="1112120" y="21851"/>
                </a:lnTo>
                <a:lnTo>
                  <a:pt x="1113524" y="21851"/>
                </a:lnTo>
                <a:lnTo>
                  <a:pt x="1114936" y="21851"/>
                </a:lnTo>
                <a:lnTo>
                  <a:pt x="1116339" y="21851"/>
                </a:lnTo>
                <a:lnTo>
                  <a:pt x="1117743" y="21851"/>
                </a:lnTo>
                <a:lnTo>
                  <a:pt x="1119146" y="21851"/>
                </a:lnTo>
                <a:lnTo>
                  <a:pt x="1120550" y="21851"/>
                </a:lnTo>
                <a:lnTo>
                  <a:pt x="1121953" y="21851"/>
                </a:lnTo>
                <a:lnTo>
                  <a:pt x="1123357" y="21851"/>
                </a:lnTo>
                <a:lnTo>
                  <a:pt x="1124760" y="21851"/>
                </a:lnTo>
                <a:lnTo>
                  <a:pt x="1126164" y="21851"/>
                </a:lnTo>
                <a:lnTo>
                  <a:pt x="1127567" y="21851"/>
                </a:lnTo>
                <a:lnTo>
                  <a:pt x="1128971" y="21851"/>
                </a:lnTo>
                <a:lnTo>
                  <a:pt x="1130374" y="21851"/>
                </a:lnTo>
                <a:lnTo>
                  <a:pt x="1131778" y="20395"/>
                </a:lnTo>
                <a:lnTo>
                  <a:pt x="1133190" y="20395"/>
                </a:lnTo>
                <a:lnTo>
                  <a:pt x="1134593" y="20395"/>
                </a:lnTo>
                <a:lnTo>
                  <a:pt x="1135997" y="21851"/>
                </a:lnTo>
                <a:lnTo>
                  <a:pt x="1137400" y="21851"/>
                </a:lnTo>
                <a:lnTo>
                  <a:pt x="1138804" y="26226"/>
                </a:lnTo>
                <a:lnTo>
                  <a:pt x="1140207" y="30593"/>
                </a:lnTo>
                <a:lnTo>
                  <a:pt x="1141611" y="34968"/>
                </a:lnTo>
                <a:lnTo>
                  <a:pt x="1143014" y="30593"/>
                </a:lnTo>
                <a:lnTo>
                  <a:pt x="1144418" y="26226"/>
                </a:lnTo>
                <a:lnTo>
                  <a:pt x="1145821" y="21851"/>
                </a:lnTo>
                <a:lnTo>
                  <a:pt x="1147225" y="20395"/>
                </a:lnTo>
                <a:lnTo>
                  <a:pt x="1148629" y="20395"/>
                </a:lnTo>
                <a:lnTo>
                  <a:pt x="1150040" y="20395"/>
                </a:lnTo>
                <a:lnTo>
                  <a:pt x="1151444" y="20395"/>
                </a:lnTo>
                <a:lnTo>
                  <a:pt x="1152848" y="18940"/>
                </a:lnTo>
                <a:lnTo>
                  <a:pt x="1154251" y="18940"/>
                </a:lnTo>
                <a:lnTo>
                  <a:pt x="1155655" y="18940"/>
                </a:lnTo>
                <a:lnTo>
                  <a:pt x="1157058" y="20395"/>
                </a:lnTo>
                <a:lnTo>
                  <a:pt x="1158462" y="20395"/>
                </a:lnTo>
                <a:lnTo>
                  <a:pt x="1159865" y="21851"/>
                </a:lnTo>
                <a:lnTo>
                  <a:pt x="1161269" y="21851"/>
                </a:lnTo>
                <a:lnTo>
                  <a:pt x="1162672" y="21851"/>
                </a:lnTo>
                <a:lnTo>
                  <a:pt x="1164076" y="20395"/>
                </a:lnTo>
                <a:lnTo>
                  <a:pt x="1165479" y="20395"/>
                </a:lnTo>
                <a:lnTo>
                  <a:pt x="1166883" y="20395"/>
                </a:lnTo>
                <a:lnTo>
                  <a:pt x="1168295" y="23315"/>
                </a:lnTo>
                <a:lnTo>
                  <a:pt x="1169698" y="18940"/>
                </a:lnTo>
                <a:lnTo>
                  <a:pt x="1171102" y="14564"/>
                </a:lnTo>
                <a:lnTo>
                  <a:pt x="1172505" y="8742"/>
                </a:lnTo>
                <a:lnTo>
                  <a:pt x="1173909" y="7286"/>
                </a:lnTo>
                <a:lnTo>
                  <a:pt x="1175312" y="7286"/>
                </a:lnTo>
                <a:lnTo>
                  <a:pt x="1176716" y="5822"/>
                </a:lnTo>
                <a:lnTo>
                  <a:pt x="1178119" y="7286"/>
                </a:lnTo>
                <a:lnTo>
                  <a:pt x="1179523" y="5822"/>
                </a:lnTo>
                <a:lnTo>
                  <a:pt x="1180926" y="7286"/>
                </a:lnTo>
                <a:lnTo>
                  <a:pt x="1182330" y="5822"/>
                </a:lnTo>
                <a:lnTo>
                  <a:pt x="1183733" y="7286"/>
                </a:lnTo>
                <a:lnTo>
                  <a:pt x="1185145" y="5822"/>
                </a:lnTo>
                <a:lnTo>
                  <a:pt x="1186549" y="7286"/>
                </a:lnTo>
                <a:lnTo>
                  <a:pt x="1187952" y="7286"/>
                </a:lnTo>
                <a:lnTo>
                  <a:pt x="1189356" y="7286"/>
                </a:lnTo>
                <a:lnTo>
                  <a:pt x="1190759" y="5822"/>
                </a:lnTo>
                <a:lnTo>
                  <a:pt x="1192163" y="2911"/>
                </a:lnTo>
                <a:lnTo>
                  <a:pt x="1193567" y="2911"/>
                </a:lnTo>
                <a:lnTo>
                  <a:pt x="1194970" y="2911"/>
                </a:lnTo>
                <a:lnTo>
                  <a:pt x="1196374" y="4367"/>
                </a:lnTo>
                <a:lnTo>
                  <a:pt x="1197777" y="2911"/>
                </a:lnTo>
                <a:lnTo>
                  <a:pt x="1199181" y="2911"/>
                </a:lnTo>
                <a:lnTo>
                  <a:pt x="1200584" y="2911"/>
                </a:lnTo>
                <a:lnTo>
                  <a:pt x="1201988" y="4367"/>
                </a:lnTo>
                <a:lnTo>
                  <a:pt x="1203400" y="45166"/>
                </a:lnTo>
                <a:lnTo>
                  <a:pt x="1204803" y="167562"/>
                </a:lnTo>
                <a:lnTo>
                  <a:pt x="1206207" y="288511"/>
                </a:lnTo>
                <a:lnTo>
                  <a:pt x="1207610" y="371565"/>
                </a:lnTo>
                <a:lnTo>
                  <a:pt x="1209014" y="374476"/>
                </a:lnTo>
                <a:lnTo>
                  <a:pt x="1210417" y="378851"/>
                </a:lnTo>
                <a:lnTo>
                  <a:pt x="1211821" y="380307"/>
                </a:lnTo>
                <a:lnTo>
                  <a:pt x="1213224" y="380307"/>
                </a:lnTo>
                <a:lnTo>
                  <a:pt x="1214628" y="378851"/>
                </a:lnTo>
                <a:lnTo>
                  <a:pt x="1216031" y="377395"/>
                </a:lnTo>
                <a:lnTo>
                  <a:pt x="1217435" y="377395"/>
                </a:lnTo>
                <a:lnTo>
                  <a:pt x="1218838" y="378851"/>
                </a:lnTo>
                <a:lnTo>
                  <a:pt x="1220250" y="380307"/>
                </a:lnTo>
                <a:lnTo>
                  <a:pt x="1221654" y="380307"/>
                </a:lnTo>
                <a:lnTo>
                  <a:pt x="1223057" y="380307"/>
                </a:lnTo>
                <a:lnTo>
                  <a:pt x="1224461" y="380307"/>
                </a:lnTo>
                <a:lnTo>
                  <a:pt x="1225864" y="380307"/>
                </a:lnTo>
                <a:lnTo>
                  <a:pt x="1227268" y="380307"/>
                </a:lnTo>
                <a:lnTo>
                  <a:pt x="1228671" y="380307"/>
                </a:lnTo>
                <a:lnTo>
                  <a:pt x="1230075" y="380307"/>
                </a:lnTo>
                <a:lnTo>
                  <a:pt x="1231478" y="380307"/>
                </a:lnTo>
                <a:lnTo>
                  <a:pt x="1232882" y="380307"/>
                </a:lnTo>
                <a:lnTo>
                  <a:pt x="1234285" y="380307"/>
                </a:lnTo>
                <a:lnTo>
                  <a:pt x="1235689" y="380307"/>
                </a:lnTo>
                <a:lnTo>
                  <a:pt x="1237093" y="380307"/>
                </a:lnTo>
                <a:lnTo>
                  <a:pt x="1238504" y="380307"/>
                </a:lnTo>
                <a:lnTo>
                  <a:pt x="1239908" y="380307"/>
                </a:lnTo>
                <a:lnTo>
                  <a:pt x="1241312" y="380307"/>
                </a:lnTo>
                <a:lnTo>
                  <a:pt x="1242715" y="381762"/>
                </a:lnTo>
                <a:lnTo>
                  <a:pt x="1244119" y="381762"/>
                </a:lnTo>
                <a:lnTo>
                  <a:pt x="1245522" y="383218"/>
                </a:lnTo>
                <a:lnTo>
                  <a:pt x="1246926" y="383218"/>
                </a:lnTo>
                <a:lnTo>
                  <a:pt x="1248329" y="384682"/>
                </a:lnTo>
                <a:lnTo>
                  <a:pt x="1249733" y="383218"/>
                </a:lnTo>
                <a:lnTo>
                  <a:pt x="1251136" y="383218"/>
                </a:lnTo>
                <a:lnTo>
                  <a:pt x="1252540" y="381762"/>
                </a:lnTo>
                <a:lnTo>
                  <a:pt x="1253943" y="383218"/>
                </a:lnTo>
                <a:lnTo>
                  <a:pt x="1255355" y="381762"/>
                </a:lnTo>
                <a:lnTo>
                  <a:pt x="1256759" y="383218"/>
                </a:lnTo>
                <a:lnTo>
                  <a:pt x="1258162" y="381762"/>
                </a:lnTo>
                <a:lnTo>
                  <a:pt x="1259566" y="383218"/>
                </a:lnTo>
                <a:lnTo>
                  <a:pt x="1260969" y="383218"/>
                </a:lnTo>
                <a:lnTo>
                  <a:pt x="1262373" y="383218"/>
                </a:lnTo>
                <a:lnTo>
                  <a:pt x="1263776" y="381762"/>
                </a:lnTo>
                <a:lnTo>
                  <a:pt x="1265180" y="381762"/>
                </a:lnTo>
                <a:lnTo>
                  <a:pt x="1266583" y="383218"/>
                </a:lnTo>
                <a:lnTo>
                  <a:pt x="1267987" y="383218"/>
                </a:lnTo>
                <a:lnTo>
                  <a:pt x="1269390" y="381762"/>
                </a:lnTo>
                <a:lnTo>
                  <a:pt x="1270794" y="380307"/>
                </a:lnTo>
                <a:lnTo>
                  <a:pt x="1272197" y="380307"/>
                </a:lnTo>
                <a:lnTo>
                  <a:pt x="1273609" y="380307"/>
                </a:lnTo>
                <a:lnTo>
                  <a:pt x="1275013" y="380307"/>
                </a:lnTo>
                <a:lnTo>
                  <a:pt x="1276416" y="380307"/>
                </a:lnTo>
                <a:lnTo>
                  <a:pt x="1277820" y="380307"/>
                </a:lnTo>
                <a:lnTo>
                  <a:pt x="1279223" y="381762"/>
                </a:lnTo>
                <a:lnTo>
                  <a:pt x="1280627" y="381762"/>
                </a:lnTo>
                <a:lnTo>
                  <a:pt x="1282031" y="381762"/>
                </a:lnTo>
                <a:lnTo>
                  <a:pt x="1283434" y="380307"/>
                </a:lnTo>
                <a:lnTo>
                  <a:pt x="1284838" y="380307"/>
                </a:lnTo>
                <a:lnTo>
                  <a:pt x="1286241" y="380307"/>
                </a:lnTo>
                <a:lnTo>
                  <a:pt x="1287645" y="380307"/>
                </a:lnTo>
                <a:lnTo>
                  <a:pt x="1289048" y="380307"/>
                </a:lnTo>
                <a:lnTo>
                  <a:pt x="1290460" y="380307"/>
                </a:lnTo>
                <a:lnTo>
                  <a:pt x="1291864" y="380307"/>
                </a:lnTo>
                <a:lnTo>
                  <a:pt x="1293267" y="380307"/>
                </a:lnTo>
                <a:lnTo>
                  <a:pt x="1294671" y="380307"/>
                </a:lnTo>
                <a:lnTo>
                  <a:pt x="1296074" y="380307"/>
                </a:lnTo>
                <a:lnTo>
                  <a:pt x="1297478" y="378851"/>
                </a:lnTo>
                <a:lnTo>
                  <a:pt x="1298881" y="378851"/>
                </a:lnTo>
                <a:lnTo>
                  <a:pt x="1300285" y="378851"/>
                </a:lnTo>
                <a:lnTo>
                  <a:pt x="1301688" y="380307"/>
                </a:lnTo>
                <a:lnTo>
                  <a:pt x="1303092" y="378851"/>
                </a:lnTo>
                <a:lnTo>
                  <a:pt x="1304495" y="378851"/>
                </a:lnTo>
                <a:lnTo>
                  <a:pt x="1305899" y="378851"/>
                </a:lnTo>
                <a:lnTo>
                  <a:pt x="1307302" y="380307"/>
                </a:lnTo>
                <a:lnTo>
                  <a:pt x="1308714" y="380307"/>
                </a:lnTo>
                <a:lnTo>
                  <a:pt x="1310118" y="380307"/>
                </a:lnTo>
                <a:lnTo>
                  <a:pt x="1311521" y="380307"/>
                </a:lnTo>
                <a:lnTo>
                  <a:pt x="1312925" y="380307"/>
                </a:lnTo>
                <a:lnTo>
                  <a:pt x="1314328" y="380307"/>
                </a:lnTo>
                <a:lnTo>
                  <a:pt x="1315732" y="380307"/>
                </a:lnTo>
                <a:lnTo>
                  <a:pt x="1317135" y="381762"/>
                </a:lnTo>
                <a:lnTo>
                  <a:pt x="1318539" y="381762"/>
                </a:lnTo>
                <a:lnTo>
                  <a:pt x="1319942" y="381762"/>
                </a:lnTo>
                <a:lnTo>
                  <a:pt x="1321346" y="380307"/>
                </a:lnTo>
                <a:lnTo>
                  <a:pt x="1322749" y="380307"/>
                </a:lnTo>
                <a:lnTo>
                  <a:pt x="1324153" y="380307"/>
                </a:lnTo>
                <a:lnTo>
                  <a:pt x="1325565" y="380307"/>
                </a:lnTo>
                <a:lnTo>
                  <a:pt x="1326969" y="380307"/>
                </a:lnTo>
                <a:lnTo>
                  <a:pt x="1328372" y="380307"/>
                </a:lnTo>
                <a:lnTo>
                  <a:pt x="1329776" y="380307"/>
                </a:lnTo>
                <a:lnTo>
                  <a:pt x="1331179" y="380307"/>
                </a:lnTo>
                <a:lnTo>
                  <a:pt x="1332583" y="380307"/>
                </a:lnTo>
                <a:lnTo>
                  <a:pt x="1333986" y="381762"/>
                </a:lnTo>
                <a:lnTo>
                  <a:pt x="1335390" y="383218"/>
                </a:lnTo>
                <a:lnTo>
                  <a:pt x="1336793" y="384682"/>
                </a:lnTo>
                <a:lnTo>
                  <a:pt x="1338197" y="383218"/>
                </a:lnTo>
                <a:lnTo>
                  <a:pt x="1339600" y="383218"/>
                </a:lnTo>
                <a:lnTo>
                  <a:pt x="1341004" y="383218"/>
                </a:lnTo>
                <a:lnTo>
                  <a:pt x="1342407" y="384682"/>
                </a:lnTo>
                <a:lnTo>
                  <a:pt x="1343819" y="384682"/>
                </a:lnTo>
                <a:lnTo>
                  <a:pt x="1345223" y="384682"/>
                </a:lnTo>
                <a:lnTo>
                  <a:pt x="1346626" y="384682"/>
                </a:lnTo>
                <a:lnTo>
                  <a:pt x="1348030" y="384682"/>
                </a:lnTo>
                <a:lnTo>
                  <a:pt x="1349433" y="384682"/>
                </a:lnTo>
                <a:lnTo>
                  <a:pt x="1350837" y="384682"/>
                </a:lnTo>
                <a:lnTo>
                  <a:pt x="1352240" y="384682"/>
                </a:lnTo>
                <a:lnTo>
                  <a:pt x="1353644" y="384682"/>
                </a:lnTo>
                <a:lnTo>
                  <a:pt x="1355047" y="383218"/>
                </a:lnTo>
                <a:lnTo>
                  <a:pt x="1356451" y="383218"/>
                </a:lnTo>
                <a:lnTo>
                  <a:pt x="1357854" y="383218"/>
                </a:lnTo>
                <a:lnTo>
                  <a:pt x="1359258" y="384682"/>
                </a:lnTo>
                <a:lnTo>
                  <a:pt x="1360670" y="384682"/>
                </a:lnTo>
                <a:lnTo>
                  <a:pt x="1362073" y="384682"/>
                </a:lnTo>
                <a:lnTo>
                  <a:pt x="1363477" y="384682"/>
                </a:lnTo>
                <a:lnTo>
                  <a:pt x="1364880" y="384682"/>
                </a:lnTo>
                <a:lnTo>
                  <a:pt x="1366284" y="384682"/>
                </a:lnTo>
                <a:lnTo>
                  <a:pt x="1367687" y="384682"/>
                </a:lnTo>
                <a:lnTo>
                  <a:pt x="1369091" y="384682"/>
                </a:lnTo>
                <a:lnTo>
                  <a:pt x="1370495" y="384682"/>
                </a:lnTo>
                <a:lnTo>
                  <a:pt x="1371898" y="383218"/>
                </a:lnTo>
                <a:lnTo>
                  <a:pt x="1373302" y="373020"/>
                </a:lnTo>
                <a:lnTo>
                  <a:pt x="1374705" y="362823"/>
                </a:lnTo>
                <a:lnTo>
                  <a:pt x="1376109" y="361367"/>
                </a:lnTo>
                <a:lnTo>
                  <a:pt x="1377512" y="371565"/>
                </a:lnTo>
                <a:lnTo>
                  <a:pt x="1378924" y="381762"/>
                </a:lnTo>
                <a:lnTo>
                  <a:pt x="1380328" y="384682"/>
                </a:lnTo>
                <a:lnTo>
                  <a:pt x="1381731" y="384682"/>
                </a:lnTo>
                <a:lnTo>
                  <a:pt x="1383135" y="384682"/>
                </a:lnTo>
                <a:lnTo>
                  <a:pt x="1384538" y="383218"/>
                </a:lnTo>
                <a:lnTo>
                  <a:pt x="1385942" y="381762"/>
                </a:lnTo>
                <a:lnTo>
                  <a:pt x="1387345" y="381762"/>
                </a:lnTo>
                <a:lnTo>
                  <a:pt x="1388749" y="383218"/>
                </a:lnTo>
                <a:lnTo>
                  <a:pt x="1390152" y="383218"/>
                </a:lnTo>
                <a:lnTo>
                  <a:pt x="1391556" y="381762"/>
                </a:lnTo>
                <a:lnTo>
                  <a:pt x="1392959" y="381762"/>
                </a:lnTo>
                <a:lnTo>
                  <a:pt x="1394363" y="383218"/>
                </a:lnTo>
                <a:lnTo>
                  <a:pt x="1395775" y="383218"/>
                </a:lnTo>
                <a:lnTo>
                  <a:pt x="1397178" y="381762"/>
                </a:lnTo>
                <a:lnTo>
                  <a:pt x="1398582" y="381762"/>
                </a:lnTo>
                <a:lnTo>
                  <a:pt x="1399985" y="383218"/>
                </a:lnTo>
                <a:lnTo>
                  <a:pt x="1401389" y="384682"/>
                </a:lnTo>
                <a:lnTo>
                  <a:pt x="1402792" y="383218"/>
                </a:lnTo>
                <a:lnTo>
                  <a:pt x="1404196" y="383218"/>
                </a:lnTo>
                <a:lnTo>
                  <a:pt x="1405599" y="383218"/>
                </a:lnTo>
                <a:lnTo>
                  <a:pt x="1407003" y="384682"/>
                </a:lnTo>
                <a:lnTo>
                  <a:pt x="1408406" y="384682"/>
                </a:lnTo>
                <a:lnTo>
                  <a:pt x="1409810" y="384682"/>
                </a:lnTo>
                <a:lnTo>
                  <a:pt x="1411213" y="384682"/>
                </a:lnTo>
                <a:lnTo>
                  <a:pt x="1412617" y="383218"/>
                </a:lnTo>
                <a:lnTo>
                  <a:pt x="1414029" y="383218"/>
                </a:lnTo>
                <a:lnTo>
                  <a:pt x="1415433" y="383218"/>
                </a:lnTo>
                <a:lnTo>
                  <a:pt x="1416836" y="384682"/>
                </a:lnTo>
                <a:lnTo>
                  <a:pt x="1418240" y="384682"/>
                </a:lnTo>
                <a:lnTo>
                  <a:pt x="1419643" y="384682"/>
                </a:lnTo>
                <a:lnTo>
                  <a:pt x="1421047" y="384682"/>
                </a:lnTo>
                <a:lnTo>
                  <a:pt x="1422450" y="384682"/>
                </a:lnTo>
                <a:lnTo>
                  <a:pt x="1423854" y="384682"/>
                </a:lnTo>
                <a:lnTo>
                  <a:pt x="1425257" y="384682"/>
                </a:lnTo>
                <a:lnTo>
                  <a:pt x="1426661" y="384682"/>
                </a:lnTo>
                <a:lnTo>
                  <a:pt x="1428064" y="384682"/>
                </a:lnTo>
                <a:lnTo>
                  <a:pt x="1429468" y="384682"/>
                </a:lnTo>
                <a:lnTo>
                  <a:pt x="1430880" y="383218"/>
                </a:lnTo>
                <a:lnTo>
                  <a:pt x="1432283" y="381762"/>
                </a:lnTo>
                <a:lnTo>
                  <a:pt x="1433687" y="380307"/>
                </a:lnTo>
                <a:lnTo>
                  <a:pt x="1435090" y="380307"/>
                </a:lnTo>
                <a:lnTo>
                  <a:pt x="1436494" y="380307"/>
                </a:lnTo>
                <a:lnTo>
                  <a:pt x="1437897" y="380307"/>
                </a:lnTo>
                <a:lnTo>
                  <a:pt x="1439301" y="381762"/>
                </a:lnTo>
                <a:lnTo>
                  <a:pt x="1440704" y="383218"/>
                </a:lnTo>
                <a:lnTo>
                  <a:pt x="1442108" y="383218"/>
                </a:lnTo>
                <a:lnTo>
                  <a:pt x="1443511" y="381762"/>
                </a:lnTo>
                <a:lnTo>
                  <a:pt x="1444915" y="381762"/>
                </a:lnTo>
                <a:lnTo>
                  <a:pt x="1446318" y="383218"/>
                </a:lnTo>
                <a:lnTo>
                  <a:pt x="1447722" y="384682"/>
                </a:lnTo>
                <a:lnTo>
                  <a:pt x="1449134" y="383218"/>
                </a:lnTo>
                <a:lnTo>
                  <a:pt x="1450537" y="381762"/>
                </a:lnTo>
                <a:lnTo>
                  <a:pt x="1451941" y="381762"/>
                </a:lnTo>
                <a:lnTo>
                  <a:pt x="1453344" y="381762"/>
                </a:lnTo>
                <a:lnTo>
                  <a:pt x="1454748" y="383218"/>
                </a:lnTo>
                <a:lnTo>
                  <a:pt x="1456151" y="381762"/>
                </a:lnTo>
                <a:lnTo>
                  <a:pt x="1457555" y="383218"/>
                </a:lnTo>
                <a:lnTo>
                  <a:pt x="1458959" y="381762"/>
                </a:lnTo>
                <a:lnTo>
                  <a:pt x="1460362" y="383218"/>
                </a:lnTo>
                <a:lnTo>
                  <a:pt x="1461766" y="383218"/>
                </a:lnTo>
                <a:lnTo>
                  <a:pt x="1463169" y="384682"/>
                </a:lnTo>
                <a:lnTo>
                  <a:pt x="1464573" y="383218"/>
                </a:lnTo>
                <a:lnTo>
                  <a:pt x="1465985" y="381762"/>
                </a:lnTo>
                <a:lnTo>
                  <a:pt x="1467388" y="381762"/>
                </a:lnTo>
                <a:lnTo>
                  <a:pt x="1468792" y="381762"/>
                </a:lnTo>
                <a:lnTo>
                  <a:pt x="1470195" y="381762"/>
                </a:lnTo>
                <a:lnTo>
                  <a:pt x="1471599" y="381762"/>
                </a:lnTo>
                <a:lnTo>
                  <a:pt x="1473002" y="383218"/>
                </a:lnTo>
                <a:lnTo>
                  <a:pt x="1474406" y="383218"/>
                </a:lnTo>
                <a:lnTo>
                  <a:pt x="1475809" y="381762"/>
                </a:lnTo>
                <a:lnTo>
                  <a:pt x="1477213" y="380307"/>
                </a:lnTo>
                <a:lnTo>
                  <a:pt x="1478616" y="381762"/>
                </a:lnTo>
                <a:lnTo>
                  <a:pt x="1480020" y="381762"/>
                </a:lnTo>
                <a:lnTo>
                  <a:pt x="1481423" y="383218"/>
                </a:lnTo>
                <a:lnTo>
                  <a:pt x="1482827" y="381762"/>
                </a:lnTo>
                <a:lnTo>
                  <a:pt x="1484239" y="381762"/>
                </a:lnTo>
                <a:lnTo>
                  <a:pt x="1485642" y="380307"/>
                </a:lnTo>
                <a:lnTo>
                  <a:pt x="1487046" y="381762"/>
                </a:lnTo>
                <a:lnTo>
                  <a:pt x="1488449" y="383218"/>
                </a:lnTo>
                <a:lnTo>
                  <a:pt x="1489853" y="384682"/>
                </a:lnTo>
                <a:lnTo>
                  <a:pt x="1491256" y="383218"/>
                </a:lnTo>
                <a:lnTo>
                  <a:pt x="1492660" y="383218"/>
                </a:lnTo>
                <a:lnTo>
                  <a:pt x="1494063" y="381762"/>
                </a:lnTo>
                <a:lnTo>
                  <a:pt x="1495467" y="381762"/>
                </a:lnTo>
                <a:lnTo>
                  <a:pt x="1496870" y="378851"/>
                </a:lnTo>
                <a:lnTo>
                  <a:pt x="1498274" y="378851"/>
                </a:lnTo>
                <a:lnTo>
                  <a:pt x="1499677" y="380307"/>
                </a:lnTo>
                <a:lnTo>
                  <a:pt x="1501089" y="383218"/>
                </a:lnTo>
                <a:lnTo>
                  <a:pt x="1502493" y="383218"/>
                </a:lnTo>
                <a:lnTo>
                  <a:pt x="1503897" y="383218"/>
                </a:lnTo>
                <a:lnTo>
                  <a:pt x="1505300" y="383218"/>
                </a:lnTo>
                <a:lnTo>
                  <a:pt x="1506704" y="383218"/>
                </a:lnTo>
                <a:lnTo>
                  <a:pt x="1508107" y="381762"/>
                </a:lnTo>
                <a:lnTo>
                  <a:pt x="1509511" y="381762"/>
                </a:lnTo>
                <a:lnTo>
                  <a:pt x="1510914" y="383218"/>
                </a:lnTo>
                <a:lnTo>
                  <a:pt x="1512318" y="383218"/>
                </a:lnTo>
                <a:lnTo>
                  <a:pt x="1513721" y="381762"/>
                </a:lnTo>
                <a:lnTo>
                  <a:pt x="1515125" y="380307"/>
                </a:lnTo>
                <a:lnTo>
                  <a:pt x="1516528" y="380307"/>
                </a:lnTo>
                <a:lnTo>
                  <a:pt x="1517932" y="380307"/>
                </a:lnTo>
                <a:lnTo>
                  <a:pt x="1519344" y="380307"/>
                </a:lnTo>
                <a:lnTo>
                  <a:pt x="1520747" y="380307"/>
                </a:lnTo>
                <a:lnTo>
                  <a:pt x="1522151" y="380307"/>
                </a:lnTo>
                <a:lnTo>
                  <a:pt x="1523554" y="380307"/>
                </a:lnTo>
                <a:lnTo>
                  <a:pt x="1524958" y="380307"/>
                </a:lnTo>
                <a:lnTo>
                  <a:pt x="1526361" y="380307"/>
                </a:lnTo>
                <a:lnTo>
                  <a:pt x="1527765" y="380307"/>
                </a:lnTo>
                <a:lnTo>
                  <a:pt x="1529168" y="380307"/>
                </a:lnTo>
                <a:lnTo>
                  <a:pt x="1530572" y="380307"/>
                </a:lnTo>
                <a:lnTo>
                  <a:pt x="1531975" y="380307"/>
                </a:lnTo>
                <a:lnTo>
                  <a:pt x="1533379" y="380307"/>
                </a:lnTo>
                <a:lnTo>
                  <a:pt x="1534782" y="380307"/>
                </a:lnTo>
                <a:lnTo>
                  <a:pt x="1536194" y="380307"/>
                </a:lnTo>
                <a:lnTo>
                  <a:pt x="1537598" y="380307"/>
                </a:lnTo>
                <a:lnTo>
                  <a:pt x="1539001" y="380307"/>
                </a:lnTo>
                <a:lnTo>
                  <a:pt x="1540405" y="377395"/>
                </a:lnTo>
                <a:lnTo>
                  <a:pt x="1541808" y="377395"/>
                </a:lnTo>
                <a:lnTo>
                  <a:pt x="1543212" y="377395"/>
                </a:lnTo>
                <a:lnTo>
                  <a:pt x="1544615" y="380307"/>
                </a:lnTo>
                <a:lnTo>
                  <a:pt x="1546019" y="380307"/>
                </a:lnTo>
                <a:lnTo>
                  <a:pt x="1547423" y="380307"/>
                </a:lnTo>
                <a:lnTo>
                  <a:pt x="1548826" y="380307"/>
                </a:lnTo>
                <a:lnTo>
                  <a:pt x="1550230" y="378851"/>
                </a:lnTo>
                <a:lnTo>
                  <a:pt x="1551633" y="378851"/>
                </a:lnTo>
                <a:lnTo>
                  <a:pt x="1553037" y="378851"/>
                </a:lnTo>
                <a:lnTo>
                  <a:pt x="1554449" y="380307"/>
                </a:lnTo>
                <a:lnTo>
                  <a:pt x="1555852" y="380307"/>
                </a:lnTo>
                <a:lnTo>
                  <a:pt x="1557256" y="380307"/>
                </a:lnTo>
                <a:lnTo>
                  <a:pt x="1558659" y="380307"/>
                </a:lnTo>
                <a:lnTo>
                  <a:pt x="1560063" y="380307"/>
                </a:lnTo>
                <a:lnTo>
                  <a:pt x="1561466" y="378851"/>
                </a:lnTo>
                <a:lnTo>
                  <a:pt x="1562870" y="378851"/>
                </a:lnTo>
                <a:lnTo>
                  <a:pt x="1564273" y="384682"/>
                </a:lnTo>
                <a:lnTo>
                  <a:pt x="1565677" y="326390"/>
                </a:lnTo>
                <a:lnTo>
                  <a:pt x="1567080" y="202538"/>
                </a:lnTo>
                <a:lnTo>
                  <a:pt x="1568484" y="72856"/>
                </a:lnTo>
                <a:lnTo>
                  <a:pt x="1569887" y="8742"/>
                </a:lnTo>
                <a:lnTo>
                  <a:pt x="1571299" y="8742"/>
                </a:lnTo>
                <a:lnTo>
                  <a:pt x="1572703" y="8742"/>
                </a:lnTo>
                <a:lnTo>
                  <a:pt x="1574106" y="8742"/>
                </a:lnTo>
                <a:lnTo>
                  <a:pt x="1575510" y="8742"/>
                </a:lnTo>
                <a:lnTo>
                  <a:pt x="1576913" y="8742"/>
                </a:lnTo>
                <a:lnTo>
                  <a:pt x="1578317" y="8742"/>
                </a:lnTo>
                <a:lnTo>
                  <a:pt x="1579720" y="8742"/>
                </a:lnTo>
                <a:lnTo>
                  <a:pt x="1581124" y="8742"/>
                </a:lnTo>
                <a:lnTo>
                  <a:pt x="1582527" y="8742"/>
                </a:lnTo>
                <a:lnTo>
                  <a:pt x="1583931" y="8742"/>
                </a:lnTo>
                <a:lnTo>
                  <a:pt x="1585334" y="8742"/>
                </a:lnTo>
                <a:lnTo>
                  <a:pt x="1586738" y="8742"/>
                </a:lnTo>
                <a:lnTo>
                  <a:pt x="1588141" y="11653"/>
                </a:lnTo>
                <a:lnTo>
                  <a:pt x="1589553" y="8742"/>
                </a:lnTo>
                <a:lnTo>
                  <a:pt x="1590957" y="5822"/>
                </a:lnTo>
                <a:lnTo>
                  <a:pt x="1592361" y="0"/>
                </a:lnTo>
                <a:lnTo>
                  <a:pt x="1593764" y="0"/>
                </a:lnTo>
                <a:lnTo>
                  <a:pt x="1595168" y="0"/>
                </a:lnTo>
                <a:lnTo>
                  <a:pt x="1596571" y="0"/>
                </a:lnTo>
                <a:lnTo>
                  <a:pt x="1597975" y="0"/>
                </a:lnTo>
                <a:lnTo>
                  <a:pt x="1599378" y="0"/>
                </a:lnTo>
                <a:lnTo>
                  <a:pt x="1600782" y="0"/>
                </a:lnTo>
                <a:lnTo>
                  <a:pt x="1602185" y="0"/>
                </a:lnTo>
                <a:lnTo>
                  <a:pt x="1603589" y="0"/>
                </a:lnTo>
                <a:lnTo>
                  <a:pt x="1604992" y="0"/>
                </a:lnTo>
                <a:lnTo>
                  <a:pt x="1606404" y="7286"/>
                </a:lnTo>
                <a:lnTo>
                  <a:pt x="1607808" y="23315"/>
                </a:lnTo>
                <a:lnTo>
                  <a:pt x="1609211" y="40799"/>
                </a:lnTo>
                <a:lnTo>
                  <a:pt x="1610615" y="34968"/>
                </a:lnTo>
                <a:lnTo>
                  <a:pt x="1612018" y="27682"/>
                </a:lnTo>
                <a:lnTo>
                  <a:pt x="1613422" y="13109"/>
                </a:lnTo>
                <a:lnTo>
                  <a:pt x="1614825" y="14564"/>
                </a:lnTo>
                <a:lnTo>
                  <a:pt x="1616229" y="8742"/>
                </a:lnTo>
                <a:lnTo>
                  <a:pt x="1617632" y="8742"/>
                </a:lnTo>
                <a:lnTo>
                  <a:pt x="1619036" y="8742"/>
                </a:lnTo>
                <a:lnTo>
                  <a:pt x="1620439" y="10198"/>
                </a:lnTo>
                <a:lnTo>
                  <a:pt x="1621843" y="10198"/>
                </a:lnTo>
                <a:lnTo>
                  <a:pt x="1623246" y="10198"/>
                </a:lnTo>
                <a:lnTo>
                  <a:pt x="1624658" y="8742"/>
                </a:lnTo>
                <a:lnTo>
                  <a:pt x="1626062" y="8742"/>
                </a:lnTo>
                <a:lnTo>
                  <a:pt x="1627465" y="8742"/>
                </a:lnTo>
                <a:lnTo>
                  <a:pt x="1628869" y="8742"/>
                </a:lnTo>
                <a:lnTo>
                  <a:pt x="1630272" y="8742"/>
                </a:lnTo>
                <a:lnTo>
                  <a:pt x="1631676" y="14564"/>
                </a:lnTo>
                <a:lnTo>
                  <a:pt x="1633079" y="13109"/>
                </a:lnTo>
                <a:lnTo>
                  <a:pt x="1634483" y="10198"/>
                </a:lnTo>
                <a:lnTo>
                  <a:pt x="1635887" y="2911"/>
                </a:lnTo>
                <a:lnTo>
                  <a:pt x="1637290" y="20395"/>
                </a:lnTo>
                <a:lnTo>
                  <a:pt x="1638694" y="139880"/>
                </a:lnTo>
                <a:lnTo>
                  <a:pt x="1640097" y="254990"/>
                </a:lnTo>
                <a:lnTo>
                  <a:pt x="1641509" y="354081"/>
                </a:lnTo>
                <a:lnTo>
                  <a:pt x="1642913" y="351161"/>
                </a:lnTo>
                <a:lnTo>
                  <a:pt x="1644316" y="351161"/>
                </a:lnTo>
                <a:lnTo>
                  <a:pt x="1645720" y="351161"/>
                </a:lnTo>
                <a:lnTo>
                  <a:pt x="1647123" y="351161"/>
                </a:lnTo>
                <a:lnTo>
                  <a:pt x="1648527" y="351161"/>
                </a:lnTo>
                <a:lnTo>
                  <a:pt x="1649930" y="351161"/>
                </a:lnTo>
                <a:lnTo>
                  <a:pt x="1651334" y="351161"/>
                </a:lnTo>
                <a:lnTo>
                  <a:pt x="1652737" y="349705"/>
                </a:lnTo>
                <a:lnTo>
                  <a:pt x="1654141" y="348250"/>
                </a:lnTo>
                <a:lnTo>
                  <a:pt x="1655544" y="348250"/>
                </a:lnTo>
                <a:lnTo>
                  <a:pt x="1656948" y="349705"/>
                </a:lnTo>
                <a:lnTo>
                  <a:pt x="1658351" y="351161"/>
                </a:lnTo>
                <a:lnTo>
                  <a:pt x="1659763" y="351161"/>
                </a:lnTo>
                <a:lnTo>
                  <a:pt x="1661167" y="351161"/>
                </a:lnTo>
                <a:lnTo>
                  <a:pt x="1662570" y="349705"/>
                </a:lnTo>
                <a:lnTo>
                  <a:pt x="1663974" y="349705"/>
                </a:lnTo>
                <a:lnTo>
                  <a:pt x="1665377" y="349705"/>
                </a:lnTo>
                <a:lnTo>
                  <a:pt x="1666781" y="345339"/>
                </a:lnTo>
                <a:lnTo>
                  <a:pt x="1668184" y="338052"/>
                </a:lnTo>
                <a:lnTo>
                  <a:pt x="1669588" y="333677"/>
                </a:lnTo>
                <a:lnTo>
                  <a:pt x="1670991" y="338052"/>
                </a:lnTo>
                <a:lnTo>
                  <a:pt x="1672395" y="346794"/>
                </a:lnTo>
                <a:lnTo>
                  <a:pt x="1673798" y="352625"/>
                </a:lnTo>
                <a:lnTo>
                  <a:pt x="1675202" y="351161"/>
                </a:lnTo>
                <a:lnTo>
                  <a:pt x="1676614" y="351161"/>
                </a:lnTo>
                <a:lnTo>
                  <a:pt x="1678017" y="348250"/>
                </a:lnTo>
                <a:lnTo>
                  <a:pt x="1679421" y="349705"/>
                </a:lnTo>
                <a:lnTo>
                  <a:pt x="1680825" y="348250"/>
                </a:lnTo>
                <a:lnTo>
                  <a:pt x="1682228" y="349705"/>
                </a:lnTo>
                <a:lnTo>
                  <a:pt x="1683632" y="349705"/>
                </a:lnTo>
                <a:lnTo>
                  <a:pt x="1685035" y="343883"/>
                </a:lnTo>
                <a:lnTo>
                  <a:pt x="1686439" y="342419"/>
                </a:lnTo>
                <a:lnTo>
                  <a:pt x="1687842" y="340963"/>
                </a:lnTo>
                <a:lnTo>
                  <a:pt x="1689246" y="338052"/>
                </a:lnTo>
                <a:lnTo>
                  <a:pt x="1690649" y="338052"/>
                </a:lnTo>
                <a:lnTo>
                  <a:pt x="1692053" y="338052"/>
                </a:lnTo>
                <a:lnTo>
                  <a:pt x="1693456" y="345339"/>
                </a:lnTo>
                <a:lnTo>
                  <a:pt x="1694868" y="346794"/>
                </a:lnTo>
                <a:lnTo>
                  <a:pt x="1696272" y="346794"/>
                </a:lnTo>
                <a:lnTo>
                  <a:pt x="1697675" y="348250"/>
                </a:lnTo>
                <a:lnTo>
                  <a:pt x="1699079" y="346794"/>
                </a:lnTo>
                <a:lnTo>
                  <a:pt x="1700482" y="346794"/>
                </a:lnTo>
                <a:lnTo>
                  <a:pt x="1701886" y="343883"/>
                </a:lnTo>
                <a:lnTo>
                  <a:pt x="1703289" y="339508"/>
                </a:lnTo>
                <a:lnTo>
                  <a:pt x="1704693" y="339508"/>
                </a:lnTo>
                <a:lnTo>
                  <a:pt x="1706096" y="340963"/>
                </a:lnTo>
                <a:lnTo>
                  <a:pt x="1707500" y="346794"/>
                </a:lnTo>
                <a:lnTo>
                  <a:pt x="1708903" y="346794"/>
                </a:lnTo>
                <a:lnTo>
                  <a:pt x="1710307" y="338052"/>
                </a:lnTo>
                <a:lnTo>
                  <a:pt x="1711719" y="333677"/>
                </a:lnTo>
                <a:lnTo>
                  <a:pt x="1713122" y="333677"/>
                </a:lnTo>
                <a:lnTo>
                  <a:pt x="1714526" y="340963"/>
                </a:lnTo>
                <a:lnTo>
                  <a:pt x="1715929" y="342419"/>
                </a:lnTo>
                <a:lnTo>
                  <a:pt x="1717333" y="340963"/>
                </a:lnTo>
                <a:lnTo>
                  <a:pt x="1718736" y="340963"/>
                </a:lnTo>
                <a:lnTo>
                  <a:pt x="1720140" y="340963"/>
                </a:lnTo>
                <a:lnTo>
                  <a:pt x="1721543" y="336597"/>
                </a:lnTo>
                <a:lnTo>
                  <a:pt x="1722947" y="336597"/>
                </a:lnTo>
                <a:lnTo>
                  <a:pt x="1724351" y="336597"/>
                </a:lnTo>
                <a:lnTo>
                  <a:pt x="1725754" y="342419"/>
                </a:lnTo>
                <a:lnTo>
                  <a:pt x="1727158" y="342419"/>
                </a:lnTo>
                <a:lnTo>
                  <a:pt x="1728561" y="342419"/>
                </a:lnTo>
                <a:lnTo>
                  <a:pt x="1729973" y="340963"/>
                </a:lnTo>
                <a:lnTo>
                  <a:pt x="1731377" y="340963"/>
                </a:lnTo>
                <a:lnTo>
                  <a:pt x="1732780" y="335132"/>
                </a:lnTo>
                <a:lnTo>
                  <a:pt x="1734184" y="336597"/>
                </a:lnTo>
                <a:lnTo>
                  <a:pt x="1735587" y="338052"/>
                </a:lnTo>
                <a:lnTo>
                  <a:pt x="1736991" y="345339"/>
                </a:lnTo>
                <a:lnTo>
                  <a:pt x="1738394" y="343883"/>
                </a:lnTo>
                <a:lnTo>
                  <a:pt x="1739798" y="339508"/>
                </a:lnTo>
                <a:lnTo>
                  <a:pt x="1741201" y="339508"/>
                </a:lnTo>
                <a:lnTo>
                  <a:pt x="1742605" y="340963"/>
                </a:lnTo>
                <a:lnTo>
                  <a:pt x="1744008" y="346794"/>
                </a:lnTo>
                <a:lnTo>
                  <a:pt x="1745412" y="346794"/>
                </a:lnTo>
                <a:lnTo>
                  <a:pt x="1746824" y="346794"/>
                </a:lnTo>
                <a:lnTo>
                  <a:pt x="1748227" y="345339"/>
                </a:lnTo>
                <a:lnTo>
                  <a:pt x="1749631" y="346794"/>
                </a:lnTo>
                <a:lnTo>
                  <a:pt x="1751034" y="348250"/>
                </a:lnTo>
                <a:lnTo>
                  <a:pt x="1752438" y="345339"/>
                </a:lnTo>
                <a:lnTo>
                  <a:pt x="1753841" y="340963"/>
                </a:lnTo>
                <a:lnTo>
                  <a:pt x="1755245" y="340963"/>
                </a:lnTo>
                <a:lnTo>
                  <a:pt x="1756648" y="339508"/>
                </a:lnTo>
                <a:lnTo>
                  <a:pt x="1758052" y="342419"/>
                </a:lnTo>
                <a:lnTo>
                  <a:pt x="1759455" y="342419"/>
                </a:lnTo>
                <a:lnTo>
                  <a:pt x="1760859" y="348250"/>
                </a:lnTo>
                <a:lnTo>
                  <a:pt x="1762262" y="349705"/>
                </a:lnTo>
                <a:lnTo>
                  <a:pt x="1763666" y="348250"/>
                </a:lnTo>
                <a:lnTo>
                  <a:pt x="1765078" y="346794"/>
                </a:lnTo>
                <a:lnTo>
                  <a:pt x="1766481" y="346794"/>
                </a:lnTo>
                <a:lnTo>
                  <a:pt x="1767885" y="348250"/>
                </a:lnTo>
                <a:lnTo>
                  <a:pt x="1769289" y="354081"/>
                </a:lnTo>
                <a:lnTo>
                  <a:pt x="1770692" y="263732"/>
                </a:lnTo>
                <a:lnTo>
                  <a:pt x="1772096" y="150078"/>
                </a:lnTo>
                <a:lnTo>
                  <a:pt x="1773499" y="32057"/>
                </a:lnTo>
                <a:lnTo>
                  <a:pt x="1774903" y="8742"/>
                </a:lnTo>
                <a:lnTo>
                  <a:pt x="1776306" y="8742"/>
                </a:lnTo>
                <a:lnTo>
                  <a:pt x="1777710" y="8742"/>
                </a:lnTo>
                <a:lnTo>
                  <a:pt x="1779113" y="8742"/>
                </a:lnTo>
                <a:lnTo>
                  <a:pt x="1780517" y="8742"/>
                </a:lnTo>
                <a:lnTo>
                  <a:pt x="1781929" y="8742"/>
                </a:lnTo>
                <a:lnTo>
                  <a:pt x="1783332" y="8742"/>
                </a:lnTo>
                <a:lnTo>
                  <a:pt x="1784736" y="8742"/>
                </a:lnTo>
                <a:lnTo>
                  <a:pt x="1786139" y="8742"/>
                </a:lnTo>
                <a:lnTo>
                  <a:pt x="1787543" y="8742"/>
                </a:lnTo>
                <a:lnTo>
                  <a:pt x="1788946" y="8742"/>
                </a:lnTo>
                <a:lnTo>
                  <a:pt x="1790350" y="8742"/>
                </a:lnTo>
                <a:lnTo>
                  <a:pt x="1791753" y="8742"/>
                </a:lnTo>
                <a:lnTo>
                  <a:pt x="1793157" y="8742"/>
                </a:lnTo>
                <a:lnTo>
                  <a:pt x="1794560" y="8742"/>
                </a:lnTo>
                <a:lnTo>
                  <a:pt x="1795964" y="8742"/>
                </a:lnTo>
                <a:lnTo>
                  <a:pt x="1797367" y="8742"/>
                </a:lnTo>
                <a:lnTo>
                  <a:pt x="1798771" y="8742"/>
                </a:lnTo>
                <a:lnTo>
                  <a:pt x="1800183" y="8742"/>
                </a:lnTo>
                <a:lnTo>
                  <a:pt x="1801586" y="8742"/>
                </a:lnTo>
                <a:lnTo>
                  <a:pt x="1802990" y="8742"/>
                </a:lnTo>
                <a:lnTo>
                  <a:pt x="1804393" y="10198"/>
                </a:lnTo>
                <a:lnTo>
                  <a:pt x="1805797" y="7286"/>
                </a:lnTo>
                <a:lnTo>
                  <a:pt x="1807200" y="4367"/>
                </a:lnTo>
                <a:lnTo>
                  <a:pt x="1808604" y="0"/>
                </a:lnTo>
                <a:lnTo>
                  <a:pt x="1810007" y="0"/>
                </a:lnTo>
                <a:lnTo>
                  <a:pt x="1811411" y="0"/>
                </a:lnTo>
                <a:lnTo>
                  <a:pt x="1812815" y="0"/>
                </a:lnTo>
                <a:lnTo>
                  <a:pt x="1814218" y="0"/>
                </a:lnTo>
                <a:lnTo>
                  <a:pt x="1815622" y="0"/>
                </a:lnTo>
                <a:lnTo>
                  <a:pt x="1817034" y="0"/>
                </a:lnTo>
                <a:lnTo>
                  <a:pt x="1818437" y="0"/>
                </a:lnTo>
                <a:lnTo>
                  <a:pt x="1819841" y="0"/>
                </a:lnTo>
                <a:lnTo>
                  <a:pt x="1821244" y="0"/>
                </a:lnTo>
                <a:lnTo>
                  <a:pt x="1822648" y="0"/>
                </a:lnTo>
                <a:lnTo>
                  <a:pt x="1824051" y="0"/>
                </a:lnTo>
                <a:lnTo>
                  <a:pt x="1825455" y="0"/>
                </a:lnTo>
                <a:lnTo>
                  <a:pt x="1826858" y="0"/>
                </a:lnTo>
                <a:lnTo>
                  <a:pt x="1828262" y="0"/>
                </a:lnTo>
                <a:lnTo>
                  <a:pt x="1829665" y="0"/>
                </a:lnTo>
                <a:lnTo>
                  <a:pt x="1831069" y="0"/>
                </a:lnTo>
                <a:lnTo>
                  <a:pt x="1832472" y="0"/>
                </a:lnTo>
                <a:lnTo>
                  <a:pt x="1833876" y="0"/>
                </a:lnTo>
                <a:lnTo>
                  <a:pt x="1835288" y="0"/>
                </a:lnTo>
                <a:lnTo>
                  <a:pt x="1836691" y="0"/>
                </a:lnTo>
                <a:lnTo>
                  <a:pt x="1838095" y="5822"/>
                </a:lnTo>
                <a:lnTo>
                  <a:pt x="1839498" y="7286"/>
                </a:lnTo>
                <a:lnTo>
                  <a:pt x="1840902" y="20395"/>
                </a:lnTo>
                <a:lnTo>
                  <a:pt x="1842305" y="32057"/>
                </a:lnTo>
                <a:lnTo>
                  <a:pt x="1843709" y="42254"/>
                </a:lnTo>
                <a:lnTo>
                  <a:pt x="1845112" y="30593"/>
                </a:lnTo>
                <a:lnTo>
                  <a:pt x="1846516" y="16028"/>
                </a:lnTo>
                <a:lnTo>
                  <a:pt x="1847919" y="5822"/>
                </a:lnTo>
                <a:lnTo>
                  <a:pt x="1849323" y="7286"/>
                </a:lnTo>
                <a:lnTo>
                  <a:pt x="1850726" y="7286"/>
                </a:lnTo>
                <a:lnTo>
                  <a:pt x="1852138" y="8742"/>
                </a:lnTo>
                <a:lnTo>
                  <a:pt x="1853542" y="8742"/>
                </a:lnTo>
                <a:lnTo>
                  <a:pt x="1854945" y="7286"/>
                </a:lnTo>
                <a:lnTo>
                  <a:pt x="1856349" y="7286"/>
                </a:lnTo>
                <a:lnTo>
                  <a:pt x="1857753" y="7286"/>
                </a:lnTo>
                <a:lnTo>
                  <a:pt x="1859156" y="8742"/>
                </a:lnTo>
                <a:lnTo>
                  <a:pt x="1860560" y="7286"/>
                </a:lnTo>
                <a:lnTo>
                  <a:pt x="1861963" y="5822"/>
                </a:lnTo>
                <a:lnTo>
                  <a:pt x="1863367" y="5822"/>
                </a:lnTo>
                <a:lnTo>
                  <a:pt x="1864770" y="7286"/>
                </a:lnTo>
                <a:lnTo>
                  <a:pt x="1866174" y="8742"/>
                </a:lnTo>
                <a:lnTo>
                  <a:pt x="1867577" y="8742"/>
                </a:lnTo>
                <a:lnTo>
                  <a:pt x="1868981" y="8742"/>
                </a:lnTo>
                <a:lnTo>
                  <a:pt x="1870393" y="8742"/>
                </a:lnTo>
                <a:lnTo>
                  <a:pt x="1871796" y="32057"/>
                </a:lnTo>
                <a:lnTo>
                  <a:pt x="1873200" y="110735"/>
                </a:lnTo>
                <a:lnTo>
                  <a:pt x="1874603" y="198163"/>
                </a:lnTo>
                <a:lnTo>
                  <a:pt x="1876007" y="275394"/>
                </a:lnTo>
                <a:lnTo>
                  <a:pt x="1877410" y="294334"/>
                </a:lnTo>
                <a:lnTo>
                  <a:pt x="1878814" y="300164"/>
                </a:lnTo>
                <a:lnTo>
                  <a:pt x="1880217" y="295789"/>
                </a:lnTo>
                <a:lnTo>
                  <a:pt x="1881621" y="295789"/>
                </a:lnTo>
                <a:lnTo>
                  <a:pt x="1883024" y="300164"/>
                </a:lnTo>
                <a:lnTo>
                  <a:pt x="1884428" y="303076"/>
                </a:lnTo>
                <a:lnTo>
                  <a:pt x="1885831" y="298709"/>
                </a:lnTo>
                <a:lnTo>
                  <a:pt x="1887243" y="298709"/>
                </a:lnTo>
                <a:lnTo>
                  <a:pt x="1888647" y="298709"/>
                </a:lnTo>
                <a:lnTo>
                  <a:pt x="1890050" y="304540"/>
                </a:lnTo>
                <a:lnTo>
                  <a:pt x="1891454" y="305995"/>
                </a:lnTo>
                <a:lnTo>
                  <a:pt x="1892857" y="300164"/>
                </a:lnTo>
                <a:lnTo>
                  <a:pt x="1894261" y="298709"/>
                </a:lnTo>
                <a:lnTo>
                  <a:pt x="1895664" y="298709"/>
                </a:lnTo>
                <a:lnTo>
                  <a:pt x="1897068" y="304540"/>
                </a:lnTo>
                <a:lnTo>
                  <a:pt x="1898471" y="301620"/>
                </a:lnTo>
                <a:lnTo>
                  <a:pt x="1899875" y="297253"/>
                </a:lnTo>
                <a:lnTo>
                  <a:pt x="1901279" y="295789"/>
                </a:lnTo>
                <a:lnTo>
                  <a:pt x="1902682" y="300164"/>
                </a:lnTo>
                <a:lnTo>
                  <a:pt x="1904086" y="304540"/>
                </a:lnTo>
                <a:lnTo>
                  <a:pt x="1905498" y="301620"/>
                </a:lnTo>
                <a:lnTo>
                  <a:pt x="1906901" y="297253"/>
                </a:lnTo>
                <a:lnTo>
                  <a:pt x="1908305" y="295789"/>
                </a:lnTo>
                <a:lnTo>
                  <a:pt x="1909708" y="298709"/>
                </a:lnTo>
                <a:lnTo>
                  <a:pt x="1911112" y="303076"/>
                </a:lnTo>
                <a:lnTo>
                  <a:pt x="1912515" y="298709"/>
                </a:lnTo>
                <a:lnTo>
                  <a:pt x="1913919" y="298709"/>
                </a:lnTo>
                <a:lnTo>
                  <a:pt x="1915322" y="297253"/>
                </a:lnTo>
                <a:lnTo>
                  <a:pt x="1916726" y="303076"/>
                </a:lnTo>
                <a:lnTo>
                  <a:pt x="1918129" y="301620"/>
                </a:lnTo>
                <a:lnTo>
                  <a:pt x="1919533" y="298709"/>
                </a:lnTo>
                <a:lnTo>
                  <a:pt x="1920936" y="297253"/>
                </a:lnTo>
                <a:lnTo>
                  <a:pt x="1922348" y="300164"/>
                </a:lnTo>
                <a:lnTo>
                  <a:pt x="1923752" y="304540"/>
                </a:lnTo>
                <a:lnTo>
                  <a:pt x="1925155" y="301620"/>
                </a:lnTo>
                <a:lnTo>
                  <a:pt x="1926559" y="298709"/>
                </a:lnTo>
                <a:lnTo>
                  <a:pt x="1927962" y="297253"/>
                </a:lnTo>
                <a:lnTo>
                  <a:pt x="1929366" y="301620"/>
                </a:lnTo>
                <a:lnTo>
                  <a:pt x="1930769" y="304540"/>
                </a:lnTo>
                <a:lnTo>
                  <a:pt x="1932173" y="301620"/>
                </a:lnTo>
                <a:lnTo>
                  <a:pt x="1933576" y="300164"/>
                </a:lnTo>
                <a:lnTo>
                  <a:pt x="1934980" y="298709"/>
                </a:lnTo>
                <a:lnTo>
                  <a:pt x="1936383" y="304540"/>
                </a:lnTo>
                <a:lnTo>
                  <a:pt x="1937787" y="304540"/>
                </a:lnTo>
                <a:lnTo>
                  <a:pt x="1939190" y="303076"/>
                </a:lnTo>
                <a:lnTo>
                  <a:pt x="1940602" y="301620"/>
                </a:lnTo>
                <a:lnTo>
                  <a:pt x="1942006" y="304540"/>
                </a:lnTo>
                <a:lnTo>
                  <a:pt x="1943409" y="308906"/>
                </a:lnTo>
                <a:lnTo>
                  <a:pt x="1944813" y="307451"/>
                </a:lnTo>
                <a:lnTo>
                  <a:pt x="1946217" y="304540"/>
                </a:lnTo>
                <a:lnTo>
                  <a:pt x="1947620" y="304540"/>
                </a:lnTo>
                <a:lnTo>
                  <a:pt x="1949024" y="307451"/>
                </a:lnTo>
                <a:lnTo>
                  <a:pt x="1950427" y="303076"/>
                </a:lnTo>
                <a:lnTo>
                  <a:pt x="1951831" y="288511"/>
                </a:lnTo>
                <a:lnTo>
                  <a:pt x="1953234" y="278305"/>
                </a:lnTo>
                <a:lnTo>
                  <a:pt x="1954638" y="276850"/>
                </a:lnTo>
                <a:lnTo>
                  <a:pt x="1956041" y="282680"/>
                </a:lnTo>
                <a:lnTo>
                  <a:pt x="1957453" y="281225"/>
                </a:lnTo>
                <a:lnTo>
                  <a:pt x="1958857" y="276850"/>
                </a:lnTo>
                <a:lnTo>
                  <a:pt x="1960260" y="275394"/>
                </a:lnTo>
                <a:lnTo>
                  <a:pt x="1961664" y="278305"/>
                </a:lnTo>
                <a:lnTo>
                  <a:pt x="1963067" y="281225"/>
                </a:lnTo>
                <a:lnTo>
                  <a:pt x="1964471" y="275394"/>
                </a:lnTo>
                <a:lnTo>
                  <a:pt x="1965874" y="273938"/>
                </a:lnTo>
                <a:lnTo>
                  <a:pt x="1967278" y="276850"/>
                </a:lnTo>
                <a:lnTo>
                  <a:pt x="1968681" y="282680"/>
                </a:lnTo>
                <a:lnTo>
                  <a:pt x="1970085" y="281225"/>
                </a:lnTo>
                <a:lnTo>
                  <a:pt x="1971488" y="272483"/>
                </a:lnTo>
                <a:lnTo>
                  <a:pt x="1972892" y="272483"/>
                </a:lnTo>
                <a:lnTo>
                  <a:pt x="1974295" y="275394"/>
                </a:lnTo>
                <a:lnTo>
                  <a:pt x="1975707" y="279769"/>
                </a:lnTo>
                <a:lnTo>
                  <a:pt x="1977111" y="276850"/>
                </a:lnTo>
                <a:lnTo>
                  <a:pt x="1978514" y="272483"/>
                </a:lnTo>
                <a:lnTo>
                  <a:pt x="1979918" y="273938"/>
                </a:lnTo>
                <a:lnTo>
                  <a:pt x="1981321" y="278305"/>
                </a:lnTo>
                <a:lnTo>
                  <a:pt x="1982725" y="279769"/>
                </a:lnTo>
                <a:lnTo>
                  <a:pt x="1984128" y="273938"/>
                </a:lnTo>
                <a:lnTo>
                  <a:pt x="1985532" y="272483"/>
                </a:lnTo>
                <a:lnTo>
                  <a:pt x="1986935" y="275394"/>
                </a:lnTo>
                <a:lnTo>
                  <a:pt x="1988339" y="281225"/>
                </a:lnTo>
                <a:lnTo>
                  <a:pt x="1989743" y="279769"/>
                </a:lnTo>
                <a:lnTo>
                  <a:pt x="1991146" y="273938"/>
                </a:lnTo>
                <a:lnTo>
                  <a:pt x="1992558" y="273938"/>
                </a:lnTo>
                <a:lnTo>
                  <a:pt x="1993962" y="276850"/>
                </a:lnTo>
                <a:lnTo>
                  <a:pt x="1995365" y="279769"/>
                </a:lnTo>
                <a:lnTo>
                  <a:pt x="1996769" y="273938"/>
                </a:lnTo>
                <a:lnTo>
                  <a:pt x="1998172" y="272483"/>
                </a:lnTo>
                <a:lnTo>
                  <a:pt x="1999576" y="275394"/>
                </a:lnTo>
                <a:lnTo>
                  <a:pt x="2000979" y="282680"/>
                </a:lnTo>
                <a:lnTo>
                  <a:pt x="2002383" y="281225"/>
                </a:lnTo>
                <a:lnTo>
                  <a:pt x="2003786" y="273938"/>
                </a:lnTo>
                <a:lnTo>
                  <a:pt x="2005190" y="272483"/>
                </a:lnTo>
                <a:lnTo>
                  <a:pt x="2006593" y="275394"/>
                </a:lnTo>
                <a:lnTo>
                  <a:pt x="2007997" y="282680"/>
                </a:lnTo>
                <a:lnTo>
                  <a:pt x="2009400" y="279769"/>
                </a:lnTo>
                <a:lnTo>
                  <a:pt x="2010812" y="275394"/>
                </a:lnTo>
                <a:lnTo>
                  <a:pt x="2012216" y="273938"/>
                </a:lnTo>
                <a:lnTo>
                  <a:pt x="2013619" y="278305"/>
                </a:lnTo>
                <a:lnTo>
                  <a:pt x="2015023" y="279769"/>
                </a:lnTo>
                <a:lnTo>
                  <a:pt x="2016426" y="273938"/>
                </a:lnTo>
                <a:lnTo>
                  <a:pt x="2017830" y="272483"/>
                </a:lnTo>
                <a:lnTo>
                  <a:pt x="2019233" y="275394"/>
                </a:lnTo>
                <a:lnTo>
                  <a:pt x="2020637" y="282680"/>
                </a:lnTo>
                <a:lnTo>
                  <a:pt x="2022040" y="279769"/>
                </a:lnTo>
                <a:lnTo>
                  <a:pt x="2023444" y="273938"/>
                </a:lnTo>
                <a:lnTo>
                  <a:pt x="2024847" y="271019"/>
                </a:lnTo>
                <a:lnTo>
                  <a:pt x="2026251" y="275394"/>
                </a:lnTo>
                <a:lnTo>
                  <a:pt x="2027663" y="279769"/>
                </a:lnTo>
                <a:lnTo>
                  <a:pt x="2029066" y="278305"/>
                </a:lnTo>
                <a:lnTo>
                  <a:pt x="2030470" y="276850"/>
                </a:lnTo>
                <a:lnTo>
                  <a:pt x="2031873" y="278305"/>
                </a:lnTo>
                <a:lnTo>
                  <a:pt x="2033277" y="282680"/>
                </a:lnTo>
                <a:lnTo>
                  <a:pt x="2034681" y="282680"/>
                </a:lnTo>
                <a:lnTo>
                  <a:pt x="2036084" y="276850"/>
                </a:lnTo>
                <a:lnTo>
                  <a:pt x="2037488" y="276850"/>
                </a:lnTo>
                <a:lnTo>
                  <a:pt x="2038891" y="278305"/>
                </a:lnTo>
                <a:lnTo>
                  <a:pt x="2040295" y="284136"/>
                </a:lnTo>
                <a:lnTo>
                  <a:pt x="2041698" y="279769"/>
                </a:lnTo>
                <a:lnTo>
                  <a:pt x="2043102" y="275394"/>
                </a:lnTo>
                <a:lnTo>
                  <a:pt x="2044505" y="275394"/>
                </a:lnTo>
                <a:lnTo>
                  <a:pt x="2045917" y="279769"/>
                </a:lnTo>
                <a:lnTo>
                  <a:pt x="2047321" y="282680"/>
                </a:lnTo>
                <a:lnTo>
                  <a:pt x="2048724" y="276850"/>
                </a:lnTo>
                <a:lnTo>
                  <a:pt x="2050128" y="275394"/>
                </a:lnTo>
                <a:lnTo>
                  <a:pt x="2051531" y="276850"/>
                </a:lnTo>
                <a:lnTo>
                  <a:pt x="2052935" y="282680"/>
                </a:lnTo>
                <a:lnTo>
                  <a:pt x="2054338" y="282680"/>
                </a:lnTo>
                <a:lnTo>
                  <a:pt x="2055742" y="276850"/>
                </a:lnTo>
                <a:lnTo>
                  <a:pt x="2057145" y="276850"/>
                </a:lnTo>
                <a:lnTo>
                  <a:pt x="2058549" y="278305"/>
                </a:lnTo>
                <a:lnTo>
                  <a:pt x="2059952" y="284136"/>
                </a:lnTo>
                <a:lnTo>
                  <a:pt x="2061356" y="279769"/>
                </a:lnTo>
                <a:lnTo>
                  <a:pt x="2062768" y="275394"/>
                </a:lnTo>
                <a:lnTo>
                  <a:pt x="2064171" y="275394"/>
                </a:lnTo>
                <a:lnTo>
                  <a:pt x="2065575" y="279769"/>
                </a:lnTo>
                <a:lnTo>
                  <a:pt x="2066978" y="282680"/>
                </a:lnTo>
                <a:lnTo>
                  <a:pt x="2068382" y="276850"/>
                </a:lnTo>
                <a:lnTo>
                  <a:pt x="2069785" y="273938"/>
                </a:lnTo>
                <a:lnTo>
                  <a:pt x="2071189" y="275394"/>
                </a:lnTo>
                <a:lnTo>
                  <a:pt x="2072592" y="281225"/>
                </a:lnTo>
                <a:lnTo>
                  <a:pt x="2073996" y="281225"/>
                </a:lnTo>
                <a:lnTo>
                  <a:pt x="2075400" y="265196"/>
                </a:lnTo>
                <a:lnTo>
                  <a:pt x="2076803" y="256454"/>
                </a:lnTo>
                <a:lnTo>
                  <a:pt x="2078207" y="256454"/>
                </a:lnTo>
                <a:lnTo>
                  <a:pt x="2079610" y="272483"/>
                </a:lnTo>
                <a:lnTo>
                  <a:pt x="2081022" y="276850"/>
                </a:lnTo>
                <a:lnTo>
                  <a:pt x="2082426" y="275394"/>
                </a:lnTo>
                <a:lnTo>
                  <a:pt x="2083829" y="275394"/>
                </a:lnTo>
                <a:lnTo>
                  <a:pt x="2085233" y="279769"/>
                </a:lnTo>
                <a:lnTo>
                  <a:pt x="2086636" y="282680"/>
                </a:lnTo>
                <a:lnTo>
                  <a:pt x="2088040" y="273938"/>
                </a:lnTo>
                <a:lnTo>
                  <a:pt x="2089443" y="273938"/>
                </a:lnTo>
                <a:lnTo>
                  <a:pt x="2090847" y="275394"/>
                </a:lnTo>
                <a:lnTo>
                  <a:pt x="2092250" y="282680"/>
                </a:lnTo>
                <a:lnTo>
                  <a:pt x="2093654" y="275394"/>
                </a:lnTo>
                <a:lnTo>
                  <a:pt x="2095057" y="275394"/>
                </a:lnTo>
                <a:lnTo>
                  <a:pt x="2096461" y="276850"/>
                </a:lnTo>
                <a:lnTo>
                  <a:pt x="2097873" y="284136"/>
                </a:lnTo>
                <a:lnTo>
                  <a:pt x="2099276" y="276850"/>
                </a:lnTo>
                <a:lnTo>
                  <a:pt x="2100680" y="278305"/>
                </a:lnTo>
                <a:lnTo>
                  <a:pt x="2102083" y="297253"/>
                </a:lnTo>
                <a:lnTo>
                  <a:pt x="2103487" y="238962"/>
                </a:lnTo>
                <a:lnTo>
                  <a:pt x="2104890" y="145711"/>
                </a:lnTo>
                <a:lnTo>
                  <a:pt x="2106294" y="34968"/>
                </a:lnTo>
                <a:lnTo>
                  <a:pt x="2107697" y="8742"/>
                </a:lnTo>
                <a:lnTo>
                  <a:pt x="2109101" y="8742"/>
                </a:lnTo>
                <a:lnTo>
                  <a:pt x="2110504" y="8742"/>
                </a:lnTo>
                <a:lnTo>
                  <a:pt x="2111908" y="10198"/>
                </a:lnTo>
                <a:lnTo>
                  <a:pt x="2113311" y="7286"/>
                </a:lnTo>
                <a:lnTo>
                  <a:pt x="2114715" y="4367"/>
                </a:lnTo>
                <a:lnTo>
                  <a:pt x="2116127" y="0"/>
                </a:lnTo>
                <a:lnTo>
                  <a:pt x="2117530" y="0"/>
                </a:lnTo>
                <a:lnTo>
                  <a:pt x="2118934" y="0"/>
                </a:lnTo>
                <a:lnTo>
                  <a:pt x="2120337" y="4367"/>
                </a:lnTo>
                <a:lnTo>
                  <a:pt x="2121741" y="4367"/>
                </a:lnTo>
                <a:lnTo>
                  <a:pt x="2123145" y="4367"/>
                </a:lnTo>
                <a:lnTo>
                  <a:pt x="2124548" y="0"/>
                </a:lnTo>
                <a:lnTo>
                  <a:pt x="2125952" y="0"/>
                </a:lnTo>
                <a:lnTo>
                  <a:pt x="2127355" y="0"/>
                </a:lnTo>
                <a:lnTo>
                  <a:pt x="2128759" y="93251"/>
                </a:lnTo>
                <a:lnTo>
                  <a:pt x="2130162" y="206905"/>
                </a:lnTo>
                <a:lnTo>
                  <a:pt x="2131566" y="320568"/>
                </a:lnTo>
                <a:lnTo>
                  <a:pt x="2132978" y="348250"/>
                </a:lnTo>
                <a:lnTo>
                  <a:pt x="2133391" y="347821"/>
                </a:lnTo>
                <a:moveTo>
                  <a:pt x="2133391" y="419650"/>
                </a:moveTo>
                <a:lnTo>
                  <a:pt x="2132978" y="419650"/>
                </a:lnTo>
                <a:lnTo>
                  <a:pt x="2131566" y="419650"/>
                </a:lnTo>
                <a:lnTo>
                  <a:pt x="2130162" y="419650"/>
                </a:lnTo>
                <a:lnTo>
                  <a:pt x="2128759" y="419650"/>
                </a:lnTo>
                <a:lnTo>
                  <a:pt x="2127355" y="419650"/>
                </a:lnTo>
                <a:lnTo>
                  <a:pt x="2125952" y="419650"/>
                </a:lnTo>
                <a:lnTo>
                  <a:pt x="2124548" y="419650"/>
                </a:lnTo>
                <a:lnTo>
                  <a:pt x="2123145" y="419650"/>
                </a:lnTo>
                <a:lnTo>
                  <a:pt x="2121741" y="419650"/>
                </a:lnTo>
                <a:lnTo>
                  <a:pt x="2120337" y="419650"/>
                </a:lnTo>
                <a:lnTo>
                  <a:pt x="2118934" y="419650"/>
                </a:lnTo>
                <a:lnTo>
                  <a:pt x="2117530" y="419650"/>
                </a:lnTo>
                <a:lnTo>
                  <a:pt x="2116127" y="419650"/>
                </a:lnTo>
                <a:lnTo>
                  <a:pt x="2114715" y="419650"/>
                </a:lnTo>
                <a:lnTo>
                  <a:pt x="2113311" y="419650"/>
                </a:lnTo>
                <a:lnTo>
                  <a:pt x="2111908" y="419650"/>
                </a:lnTo>
                <a:lnTo>
                  <a:pt x="2110504" y="419650"/>
                </a:lnTo>
                <a:lnTo>
                  <a:pt x="2109101" y="419650"/>
                </a:lnTo>
                <a:lnTo>
                  <a:pt x="2107697" y="419650"/>
                </a:lnTo>
                <a:lnTo>
                  <a:pt x="2106294" y="419650"/>
                </a:lnTo>
                <a:lnTo>
                  <a:pt x="2104890" y="419650"/>
                </a:lnTo>
                <a:lnTo>
                  <a:pt x="2103487" y="419650"/>
                </a:lnTo>
                <a:lnTo>
                  <a:pt x="2102083" y="419650"/>
                </a:lnTo>
                <a:lnTo>
                  <a:pt x="2100680" y="419650"/>
                </a:lnTo>
                <a:lnTo>
                  <a:pt x="2099276" y="419650"/>
                </a:lnTo>
                <a:lnTo>
                  <a:pt x="2097873" y="419650"/>
                </a:lnTo>
                <a:lnTo>
                  <a:pt x="2096461" y="419650"/>
                </a:lnTo>
                <a:lnTo>
                  <a:pt x="2095057" y="419650"/>
                </a:lnTo>
                <a:lnTo>
                  <a:pt x="2093654" y="419650"/>
                </a:lnTo>
                <a:lnTo>
                  <a:pt x="2092250" y="419650"/>
                </a:lnTo>
                <a:lnTo>
                  <a:pt x="2090847" y="419650"/>
                </a:lnTo>
                <a:lnTo>
                  <a:pt x="2089443" y="419650"/>
                </a:lnTo>
                <a:lnTo>
                  <a:pt x="2088040" y="419650"/>
                </a:lnTo>
                <a:lnTo>
                  <a:pt x="2086636" y="419650"/>
                </a:lnTo>
                <a:lnTo>
                  <a:pt x="2085233" y="419650"/>
                </a:lnTo>
                <a:lnTo>
                  <a:pt x="2083829" y="419650"/>
                </a:lnTo>
                <a:lnTo>
                  <a:pt x="2082426" y="419650"/>
                </a:lnTo>
                <a:lnTo>
                  <a:pt x="2081022" y="419650"/>
                </a:lnTo>
                <a:lnTo>
                  <a:pt x="2079610" y="419650"/>
                </a:lnTo>
                <a:lnTo>
                  <a:pt x="2078207" y="419650"/>
                </a:lnTo>
                <a:lnTo>
                  <a:pt x="2076803" y="419650"/>
                </a:lnTo>
                <a:lnTo>
                  <a:pt x="2075400" y="419650"/>
                </a:lnTo>
                <a:lnTo>
                  <a:pt x="2073996" y="419650"/>
                </a:lnTo>
                <a:lnTo>
                  <a:pt x="2072592" y="419650"/>
                </a:lnTo>
                <a:lnTo>
                  <a:pt x="2071189" y="419650"/>
                </a:lnTo>
                <a:lnTo>
                  <a:pt x="2069785" y="419650"/>
                </a:lnTo>
                <a:lnTo>
                  <a:pt x="2068382" y="419650"/>
                </a:lnTo>
                <a:lnTo>
                  <a:pt x="2066978" y="419650"/>
                </a:lnTo>
                <a:lnTo>
                  <a:pt x="2065575" y="419650"/>
                </a:lnTo>
                <a:lnTo>
                  <a:pt x="2064171" y="419650"/>
                </a:lnTo>
                <a:lnTo>
                  <a:pt x="2062768" y="419650"/>
                </a:lnTo>
                <a:lnTo>
                  <a:pt x="2061356" y="419650"/>
                </a:lnTo>
                <a:lnTo>
                  <a:pt x="2059952" y="419650"/>
                </a:lnTo>
                <a:lnTo>
                  <a:pt x="2058549" y="419650"/>
                </a:lnTo>
                <a:lnTo>
                  <a:pt x="2057145" y="419650"/>
                </a:lnTo>
                <a:lnTo>
                  <a:pt x="2055742" y="419650"/>
                </a:lnTo>
                <a:lnTo>
                  <a:pt x="2054338" y="419650"/>
                </a:lnTo>
                <a:lnTo>
                  <a:pt x="2052935" y="419650"/>
                </a:lnTo>
                <a:lnTo>
                  <a:pt x="2051531" y="419650"/>
                </a:lnTo>
                <a:lnTo>
                  <a:pt x="2050128" y="419650"/>
                </a:lnTo>
                <a:lnTo>
                  <a:pt x="2048724" y="419650"/>
                </a:lnTo>
                <a:lnTo>
                  <a:pt x="2047321" y="419650"/>
                </a:lnTo>
                <a:lnTo>
                  <a:pt x="2045917" y="419650"/>
                </a:lnTo>
                <a:lnTo>
                  <a:pt x="2044505" y="419650"/>
                </a:lnTo>
                <a:lnTo>
                  <a:pt x="2043102" y="419650"/>
                </a:lnTo>
                <a:lnTo>
                  <a:pt x="2041698" y="419650"/>
                </a:lnTo>
                <a:lnTo>
                  <a:pt x="2040295" y="419650"/>
                </a:lnTo>
                <a:lnTo>
                  <a:pt x="2038891" y="419650"/>
                </a:lnTo>
                <a:lnTo>
                  <a:pt x="2037488" y="419650"/>
                </a:lnTo>
                <a:lnTo>
                  <a:pt x="2036084" y="419650"/>
                </a:lnTo>
                <a:lnTo>
                  <a:pt x="2034681" y="419650"/>
                </a:lnTo>
                <a:lnTo>
                  <a:pt x="2033277" y="419650"/>
                </a:lnTo>
                <a:lnTo>
                  <a:pt x="2031873" y="419650"/>
                </a:lnTo>
                <a:lnTo>
                  <a:pt x="2030470" y="419650"/>
                </a:lnTo>
                <a:lnTo>
                  <a:pt x="2029066" y="419650"/>
                </a:lnTo>
                <a:lnTo>
                  <a:pt x="2027663" y="419650"/>
                </a:lnTo>
                <a:lnTo>
                  <a:pt x="2026251" y="419650"/>
                </a:lnTo>
                <a:lnTo>
                  <a:pt x="2024847" y="419650"/>
                </a:lnTo>
                <a:lnTo>
                  <a:pt x="2023444" y="419650"/>
                </a:lnTo>
                <a:lnTo>
                  <a:pt x="2022040" y="419650"/>
                </a:lnTo>
                <a:lnTo>
                  <a:pt x="2020637" y="419650"/>
                </a:lnTo>
                <a:lnTo>
                  <a:pt x="2019233" y="419650"/>
                </a:lnTo>
                <a:lnTo>
                  <a:pt x="2017830" y="419650"/>
                </a:lnTo>
                <a:lnTo>
                  <a:pt x="2016426" y="419650"/>
                </a:lnTo>
                <a:lnTo>
                  <a:pt x="2015023" y="419650"/>
                </a:lnTo>
                <a:lnTo>
                  <a:pt x="2013619" y="419650"/>
                </a:lnTo>
                <a:lnTo>
                  <a:pt x="2012216" y="419650"/>
                </a:lnTo>
                <a:lnTo>
                  <a:pt x="2010812" y="419650"/>
                </a:lnTo>
                <a:lnTo>
                  <a:pt x="2009400" y="419650"/>
                </a:lnTo>
                <a:lnTo>
                  <a:pt x="2007997" y="419650"/>
                </a:lnTo>
                <a:lnTo>
                  <a:pt x="2006593" y="419650"/>
                </a:lnTo>
                <a:lnTo>
                  <a:pt x="2005190" y="419650"/>
                </a:lnTo>
                <a:lnTo>
                  <a:pt x="2003786" y="419650"/>
                </a:lnTo>
                <a:lnTo>
                  <a:pt x="2002383" y="419650"/>
                </a:lnTo>
                <a:lnTo>
                  <a:pt x="2000979" y="419650"/>
                </a:lnTo>
                <a:lnTo>
                  <a:pt x="1999576" y="419650"/>
                </a:lnTo>
                <a:lnTo>
                  <a:pt x="1998172" y="419650"/>
                </a:lnTo>
                <a:lnTo>
                  <a:pt x="1996769" y="419650"/>
                </a:lnTo>
                <a:lnTo>
                  <a:pt x="1995365" y="419650"/>
                </a:lnTo>
                <a:lnTo>
                  <a:pt x="1993962" y="419650"/>
                </a:lnTo>
                <a:lnTo>
                  <a:pt x="1992558" y="419650"/>
                </a:lnTo>
                <a:lnTo>
                  <a:pt x="1991146" y="419650"/>
                </a:lnTo>
                <a:lnTo>
                  <a:pt x="1989743" y="419650"/>
                </a:lnTo>
                <a:lnTo>
                  <a:pt x="1988339" y="419650"/>
                </a:lnTo>
                <a:lnTo>
                  <a:pt x="1986935" y="419650"/>
                </a:lnTo>
                <a:lnTo>
                  <a:pt x="1985532" y="419650"/>
                </a:lnTo>
                <a:lnTo>
                  <a:pt x="1984128" y="419650"/>
                </a:lnTo>
                <a:lnTo>
                  <a:pt x="1982725" y="419650"/>
                </a:lnTo>
                <a:lnTo>
                  <a:pt x="1981321" y="419650"/>
                </a:lnTo>
                <a:lnTo>
                  <a:pt x="1979918" y="419650"/>
                </a:lnTo>
                <a:lnTo>
                  <a:pt x="1978514" y="419650"/>
                </a:lnTo>
                <a:lnTo>
                  <a:pt x="1977111" y="419650"/>
                </a:lnTo>
                <a:lnTo>
                  <a:pt x="1975707" y="419650"/>
                </a:lnTo>
                <a:lnTo>
                  <a:pt x="1974295" y="419650"/>
                </a:lnTo>
                <a:lnTo>
                  <a:pt x="1972892" y="419650"/>
                </a:lnTo>
                <a:lnTo>
                  <a:pt x="1971488" y="419650"/>
                </a:lnTo>
                <a:lnTo>
                  <a:pt x="1970085" y="419650"/>
                </a:lnTo>
                <a:lnTo>
                  <a:pt x="1968681" y="419650"/>
                </a:lnTo>
                <a:lnTo>
                  <a:pt x="1967278" y="419650"/>
                </a:lnTo>
                <a:lnTo>
                  <a:pt x="1965874" y="419650"/>
                </a:lnTo>
                <a:lnTo>
                  <a:pt x="1964471" y="419650"/>
                </a:lnTo>
                <a:lnTo>
                  <a:pt x="1963067" y="419650"/>
                </a:lnTo>
                <a:lnTo>
                  <a:pt x="1961664" y="419650"/>
                </a:lnTo>
                <a:lnTo>
                  <a:pt x="1960260" y="419650"/>
                </a:lnTo>
                <a:lnTo>
                  <a:pt x="1958857" y="419650"/>
                </a:lnTo>
                <a:lnTo>
                  <a:pt x="1957453" y="419650"/>
                </a:lnTo>
                <a:lnTo>
                  <a:pt x="1956041" y="419650"/>
                </a:lnTo>
                <a:lnTo>
                  <a:pt x="1954638" y="419650"/>
                </a:lnTo>
                <a:lnTo>
                  <a:pt x="1953234" y="419650"/>
                </a:lnTo>
                <a:lnTo>
                  <a:pt x="1951831" y="419650"/>
                </a:lnTo>
                <a:lnTo>
                  <a:pt x="1950427" y="419650"/>
                </a:lnTo>
                <a:lnTo>
                  <a:pt x="1949024" y="419650"/>
                </a:lnTo>
                <a:lnTo>
                  <a:pt x="1947620" y="419650"/>
                </a:lnTo>
                <a:lnTo>
                  <a:pt x="1946217" y="419650"/>
                </a:lnTo>
                <a:lnTo>
                  <a:pt x="1944813" y="419650"/>
                </a:lnTo>
                <a:lnTo>
                  <a:pt x="1943409" y="419650"/>
                </a:lnTo>
                <a:lnTo>
                  <a:pt x="1942006" y="419650"/>
                </a:lnTo>
                <a:lnTo>
                  <a:pt x="1940602" y="419650"/>
                </a:lnTo>
                <a:lnTo>
                  <a:pt x="1939190" y="419650"/>
                </a:lnTo>
                <a:lnTo>
                  <a:pt x="1937787" y="419650"/>
                </a:lnTo>
                <a:lnTo>
                  <a:pt x="1936383" y="419650"/>
                </a:lnTo>
                <a:lnTo>
                  <a:pt x="1934980" y="419650"/>
                </a:lnTo>
                <a:lnTo>
                  <a:pt x="1933576" y="419650"/>
                </a:lnTo>
                <a:lnTo>
                  <a:pt x="1932173" y="419650"/>
                </a:lnTo>
                <a:lnTo>
                  <a:pt x="1930769" y="419650"/>
                </a:lnTo>
                <a:lnTo>
                  <a:pt x="1929366" y="419650"/>
                </a:lnTo>
                <a:lnTo>
                  <a:pt x="1927962" y="419650"/>
                </a:lnTo>
                <a:lnTo>
                  <a:pt x="1926559" y="419650"/>
                </a:lnTo>
                <a:lnTo>
                  <a:pt x="1925155" y="419650"/>
                </a:lnTo>
                <a:lnTo>
                  <a:pt x="1923752" y="419650"/>
                </a:lnTo>
                <a:lnTo>
                  <a:pt x="1922348" y="419650"/>
                </a:lnTo>
                <a:lnTo>
                  <a:pt x="1920936" y="419650"/>
                </a:lnTo>
                <a:lnTo>
                  <a:pt x="1919533" y="419650"/>
                </a:lnTo>
                <a:lnTo>
                  <a:pt x="1918129" y="419650"/>
                </a:lnTo>
                <a:lnTo>
                  <a:pt x="1916726" y="419650"/>
                </a:lnTo>
                <a:lnTo>
                  <a:pt x="1915322" y="419650"/>
                </a:lnTo>
                <a:lnTo>
                  <a:pt x="1913919" y="419650"/>
                </a:lnTo>
                <a:lnTo>
                  <a:pt x="1912515" y="419650"/>
                </a:lnTo>
                <a:lnTo>
                  <a:pt x="1911112" y="419650"/>
                </a:lnTo>
                <a:lnTo>
                  <a:pt x="1909708" y="419650"/>
                </a:lnTo>
                <a:lnTo>
                  <a:pt x="1908305" y="419650"/>
                </a:lnTo>
                <a:lnTo>
                  <a:pt x="1906901" y="419650"/>
                </a:lnTo>
                <a:lnTo>
                  <a:pt x="1905498" y="419650"/>
                </a:lnTo>
                <a:lnTo>
                  <a:pt x="1904086" y="419650"/>
                </a:lnTo>
                <a:lnTo>
                  <a:pt x="1902682" y="419650"/>
                </a:lnTo>
                <a:lnTo>
                  <a:pt x="1901279" y="419650"/>
                </a:lnTo>
                <a:lnTo>
                  <a:pt x="1899875" y="419650"/>
                </a:lnTo>
                <a:lnTo>
                  <a:pt x="1898471" y="419650"/>
                </a:lnTo>
                <a:lnTo>
                  <a:pt x="1897068" y="419650"/>
                </a:lnTo>
                <a:lnTo>
                  <a:pt x="1895664" y="419650"/>
                </a:lnTo>
                <a:lnTo>
                  <a:pt x="1894261" y="419650"/>
                </a:lnTo>
                <a:lnTo>
                  <a:pt x="1892857" y="419650"/>
                </a:lnTo>
                <a:lnTo>
                  <a:pt x="1891454" y="419650"/>
                </a:lnTo>
                <a:lnTo>
                  <a:pt x="1890050" y="419650"/>
                </a:lnTo>
                <a:lnTo>
                  <a:pt x="1888647" y="419650"/>
                </a:lnTo>
                <a:lnTo>
                  <a:pt x="1887243" y="419650"/>
                </a:lnTo>
                <a:lnTo>
                  <a:pt x="1885831" y="419650"/>
                </a:lnTo>
                <a:lnTo>
                  <a:pt x="1884428" y="419650"/>
                </a:lnTo>
                <a:lnTo>
                  <a:pt x="1883024" y="419650"/>
                </a:lnTo>
                <a:lnTo>
                  <a:pt x="1881621" y="419650"/>
                </a:lnTo>
                <a:lnTo>
                  <a:pt x="1880217" y="419650"/>
                </a:lnTo>
                <a:lnTo>
                  <a:pt x="1878814" y="419650"/>
                </a:lnTo>
                <a:lnTo>
                  <a:pt x="1877410" y="419650"/>
                </a:lnTo>
                <a:lnTo>
                  <a:pt x="1876007" y="419650"/>
                </a:lnTo>
                <a:lnTo>
                  <a:pt x="1874603" y="419650"/>
                </a:lnTo>
                <a:lnTo>
                  <a:pt x="1873200" y="419650"/>
                </a:lnTo>
                <a:lnTo>
                  <a:pt x="1871796" y="419650"/>
                </a:lnTo>
                <a:lnTo>
                  <a:pt x="1870393" y="419650"/>
                </a:lnTo>
                <a:lnTo>
                  <a:pt x="1868981" y="419650"/>
                </a:lnTo>
                <a:lnTo>
                  <a:pt x="1867577" y="419650"/>
                </a:lnTo>
                <a:lnTo>
                  <a:pt x="1866174" y="419650"/>
                </a:lnTo>
                <a:lnTo>
                  <a:pt x="1864770" y="419650"/>
                </a:lnTo>
                <a:lnTo>
                  <a:pt x="1863367" y="419650"/>
                </a:lnTo>
                <a:lnTo>
                  <a:pt x="1861963" y="419650"/>
                </a:lnTo>
                <a:lnTo>
                  <a:pt x="1860560" y="419650"/>
                </a:lnTo>
                <a:lnTo>
                  <a:pt x="1859156" y="419650"/>
                </a:lnTo>
                <a:lnTo>
                  <a:pt x="1857753" y="419650"/>
                </a:lnTo>
                <a:lnTo>
                  <a:pt x="1856349" y="419650"/>
                </a:lnTo>
                <a:lnTo>
                  <a:pt x="1854945" y="419650"/>
                </a:lnTo>
                <a:lnTo>
                  <a:pt x="1853542" y="419650"/>
                </a:lnTo>
                <a:lnTo>
                  <a:pt x="1852138" y="419650"/>
                </a:lnTo>
                <a:lnTo>
                  <a:pt x="1850726" y="419650"/>
                </a:lnTo>
                <a:lnTo>
                  <a:pt x="1849323" y="419650"/>
                </a:lnTo>
                <a:lnTo>
                  <a:pt x="1847919" y="419650"/>
                </a:lnTo>
                <a:lnTo>
                  <a:pt x="1846516" y="419650"/>
                </a:lnTo>
                <a:lnTo>
                  <a:pt x="1845112" y="419650"/>
                </a:lnTo>
                <a:lnTo>
                  <a:pt x="1843709" y="419650"/>
                </a:lnTo>
                <a:lnTo>
                  <a:pt x="1842305" y="419650"/>
                </a:lnTo>
                <a:lnTo>
                  <a:pt x="1840902" y="419650"/>
                </a:lnTo>
                <a:lnTo>
                  <a:pt x="1839498" y="419650"/>
                </a:lnTo>
                <a:lnTo>
                  <a:pt x="1838095" y="419650"/>
                </a:lnTo>
                <a:lnTo>
                  <a:pt x="1836691" y="419650"/>
                </a:lnTo>
                <a:lnTo>
                  <a:pt x="1835288" y="419650"/>
                </a:lnTo>
                <a:lnTo>
                  <a:pt x="1833876" y="419650"/>
                </a:lnTo>
                <a:lnTo>
                  <a:pt x="1832472" y="419650"/>
                </a:lnTo>
                <a:lnTo>
                  <a:pt x="1831069" y="419650"/>
                </a:lnTo>
                <a:lnTo>
                  <a:pt x="1829665" y="419650"/>
                </a:lnTo>
                <a:lnTo>
                  <a:pt x="1828262" y="419650"/>
                </a:lnTo>
                <a:lnTo>
                  <a:pt x="1826858" y="419650"/>
                </a:lnTo>
                <a:lnTo>
                  <a:pt x="1825455" y="419650"/>
                </a:lnTo>
                <a:lnTo>
                  <a:pt x="1824051" y="419650"/>
                </a:lnTo>
                <a:lnTo>
                  <a:pt x="1822648" y="419650"/>
                </a:lnTo>
                <a:lnTo>
                  <a:pt x="1821244" y="419650"/>
                </a:lnTo>
                <a:lnTo>
                  <a:pt x="1819841" y="419650"/>
                </a:lnTo>
                <a:lnTo>
                  <a:pt x="1818437" y="419650"/>
                </a:lnTo>
                <a:lnTo>
                  <a:pt x="1817034" y="419650"/>
                </a:lnTo>
                <a:lnTo>
                  <a:pt x="1815622" y="419650"/>
                </a:lnTo>
                <a:lnTo>
                  <a:pt x="1814218" y="419650"/>
                </a:lnTo>
                <a:lnTo>
                  <a:pt x="1812815" y="419650"/>
                </a:lnTo>
                <a:lnTo>
                  <a:pt x="1811411" y="419650"/>
                </a:lnTo>
                <a:lnTo>
                  <a:pt x="1810007" y="419650"/>
                </a:lnTo>
                <a:lnTo>
                  <a:pt x="1808604" y="419650"/>
                </a:lnTo>
                <a:lnTo>
                  <a:pt x="1807200" y="419650"/>
                </a:lnTo>
                <a:lnTo>
                  <a:pt x="1805797" y="419650"/>
                </a:lnTo>
                <a:lnTo>
                  <a:pt x="1804393" y="419650"/>
                </a:lnTo>
                <a:lnTo>
                  <a:pt x="1802990" y="419650"/>
                </a:lnTo>
                <a:lnTo>
                  <a:pt x="1801586" y="419650"/>
                </a:lnTo>
                <a:lnTo>
                  <a:pt x="1800183" y="419650"/>
                </a:lnTo>
                <a:lnTo>
                  <a:pt x="1798771" y="419650"/>
                </a:lnTo>
                <a:lnTo>
                  <a:pt x="1797367" y="419650"/>
                </a:lnTo>
                <a:lnTo>
                  <a:pt x="1795964" y="419650"/>
                </a:lnTo>
                <a:lnTo>
                  <a:pt x="1794560" y="419650"/>
                </a:lnTo>
                <a:lnTo>
                  <a:pt x="1793157" y="419650"/>
                </a:lnTo>
                <a:lnTo>
                  <a:pt x="1791753" y="419650"/>
                </a:lnTo>
                <a:lnTo>
                  <a:pt x="1790350" y="419650"/>
                </a:lnTo>
                <a:lnTo>
                  <a:pt x="1788946" y="419650"/>
                </a:lnTo>
                <a:lnTo>
                  <a:pt x="1787543" y="419650"/>
                </a:lnTo>
                <a:lnTo>
                  <a:pt x="1786139" y="419650"/>
                </a:lnTo>
                <a:lnTo>
                  <a:pt x="1784736" y="419650"/>
                </a:lnTo>
                <a:lnTo>
                  <a:pt x="1783332" y="419650"/>
                </a:lnTo>
                <a:lnTo>
                  <a:pt x="1781929" y="419650"/>
                </a:lnTo>
                <a:lnTo>
                  <a:pt x="1780517" y="419650"/>
                </a:lnTo>
                <a:lnTo>
                  <a:pt x="1779113" y="419650"/>
                </a:lnTo>
                <a:lnTo>
                  <a:pt x="1777710" y="419650"/>
                </a:lnTo>
                <a:lnTo>
                  <a:pt x="1776306" y="419650"/>
                </a:lnTo>
                <a:lnTo>
                  <a:pt x="1774903" y="419650"/>
                </a:lnTo>
                <a:lnTo>
                  <a:pt x="1773499" y="419650"/>
                </a:lnTo>
                <a:lnTo>
                  <a:pt x="1772096" y="419650"/>
                </a:lnTo>
                <a:lnTo>
                  <a:pt x="1770692" y="419650"/>
                </a:lnTo>
                <a:lnTo>
                  <a:pt x="1769289" y="419650"/>
                </a:lnTo>
                <a:lnTo>
                  <a:pt x="1767885" y="419650"/>
                </a:lnTo>
                <a:lnTo>
                  <a:pt x="1766481" y="419650"/>
                </a:lnTo>
                <a:lnTo>
                  <a:pt x="1765078" y="419650"/>
                </a:lnTo>
                <a:lnTo>
                  <a:pt x="1763666" y="419650"/>
                </a:lnTo>
                <a:lnTo>
                  <a:pt x="1762262" y="419650"/>
                </a:lnTo>
                <a:lnTo>
                  <a:pt x="1760859" y="419650"/>
                </a:lnTo>
                <a:lnTo>
                  <a:pt x="1759455" y="419650"/>
                </a:lnTo>
                <a:lnTo>
                  <a:pt x="1758052" y="419650"/>
                </a:lnTo>
                <a:lnTo>
                  <a:pt x="1756648" y="419650"/>
                </a:lnTo>
                <a:lnTo>
                  <a:pt x="1755245" y="419650"/>
                </a:lnTo>
                <a:lnTo>
                  <a:pt x="1753841" y="419650"/>
                </a:lnTo>
                <a:lnTo>
                  <a:pt x="1752438" y="419650"/>
                </a:lnTo>
                <a:lnTo>
                  <a:pt x="1751034" y="419650"/>
                </a:lnTo>
                <a:lnTo>
                  <a:pt x="1749631" y="419650"/>
                </a:lnTo>
                <a:lnTo>
                  <a:pt x="1748227" y="419650"/>
                </a:lnTo>
                <a:lnTo>
                  <a:pt x="1746824" y="419650"/>
                </a:lnTo>
                <a:lnTo>
                  <a:pt x="1745412" y="419650"/>
                </a:lnTo>
                <a:lnTo>
                  <a:pt x="1744008" y="419650"/>
                </a:lnTo>
                <a:lnTo>
                  <a:pt x="1742605" y="419650"/>
                </a:lnTo>
                <a:lnTo>
                  <a:pt x="1741201" y="419650"/>
                </a:lnTo>
                <a:lnTo>
                  <a:pt x="1739798" y="419650"/>
                </a:lnTo>
                <a:lnTo>
                  <a:pt x="1738394" y="419650"/>
                </a:lnTo>
                <a:lnTo>
                  <a:pt x="1736991" y="419650"/>
                </a:lnTo>
                <a:lnTo>
                  <a:pt x="1735587" y="419650"/>
                </a:lnTo>
                <a:lnTo>
                  <a:pt x="1734184" y="419650"/>
                </a:lnTo>
                <a:lnTo>
                  <a:pt x="1732780" y="419650"/>
                </a:lnTo>
                <a:lnTo>
                  <a:pt x="1731377" y="419650"/>
                </a:lnTo>
                <a:lnTo>
                  <a:pt x="1729973" y="419650"/>
                </a:lnTo>
                <a:lnTo>
                  <a:pt x="1728561" y="419650"/>
                </a:lnTo>
                <a:lnTo>
                  <a:pt x="1727158" y="419650"/>
                </a:lnTo>
                <a:lnTo>
                  <a:pt x="1725754" y="419650"/>
                </a:lnTo>
                <a:lnTo>
                  <a:pt x="1724351" y="419650"/>
                </a:lnTo>
                <a:lnTo>
                  <a:pt x="1722947" y="419650"/>
                </a:lnTo>
                <a:lnTo>
                  <a:pt x="1721543" y="419650"/>
                </a:lnTo>
                <a:lnTo>
                  <a:pt x="1720140" y="419650"/>
                </a:lnTo>
                <a:lnTo>
                  <a:pt x="1718736" y="419650"/>
                </a:lnTo>
                <a:lnTo>
                  <a:pt x="1717333" y="419650"/>
                </a:lnTo>
                <a:lnTo>
                  <a:pt x="1715929" y="419650"/>
                </a:lnTo>
                <a:lnTo>
                  <a:pt x="1714526" y="419650"/>
                </a:lnTo>
                <a:lnTo>
                  <a:pt x="1713122" y="419650"/>
                </a:lnTo>
                <a:lnTo>
                  <a:pt x="1711719" y="419650"/>
                </a:lnTo>
                <a:lnTo>
                  <a:pt x="1710307" y="419650"/>
                </a:lnTo>
                <a:lnTo>
                  <a:pt x="1708903" y="419650"/>
                </a:lnTo>
                <a:lnTo>
                  <a:pt x="1707500" y="419650"/>
                </a:lnTo>
                <a:lnTo>
                  <a:pt x="1706096" y="419650"/>
                </a:lnTo>
                <a:lnTo>
                  <a:pt x="1704693" y="419650"/>
                </a:lnTo>
                <a:lnTo>
                  <a:pt x="1703289" y="419650"/>
                </a:lnTo>
                <a:lnTo>
                  <a:pt x="1701886" y="419650"/>
                </a:lnTo>
                <a:lnTo>
                  <a:pt x="1700482" y="419650"/>
                </a:lnTo>
                <a:lnTo>
                  <a:pt x="1699079" y="419650"/>
                </a:lnTo>
                <a:lnTo>
                  <a:pt x="1697675" y="419650"/>
                </a:lnTo>
                <a:lnTo>
                  <a:pt x="1696272" y="419650"/>
                </a:lnTo>
                <a:lnTo>
                  <a:pt x="1694868" y="419650"/>
                </a:lnTo>
                <a:lnTo>
                  <a:pt x="1693456" y="419650"/>
                </a:lnTo>
                <a:lnTo>
                  <a:pt x="1692053" y="419650"/>
                </a:lnTo>
                <a:lnTo>
                  <a:pt x="1690649" y="419650"/>
                </a:lnTo>
                <a:lnTo>
                  <a:pt x="1689246" y="419650"/>
                </a:lnTo>
                <a:lnTo>
                  <a:pt x="1687842" y="419650"/>
                </a:lnTo>
                <a:lnTo>
                  <a:pt x="1686439" y="419650"/>
                </a:lnTo>
                <a:lnTo>
                  <a:pt x="1685035" y="419650"/>
                </a:lnTo>
                <a:lnTo>
                  <a:pt x="1683632" y="419650"/>
                </a:lnTo>
                <a:lnTo>
                  <a:pt x="1682228" y="419650"/>
                </a:lnTo>
                <a:lnTo>
                  <a:pt x="1680825" y="419650"/>
                </a:lnTo>
                <a:lnTo>
                  <a:pt x="1679421" y="419650"/>
                </a:lnTo>
                <a:lnTo>
                  <a:pt x="1678017" y="419650"/>
                </a:lnTo>
                <a:lnTo>
                  <a:pt x="1676614" y="419650"/>
                </a:lnTo>
                <a:lnTo>
                  <a:pt x="1675202" y="419650"/>
                </a:lnTo>
                <a:lnTo>
                  <a:pt x="1673798" y="419650"/>
                </a:lnTo>
                <a:lnTo>
                  <a:pt x="1672395" y="419650"/>
                </a:lnTo>
                <a:lnTo>
                  <a:pt x="1670991" y="419650"/>
                </a:lnTo>
                <a:lnTo>
                  <a:pt x="1669588" y="419650"/>
                </a:lnTo>
                <a:lnTo>
                  <a:pt x="1668184" y="419650"/>
                </a:lnTo>
                <a:lnTo>
                  <a:pt x="1666781" y="419650"/>
                </a:lnTo>
                <a:lnTo>
                  <a:pt x="1665377" y="419650"/>
                </a:lnTo>
                <a:lnTo>
                  <a:pt x="1663974" y="419650"/>
                </a:lnTo>
                <a:lnTo>
                  <a:pt x="1662570" y="419650"/>
                </a:lnTo>
                <a:lnTo>
                  <a:pt x="1661167" y="419650"/>
                </a:lnTo>
                <a:lnTo>
                  <a:pt x="1659763" y="419650"/>
                </a:lnTo>
                <a:lnTo>
                  <a:pt x="1658351" y="419650"/>
                </a:lnTo>
                <a:lnTo>
                  <a:pt x="1656948" y="419650"/>
                </a:lnTo>
                <a:lnTo>
                  <a:pt x="1655544" y="419650"/>
                </a:lnTo>
                <a:lnTo>
                  <a:pt x="1654141" y="419650"/>
                </a:lnTo>
                <a:lnTo>
                  <a:pt x="1652737" y="419650"/>
                </a:lnTo>
                <a:lnTo>
                  <a:pt x="1651334" y="419650"/>
                </a:lnTo>
                <a:lnTo>
                  <a:pt x="1649930" y="419650"/>
                </a:lnTo>
                <a:lnTo>
                  <a:pt x="1648527" y="419650"/>
                </a:lnTo>
                <a:lnTo>
                  <a:pt x="1647123" y="419650"/>
                </a:lnTo>
                <a:lnTo>
                  <a:pt x="1645720" y="419650"/>
                </a:lnTo>
                <a:lnTo>
                  <a:pt x="1644316" y="419650"/>
                </a:lnTo>
                <a:lnTo>
                  <a:pt x="1642913" y="419650"/>
                </a:lnTo>
                <a:lnTo>
                  <a:pt x="1641509" y="419650"/>
                </a:lnTo>
                <a:lnTo>
                  <a:pt x="1640097" y="419650"/>
                </a:lnTo>
                <a:lnTo>
                  <a:pt x="1638694" y="419650"/>
                </a:lnTo>
                <a:lnTo>
                  <a:pt x="1637290" y="419650"/>
                </a:lnTo>
                <a:lnTo>
                  <a:pt x="1635887" y="419650"/>
                </a:lnTo>
                <a:lnTo>
                  <a:pt x="1634483" y="419650"/>
                </a:lnTo>
                <a:lnTo>
                  <a:pt x="1633079" y="419650"/>
                </a:lnTo>
                <a:lnTo>
                  <a:pt x="1631676" y="419650"/>
                </a:lnTo>
                <a:lnTo>
                  <a:pt x="1630272" y="419650"/>
                </a:lnTo>
                <a:lnTo>
                  <a:pt x="1628869" y="419650"/>
                </a:lnTo>
                <a:lnTo>
                  <a:pt x="1627465" y="419650"/>
                </a:lnTo>
                <a:lnTo>
                  <a:pt x="1626062" y="419650"/>
                </a:lnTo>
                <a:lnTo>
                  <a:pt x="1624658" y="419650"/>
                </a:lnTo>
                <a:lnTo>
                  <a:pt x="1623246" y="419650"/>
                </a:lnTo>
                <a:lnTo>
                  <a:pt x="1621843" y="419650"/>
                </a:lnTo>
                <a:lnTo>
                  <a:pt x="1620439" y="419650"/>
                </a:lnTo>
                <a:lnTo>
                  <a:pt x="1619036" y="419650"/>
                </a:lnTo>
                <a:lnTo>
                  <a:pt x="1617632" y="419650"/>
                </a:lnTo>
                <a:lnTo>
                  <a:pt x="1616229" y="419650"/>
                </a:lnTo>
                <a:lnTo>
                  <a:pt x="1614825" y="419650"/>
                </a:lnTo>
                <a:lnTo>
                  <a:pt x="1613422" y="419650"/>
                </a:lnTo>
                <a:lnTo>
                  <a:pt x="1612018" y="419650"/>
                </a:lnTo>
                <a:lnTo>
                  <a:pt x="1610615" y="419650"/>
                </a:lnTo>
                <a:lnTo>
                  <a:pt x="1609211" y="419650"/>
                </a:lnTo>
                <a:lnTo>
                  <a:pt x="1607808" y="419650"/>
                </a:lnTo>
                <a:lnTo>
                  <a:pt x="1606404" y="419650"/>
                </a:lnTo>
                <a:lnTo>
                  <a:pt x="1604992" y="419650"/>
                </a:lnTo>
                <a:lnTo>
                  <a:pt x="1603589" y="419650"/>
                </a:lnTo>
                <a:lnTo>
                  <a:pt x="1602185" y="419650"/>
                </a:lnTo>
                <a:lnTo>
                  <a:pt x="1600782" y="419650"/>
                </a:lnTo>
                <a:lnTo>
                  <a:pt x="1599378" y="419650"/>
                </a:lnTo>
                <a:lnTo>
                  <a:pt x="1597975" y="419650"/>
                </a:lnTo>
                <a:lnTo>
                  <a:pt x="1596571" y="419650"/>
                </a:lnTo>
                <a:lnTo>
                  <a:pt x="1595168" y="419650"/>
                </a:lnTo>
                <a:lnTo>
                  <a:pt x="1593764" y="419650"/>
                </a:lnTo>
                <a:lnTo>
                  <a:pt x="1592361" y="419650"/>
                </a:lnTo>
                <a:lnTo>
                  <a:pt x="1590957" y="419650"/>
                </a:lnTo>
                <a:lnTo>
                  <a:pt x="1589553" y="419650"/>
                </a:lnTo>
                <a:lnTo>
                  <a:pt x="1588141" y="419650"/>
                </a:lnTo>
                <a:lnTo>
                  <a:pt x="1586738" y="419650"/>
                </a:lnTo>
                <a:lnTo>
                  <a:pt x="1585334" y="419650"/>
                </a:lnTo>
                <a:lnTo>
                  <a:pt x="1583931" y="419650"/>
                </a:lnTo>
                <a:lnTo>
                  <a:pt x="1582527" y="419650"/>
                </a:lnTo>
                <a:lnTo>
                  <a:pt x="1581124" y="419650"/>
                </a:lnTo>
                <a:lnTo>
                  <a:pt x="1579720" y="419650"/>
                </a:lnTo>
                <a:lnTo>
                  <a:pt x="1578317" y="419650"/>
                </a:lnTo>
                <a:lnTo>
                  <a:pt x="1576913" y="419650"/>
                </a:lnTo>
                <a:lnTo>
                  <a:pt x="1575510" y="419650"/>
                </a:lnTo>
                <a:lnTo>
                  <a:pt x="1574106" y="419650"/>
                </a:lnTo>
                <a:lnTo>
                  <a:pt x="1572703" y="419650"/>
                </a:lnTo>
                <a:lnTo>
                  <a:pt x="1571299" y="419650"/>
                </a:lnTo>
                <a:lnTo>
                  <a:pt x="1569887" y="419650"/>
                </a:lnTo>
                <a:lnTo>
                  <a:pt x="1568484" y="419650"/>
                </a:lnTo>
                <a:lnTo>
                  <a:pt x="1567080" y="419650"/>
                </a:lnTo>
                <a:lnTo>
                  <a:pt x="1565677" y="419650"/>
                </a:lnTo>
                <a:lnTo>
                  <a:pt x="1564273" y="419650"/>
                </a:lnTo>
                <a:lnTo>
                  <a:pt x="1562870" y="419650"/>
                </a:lnTo>
                <a:lnTo>
                  <a:pt x="1561466" y="419650"/>
                </a:lnTo>
                <a:lnTo>
                  <a:pt x="1560063" y="419650"/>
                </a:lnTo>
                <a:lnTo>
                  <a:pt x="1558659" y="419650"/>
                </a:lnTo>
                <a:lnTo>
                  <a:pt x="1557256" y="419650"/>
                </a:lnTo>
                <a:lnTo>
                  <a:pt x="1555852" y="419650"/>
                </a:lnTo>
                <a:lnTo>
                  <a:pt x="1554449" y="419650"/>
                </a:lnTo>
                <a:lnTo>
                  <a:pt x="1553037" y="419650"/>
                </a:lnTo>
                <a:lnTo>
                  <a:pt x="1551633" y="419650"/>
                </a:lnTo>
                <a:lnTo>
                  <a:pt x="1550230" y="419650"/>
                </a:lnTo>
                <a:lnTo>
                  <a:pt x="1548826" y="419650"/>
                </a:lnTo>
                <a:lnTo>
                  <a:pt x="1547423" y="419650"/>
                </a:lnTo>
                <a:lnTo>
                  <a:pt x="1546019" y="419650"/>
                </a:lnTo>
                <a:lnTo>
                  <a:pt x="1544615" y="419650"/>
                </a:lnTo>
                <a:lnTo>
                  <a:pt x="1543212" y="419650"/>
                </a:lnTo>
                <a:lnTo>
                  <a:pt x="1541808" y="419650"/>
                </a:lnTo>
                <a:lnTo>
                  <a:pt x="1540405" y="419650"/>
                </a:lnTo>
                <a:lnTo>
                  <a:pt x="1539001" y="419650"/>
                </a:lnTo>
                <a:lnTo>
                  <a:pt x="1537598" y="419650"/>
                </a:lnTo>
                <a:lnTo>
                  <a:pt x="1536194" y="419650"/>
                </a:lnTo>
                <a:lnTo>
                  <a:pt x="1534782" y="419650"/>
                </a:lnTo>
                <a:lnTo>
                  <a:pt x="1533379" y="419650"/>
                </a:lnTo>
                <a:lnTo>
                  <a:pt x="1531975" y="419650"/>
                </a:lnTo>
                <a:lnTo>
                  <a:pt x="1530572" y="419650"/>
                </a:lnTo>
                <a:lnTo>
                  <a:pt x="1529168" y="419650"/>
                </a:lnTo>
                <a:lnTo>
                  <a:pt x="1527765" y="419650"/>
                </a:lnTo>
                <a:lnTo>
                  <a:pt x="1526361" y="419650"/>
                </a:lnTo>
                <a:lnTo>
                  <a:pt x="1524958" y="419650"/>
                </a:lnTo>
                <a:lnTo>
                  <a:pt x="1523554" y="419650"/>
                </a:lnTo>
                <a:lnTo>
                  <a:pt x="1522151" y="419650"/>
                </a:lnTo>
                <a:lnTo>
                  <a:pt x="1520747" y="419650"/>
                </a:lnTo>
                <a:lnTo>
                  <a:pt x="1519344" y="419650"/>
                </a:lnTo>
                <a:lnTo>
                  <a:pt x="1517932" y="419650"/>
                </a:lnTo>
                <a:lnTo>
                  <a:pt x="1516528" y="419650"/>
                </a:lnTo>
                <a:lnTo>
                  <a:pt x="1515125" y="419650"/>
                </a:lnTo>
                <a:lnTo>
                  <a:pt x="1513721" y="419650"/>
                </a:lnTo>
                <a:lnTo>
                  <a:pt x="1512318" y="419650"/>
                </a:lnTo>
                <a:lnTo>
                  <a:pt x="1510914" y="419650"/>
                </a:lnTo>
                <a:lnTo>
                  <a:pt x="1509511" y="419650"/>
                </a:lnTo>
                <a:lnTo>
                  <a:pt x="1508107" y="419650"/>
                </a:lnTo>
                <a:lnTo>
                  <a:pt x="1506704" y="419650"/>
                </a:lnTo>
                <a:lnTo>
                  <a:pt x="1505300" y="419650"/>
                </a:lnTo>
                <a:lnTo>
                  <a:pt x="1503897" y="419650"/>
                </a:lnTo>
                <a:lnTo>
                  <a:pt x="1502493" y="419650"/>
                </a:lnTo>
                <a:lnTo>
                  <a:pt x="1501089" y="419650"/>
                </a:lnTo>
                <a:lnTo>
                  <a:pt x="1499677" y="419650"/>
                </a:lnTo>
                <a:lnTo>
                  <a:pt x="1498274" y="419650"/>
                </a:lnTo>
                <a:lnTo>
                  <a:pt x="1496870" y="419650"/>
                </a:lnTo>
                <a:lnTo>
                  <a:pt x="1495467" y="419650"/>
                </a:lnTo>
                <a:lnTo>
                  <a:pt x="1494063" y="419650"/>
                </a:lnTo>
                <a:lnTo>
                  <a:pt x="1492660" y="419650"/>
                </a:lnTo>
                <a:lnTo>
                  <a:pt x="1491256" y="419650"/>
                </a:lnTo>
                <a:lnTo>
                  <a:pt x="1489853" y="419650"/>
                </a:lnTo>
                <a:lnTo>
                  <a:pt x="1488449" y="419650"/>
                </a:lnTo>
                <a:lnTo>
                  <a:pt x="1487046" y="419650"/>
                </a:lnTo>
                <a:lnTo>
                  <a:pt x="1485642" y="419650"/>
                </a:lnTo>
                <a:lnTo>
                  <a:pt x="1484239" y="419650"/>
                </a:lnTo>
                <a:lnTo>
                  <a:pt x="1482827" y="419650"/>
                </a:lnTo>
                <a:lnTo>
                  <a:pt x="1481423" y="419650"/>
                </a:lnTo>
                <a:lnTo>
                  <a:pt x="1480020" y="419650"/>
                </a:lnTo>
                <a:lnTo>
                  <a:pt x="1478616" y="419650"/>
                </a:lnTo>
                <a:lnTo>
                  <a:pt x="1477213" y="419650"/>
                </a:lnTo>
                <a:lnTo>
                  <a:pt x="1475809" y="419650"/>
                </a:lnTo>
                <a:lnTo>
                  <a:pt x="1474406" y="419650"/>
                </a:lnTo>
                <a:lnTo>
                  <a:pt x="1473002" y="419650"/>
                </a:lnTo>
                <a:lnTo>
                  <a:pt x="1471599" y="419650"/>
                </a:lnTo>
                <a:lnTo>
                  <a:pt x="1470195" y="419650"/>
                </a:lnTo>
                <a:lnTo>
                  <a:pt x="1468792" y="419650"/>
                </a:lnTo>
                <a:lnTo>
                  <a:pt x="1467388" y="419650"/>
                </a:lnTo>
                <a:lnTo>
                  <a:pt x="1465985" y="419650"/>
                </a:lnTo>
                <a:lnTo>
                  <a:pt x="1464573" y="419650"/>
                </a:lnTo>
                <a:lnTo>
                  <a:pt x="1463169" y="419650"/>
                </a:lnTo>
                <a:lnTo>
                  <a:pt x="1461766" y="419650"/>
                </a:lnTo>
                <a:lnTo>
                  <a:pt x="1460362" y="419650"/>
                </a:lnTo>
                <a:lnTo>
                  <a:pt x="1458959" y="419650"/>
                </a:lnTo>
                <a:lnTo>
                  <a:pt x="1457555" y="419650"/>
                </a:lnTo>
                <a:lnTo>
                  <a:pt x="1456151" y="419650"/>
                </a:lnTo>
                <a:lnTo>
                  <a:pt x="1454748" y="419650"/>
                </a:lnTo>
                <a:lnTo>
                  <a:pt x="1453344" y="419650"/>
                </a:lnTo>
                <a:lnTo>
                  <a:pt x="1451941" y="419650"/>
                </a:lnTo>
                <a:lnTo>
                  <a:pt x="1450537" y="419650"/>
                </a:lnTo>
                <a:lnTo>
                  <a:pt x="1449134" y="419650"/>
                </a:lnTo>
                <a:lnTo>
                  <a:pt x="1447722" y="419650"/>
                </a:lnTo>
                <a:lnTo>
                  <a:pt x="1446318" y="419650"/>
                </a:lnTo>
                <a:lnTo>
                  <a:pt x="1444915" y="419650"/>
                </a:lnTo>
                <a:lnTo>
                  <a:pt x="1443511" y="419650"/>
                </a:lnTo>
                <a:lnTo>
                  <a:pt x="1442108" y="419650"/>
                </a:lnTo>
                <a:lnTo>
                  <a:pt x="1440704" y="419650"/>
                </a:lnTo>
                <a:lnTo>
                  <a:pt x="1439301" y="419650"/>
                </a:lnTo>
                <a:lnTo>
                  <a:pt x="1437897" y="419650"/>
                </a:lnTo>
                <a:lnTo>
                  <a:pt x="1436494" y="419650"/>
                </a:lnTo>
                <a:lnTo>
                  <a:pt x="1435090" y="419650"/>
                </a:lnTo>
                <a:lnTo>
                  <a:pt x="1433687" y="419650"/>
                </a:lnTo>
                <a:lnTo>
                  <a:pt x="1432283" y="419650"/>
                </a:lnTo>
                <a:lnTo>
                  <a:pt x="1430880" y="419650"/>
                </a:lnTo>
                <a:lnTo>
                  <a:pt x="1429468" y="419650"/>
                </a:lnTo>
                <a:lnTo>
                  <a:pt x="1428064" y="419650"/>
                </a:lnTo>
                <a:lnTo>
                  <a:pt x="1426661" y="419650"/>
                </a:lnTo>
                <a:lnTo>
                  <a:pt x="1425257" y="419650"/>
                </a:lnTo>
                <a:lnTo>
                  <a:pt x="1423854" y="419650"/>
                </a:lnTo>
                <a:lnTo>
                  <a:pt x="1422450" y="419650"/>
                </a:lnTo>
                <a:lnTo>
                  <a:pt x="1421047" y="419650"/>
                </a:lnTo>
                <a:lnTo>
                  <a:pt x="1419643" y="419650"/>
                </a:lnTo>
                <a:lnTo>
                  <a:pt x="1418240" y="419650"/>
                </a:lnTo>
                <a:lnTo>
                  <a:pt x="1416836" y="419650"/>
                </a:lnTo>
                <a:lnTo>
                  <a:pt x="1415433" y="419650"/>
                </a:lnTo>
                <a:lnTo>
                  <a:pt x="1414029" y="419650"/>
                </a:lnTo>
                <a:lnTo>
                  <a:pt x="1412617" y="419650"/>
                </a:lnTo>
                <a:lnTo>
                  <a:pt x="1411213" y="419650"/>
                </a:lnTo>
                <a:lnTo>
                  <a:pt x="1409810" y="419650"/>
                </a:lnTo>
                <a:lnTo>
                  <a:pt x="1408406" y="419650"/>
                </a:lnTo>
                <a:lnTo>
                  <a:pt x="1407003" y="419650"/>
                </a:lnTo>
                <a:lnTo>
                  <a:pt x="1405599" y="419650"/>
                </a:lnTo>
                <a:lnTo>
                  <a:pt x="1404196" y="419650"/>
                </a:lnTo>
                <a:lnTo>
                  <a:pt x="1402792" y="419650"/>
                </a:lnTo>
                <a:lnTo>
                  <a:pt x="1401389" y="419650"/>
                </a:lnTo>
                <a:lnTo>
                  <a:pt x="1399985" y="419650"/>
                </a:lnTo>
                <a:lnTo>
                  <a:pt x="1398582" y="419650"/>
                </a:lnTo>
                <a:lnTo>
                  <a:pt x="1397178" y="419650"/>
                </a:lnTo>
                <a:lnTo>
                  <a:pt x="1395775" y="419650"/>
                </a:lnTo>
                <a:lnTo>
                  <a:pt x="1394363" y="419650"/>
                </a:lnTo>
                <a:lnTo>
                  <a:pt x="1392959" y="419650"/>
                </a:lnTo>
                <a:lnTo>
                  <a:pt x="1391556" y="419650"/>
                </a:lnTo>
                <a:lnTo>
                  <a:pt x="1390152" y="419650"/>
                </a:lnTo>
                <a:lnTo>
                  <a:pt x="1388749" y="419650"/>
                </a:lnTo>
                <a:lnTo>
                  <a:pt x="1387345" y="419650"/>
                </a:lnTo>
                <a:lnTo>
                  <a:pt x="1385942" y="419650"/>
                </a:lnTo>
                <a:lnTo>
                  <a:pt x="1384538" y="419650"/>
                </a:lnTo>
                <a:lnTo>
                  <a:pt x="1383135" y="419650"/>
                </a:lnTo>
                <a:lnTo>
                  <a:pt x="1381731" y="419650"/>
                </a:lnTo>
                <a:lnTo>
                  <a:pt x="1380328" y="419650"/>
                </a:lnTo>
                <a:lnTo>
                  <a:pt x="1378924" y="419650"/>
                </a:lnTo>
                <a:lnTo>
                  <a:pt x="1377512" y="419650"/>
                </a:lnTo>
                <a:lnTo>
                  <a:pt x="1376109" y="419650"/>
                </a:lnTo>
                <a:lnTo>
                  <a:pt x="1374705" y="419650"/>
                </a:lnTo>
                <a:lnTo>
                  <a:pt x="1373302" y="419650"/>
                </a:lnTo>
                <a:lnTo>
                  <a:pt x="1371898" y="419650"/>
                </a:lnTo>
                <a:lnTo>
                  <a:pt x="1370495" y="419650"/>
                </a:lnTo>
                <a:lnTo>
                  <a:pt x="1369091" y="419650"/>
                </a:lnTo>
                <a:lnTo>
                  <a:pt x="1367687" y="419650"/>
                </a:lnTo>
                <a:lnTo>
                  <a:pt x="1366284" y="419650"/>
                </a:lnTo>
                <a:lnTo>
                  <a:pt x="1364880" y="419650"/>
                </a:lnTo>
                <a:lnTo>
                  <a:pt x="1363477" y="419650"/>
                </a:lnTo>
                <a:lnTo>
                  <a:pt x="1362073" y="419650"/>
                </a:lnTo>
                <a:lnTo>
                  <a:pt x="1360670" y="419650"/>
                </a:lnTo>
                <a:lnTo>
                  <a:pt x="1359258" y="419650"/>
                </a:lnTo>
                <a:lnTo>
                  <a:pt x="1357854" y="419650"/>
                </a:lnTo>
                <a:lnTo>
                  <a:pt x="1356451" y="419650"/>
                </a:lnTo>
                <a:lnTo>
                  <a:pt x="1355047" y="419650"/>
                </a:lnTo>
                <a:lnTo>
                  <a:pt x="1353644" y="419650"/>
                </a:lnTo>
                <a:lnTo>
                  <a:pt x="1352240" y="419650"/>
                </a:lnTo>
                <a:lnTo>
                  <a:pt x="1350837" y="419650"/>
                </a:lnTo>
                <a:lnTo>
                  <a:pt x="1349433" y="419650"/>
                </a:lnTo>
                <a:lnTo>
                  <a:pt x="1348030" y="419650"/>
                </a:lnTo>
                <a:lnTo>
                  <a:pt x="1346626" y="419650"/>
                </a:lnTo>
                <a:lnTo>
                  <a:pt x="1345223" y="419650"/>
                </a:lnTo>
                <a:lnTo>
                  <a:pt x="1343819" y="419650"/>
                </a:lnTo>
                <a:lnTo>
                  <a:pt x="1342407" y="419650"/>
                </a:lnTo>
                <a:lnTo>
                  <a:pt x="1341004" y="419650"/>
                </a:lnTo>
                <a:lnTo>
                  <a:pt x="1339600" y="419650"/>
                </a:lnTo>
                <a:lnTo>
                  <a:pt x="1338197" y="419650"/>
                </a:lnTo>
                <a:lnTo>
                  <a:pt x="1336793" y="419650"/>
                </a:lnTo>
                <a:lnTo>
                  <a:pt x="1335390" y="419650"/>
                </a:lnTo>
                <a:lnTo>
                  <a:pt x="1333986" y="419650"/>
                </a:lnTo>
                <a:lnTo>
                  <a:pt x="1332583" y="419650"/>
                </a:lnTo>
                <a:lnTo>
                  <a:pt x="1331179" y="419650"/>
                </a:lnTo>
                <a:lnTo>
                  <a:pt x="1329776" y="419650"/>
                </a:lnTo>
                <a:lnTo>
                  <a:pt x="1328372" y="419650"/>
                </a:lnTo>
                <a:lnTo>
                  <a:pt x="1326969" y="419650"/>
                </a:lnTo>
                <a:lnTo>
                  <a:pt x="1325565" y="419650"/>
                </a:lnTo>
                <a:lnTo>
                  <a:pt x="1324153" y="419650"/>
                </a:lnTo>
                <a:lnTo>
                  <a:pt x="1322749" y="419650"/>
                </a:lnTo>
                <a:lnTo>
                  <a:pt x="1321346" y="419650"/>
                </a:lnTo>
                <a:lnTo>
                  <a:pt x="1319942" y="419650"/>
                </a:lnTo>
                <a:lnTo>
                  <a:pt x="1318539" y="419650"/>
                </a:lnTo>
                <a:lnTo>
                  <a:pt x="1317135" y="419650"/>
                </a:lnTo>
                <a:lnTo>
                  <a:pt x="1315732" y="419650"/>
                </a:lnTo>
                <a:lnTo>
                  <a:pt x="1314328" y="419650"/>
                </a:lnTo>
                <a:lnTo>
                  <a:pt x="1312925" y="419650"/>
                </a:lnTo>
                <a:lnTo>
                  <a:pt x="1311521" y="419650"/>
                </a:lnTo>
                <a:lnTo>
                  <a:pt x="1310118" y="419650"/>
                </a:lnTo>
                <a:lnTo>
                  <a:pt x="1308714" y="419650"/>
                </a:lnTo>
                <a:lnTo>
                  <a:pt x="1307302" y="419650"/>
                </a:lnTo>
                <a:lnTo>
                  <a:pt x="1305899" y="419650"/>
                </a:lnTo>
                <a:lnTo>
                  <a:pt x="1304495" y="419650"/>
                </a:lnTo>
                <a:lnTo>
                  <a:pt x="1303092" y="419650"/>
                </a:lnTo>
                <a:lnTo>
                  <a:pt x="1301688" y="419650"/>
                </a:lnTo>
                <a:lnTo>
                  <a:pt x="1300285" y="419650"/>
                </a:lnTo>
                <a:lnTo>
                  <a:pt x="1298881" y="419650"/>
                </a:lnTo>
                <a:lnTo>
                  <a:pt x="1297478" y="419650"/>
                </a:lnTo>
                <a:lnTo>
                  <a:pt x="1296074" y="419650"/>
                </a:lnTo>
                <a:lnTo>
                  <a:pt x="1294671" y="419650"/>
                </a:lnTo>
                <a:lnTo>
                  <a:pt x="1293267" y="419650"/>
                </a:lnTo>
                <a:lnTo>
                  <a:pt x="1291864" y="419650"/>
                </a:lnTo>
                <a:lnTo>
                  <a:pt x="1290460" y="419650"/>
                </a:lnTo>
                <a:lnTo>
                  <a:pt x="1289048" y="419650"/>
                </a:lnTo>
                <a:lnTo>
                  <a:pt x="1287645" y="419650"/>
                </a:lnTo>
                <a:lnTo>
                  <a:pt x="1286241" y="419650"/>
                </a:lnTo>
                <a:lnTo>
                  <a:pt x="1284838" y="419650"/>
                </a:lnTo>
                <a:lnTo>
                  <a:pt x="1283434" y="419650"/>
                </a:lnTo>
                <a:lnTo>
                  <a:pt x="1282031" y="419650"/>
                </a:lnTo>
                <a:lnTo>
                  <a:pt x="1280627" y="419650"/>
                </a:lnTo>
                <a:lnTo>
                  <a:pt x="1279223" y="419650"/>
                </a:lnTo>
                <a:lnTo>
                  <a:pt x="1277820" y="419650"/>
                </a:lnTo>
                <a:lnTo>
                  <a:pt x="1276416" y="419650"/>
                </a:lnTo>
                <a:lnTo>
                  <a:pt x="1275013" y="419650"/>
                </a:lnTo>
                <a:lnTo>
                  <a:pt x="1273609" y="419650"/>
                </a:lnTo>
                <a:lnTo>
                  <a:pt x="1272197" y="419650"/>
                </a:lnTo>
                <a:lnTo>
                  <a:pt x="1270794" y="419650"/>
                </a:lnTo>
                <a:lnTo>
                  <a:pt x="1269390" y="419650"/>
                </a:lnTo>
                <a:lnTo>
                  <a:pt x="1267987" y="419650"/>
                </a:lnTo>
                <a:lnTo>
                  <a:pt x="1266583" y="419650"/>
                </a:lnTo>
                <a:lnTo>
                  <a:pt x="1265180" y="419650"/>
                </a:lnTo>
                <a:lnTo>
                  <a:pt x="1263776" y="419650"/>
                </a:lnTo>
                <a:lnTo>
                  <a:pt x="1262373" y="419650"/>
                </a:lnTo>
                <a:lnTo>
                  <a:pt x="1260969" y="419650"/>
                </a:lnTo>
                <a:lnTo>
                  <a:pt x="1259566" y="419650"/>
                </a:lnTo>
                <a:lnTo>
                  <a:pt x="1258162" y="419650"/>
                </a:lnTo>
                <a:lnTo>
                  <a:pt x="1256759" y="419650"/>
                </a:lnTo>
                <a:lnTo>
                  <a:pt x="1255355" y="419650"/>
                </a:lnTo>
                <a:lnTo>
                  <a:pt x="1253943" y="419650"/>
                </a:lnTo>
                <a:lnTo>
                  <a:pt x="1252540" y="419650"/>
                </a:lnTo>
                <a:lnTo>
                  <a:pt x="1251136" y="419650"/>
                </a:lnTo>
                <a:lnTo>
                  <a:pt x="1249733" y="419650"/>
                </a:lnTo>
                <a:lnTo>
                  <a:pt x="1248329" y="419650"/>
                </a:lnTo>
                <a:lnTo>
                  <a:pt x="1246926" y="419650"/>
                </a:lnTo>
                <a:lnTo>
                  <a:pt x="1245522" y="419650"/>
                </a:lnTo>
                <a:lnTo>
                  <a:pt x="1244119" y="419650"/>
                </a:lnTo>
                <a:lnTo>
                  <a:pt x="1242715" y="419650"/>
                </a:lnTo>
                <a:lnTo>
                  <a:pt x="1241312" y="419650"/>
                </a:lnTo>
                <a:lnTo>
                  <a:pt x="1239908" y="419650"/>
                </a:lnTo>
                <a:lnTo>
                  <a:pt x="1238504" y="419650"/>
                </a:lnTo>
                <a:lnTo>
                  <a:pt x="1237093" y="419650"/>
                </a:lnTo>
                <a:lnTo>
                  <a:pt x="1235689" y="419650"/>
                </a:lnTo>
                <a:lnTo>
                  <a:pt x="1234285" y="419650"/>
                </a:lnTo>
                <a:lnTo>
                  <a:pt x="1232882" y="419650"/>
                </a:lnTo>
                <a:lnTo>
                  <a:pt x="1231478" y="419650"/>
                </a:lnTo>
                <a:lnTo>
                  <a:pt x="1230075" y="419650"/>
                </a:lnTo>
                <a:lnTo>
                  <a:pt x="1228671" y="419650"/>
                </a:lnTo>
                <a:lnTo>
                  <a:pt x="1227268" y="419650"/>
                </a:lnTo>
                <a:lnTo>
                  <a:pt x="1225864" y="419650"/>
                </a:lnTo>
                <a:lnTo>
                  <a:pt x="1224461" y="419650"/>
                </a:lnTo>
                <a:lnTo>
                  <a:pt x="1223057" y="419650"/>
                </a:lnTo>
                <a:lnTo>
                  <a:pt x="1221654" y="419650"/>
                </a:lnTo>
                <a:lnTo>
                  <a:pt x="1220250" y="419650"/>
                </a:lnTo>
                <a:lnTo>
                  <a:pt x="1218838" y="419650"/>
                </a:lnTo>
                <a:lnTo>
                  <a:pt x="1217435" y="419650"/>
                </a:lnTo>
                <a:lnTo>
                  <a:pt x="1216031" y="419650"/>
                </a:lnTo>
                <a:lnTo>
                  <a:pt x="1214628" y="419650"/>
                </a:lnTo>
                <a:lnTo>
                  <a:pt x="1213224" y="419650"/>
                </a:lnTo>
                <a:lnTo>
                  <a:pt x="1211821" y="419650"/>
                </a:lnTo>
                <a:lnTo>
                  <a:pt x="1210417" y="419650"/>
                </a:lnTo>
                <a:lnTo>
                  <a:pt x="1209014" y="419650"/>
                </a:lnTo>
                <a:lnTo>
                  <a:pt x="1207610" y="419650"/>
                </a:lnTo>
                <a:lnTo>
                  <a:pt x="1206207" y="419650"/>
                </a:lnTo>
                <a:lnTo>
                  <a:pt x="1204803" y="419650"/>
                </a:lnTo>
                <a:lnTo>
                  <a:pt x="1203400" y="419650"/>
                </a:lnTo>
                <a:lnTo>
                  <a:pt x="1201988" y="419650"/>
                </a:lnTo>
                <a:lnTo>
                  <a:pt x="1200584" y="419650"/>
                </a:lnTo>
                <a:lnTo>
                  <a:pt x="1199181" y="419650"/>
                </a:lnTo>
                <a:lnTo>
                  <a:pt x="1197777" y="419650"/>
                </a:lnTo>
                <a:lnTo>
                  <a:pt x="1196374" y="419650"/>
                </a:lnTo>
                <a:lnTo>
                  <a:pt x="1194970" y="419650"/>
                </a:lnTo>
                <a:lnTo>
                  <a:pt x="1193567" y="419650"/>
                </a:lnTo>
                <a:lnTo>
                  <a:pt x="1192163" y="419650"/>
                </a:lnTo>
                <a:lnTo>
                  <a:pt x="1190759" y="419650"/>
                </a:lnTo>
                <a:lnTo>
                  <a:pt x="1189356" y="419650"/>
                </a:lnTo>
                <a:lnTo>
                  <a:pt x="1187952" y="419650"/>
                </a:lnTo>
                <a:lnTo>
                  <a:pt x="1186549" y="419650"/>
                </a:lnTo>
                <a:lnTo>
                  <a:pt x="1185145" y="419650"/>
                </a:lnTo>
                <a:lnTo>
                  <a:pt x="1183733" y="419650"/>
                </a:lnTo>
                <a:lnTo>
                  <a:pt x="1182330" y="419650"/>
                </a:lnTo>
                <a:lnTo>
                  <a:pt x="1180926" y="419650"/>
                </a:lnTo>
                <a:lnTo>
                  <a:pt x="1179523" y="419650"/>
                </a:lnTo>
                <a:lnTo>
                  <a:pt x="1178119" y="419650"/>
                </a:lnTo>
                <a:lnTo>
                  <a:pt x="1176716" y="419650"/>
                </a:lnTo>
                <a:lnTo>
                  <a:pt x="1175312" y="419650"/>
                </a:lnTo>
                <a:lnTo>
                  <a:pt x="1173909" y="419650"/>
                </a:lnTo>
                <a:lnTo>
                  <a:pt x="1172505" y="419650"/>
                </a:lnTo>
                <a:lnTo>
                  <a:pt x="1171102" y="419650"/>
                </a:lnTo>
                <a:lnTo>
                  <a:pt x="1169698" y="419650"/>
                </a:lnTo>
                <a:lnTo>
                  <a:pt x="1168295" y="419650"/>
                </a:lnTo>
                <a:lnTo>
                  <a:pt x="1166883" y="419650"/>
                </a:lnTo>
                <a:lnTo>
                  <a:pt x="1165479" y="419650"/>
                </a:lnTo>
                <a:lnTo>
                  <a:pt x="1164076" y="419650"/>
                </a:lnTo>
                <a:lnTo>
                  <a:pt x="1162672" y="419650"/>
                </a:lnTo>
                <a:lnTo>
                  <a:pt x="1161269" y="419650"/>
                </a:lnTo>
                <a:lnTo>
                  <a:pt x="1159865" y="419650"/>
                </a:lnTo>
                <a:lnTo>
                  <a:pt x="1158462" y="419650"/>
                </a:lnTo>
                <a:lnTo>
                  <a:pt x="1157058" y="419650"/>
                </a:lnTo>
                <a:lnTo>
                  <a:pt x="1155655" y="419650"/>
                </a:lnTo>
                <a:lnTo>
                  <a:pt x="1154251" y="419650"/>
                </a:lnTo>
                <a:lnTo>
                  <a:pt x="1152848" y="419650"/>
                </a:lnTo>
                <a:lnTo>
                  <a:pt x="1151444" y="419650"/>
                </a:lnTo>
                <a:lnTo>
                  <a:pt x="1150040" y="419650"/>
                </a:lnTo>
                <a:lnTo>
                  <a:pt x="1148629" y="419650"/>
                </a:lnTo>
                <a:lnTo>
                  <a:pt x="1147225" y="419650"/>
                </a:lnTo>
                <a:lnTo>
                  <a:pt x="1145821" y="419650"/>
                </a:lnTo>
                <a:lnTo>
                  <a:pt x="1144418" y="419650"/>
                </a:lnTo>
                <a:lnTo>
                  <a:pt x="1143014" y="419650"/>
                </a:lnTo>
                <a:lnTo>
                  <a:pt x="1141611" y="419650"/>
                </a:lnTo>
                <a:lnTo>
                  <a:pt x="1140207" y="419650"/>
                </a:lnTo>
                <a:lnTo>
                  <a:pt x="1138804" y="419650"/>
                </a:lnTo>
                <a:lnTo>
                  <a:pt x="1137400" y="419650"/>
                </a:lnTo>
                <a:lnTo>
                  <a:pt x="1135997" y="419650"/>
                </a:lnTo>
                <a:lnTo>
                  <a:pt x="1134593" y="419650"/>
                </a:lnTo>
                <a:lnTo>
                  <a:pt x="1133190" y="419650"/>
                </a:lnTo>
                <a:lnTo>
                  <a:pt x="1131778" y="419650"/>
                </a:lnTo>
                <a:lnTo>
                  <a:pt x="1130374" y="419650"/>
                </a:lnTo>
                <a:lnTo>
                  <a:pt x="1128971" y="419650"/>
                </a:lnTo>
                <a:lnTo>
                  <a:pt x="1127567" y="419650"/>
                </a:lnTo>
                <a:lnTo>
                  <a:pt x="1126164" y="419650"/>
                </a:lnTo>
                <a:lnTo>
                  <a:pt x="1124760" y="419650"/>
                </a:lnTo>
                <a:lnTo>
                  <a:pt x="1123357" y="419650"/>
                </a:lnTo>
                <a:lnTo>
                  <a:pt x="1121953" y="419650"/>
                </a:lnTo>
                <a:lnTo>
                  <a:pt x="1120550" y="419650"/>
                </a:lnTo>
                <a:lnTo>
                  <a:pt x="1119146" y="419650"/>
                </a:lnTo>
                <a:lnTo>
                  <a:pt x="1117743" y="419650"/>
                </a:lnTo>
                <a:lnTo>
                  <a:pt x="1116339" y="419650"/>
                </a:lnTo>
                <a:lnTo>
                  <a:pt x="1114936" y="419650"/>
                </a:lnTo>
                <a:lnTo>
                  <a:pt x="1113524" y="419650"/>
                </a:lnTo>
                <a:lnTo>
                  <a:pt x="1112120" y="419650"/>
                </a:lnTo>
                <a:lnTo>
                  <a:pt x="1110717" y="419650"/>
                </a:lnTo>
                <a:lnTo>
                  <a:pt x="1109313" y="419650"/>
                </a:lnTo>
                <a:lnTo>
                  <a:pt x="1107910" y="419650"/>
                </a:lnTo>
                <a:lnTo>
                  <a:pt x="1106506" y="419650"/>
                </a:lnTo>
                <a:lnTo>
                  <a:pt x="1105103" y="419650"/>
                </a:lnTo>
                <a:lnTo>
                  <a:pt x="1103699" y="419650"/>
                </a:lnTo>
                <a:lnTo>
                  <a:pt x="1102295" y="419650"/>
                </a:lnTo>
                <a:lnTo>
                  <a:pt x="1100892" y="419650"/>
                </a:lnTo>
                <a:lnTo>
                  <a:pt x="1099488" y="419650"/>
                </a:lnTo>
                <a:lnTo>
                  <a:pt x="1098085" y="419650"/>
                </a:lnTo>
                <a:lnTo>
                  <a:pt x="1096673" y="419650"/>
                </a:lnTo>
                <a:lnTo>
                  <a:pt x="1095269" y="419650"/>
                </a:lnTo>
                <a:lnTo>
                  <a:pt x="1093866" y="419650"/>
                </a:lnTo>
                <a:lnTo>
                  <a:pt x="1092462" y="419650"/>
                </a:lnTo>
                <a:lnTo>
                  <a:pt x="1091059" y="419650"/>
                </a:lnTo>
                <a:lnTo>
                  <a:pt x="1089655" y="419650"/>
                </a:lnTo>
                <a:lnTo>
                  <a:pt x="1088252" y="419650"/>
                </a:lnTo>
                <a:lnTo>
                  <a:pt x="1086848" y="419650"/>
                </a:lnTo>
                <a:lnTo>
                  <a:pt x="1085445" y="419650"/>
                </a:lnTo>
                <a:lnTo>
                  <a:pt x="1084041" y="419650"/>
                </a:lnTo>
                <a:lnTo>
                  <a:pt x="1082638" y="419650"/>
                </a:lnTo>
                <a:lnTo>
                  <a:pt x="1081234" y="419650"/>
                </a:lnTo>
                <a:lnTo>
                  <a:pt x="1079831" y="419650"/>
                </a:lnTo>
                <a:lnTo>
                  <a:pt x="1078419" y="419650"/>
                </a:lnTo>
                <a:lnTo>
                  <a:pt x="1077015" y="419650"/>
                </a:lnTo>
                <a:lnTo>
                  <a:pt x="1075612" y="419650"/>
                </a:lnTo>
                <a:lnTo>
                  <a:pt x="1074208" y="419650"/>
                </a:lnTo>
                <a:lnTo>
                  <a:pt x="1072805" y="419650"/>
                </a:lnTo>
                <a:lnTo>
                  <a:pt x="1071401" y="419650"/>
                </a:lnTo>
                <a:lnTo>
                  <a:pt x="1069998" y="419650"/>
                </a:lnTo>
                <a:lnTo>
                  <a:pt x="1068594" y="419650"/>
                </a:lnTo>
                <a:lnTo>
                  <a:pt x="1067191" y="419650"/>
                </a:lnTo>
                <a:lnTo>
                  <a:pt x="1065787" y="419650"/>
                </a:lnTo>
                <a:lnTo>
                  <a:pt x="1064384" y="419650"/>
                </a:lnTo>
                <a:lnTo>
                  <a:pt x="1062980" y="419650"/>
                </a:lnTo>
                <a:lnTo>
                  <a:pt x="1061568" y="419650"/>
                </a:lnTo>
                <a:lnTo>
                  <a:pt x="1060165" y="419650"/>
                </a:lnTo>
                <a:lnTo>
                  <a:pt x="1058761" y="419650"/>
                </a:lnTo>
                <a:lnTo>
                  <a:pt x="1057357" y="419650"/>
                </a:lnTo>
                <a:lnTo>
                  <a:pt x="1055954" y="419650"/>
                </a:lnTo>
                <a:lnTo>
                  <a:pt x="1054550" y="419650"/>
                </a:lnTo>
                <a:lnTo>
                  <a:pt x="1053147" y="419650"/>
                </a:lnTo>
                <a:lnTo>
                  <a:pt x="1051743" y="419650"/>
                </a:lnTo>
                <a:lnTo>
                  <a:pt x="1050340" y="419650"/>
                </a:lnTo>
                <a:lnTo>
                  <a:pt x="1048936" y="419650"/>
                </a:lnTo>
                <a:lnTo>
                  <a:pt x="1047533" y="419650"/>
                </a:lnTo>
                <a:lnTo>
                  <a:pt x="1046129" y="419650"/>
                </a:lnTo>
                <a:lnTo>
                  <a:pt x="1044726" y="419650"/>
                </a:lnTo>
                <a:lnTo>
                  <a:pt x="1043314" y="419650"/>
                </a:lnTo>
                <a:lnTo>
                  <a:pt x="1041910" y="419650"/>
                </a:lnTo>
                <a:lnTo>
                  <a:pt x="1040507" y="419650"/>
                </a:lnTo>
                <a:lnTo>
                  <a:pt x="1039103" y="419650"/>
                </a:lnTo>
                <a:lnTo>
                  <a:pt x="1037700" y="419650"/>
                </a:lnTo>
                <a:lnTo>
                  <a:pt x="1036296" y="419650"/>
                </a:lnTo>
                <a:lnTo>
                  <a:pt x="1034893" y="419650"/>
                </a:lnTo>
                <a:lnTo>
                  <a:pt x="1033489" y="419650"/>
                </a:lnTo>
                <a:lnTo>
                  <a:pt x="1032086" y="419650"/>
                </a:lnTo>
                <a:lnTo>
                  <a:pt x="1030682" y="419650"/>
                </a:lnTo>
                <a:lnTo>
                  <a:pt x="1029279" y="419650"/>
                </a:lnTo>
                <a:lnTo>
                  <a:pt x="1027875" y="419650"/>
                </a:lnTo>
                <a:lnTo>
                  <a:pt x="1026463" y="419650"/>
                </a:lnTo>
                <a:lnTo>
                  <a:pt x="1025060" y="419650"/>
                </a:lnTo>
                <a:lnTo>
                  <a:pt x="1023656" y="419650"/>
                </a:lnTo>
                <a:lnTo>
                  <a:pt x="1022253" y="419650"/>
                </a:lnTo>
                <a:lnTo>
                  <a:pt x="1020849" y="419650"/>
                </a:lnTo>
                <a:lnTo>
                  <a:pt x="1019446" y="419650"/>
                </a:lnTo>
                <a:lnTo>
                  <a:pt x="1018042" y="419650"/>
                </a:lnTo>
                <a:lnTo>
                  <a:pt x="1016639" y="419650"/>
                </a:lnTo>
                <a:lnTo>
                  <a:pt x="1015235" y="419650"/>
                </a:lnTo>
                <a:lnTo>
                  <a:pt x="1013831" y="419650"/>
                </a:lnTo>
                <a:lnTo>
                  <a:pt x="1012428" y="419650"/>
                </a:lnTo>
                <a:lnTo>
                  <a:pt x="1011024" y="419650"/>
                </a:lnTo>
                <a:lnTo>
                  <a:pt x="1009621" y="419650"/>
                </a:lnTo>
                <a:lnTo>
                  <a:pt x="1008209" y="419650"/>
                </a:lnTo>
                <a:lnTo>
                  <a:pt x="1006805" y="419650"/>
                </a:lnTo>
                <a:lnTo>
                  <a:pt x="1005402" y="419650"/>
                </a:lnTo>
                <a:lnTo>
                  <a:pt x="1003998" y="419650"/>
                </a:lnTo>
                <a:lnTo>
                  <a:pt x="1002595" y="419650"/>
                </a:lnTo>
                <a:lnTo>
                  <a:pt x="1001191" y="419650"/>
                </a:lnTo>
                <a:lnTo>
                  <a:pt x="999788" y="419650"/>
                </a:lnTo>
                <a:lnTo>
                  <a:pt x="998384" y="419650"/>
                </a:lnTo>
                <a:lnTo>
                  <a:pt x="996981" y="419650"/>
                </a:lnTo>
                <a:lnTo>
                  <a:pt x="995577" y="419650"/>
                </a:lnTo>
                <a:lnTo>
                  <a:pt x="994174" y="419650"/>
                </a:lnTo>
                <a:lnTo>
                  <a:pt x="992770" y="419650"/>
                </a:lnTo>
                <a:lnTo>
                  <a:pt x="991358" y="419650"/>
                </a:lnTo>
                <a:lnTo>
                  <a:pt x="989955" y="419650"/>
                </a:lnTo>
                <a:lnTo>
                  <a:pt x="988551" y="419650"/>
                </a:lnTo>
                <a:lnTo>
                  <a:pt x="987148" y="419650"/>
                </a:lnTo>
                <a:lnTo>
                  <a:pt x="985744" y="419650"/>
                </a:lnTo>
                <a:lnTo>
                  <a:pt x="984341" y="419650"/>
                </a:lnTo>
                <a:lnTo>
                  <a:pt x="982937" y="419650"/>
                </a:lnTo>
                <a:lnTo>
                  <a:pt x="981534" y="419650"/>
                </a:lnTo>
                <a:lnTo>
                  <a:pt x="980130" y="419650"/>
                </a:lnTo>
                <a:lnTo>
                  <a:pt x="978727" y="419650"/>
                </a:lnTo>
                <a:lnTo>
                  <a:pt x="977323" y="419650"/>
                </a:lnTo>
                <a:lnTo>
                  <a:pt x="975920" y="419650"/>
                </a:lnTo>
                <a:lnTo>
                  <a:pt x="974516" y="419650"/>
                </a:lnTo>
                <a:lnTo>
                  <a:pt x="973104" y="419650"/>
                </a:lnTo>
                <a:lnTo>
                  <a:pt x="971701" y="419650"/>
                </a:lnTo>
                <a:lnTo>
                  <a:pt x="970297" y="419650"/>
                </a:lnTo>
                <a:lnTo>
                  <a:pt x="968893" y="419650"/>
                </a:lnTo>
                <a:lnTo>
                  <a:pt x="967490" y="419650"/>
                </a:lnTo>
                <a:lnTo>
                  <a:pt x="966086" y="419650"/>
                </a:lnTo>
                <a:lnTo>
                  <a:pt x="964683" y="419650"/>
                </a:lnTo>
                <a:lnTo>
                  <a:pt x="963279" y="419650"/>
                </a:lnTo>
                <a:lnTo>
                  <a:pt x="961876" y="419650"/>
                </a:lnTo>
                <a:lnTo>
                  <a:pt x="960472" y="419650"/>
                </a:lnTo>
                <a:lnTo>
                  <a:pt x="959069" y="419650"/>
                </a:lnTo>
                <a:lnTo>
                  <a:pt x="957665" y="419650"/>
                </a:lnTo>
                <a:lnTo>
                  <a:pt x="956253" y="419650"/>
                </a:lnTo>
                <a:lnTo>
                  <a:pt x="954850" y="419650"/>
                </a:lnTo>
                <a:lnTo>
                  <a:pt x="953446" y="419650"/>
                </a:lnTo>
                <a:lnTo>
                  <a:pt x="952043" y="419650"/>
                </a:lnTo>
                <a:lnTo>
                  <a:pt x="950639" y="419650"/>
                </a:lnTo>
                <a:lnTo>
                  <a:pt x="949236" y="419650"/>
                </a:lnTo>
                <a:lnTo>
                  <a:pt x="947832" y="419650"/>
                </a:lnTo>
                <a:lnTo>
                  <a:pt x="946429" y="419650"/>
                </a:lnTo>
                <a:lnTo>
                  <a:pt x="945025" y="419650"/>
                </a:lnTo>
                <a:lnTo>
                  <a:pt x="943622" y="419650"/>
                </a:lnTo>
                <a:lnTo>
                  <a:pt x="942218" y="419650"/>
                </a:lnTo>
                <a:lnTo>
                  <a:pt x="940815" y="419650"/>
                </a:lnTo>
                <a:lnTo>
                  <a:pt x="939411" y="419650"/>
                </a:lnTo>
                <a:lnTo>
                  <a:pt x="937999" y="419650"/>
                </a:lnTo>
                <a:lnTo>
                  <a:pt x="936596" y="419650"/>
                </a:lnTo>
                <a:lnTo>
                  <a:pt x="935192" y="419650"/>
                </a:lnTo>
                <a:lnTo>
                  <a:pt x="933789" y="419650"/>
                </a:lnTo>
                <a:lnTo>
                  <a:pt x="932385" y="419650"/>
                </a:lnTo>
                <a:lnTo>
                  <a:pt x="930982" y="419650"/>
                </a:lnTo>
                <a:lnTo>
                  <a:pt x="929578" y="419650"/>
                </a:lnTo>
                <a:lnTo>
                  <a:pt x="928174" y="419650"/>
                </a:lnTo>
                <a:lnTo>
                  <a:pt x="926771" y="419650"/>
                </a:lnTo>
                <a:lnTo>
                  <a:pt x="925367" y="419650"/>
                </a:lnTo>
                <a:lnTo>
                  <a:pt x="923964" y="419650"/>
                </a:lnTo>
                <a:lnTo>
                  <a:pt x="922560" y="419650"/>
                </a:lnTo>
                <a:lnTo>
                  <a:pt x="921148" y="419650"/>
                </a:lnTo>
                <a:lnTo>
                  <a:pt x="919745" y="419650"/>
                </a:lnTo>
                <a:lnTo>
                  <a:pt x="918341" y="419650"/>
                </a:lnTo>
                <a:lnTo>
                  <a:pt x="916938" y="419650"/>
                </a:lnTo>
                <a:lnTo>
                  <a:pt x="915534" y="419650"/>
                </a:lnTo>
                <a:lnTo>
                  <a:pt x="914131" y="419650"/>
                </a:lnTo>
                <a:lnTo>
                  <a:pt x="912727" y="419650"/>
                </a:lnTo>
                <a:lnTo>
                  <a:pt x="911324" y="419650"/>
                </a:lnTo>
                <a:lnTo>
                  <a:pt x="909920" y="419650"/>
                </a:lnTo>
                <a:lnTo>
                  <a:pt x="908517" y="419650"/>
                </a:lnTo>
                <a:lnTo>
                  <a:pt x="907113" y="419650"/>
                </a:lnTo>
                <a:lnTo>
                  <a:pt x="905710" y="419650"/>
                </a:lnTo>
                <a:lnTo>
                  <a:pt x="904306" y="419650"/>
                </a:lnTo>
                <a:lnTo>
                  <a:pt x="902894" y="419650"/>
                </a:lnTo>
                <a:lnTo>
                  <a:pt x="901491" y="419650"/>
                </a:lnTo>
                <a:lnTo>
                  <a:pt x="900087" y="419650"/>
                </a:lnTo>
                <a:lnTo>
                  <a:pt x="898684" y="419650"/>
                </a:lnTo>
                <a:lnTo>
                  <a:pt x="897280" y="419650"/>
                </a:lnTo>
                <a:lnTo>
                  <a:pt x="895877" y="419650"/>
                </a:lnTo>
                <a:lnTo>
                  <a:pt x="894473" y="419650"/>
                </a:lnTo>
                <a:lnTo>
                  <a:pt x="893070" y="419650"/>
                </a:lnTo>
                <a:lnTo>
                  <a:pt x="891666" y="419650"/>
                </a:lnTo>
                <a:lnTo>
                  <a:pt x="890263" y="419650"/>
                </a:lnTo>
                <a:lnTo>
                  <a:pt x="888859" y="419650"/>
                </a:lnTo>
                <a:lnTo>
                  <a:pt x="887456" y="419650"/>
                </a:lnTo>
                <a:lnTo>
                  <a:pt x="886044" y="419650"/>
                </a:lnTo>
                <a:lnTo>
                  <a:pt x="884640" y="419650"/>
                </a:lnTo>
                <a:lnTo>
                  <a:pt x="883237" y="419650"/>
                </a:lnTo>
                <a:lnTo>
                  <a:pt x="881833" y="419650"/>
                </a:lnTo>
                <a:lnTo>
                  <a:pt x="880429" y="419650"/>
                </a:lnTo>
                <a:lnTo>
                  <a:pt x="879026" y="419650"/>
                </a:lnTo>
                <a:lnTo>
                  <a:pt x="877622" y="419650"/>
                </a:lnTo>
                <a:lnTo>
                  <a:pt x="876219" y="419650"/>
                </a:lnTo>
                <a:lnTo>
                  <a:pt x="874815" y="419650"/>
                </a:lnTo>
                <a:lnTo>
                  <a:pt x="873412" y="419650"/>
                </a:lnTo>
                <a:lnTo>
                  <a:pt x="872008" y="419650"/>
                </a:lnTo>
                <a:lnTo>
                  <a:pt x="870605" y="419650"/>
                </a:lnTo>
                <a:lnTo>
                  <a:pt x="869201" y="419650"/>
                </a:lnTo>
                <a:lnTo>
                  <a:pt x="867789" y="419650"/>
                </a:lnTo>
                <a:lnTo>
                  <a:pt x="866386" y="419650"/>
                </a:lnTo>
                <a:lnTo>
                  <a:pt x="864982" y="419650"/>
                </a:lnTo>
                <a:lnTo>
                  <a:pt x="863579" y="419650"/>
                </a:lnTo>
                <a:lnTo>
                  <a:pt x="862175" y="419650"/>
                </a:lnTo>
                <a:lnTo>
                  <a:pt x="860772" y="419650"/>
                </a:lnTo>
                <a:lnTo>
                  <a:pt x="859368" y="419650"/>
                </a:lnTo>
                <a:lnTo>
                  <a:pt x="857965" y="419650"/>
                </a:lnTo>
                <a:lnTo>
                  <a:pt x="856561" y="419650"/>
                </a:lnTo>
                <a:lnTo>
                  <a:pt x="855158" y="419650"/>
                </a:lnTo>
                <a:lnTo>
                  <a:pt x="853754" y="419650"/>
                </a:lnTo>
                <a:lnTo>
                  <a:pt x="852351" y="419650"/>
                </a:lnTo>
                <a:lnTo>
                  <a:pt x="850939" y="419650"/>
                </a:lnTo>
                <a:lnTo>
                  <a:pt x="849535" y="419650"/>
                </a:lnTo>
                <a:lnTo>
                  <a:pt x="848132" y="419650"/>
                </a:lnTo>
                <a:lnTo>
                  <a:pt x="846728" y="419650"/>
                </a:lnTo>
                <a:lnTo>
                  <a:pt x="845325" y="419650"/>
                </a:lnTo>
                <a:lnTo>
                  <a:pt x="843921" y="419650"/>
                </a:lnTo>
                <a:lnTo>
                  <a:pt x="842518" y="419650"/>
                </a:lnTo>
                <a:lnTo>
                  <a:pt x="841114" y="419650"/>
                </a:lnTo>
                <a:lnTo>
                  <a:pt x="839710" y="419650"/>
                </a:lnTo>
                <a:lnTo>
                  <a:pt x="838307" y="419650"/>
                </a:lnTo>
                <a:lnTo>
                  <a:pt x="836903" y="419650"/>
                </a:lnTo>
                <a:lnTo>
                  <a:pt x="835500" y="419650"/>
                </a:lnTo>
                <a:lnTo>
                  <a:pt x="834096" y="419650"/>
                </a:lnTo>
                <a:lnTo>
                  <a:pt x="832684" y="419650"/>
                </a:lnTo>
                <a:lnTo>
                  <a:pt x="831281" y="419650"/>
                </a:lnTo>
                <a:lnTo>
                  <a:pt x="829877" y="419650"/>
                </a:lnTo>
                <a:lnTo>
                  <a:pt x="828474" y="419650"/>
                </a:lnTo>
                <a:lnTo>
                  <a:pt x="827070" y="419650"/>
                </a:lnTo>
                <a:lnTo>
                  <a:pt x="825667" y="419650"/>
                </a:lnTo>
                <a:lnTo>
                  <a:pt x="824263" y="419650"/>
                </a:lnTo>
                <a:lnTo>
                  <a:pt x="822860" y="419650"/>
                </a:lnTo>
                <a:lnTo>
                  <a:pt x="821456" y="419650"/>
                </a:lnTo>
                <a:lnTo>
                  <a:pt x="820053" y="419650"/>
                </a:lnTo>
                <a:lnTo>
                  <a:pt x="818649" y="419650"/>
                </a:lnTo>
                <a:lnTo>
                  <a:pt x="817246" y="419650"/>
                </a:lnTo>
                <a:lnTo>
                  <a:pt x="815834" y="419650"/>
                </a:lnTo>
                <a:lnTo>
                  <a:pt x="814430" y="419650"/>
                </a:lnTo>
                <a:lnTo>
                  <a:pt x="813027" y="419650"/>
                </a:lnTo>
                <a:lnTo>
                  <a:pt x="811623" y="419650"/>
                </a:lnTo>
                <a:lnTo>
                  <a:pt x="810220" y="419650"/>
                </a:lnTo>
                <a:lnTo>
                  <a:pt x="808816" y="419650"/>
                </a:lnTo>
                <a:lnTo>
                  <a:pt x="807413" y="419650"/>
                </a:lnTo>
                <a:lnTo>
                  <a:pt x="806009" y="419650"/>
                </a:lnTo>
                <a:lnTo>
                  <a:pt x="804606" y="419650"/>
                </a:lnTo>
                <a:lnTo>
                  <a:pt x="803202" y="419650"/>
                </a:lnTo>
                <a:lnTo>
                  <a:pt x="801799" y="419650"/>
                </a:lnTo>
                <a:lnTo>
                  <a:pt x="800395" y="419650"/>
                </a:lnTo>
                <a:lnTo>
                  <a:pt x="798992" y="419650"/>
                </a:lnTo>
                <a:lnTo>
                  <a:pt x="797580" y="419650"/>
                </a:lnTo>
                <a:lnTo>
                  <a:pt x="796176" y="419650"/>
                </a:lnTo>
                <a:lnTo>
                  <a:pt x="794773" y="419650"/>
                </a:lnTo>
                <a:lnTo>
                  <a:pt x="793369" y="419650"/>
                </a:lnTo>
                <a:lnTo>
                  <a:pt x="791965" y="419650"/>
                </a:lnTo>
                <a:lnTo>
                  <a:pt x="790562" y="419650"/>
                </a:lnTo>
                <a:lnTo>
                  <a:pt x="789158" y="419650"/>
                </a:lnTo>
                <a:lnTo>
                  <a:pt x="787755" y="419650"/>
                </a:lnTo>
                <a:lnTo>
                  <a:pt x="786351" y="419650"/>
                </a:lnTo>
                <a:lnTo>
                  <a:pt x="784948" y="419650"/>
                </a:lnTo>
                <a:lnTo>
                  <a:pt x="783544" y="419650"/>
                </a:lnTo>
                <a:lnTo>
                  <a:pt x="782141" y="419650"/>
                </a:lnTo>
                <a:lnTo>
                  <a:pt x="780729" y="419650"/>
                </a:lnTo>
                <a:lnTo>
                  <a:pt x="779325" y="419650"/>
                </a:lnTo>
                <a:lnTo>
                  <a:pt x="777922" y="419650"/>
                </a:lnTo>
                <a:lnTo>
                  <a:pt x="776518" y="419650"/>
                </a:lnTo>
                <a:lnTo>
                  <a:pt x="775115" y="419650"/>
                </a:lnTo>
                <a:lnTo>
                  <a:pt x="773711" y="419650"/>
                </a:lnTo>
                <a:lnTo>
                  <a:pt x="772308" y="419650"/>
                </a:lnTo>
                <a:lnTo>
                  <a:pt x="770904" y="419650"/>
                </a:lnTo>
                <a:lnTo>
                  <a:pt x="769501" y="419650"/>
                </a:lnTo>
                <a:lnTo>
                  <a:pt x="768097" y="419650"/>
                </a:lnTo>
                <a:lnTo>
                  <a:pt x="766694" y="419650"/>
                </a:lnTo>
                <a:lnTo>
                  <a:pt x="765290" y="419650"/>
                </a:lnTo>
                <a:lnTo>
                  <a:pt x="763887" y="419650"/>
                </a:lnTo>
                <a:lnTo>
                  <a:pt x="762475" y="419650"/>
                </a:lnTo>
                <a:lnTo>
                  <a:pt x="761071" y="419650"/>
                </a:lnTo>
                <a:lnTo>
                  <a:pt x="759668" y="419650"/>
                </a:lnTo>
                <a:lnTo>
                  <a:pt x="758264" y="419650"/>
                </a:lnTo>
                <a:lnTo>
                  <a:pt x="756861" y="419650"/>
                </a:lnTo>
                <a:lnTo>
                  <a:pt x="755457" y="419650"/>
                </a:lnTo>
                <a:lnTo>
                  <a:pt x="754054" y="419650"/>
                </a:lnTo>
                <a:lnTo>
                  <a:pt x="752650" y="419650"/>
                </a:lnTo>
                <a:lnTo>
                  <a:pt x="751246" y="419650"/>
                </a:lnTo>
                <a:lnTo>
                  <a:pt x="749843" y="419650"/>
                </a:lnTo>
                <a:lnTo>
                  <a:pt x="748439" y="419650"/>
                </a:lnTo>
                <a:lnTo>
                  <a:pt x="747036" y="419650"/>
                </a:lnTo>
                <a:lnTo>
                  <a:pt x="745624" y="419650"/>
                </a:lnTo>
                <a:lnTo>
                  <a:pt x="744220" y="419650"/>
                </a:lnTo>
                <a:lnTo>
                  <a:pt x="742817" y="419650"/>
                </a:lnTo>
                <a:lnTo>
                  <a:pt x="741413" y="419650"/>
                </a:lnTo>
                <a:lnTo>
                  <a:pt x="740010" y="419650"/>
                </a:lnTo>
                <a:lnTo>
                  <a:pt x="738606" y="419650"/>
                </a:lnTo>
                <a:lnTo>
                  <a:pt x="737203" y="419650"/>
                </a:lnTo>
                <a:lnTo>
                  <a:pt x="735799" y="419650"/>
                </a:lnTo>
                <a:lnTo>
                  <a:pt x="734396" y="419650"/>
                </a:lnTo>
                <a:lnTo>
                  <a:pt x="732992" y="419650"/>
                </a:lnTo>
                <a:lnTo>
                  <a:pt x="731589" y="419650"/>
                </a:lnTo>
                <a:lnTo>
                  <a:pt x="730185" y="419650"/>
                </a:lnTo>
                <a:lnTo>
                  <a:pt x="728782" y="419650"/>
                </a:lnTo>
                <a:lnTo>
                  <a:pt x="727370" y="419650"/>
                </a:lnTo>
                <a:lnTo>
                  <a:pt x="725966" y="419650"/>
                </a:lnTo>
                <a:lnTo>
                  <a:pt x="724563" y="419650"/>
                </a:lnTo>
                <a:lnTo>
                  <a:pt x="723159" y="419650"/>
                </a:lnTo>
                <a:lnTo>
                  <a:pt x="721756" y="419650"/>
                </a:lnTo>
                <a:lnTo>
                  <a:pt x="720352" y="419650"/>
                </a:lnTo>
                <a:lnTo>
                  <a:pt x="718949" y="419650"/>
                </a:lnTo>
                <a:lnTo>
                  <a:pt x="717545" y="419650"/>
                </a:lnTo>
                <a:lnTo>
                  <a:pt x="716142" y="419650"/>
                </a:lnTo>
                <a:lnTo>
                  <a:pt x="714738" y="419650"/>
                </a:lnTo>
                <a:lnTo>
                  <a:pt x="713335" y="419650"/>
                </a:lnTo>
                <a:lnTo>
                  <a:pt x="711931" y="419650"/>
                </a:lnTo>
                <a:lnTo>
                  <a:pt x="710519" y="419650"/>
                </a:lnTo>
                <a:lnTo>
                  <a:pt x="709116" y="419650"/>
                </a:lnTo>
                <a:lnTo>
                  <a:pt x="707712" y="419650"/>
                </a:lnTo>
                <a:lnTo>
                  <a:pt x="706309" y="419650"/>
                </a:lnTo>
                <a:lnTo>
                  <a:pt x="704905" y="419650"/>
                </a:lnTo>
                <a:lnTo>
                  <a:pt x="703501" y="419650"/>
                </a:lnTo>
                <a:lnTo>
                  <a:pt x="702098" y="419650"/>
                </a:lnTo>
                <a:lnTo>
                  <a:pt x="700694" y="419650"/>
                </a:lnTo>
                <a:lnTo>
                  <a:pt x="699291" y="419650"/>
                </a:lnTo>
                <a:lnTo>
                  <a:pt x="697887" y="419650"/>
                </a:lnTo>
                <a:lnTo>
                  <a:pt x="696484" y="419650"/>
                </a:lnTo>
                <a:lnTo>
                  <a:pt x="695080" y="419650"/>
                </a:lnTo>
                <a:lnTo>
                  <a:pt x="693677" y="419650"/>
                </a:lnTo>
                <a:lnTo>
                  <a:pt x="692265" y="419650"/>
                </a:lnTo>
                <a:lnTo>
                  <a:pt x="690861" y="419650"/>
                </a:lnTo>
                <a:lnTo>
                  <a:pt x="689458" y="419650"/>
                </a:lnTo>
                <a:lnTo>
                  <a:pt x="688054" y="419650"/>
                </a:lnTo>
                <a:lnTo>
                  <a:pt x="686651" y="419650"/>
                </a:lnTo>
                <a:lnTo>
                  <a:pt x="685247" y="419650"/>
                </a:lnTo>
                <a:lnTo>
                  <a:pt x="683844" y="419650"/>
                </a:lnTo>
                <a:lnTo>
                  <a:pt x="682440" y="419650"/>
                </a:lnTo>
                <a:lnTo>
                  <a:pt x="681037" y="419650"/>
                </a:lnTo>
                <a:lnTo>
                  <a:pt x="679633" y="419650"/>
                </a:lnTo>
                <a:lnTo>
                  <a:pt x="678230" y="419650"/>
                </a:lnTo>
                <a:lnTo>
                  <a:pt x="676826" y="419650"/>
                </a:lnTo>
                <a:lnTo>
                  <a:pt x="675414" y="419650"/>
                </a:lnTo>
                <a:lnTo>
                  <a:pt x="674011" y="419650"/>
                </a:lnTo>
                <a:lnTo>
                  <a:pt x="672607" y="419650"/>
                </a:lnTo>
                <a:lnTo>
                  <a:pt x="671204" y="419650"/>
                </a:lnTo>
                <a:lnTo>
                  <a:pt x="669800" y="419650"/>
                </a:lnTo>
                <a:lnTo>
                  <a:pt x="668397" y="419650"/>
                </a:lnTo>
                <a:lnTo>
                  <a:pt x="666993" y="419650"/>
                </a:lnTo>
                <a:lnTo>
                  <a:pt x="665590" y="419650"/>
                </a:lnTo>
                <a:lnTo>
                  <a:pt x="664186" y="419650"/>
                </a:lnTo>
                <a:lnTo>
                  <a:pt x="662782" y="419650"/>
                </a:lnTo>
                <a:lnTo>
                  <a:pt x="661379" y="419650"/>
                </a:lnTo>
                <a:lnTo>
                  <a:pt x="659975" y="419650"/>
                </a:lnTo>
                <a:lnTo>
                  <a:pt x="658572" y="419650"/>
                </a:lnTo>
                <a:lnTo>
                  <a:pt x="657160" y="419650"/>
                </a:lnTo>
                <a:lnTo>
                  <a:pt x="655756" y="419650"/>
                </a:lnTo>
                <a:lnTo>
                  <a:pt x="654353" y="419650"/>
                </a:lnTo>
                <a:lnTo>
                  <a:pt x="652949" y="419650"/>
                </a:lnTo>
                <a:lnTo>
                  <a:pt x="651546" y="419650"/>
                </a:lnTo>
                <a:lnTo>
                  <a:pt x="650142" y="419650"/>
                </a:lnTo>
                <a:lnTo>
                  <a:pt x="648739" y="419650"/>
                </a:lnTo>
                <a:lnTo>
                  <a:pt x="647335" y="419650"/>
                </a:lnTo>
                <a:lnTo>
                  <a:pt x="645932" y="419650"/>
                </a:lnTo>
                <a:lnTo>
                  <a:pt x="644528" y="419650"/>
                </a:lnTo>
                <a:lnTo>
                  <a:pt x="643125" y="419650"/>
                </a:lnTo>
                <a:lnTo>
                  <a:pt x="641721" y="419650"/>
                </a:lnTo>
                <a:lnTo>
                  <a:pt x="640309" y="419650"/>
                </a:lnTo>
                <a:lnTo>
                  <a:pt x="638906" y="419650"/>
                </a:lnTo>
                <a:lnTo>
                  <a:pt x="637502" y="419650"/>
                </a:lnTo>
                <a:lnTo>
                  <a:pt x="636099" y="419650"/>
                </a:lnTo>
                <a:lnTo>
                  <a:pt x="634695" y="419650"/>
                </a:lnTo>
                <a:lnTo>
                  <a:pt x="633292" y="419650"/>
                </a:lnTo>
                <a:lnTo>
                  <a:pt x="631888" y="419650"/>
                </a:lnTo>
                <a:lnTo>
                  <a:pt x="630485" y="419650"/>
                </a:lnTo>
                <a:lnTo>
                  <a:pt x="629081" y="419650"/>
                </a:lnTo>
                <a:lnTo>
                  <a:pt x="627678" y="419650"/>
                </a:lnTo>
                <a:lnTo>
                  <a:pt x="626274" y="419650"/>
                </a:lnTo>
                <a:lnTo>
                  <a:pt x="624871" y="419650"/>
                </a:lnTo>
                <a:lnTo>
                  <a:pt x="623467" y="419650"/>
                </a:lnTo>
                <a:lnTo>
                  <a:pt x="622055" y="419650"/>
                </a:lnTo>
                <a:lnTo>
                  <a:pt x="620652" y="419650"/>
                </a:lnTo>
                <a:lnTo>
                  <a:pt x="619248" y="419650"/>
                </a:lnTo>
                <a:lnTo>
                  <a:pt x="617845" y="419650"/>
                </a:lnTo>
                <a:lnTo>
                  <a:pt x="616441" y="419650"/>
                </a:lnTo>
                <a:lnTo>
                  <a:pt x="615037" y="419650"/>
                </a:lnTo>
                <a:lnTo>
                  <a:pt x="613634" y="419650"/>
                </a:lnTo>
                <a:lnTo>
                  <a:pt x="612230" y="419650"/>
                </a:lnTo>
                <a:lnTo>
                  <a:pt x="610827" y="419650"/>
                </a:lnTo>
                <a:lnTo>
                  <a:pt x="609423" y="419650"/>
                </a:lnTo>
                <a:lnTo>
                  <a:pt x="608020" y="419650"/>
                </a:lnTo>
                <a:lnTo>
                  <a:pt x="606616" y="419650"/>
                </a:lnTo>
                <a:lnTo>
                  <a:pt x="605204" y="419650"/>
                </a:lnTo>
                <a:lnTo>
                  <a:pt x="603801" y="419650"/>
                </a:lnTo>
                <a:lnTo>
                  <a:pt x="602397" y="419650"/>
                </a:lnTo>
                <a:lnTo>
                  <a:pt x="600994" y="419650"/>
                </a:lnTo>
                <a:lnTo>
                  <a:pt x="599590" y="419650"/>
                </a:lnTo>
                <a:lnTo>
                  <a:pt x="598187" y="419650"/>
                </a:lnTo>
                <a:lnTo>
                  <a:pt x="596783" y="419650"/>
                </a:lnTo>
                <a:lnTo>
                  <a:pt x="595380" y="419650"/>
                </a:lnTo>
                <a:lnTo>
                  <a:pt x="593976" y="419650"/>
                </a:lnTo>
                <a:lnTo>
                  <a:pt x="592573" y="419650"/>
                </a:lnTo>
                <a:lnTo>
                  <a:pt x="591169" y="419650"/>
                </a:lnTo>
                <a:lnTo>
                  <a:pt x="589766" y="419650"/>
                </a:lnTo>
                <a:lnTo>
                  <a:pt x="588362" y="419650"/>
                </a:lnTo>
                <a:lnTo>
                  <a:pt x="586950" y="419650"/>
                </a:lnTo>
                <a:lnTo>
                  <a:pt x="585547" y="419650"/>
                </a:lnTo>
                <a:lnTo>
                  <a:pt x="584143" y="419650"/>
                </a:lnTo>
                <a:lnTo>
                  <a:pt x="582740" y="419650"/>
                </a:lnTo>
                <a:lnTo>
                  <a:pt x="581336" y="419650"/>
                </a:lnTo>
                <a:lnTo>
                  <a:pt x="579933" y="419650"/>
                </a:lnTo>
                <a:lnTo>
                  <a:pt x="578529" y="419650"/>
                </a:lnTo>
                <a:lnTo>
                  <a:pt x="577126" y="419650"/>
                </a:lnTo>
                <a:lnTo>
                  <a:pt x="575722" y="419650"/>
                </a:lnTo>
                <a:lnTo>
                  <a:pt x="574318" y="419650"/>
                </a:lnTo>
                <a:lnTo>
                  <a:pt x="572915" y="419650"/>
                </a:lnTo>
                <a:lnTo>
                  <a:pt x="571511" y="419650"/>
                </a:lnTo>
                <a:lnTo>
                  <a:pt x="570099" y="419650"/>
                </a:lnTo>
                <a:lnTo>
                  <a:pt x="568696" y="419650"/>
                </a:lnTo>
                <a:lnTo>
                  <a:pt x="567292" y="419650"/>
                </a:lnTo>
                <a:lnTo>
                  <a:pt x="565889" y="419650"/>
                </a:lnTo>
                <a:lnTo>
                  <a:pt x="564485" y="419650"/>
                </a:lnTo>
                <a:lnTo>
                  <a:pt x="563082" y="419650"/>
                </a:lnTo>
                <a:lnTo>
                  <a:pt x="561678" y="419650"/>
                </a:lnTo>
                <a:lnTo>
                  <a:pt x="560275" y="419650"/>
                </a:lnTo>
                <a:lnTo>
                  <a:pt x="558871" y="419650"/>
                </a:lnTo>
                <a:lnTo>
                  <a:pt x="557468" y="419650"/>
                </a:lnTo>
                <a:lnTo>
                  <a:pt x="556064" y="419650"/>
                </a:lnTo>
                <a:lnTo>
                  <a:pt x="554661" y="419650"/>
                </a:lnTo>
                <a:lnTo>
                  <a:pt x="553257" y="419650"/>
                </a:lnTo>
                <a:lnTo>
                  <a:pt x="551845" y="419650"/>
                </a:lnTo>
                <a:lnTo>
                  <a:pt x="550442" y="419650"/>
                </a:lnTo>
                <a:lnTo>
                  <a:pt x="549038" y="419650"/>
                </a:lnTo>
                <a:lnTo>
                  <a:pt x="547635" y="419650"/>
                </a:lnTo>
                <a:lnTo>
                  <a:pt x="546231" y="419650"/>
                </a:lnTo>
                <a:lnTo>
                  <a:pt x="544828" y="419650"/>
                </a:lnTo>
                <a:lnTo>
                  <a:pt x="543424" y="419650"/>
                </a:lnTo>
                <a:lnTo>
                  <a:pt x="542021" y="419650"/>
                </a:lnTo>
                <a:lnTo>
                  <a:pt x="540617" y="419650"/>
                </a:lnTo>
                <a:lnTo>
                  <a:pt x="539214" y="419650"/>
                </a:lnTo>
                <a:lnTo>
                  <a:pt x="537810" y="419650"/>
                </a:lnTo>
                <a:lnTo>
                  <a:pt x="536407" y="419650"/>
                </a:lnTo>
                <a:lnTo>
                  <a:pt x="534995" y="419650"/>
                </a:lnTo>
                <a:lnTo>
                  <a:pt x="533591" y="419650"/>
                </a:lnTo>
                <a:lnTo>
                  <a:pt x="532188" y="419650"/>
                </a:lnTo>
                <a:lnTo>
                  <a:pt x="530784" y="419650"/>
                </a:lnTo>
                <a:lnTo>
                  <a:pt x="529380" y="419650"/>
                </a:lnTo>
                <a:lnTo>
                  <a:pt x="527977" y="419650"/>
                </a:lnTo>
                <a:lnTo>
                  <a:pt x="526573" y="419650"/>
                </a:lnTo>
                <a:lnTo>
                  <a:pt x="525170" y="419650"/>
                </a:lnTo>
                <a:lnTo>
                  <a:pt x="523766" y="419650"/>
                </a:lnTo>
                <a:lnTo>
                  <a:pt x="522363" y="419650"/>
                </a:lnTo>
                <a:lnTo>
                  <a:pt x="520959" y="419650"/>
                </a:lnTo>
                <a:lnTo>
                  <a:pt x="519556" y="419650"/>
                </a:lnTo>
                <a:lnTo>
                  <a:pt x="518152" y="419650"/>
                </a:lnTo>
                <a:lnTo>
                  <a:pt x="516740" y="419650"/>
                </a:lnTo>
                <a:lnTo>
                  <a:pt x="515337" y="419650"/>
                </a:lnTo>
                <a:lnTo>
                  <a:pt x="513933" y="419650"/>
                </a:lnTo>
                <a:lnTo>
                  <a:pt x="512530" y="419650"/>
                </a:lnTo>
                <a:lnTo>
                  <a:pt x="511126" y="419650"/>
                </a:lnTo>
                <a:lnTo>
                  <a:pt x="509723" y="419650"/>
                </a:lnTo>
                <a:lnTo>
                  <a:pt x="508319" y="419650"/>
                </a:lnTo>
                <a:lnTo>
                  <a:pt x="506916" y="419650"/>
                </a:lnTo>
                <a:lnTo>
                  <a:pt x="505512" y="419650"/>
                </a:lnTo>
                <a:lnTo>
                  <a:pt x="504109" y="419650"/>
                </a:lnTo>
                <a:lnTo>
                  <a:pt x="502705" y="419650"/>
                </a:lnTo>
                <a:lnTo>
                  <a:pt x="501302" y="419650"/>
                </a:lnTo>
                <a:lnTo>
                  <a:pt x="499898" y="419650"/>
                </a:lnTo>
                <a:lnTo>
                  <a:pt x="498486" y="419650"/>
                </a:lnTo>
                <a:lnTo>
                  <a:pt x="497083" y="419650"/>
                </a:lnTo>
                <a:lnTo>
                  <a:pt x="495679" y="419650"/>
                </a:lnTo>
                <a:lnTo>
                  <a:pt x="494276" y="419650"/>
                </a:lnTo>
                <a:lnTo>
                  <a:pt x="492872" y="419650"/>
                </a:lnTo>
                <a:lnTo>
                  <a:pt x="491469" y="419650"/>
                </a:lnTo>
                <a:lnTo>
                  <a:pt x="490065" y="419650"/>
                </a:lnTo>
                <a:lnTo>
                  <a:pt x="488662" y="419650"/>
                </a:lnTo>
                <a:lnTo>
                  <a:pt x="487258" y="419650"/>
                </a:lnTo>
                <a:lnTo>
                  <a:pt x="485854" y="419650"/>
                </a:lnTo>
                <a:lnTo>
                  <a:pt x="484451" y="419650"/>
                </a:lnTo>
                <a:lnTo>
                  <a:pt x="483047" y="419650"/>
                </a:lnTo>
                <a:lnTo>
                  <a:pt x="481635" y="419650"/>
                </a:lnTo>
                <a:lnTo>
                  <a:pt x="480232" y="419650"/>
                </a:lnTo>
                <a:lnTo>
                  <a:pt x="478828" y="419650"/>
                </a:lnTo>
                <a:lnTo>
                  <a:pt x="477425" y="419650"/>
                </a:lnTo>
                <a:lnTo>
                  <a:pt x="476021" y="419650"/>
                </a:lnTo>
                <a:lnTo>
                  <a:pt x="474618" y="419650"/>
                </a:lnTo>
                <a:lnTo>
                  <a:pt x="473214" y="419650"/>
                </a:lnTo>
                <a:lnTo>
                  <a:pt x="471811" y="419650"/>
                </a:lnTo>
                <a:lnTo>
                  <a:pt x="470407" y="419650"/>
                </a:lnTo>
                <a:lnTo>
                  <a:pt x="469004" y="419650"/>
                </a:lnTo>
                <a:lnTo>
                  <a:pt x="467600" y="419650"/>
                </a:lnTo>
                <a:lnTo>
                  <a:pt x="466197" y="419650"/>
                </a:lnTo>
                <a:lnTo>
                  <a:pt x="464785" y="419650"/>
                </a:lnTo>
                <a:lnTo>
                  <a:pt x="463381" y="419650"/>
                </a:lnTo>
                <a:lnTo>
                  <a:pt x="461978" y="419650"/>
                </a:lnTo>
                <a:lnTo>
                  <a:pt x="460574" y="419650"/>
                </a:lnTo>
                <a:lnTo>
                  <a:pt x="459171" y="419650"/>
                </a:lnTo>
                <a:lnTo>
                  <a:pt x="457767" y="419650"/>
                </a:lnTo>
                <a:lnTo>
                  <a:pt x="456364" y="419650"/>
                </a:lnTo>
                <a:lnTo>
                  <a:pt x="454960" y="419650"/>
                </a:lnTo>
                <a:lnTo>
                  <a:pt x="453557" y="419650"/>
                </a:lnTo>
                <a:lnTo>
                  <a:pt x="452153" y="419650"/>
                </a:lnTo>
                <a:lnTo>
                  <a:pt x="450750" y="419650"/>
                </a:lnTo>
                <a:lnTo>
                  <a:pt x="449346" y="419650"/>
                </a:lnTo>
                <a:lnTo>
                  <a:pt x="447934" y="419650"/>
                </a:lnTo>
                <a:lnTo>
                  <a:pt x="446531" y="419650"/>
                </a:lnTo>
                <a:lnTo>
                  <a:pt x="445127" y="419650"/>
                </a:lnTo>
                <a:lnTo>
                  <a:pt x="443724" y="419650"/>
                </a:lnTo>
                <a:lnTo>
                  <a:pt x="442320" y="419650"/>
                </a:lnTo>
                <a:lnTo>
                  <a:pt x="440916" y="419650"/>
                </a:lnTo>
                <a:lnTo>
                  <a:pt x="439513" y="419650"/>
                </a:lnTo>
                <a:lnTo>
                  <a:pt x="438109" y="419650"/>
                </a:lnTo>
                <a:lnTo>
                  <a:pt x="436706" y="419650"/>
                </a:lnTo>
                <a:lnTo>
                  <a:pt x="435302" y="419650"/>
                </a:lnTo>
                <a:lnTo>
                  <a:pt x="433899" y="419650"/>
                </a:lnTo>
                <a:lnTo>
                  <a:pt x="432495" y="419650"/>
                </a:lnTo>
                <a:lnTo>
                  <a:pt x="431092" y="419650"/>
                </a:lnTo>
                <a:lnTo>
                  <a:pt x="429680" y="419650"/>
                </a:lnTo>
                <a:lnTo>
                  <a:pt x="428276" y="419650"/>
                </a:lnTo>
                <a:lnTo>
                  <a:pt x="426873" y="419650"/>
                </a:lnTo>
                <a:lnTo>
                  <a:pt x="425469" y="419650"/>
                </a:lnTo>
                <a:lnTo>
                  <a:pt x="424066" y="419650"/>
                </a:lnTo>
                <a:lnTo>
                  <a:pt x="422662" y="419650"/>
                </a:lnTo>
                <a:lnTo>
                  <a:pt x="421259" y="419650"/>
                </a:lnTo>
                <a:lnTo>
                  <a:pt x="419855" y="419650"/>
                </a:lnTo>
                <a:lnTo>
                  <a:pt x="418452" y="419650"/>
                </a:lnTo>
                <a:lnTo>
                  <a:pt x="417048" y="419650"/>
                </a:lnTo>
                <a:lnTo>
                  <a:pt x="415645" y="419650"/>
                </a:lnTo>
                <a:lnTo>
                  <a:pt x="414241" y="419650"/>
                </a:lnTo>
                <a:lnTo>
                  <a:pt x="412838" y="419650"/>
                </a:lnTo>
                <a:lnTo>
                  <a:pt x="411426" y="419650"/>
                </a:lnTo>
                <a:lnTo>
                  <a:pt x="410022" y="419650"/>
                </a:lnTo>
                <a:lnTo>
                  <a:pt x="408619" y="419650"/>
                </a:lnTo>
                <a:lnTo>
                  <a:pt x="407215" y="419650"/>
                </a:lnTo>
                <a:lnTo>
                  <a:pt x="405812" y="419650"/>
                </a:lnTo>
                <a:lnTo>
                  <a:pt x="404408" y="419650"/>
                </a:lnTo>
                <a:lnTo>
                  <a:pt x="403005" y="419650"/>
                </a:lnTo>
                <a:lnTo>
                  <a:pt x="401601" y="419650"/>
                </a:lnTo>
                <a:lnTo>
                  <a:pt x="400198" y="419650"/>
                </a:lnTo>
                <a:lnTo>
                  <a:pt x="398794" y="419650"/>
                </a:lnTo>
                <a:lnTo>
                  <a:pt x="397390" y="419650"/>
                </a:lnTo>
                <a:lnTo>
                  <a:pt x="395987" y="419650"/>
                </a:lnTo>
                <a:lnTo>
                  <a:pt x="394583" y="419650"/>
                </a:lnTo>
                <a:lnTo>
                  <a:pt x="393171" y="419650"/>
                </a:lnTo>
                <a:lnTo>
                  <a:pt x="391768" y="419650"/>
                </a:lnTo>
                <a:lnTo>
                  <a:pt x="390364" y="419650"/>
                </a:lnTo>
                <a:lnTo>
                  <a:pt x="388961" y="419650"/>
                </a:lnTo>
                <a:lnTo>
                  <a:pt x="387557" y="419650"/>
                </a:lnTo>
                <a:lnTo>
                  <a:pt x="386154" y="419650"/>
                </a:lnTo>
                <a:lnTo>
                  <a:pt x="384750" y="419650"/>
                </a:lnTo>
                <a:lnTo>
                  <a:pt x="383347" y="419650"/>
                </a:lnTo>
                <a:lnTo>
                  <a:pt x="381943" y="419650"/>
                </a:lnTo>
                <a:lnTo>
                  <a:pt x="380540" y="419650"/>
                </a:lnTo>
                <a:lnTo>
                  <a:pt x="379136" y="419650"/>
                </a:lnTo>
                <a:lnTo>
                  <a:pt x="377724" y="419650"/>
                </a:lnTo>
                <a:lnTo>
                  <a:pt x="376321" y="419650"/>
                </a:lnTo>
                <a:lnTo>
                  <a:pt x="374917" y="419650"/>
                </a:lnTo>
                <a:lnTo>
                  <a:pt x="373514" y="419650"/>
                </a:lnTo>
                <a:lnTo>
                  <a:pt x="372110" y="419650"/>
                </a:lnTo>
                <a:lnTo>
                  <a:pt x="370707" y="419650"/>
                </a:lnTo>
                <a:lnTo>
                  <a:pt x="369303" y="419650"/>
                </a:lnTo>
                <a:lnTo>
                  <a:pt x="367900" y="419650"/>
                </a:lnTo>
                <a:lnTo>
                  <a:pt x="366496" y="419650"/>
                </a:lnTo>
                <a:lnTo>
                  <a:pt x="365093" y="419650"/>
                </a:lnTo>
                <a:lnTo>
                  <a:pt x="363689" y="419650"/>
                </a:lnTo>
                <a:lnTo>
                  <a:pt x="362286" y="419650"/>
                </a:lnTo>
                <a:lnTo>
                  <a:pt x="360882" y="419650"/>
                </a:lnTo>
                <a:lnTo>
                  <a:pt x="359470" y="419650"/>
                </a:lnTo>
                <a:lnTo>
                  <a:pt x="358067" y="419650"/>
                </a:lnTo>
                <a:lnTo>
                  <a:pt x="356663" y="419650"/>
                </a:lnTo>
                <a:lnTo>
                  <a:pt x="355260" y="419650"/>
                </a:lnTo>
                <a:lnTo>
                  <a:pt x="353856" y="419650"/>
                </a:lnTo>
                <a:lnTo>
                  <a:pt x="352452" y="419650"/>
                </a:lnTo>
                <a:lnTo>
                  <a:pt x="351049" y="419650"/>
                </a:lnTo>
                <a:lnTo>
                  <a:pt x="349645" y="419650"/>
                </a:lnTo>
                <a:lnTo>
                  <a:pt x="348242" y="419650"/>
                </a:lnTo>
                <a:lnTo>
                  <a:pt x="346838" y="419650"/>
                </a:lnTo>
                <a:lnTo>
                  <a:pt x="345435" y="419650"/>
                </a:lnTo>
                <a:lnTo>
                  <a:pt x="344031" y="419650"/>
                </a:lnTo>
                <a:lnTo>
                  <a:pt x="342619" y="419650"/>
                </a:lnTo>
                <a:lnTo>
                  <a:pt x="341216" y="419650"/>
                </a:lnTo>
                <a:lnTo>
                  <a:pt x="339812" y="419650"/>
                </a:lnTo>
                <a:lnTo>
                  <a:pt x="338409" y="419650"/>
                </a:lnTo>
                <a:lnTo>
                  <a:pt x="337005" y="419650"/>
                </a:lnTo>
                <a:lnTo>
                  <a:pt x="335602" y="419650"/>
                </a:lnTo>
                <a:lnTo>
                  <a:pt x="334198" y="419650"/>
                </a:lnTo>
                <a:lnTo>
                  <a:pt x="332795" y="419650"/>
                </a:lnTo>
                <a:lnTo>
                  <a:pt x="331391" y="419650"/>
                </a:lnTo>
                <a:lnTo>
                  <a:pt x="329988" y="419650"/>
                </a:lnTo>
                <a:lnTo>
                  <a:pt x="328584" y="419650"/>
                </a:lnTo>
                <a:lnTo>
                  <a:pt x="327181" y="419650"/>
                </a:lnTo>
                <a:lnTo>
                  <a:pt x="325777" y="419650"/>
                </a:lnTo>
                <a:lnTo>
                  <a:pt x="324374" y="419650"/>
                </a:lnTo>
                <a:lnTo>
                  <a:pt x="322962" y="419650"/>
                </a:lnTo>
                <a:lnTo>
                  <a:pt x="321558" y="419650"/>
                </a:lnTo>
                <a:lnTo>
                  <a:pt x="320155" y="419650"/>
                </a:lnTo>
                <a:lnTo>
                  <a:pt x="318751" y="419650"/>
                </a:lnTo>
                <a:lnTo>
                  <a:pt x="317348" y="419650"/>
                </a:lnTo>
                <a:lnTo>
                  <a:pt x="315944" y="419650"/>
                </a:lnTo>
                <a:lnTo>
                  <a:pt x="314541" y="419650"/>
                </a:lnTo>
                <a:lnTo>
                  <a:pt x="313137" y="419650"/>
                </a:lnTo>
                <a:lnTo>
                  <a:pt x="311734" y="419650"/>
                </a:lnTo>
                <a:lnTo>
                  <a:pt x="310330" y="419650"/>
                </a:lnTo>
                <a:lnTo>
                  <a:pt x="308926" y="419650"/>
                </a:lnTo>
                <a:lnTo>
                  <a:pt x="307523" y="419650"/>
                </a:lnTo>
                <a:lnTo>
                  <a:pt x="306111" y="419650"/>
                </a:lnTo>
                <a:lnTo>
                  <a:pt x="304707" y="419650"/>
                </a:lnTo>
                <a:lnTo>
                  <a:pt x="303304" y="419650"/>
                </a:lnTo>
                <a:lnTo>
                  <a:pt x="301900" y="419650"/>
                </a:lnTo>
                <a:lnTo>
                  <a:pt x="300497" y="419650"/>
                </a:lnTo>
                <a:lnTo>
                  <a:pt x="299093" y="419650"/>
                </a:lnTo>
                <a:lnTo>
                  <a:pt x="297690" y="419650"/>
                </a:lnTo>
                <a:lnTo>
                  <a:pt x="296286" y="419650"/>
                </a:lnTo>
                <a:lnTo>
                  <a:pt x="294883" y="419650"/>
                </a:lnTo>
                <a:lnTo>
                  <a:pt x="293479" y="419650"/>
                </a:lnTo>
                <a:lnTo>
                  <a:pt x="292076" y="419650"/>
                </a:lnTo>
                <a:lnTo>
                  <a:pt x="290672" y="419650"/>
                </a:lnTo>
                <a:lnTo>
                  <a:pt x="289269" y="419650"/>
                </a:lnTo>
                <a:lnTo>
                  <a:pt x="287857" y="419650"/>
                </a:lnTo>
                <a:lnTo>
                  <a:pt x="286453" y="419650"/>
                </a:lnTo>
                <a:lnTo>
                  <a:pt x="285050" y="419650"/>
                </a:lnTo>
                <a:lnTo>
                  <a:pt x="283646" y="419650"/>
                </a:lnTo>
                <a:lnTo>
                  <a:pt x="282243" y="419650"/>
                </a:lnTo>
                <a:lnTo>
                  <a:pt x="280839" y="419650"/>
                </a:lnTo>
                <a:lnTo>
                  <a:pt x="279436" y="419650"/>
                </a:lnTo>
                <a:lnTo>
                  <a:pt x="278032" y="419650"/>
                </a:lnTo>
                <a:lnTo>
                  <a:pt x="276629" y="419650"/>
                </a:lnTo>
                <a:lnTo>
                  <a:pt x="275225" y="419650"/>
                </a:lnTo>
                <a:lnTo>
                  <a:pt x="273822" y="419650"/>
                </a:lnTo>
                <a:lnTo>
                  <a:pt x="272410" y="419650"/>
                </a:lnTo>
                <a:lnTo>
                  <a:pt x="271006" y="419650"/>
                </a:lnTo>
                <a:lnTo>
                  <a:pt x="269603" y="419650"/>
                </a:lnTo>
                <a:lnTo>
                  <a:pt x="268199" y="419650"/>
                </a:lnTo>
                <a:lnTo>
                  <a:pt x="266796" y="419650"/>
                </a:lnTo>
                <a:lnTo>
                  <a:pt x="265392" y="419650"/>
                </a:lnTo>
                <a:lnTo>
                  <a:pt x="263988" y="419650"/>
                </a:lnTo>
                <a:lnTo>
                  <a:pt x="262585" y="419650"/>
                </a:lnTo>
                <a:lnTo>
                  <a:pt x="261181" y="419650"/>
                </a:lnTo>
                <a:lnTo>
                  <a:pt x="259778" y="419650"/>
                </a:lnTo>
                <a:lnTo>
                  <a:pt x="258374" y="419650"/>
                </a:lnTo>
                <a:lnTo>
                  <a:pt x="256971" y="419650"/>
                </a:lnTo>
                <a:lnTo>
                  <a:pt x="255567" y="419650"/>
                </a:lnTo>
                <a:lnTo>
                  <a:pt x="254155" y="419650"/>
                </a:lnTo>
                <a:lnTo>
                  <a:pt x="252752" y="419650"/>
                </a:lnTo>
                <a:lnTo>
                  <a:pt x="251348" y="419650"/>
                </a:lnTo>
                <a:lnTo>
                  <a:pt x="249945" y="419650"/>
                </a:lnTo>
                <a:lnTo>
                  <a:pt x="248541" y="419650"/>
                </a:lnTo>
                <a:lnTo>
                  <a:pt x="247138" y="419650"/>
                </a:lnTo>
                <a:lnTo>
                  <a:pt x="245734" y="419650"/>
                </a:lnTo>
                <a:lnTo>
                  <a:pt x="244331" y="419650"/>
                </a:lnTo>
                <a:lnTo>
                  <a:pt x="242927" y="419650"/>
                </a:lnTo>
                <a:lnTo>
                  <a:pt x="241524" y="419650"/>
                </a:lnTo>
                <a:lnTo>
                  <a:pt x="240120" y="419650"/>
                </a:lnTo>
                <a:lnTo>
                  <a:pt x="238717" y="419650"/>
                </a:lnTo>
                <a:lnTo>
                  <a:pt x="237313" y="419650"/>
                </a:lnTo>
                <a:lnTo>
                  <a:pt x="235901" y="419650"/>
                </a:lnTo>
                <a:lnTo>
                  <a:pt x="234498" y="419650"/>
                </a:lnTo>
                <a:lnTo>
                  <a:pt x="233094" y="419650"/>
                </a:lnTo>
                <a:lnTo>
                  <a:pt x="231691" y="419650"/>
                </a:lnTo>
                <a:lnTo>
                  <a:pt x="230287" y="419650"/>
                </a:lnTo>
                <a:lnTo>
                  <a:pt x="228884" y="419650"/>
                </a:lnTo>
                <a:lnTo>
                  <a:pt x="227480" y="419650"/>
                </a:lnTo>
                <a:lnTo>
                  <a:pt x="226077" y="419650"/>
                </a:lnTo>
                <a:lnTo>
                  <a:pt x="224673" y="419650"/>
                </a:lnTo>
                <a:lnTo>
                  <a:pt x="223270" y="419650"/>
                </a:lnTo>
                <a:lnTo>
                  <a:pt x="221866" y="419650"/>
                </a:lnTo>
                <a:lnTo>
                  <a:pt x="220462" y="419650"/>
                </a:lnTo>
                <a:lnTo>
                  <a:pt x="219059" y="419650"/>
                </a:lnTo>
                <a:lnTo>
                  <a:pt x="217647" y="419650"/>
                </a:lnTo>
                <a:lnTo>
                  <a:pt x="216243" y="419650"/>
                </a:lnTo>
                <a:lnTo>
                  <a:pt x="214840" y="419650"/>
                </a:lnTo>
                <a:lnTo>
                  <a:pt x="213436" y="419650"/>
                </a:lnTo>
                <a:lnTo>
                  <a:pt x="212033" y="419650"/>
                </a:lnTo>
                <a:lnTo>
                  <a:pt x="210629" y="419650"/>
                </a:lnTo>
                <a:lnTo>
                  <a:pt x="209226" y="419650"/>
                </a:lnTo>
                <a:lnTo>
                  <a:pt x="207822" y="419650"/>
                </a:lnTo>
                <a:lnTo>
                  <a:pt x="206419" y="419650"/>
                </a:lnTo>
                <a:lnTo>
                  <a:pt x="205015" y="419650"/>
                </a:lnTo>
                <a:lnTo>
                  <a:pt x="203612" y="419650"/>
                </a:lnTo>
                <a:lnTo>
                  <a:pt x="202208" y="419650"/>
                </a:lnTo>
                <a:lnTo>
                  <a:pt x="200796" y="419650"/>
                </a:lnTo>
                <a:lnTo>
                  <a:pt x="199393" y="419650"/>
                </a:lnTo>
                <a:lnTo>
                  <a:pt x="197989" y="419650"/>
                </a:lnTo>
                <a:lnTo>
                  <a:pt x="196586" y="419650"/>
                </a:lnTo>
                <a:lnTo>
                  <a:pt x="195182" y="419650"/>
                </a:lnTo>
                <a:lnTo>
                  <a:pt x="193779" y="419650"/>
                </a:lnTo>
                <a:lnTo>
                  <a:pt x="192375" y="419650"/>
                </a:lnTo>
                <a:lnTo>
                  <a:pt x="190972" y="419650"/>
                </a:lnTo>
                <a:lnTo>
                  <a:pt x="189568" y="419650"/>
                </a:lnTo>
                <a:lnTo>
                  <a:pt x="188165" y="419650"/>
                </a:lnTo>
                <a:lnTo>
                  <a:pt x="186761" y="419650"/>
                </a:lnTo>
                <a:lnTo>
                  <a:pt x="185358" y="419650"/>
                </a:lnTo>
                <a:lnTo>
                  <a:pt x="183954" y="419650"/>
                </a:lnTo>
                <a:lnTo>
                  <a:pt x="182542" y="419650"/>
                </a:lnTo>
                <a:lnTo>
                  <a:pt x="181139" y="419650"/>
                </a:lnTo>
                <a:lnTo>
                  <a:pt x="179735" y="419650"/>
                </a:lnTo>
                <a:lnTo>
                  <a:pt x="178332" y="419650"/>
                </a:lnTo>
                <a:lnTo>
                  <a:pt x="176928" y="419650"/>
                </a:lnTo>
                <a:lnTo>
                  <a:pt x="175524" y="419650"/>
                </a:lnTo>
                <a:lnTo>
                  <a:pt x="174121" y="419650"/>
                </a:lnTo>
                <a:lnTo>
                  <a:pt x="172717" y="419650"/>
                </a:lnTo>
                <a:lnTo>
                  <a:pt x="171314" y="419650"/>
                </a:lnTo>
                <a:lnTo>
                  <a:pt x="169910" y="419650"/>
                </a:lnTo>
                <a:lnTo>
                  <a:pt x="168507" y="419650"/>
                </a:lnTo>
                <a:lnTo>
                  <a:pt x="167095" y="419650"/>
                </a:lnTo>
                <a:lnTo>
                  <a:pt x="165691" y="419650"/>
                </a:lnTo>
                <a:lnTo>
                  <a:pt x="164288" y="419650"/>
                </a:lnTo>
                <a:lnTo>
                  <a:pt x="162884" y="419650"/>
                </a:lnTo>
                <a:lnTo>
                  <a:pt x="161481" y="419650"/>
                </a:lnTo>
                <a:lnTo>
                  <a:pt x="160077" y="419650"/>
                </a:lnTo>
                <a:lnTo>
                  <a:pt x="158674" y="419650"/>
                </a:lnTo>
                <a:lnTo>
                  <a:pt x="157270" y="419650"/>
                </a:lnTo>
                <a:lnTo>
                  <a:pt x="155867" y="419650"/>
                </a:lnTo>
                <a:lnTo>
                  <a:pt x="154463" y="419650"/>
                </a:lnTo>
                <a:lnTo>
                  <a:pt x="153060" y="419650"/>
                </a:lnTo>
                <a:lnTo>
                  <a:pt x="151656" y="419650"/>
                </a:lnTo>
                <a:lnTo>
                  <a:pt x="150253" y="419650"/>
                </a:lnTo>
                <a:lnTo>
                  <a:pt x="148841" y="419650"/>
                </a:lnTo>
                <a:lnTo>
                  <a:pt x="147437" y="419650"/>
                </a:lnTo>
                <a:lnTo>
                  <a:pt x="146034" y="419650"/>
                </a:lnTo>
                <a:lnTo>
                  <a:pt x="144630" y="419650"/>
                </a:lnTo>
                <a:lnTo>
                  <a:pt x="143227" y="419650"/>
                </a:lnTo>
                <a:lnTo>
                  <a:pt x="141823" y="419650"/>
                </a:lnTo>
                <a:lnTo>
                  <a:pt x="140420" y="419650"/>
                </a:lnTo>
                <a:lnTo>
                  <a:pt x="139016" y="419650"/>
                </a:lnTo>
                <a:lnTo>
                  <a:pt x="137613" y="419650"/>
                </a:lnTo>
                <a:lnTo>
                  <a:pt x="136209" y="419650"/>
                </a:lnTo>
                <a:lnTo>
                  <a:pt x="134806" y="419650"/>
                </a:lnTo>
                <a:lnTo>
                  <a:pt x="133402" y="419650"/>
                </a:lnTo>
                <a:lnTo>
                  <a:pt x="131998" y="419650"/>
                </a:lnTo>
                <a:lnTo>
                  <a:pt x="130586" y="419650"/>
                </a:lnTo>
                <a:lnTo>
                  <a:pt x="129183" y="419650"/>
                </a:lnTo>
                <a:lnTo>
                  <a:pt x="127779" y="419650"/>
                </a:lnTo>
                <a:lnTo>
                  <a:pt x="126376" y="419650"/>
                </a:lnTo>
                <a:lnTo>
                  <a:pt x="124972" y="419650"/>
                </a:lnTo>
                <a:lnTo>
                  <a:pt x="123569" y="419650"/>
                </a:lnTo>
                <a:lnTo>
                  <a:pt x="122165" y="419650"/>
                </a:lnTo>
                <a:lnTo>
                  <a:pt x="120762" y="419650"/>
                </a:lnTo>
                <a:lnTo>
                  <a:pt x="119358" y="419650"/>
                </a:lnTo>
                <a:lnTo>
                  <a:pt x="117955" y="419650"/>
                </a:lnTo>
                <a:lnTo>
                  <a:pt x="116551" y="419650"/>
                </a:lnTo>
                <a:lnTo>
                  <a:pt x="115148" y="419650"/>
                </a:lnTo>
                <a:lnTo>
                  <a:pt x="113744" y="419650"/>
                </a:lnTo>
                <a:lnTo>
                  <a:pt x="112332" y="419650"/>
                </a:lnTo>
                <a:lnTo>
                  <a:pt x="110929" y="419650"/>
                </a:lnTo>
                <a:lnTo>
                  <a:pt x="109525" y="419650"/>
                </a:lnTo>
                <a:lnTo>
                  <a:pt x="108122" y="419650"/>
                </a:lnTo>
                <a:lnTo>
                  <a:pt x="106718" y="419650"/>
                </a:lnTo>
                <a:lnTo>
                  <a:pt x="105315" y="419650"/>
                </a:lnTo>
                <a:lnTo>
                  <a:pt x="103911" y="419650"/>
                </a:lnTo>
                <a:lnTo>
                  <a:pt x="102508" y="419650"/>
                </a:lnTo>
                <a:lnTo>
                  <a:pt x="101104" y="419650"/>
                </a:lnTo>
                <a:lnTo>
                  <a:pt x="99701" y="419650"/>
                </a:lnTo>
                <a:lnTo>
                  <a:pt x="98297" y="419650"/>
                </a:lnTo>
                <a:lnTo>
                  <a:pt x="96885" y="419650"/>
                </a:lnTo>
                <a:lnTo>
                  <a:pt x="95482" y="419650"/>
                </a:lnTo>
                <a:lnTo>
                  <a:pt x="94078" y="419650"/>
                </a:lnTo>
                <a:lnTo>
                  <a:pt x="92675" y="419650"/>
                </a:lnTo>
                <a:lnTo>
                  <a:pt x="91271" y="419650"/>
                </a:lnTo>
                <a:lnTo>
                  <a:pt x="89868" y="419650"/>
                </a:lnTo>
                <a:lnTo>
                  <a:pt x="88464" y="419650"/>
                </a:lnTo>
                <a:lnTo>
                  <a:pt x="87060" y="419650"/>
                </a:lnTo>
                <a:lnTo>
                  <a:pt x="85657" y="419650"/>
                </a:lnTo>
                <a:lnTo>
                  <a:pt x="84253" y="419650"/>
                </a:lnTo>
                <a:lnTo>
                  <a:pt x="82850" y="419650"/>
                </a:lnTo>
                <a:lnTo>
                  <a:pt x="81446" y="419650"/>
                </a:lnTo>
                <a:lnTo>
                  <a:pt x="80043" y="419650"/>
                </a:lnTo>
                <a:lnTo>
                  <a:pt x="78631" y="419650"/>
                </a:lnTo>
                <a:lnTo>
                  <a:pt x="77227" y="419650"/>
                </a:lnTo>
                <a:lnTo>
                  <a:pt x="75824" y="419650"/>
                </a:lnTo>
                <a:lnTo>
                  <a:pt x="74420" y="419650"/>
                </a:lnTo>
                <a:lnTo>
                  <a:pt x="73017" y="419650"/>
                </a:lnTo>
                <a:lnTo>
                  <a:pt x="71613" y="419650"/>
                </a:lnTo>
                <a:lnTo>
                  <a:pt x="70210" y="419650"/>
                </a:lnTo>
                <a:lnTo>
                  <a:pt x="68806" y="419650"/>
                </a:lnTo>
                <a:lnTo>
                  <a:pt x="67403" y="419650"/>
                </a:lnTo>
                <a:lnTo>
                  <a:pt x="65999" y="419650"/>
                </a:lnTo>
                <a:lnTo>
                  <a:pt x="64596" y="419650"/>
                </a:lnTo>
                <a:lnTo>
                  <a:pt x="63192" y="419650"/>
                </a:lnTo>
                <a:lnTo>
                  <a:pt x="61780" y="419650"/>
                </a:lnTo>
                <a:lnTo>
                  <a:pt x="60377" y="419650"/>
                </a:lnTo>
                <a:lnTo>
                  <a:pt x="58973" y="419650"/>
                </a:lnTo>
                <a:lnTo>
                  <a:pt x="57570" y="419650"/>
                </a:lnTo>
                <a:lnTo>
                  <a:pt x="56166" y="419650"/>
                </a:lnTo>
                <a:lnTo>
                  <a:pt x="54763" y="419650"/>
                </a:lnTo>
                <a:lnTo>
                  <a:pt x="53359" y="419650"/>
                </a:lnTo>
                <a:lnTo>
                  <a:pt x="51956" y="419650"/>
                </a:lnTo>
                <a:lnTo>
                  <a:pt x="50552" y="419650"/>
                </a:lnTo>
                <a:lnTo>
                  <a:pt x="49149" y="419650"/>
                </a:lnTo>
                <a:lnTo>
                  <a:pt x="47745" y="419650"/>
                </a:lnTo>
                <a:lnTo>
                  <a:pt x="46342" y="419650"/>
                </a:lnTo>
                <a:lnTo>
                  <a:pt x="44938" y="419650"/>
                </a:lnTo>
                <a:lnTo>
                  <a:pt x="43526" y="419650"/>
                </a:lnTo>
                <a:lnTo>
                  <a:pt x="42122" y="419650"/>
                </a:lnTo>
                <a:lnTo>
                  <a:pt x="40719" y="419650"/>
                </a:lnTo>
                <a:lnTo>
                  <a:pt x="39315" y="419650"/>
                </a:lnTo>
                <a:lnTo>
                  <a:pt x="37912" y="419650"/>
                </a:lnTo>
                <a:lnTo>
                  <a:pt x="36508" y="419650"/>
                </a:lnTo>
                <a:lnTo>
                  <a:pt x="35105" y="419650"/>
                </a:lnTo>
                <a:lnTo>
                  <a:pt x="33701" y="419650"/>
                </a:lnTo>
                <a:lnTo>
                  <a:pt x="32298" y="419650"/>
                </a:lnTo>
                <a:lnTo>
                  <a:pt x="30894" y="419650"/>
                </a:lnTo>
                <a:lnTo>
                  <a:pt x="29491" y="419650"/>
                </a:lnTo>
                <a:lnTo>
                  <a:pt x="28087" y="419650"/>
                </a:lnTo>
                <a:lnTo>
                  <a:pt x="26684" y="419650"/>
                </a:lnTo>
                <a:lnTo>
                  <a:pt x="25272" y="419650"/>
                </a:lnTo>
                <a:lnTo>
                  <a:pt x="23868" y="419650"/>
                </a:lnTo>
                <a:lnTo>
                  <a:pt x="22465" y="419650"/>
                </a:lnTo>
                <a:lnTo>
                  <a:pt x="21061" y="419650"/>
                </a:lnTo>
                <a:lnTo>
                  <a:pt x="19658" y="419650"/>
                </a:lnTo>
                <a:lnTo>
                  <a:pt x="18254" y="419650"/>
                </a:lnTo>
                <a:lnTo>
                  <a:pt x="16851" y="419650"/>
                </a:lnTo>
                <a:lnTo>
                  <a:pt x="15447" y="419650"/>
                </a:lnTo>
                <a:lnTo>
                  <a:pt x="14044" y="419650"/>
                </a:lnTo>
                <a:lnTo>
                  <a:pt x="12640" y="419650"/>
                </a:lnTo>
                <a:lnTo>
                  <a:pt x="11237" y="419650"/>
                </a:lnTo>
                <a:lnTo>
                  <a:pt x="9833" y="419650"/>
                </a:lnTo>
                <a:lnTo>
                  <a:pt x="8430" y="419650"/>
                </a:lnTo>
                <a:lnTo>
                  <a:pt x="7018" y="419650"/>
                </a:lnTo>
                <a:lnTo>
                  <a:pt x="5614" y="419650"/>
                </a:lnTo>
                <a:lnTo>
                  <a:pt x="4211" y="419650"/>
                </a:lnTo>
                <a:lnTo>
                  <a:pt x="2807" y="419650"/>
                </a:lnTo>
                <a:lnTo>
                  <a:pt x="1404" y="419650"/>
                </a:lnTo>
                <a:lnTo>
                  <a:pt x="0" y="419650"/>
                </a:lnTo>
              </a:path>
            </a:pathLst>
          </a:custGeom>
          <a:noFill xmlns:a="http://schemas.openxmlformats.org/drawingml/2006/main"/>
          <a:ln xmlns:a="http://schemas.openxmlformats.org/drawingml/2006/main" w="8434" cap="flat">
            <a:solidFill>
              <a:srgbClr val="800080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2EDAA-2690-48C4-BF22-E7342921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05" y="2569407"/>
            <a:ext cx="10" cy="29449"/>
          </a:xfrm>
          <a:custGeom xmlns:a="http://schemas.openxmlformats.org/drawingml/2006/main">
            <a:pathLst>
              <a:path w="1" h="29449" fill="none">
                <a:moveTo>
                  <a:pt x="0" y="0"/>
                </a:moveTo>
                <a:lnTo>
                  <a:pt x="0" y="29449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F0B9B-7798-4927-8BBF-C4625169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636" y="2629570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3864A-F9C0-451D-9FE7-3DBA4313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302" y="2673775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75527-DD9A-49DE-A2ED-C9DF93A6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204" y="2629570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C96F8-040B-4B08-BE25-7BF48356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928" y="2629570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4AD9E-6B12-4255-9ED0-C447C8D1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744" y="2569408"/>
            <a:ext cx="10" cy="29449"/>
          </a:xfrm>
          <a:custGeom xmlns:a="http://schemas.openxmlformats.org/drawingml/2006/main">
            <a:pathLst>
              <a:path w="1" h="29449" fill="none">
                <a:moveTo>
                  <a:pt x="0" y="0"/>
                </a:moveTo>
                <a:lnTo>
                  <a:pt x="0" y="29449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684ED-AA68-4357-B0ED-76135721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475" y="2629571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E7B5B-30DF-4998-B9C5-D59F1733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141" y="2673776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B148B-1730-4E07-A75F-591E803A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043" y="2629571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3E660-A2F4-449C-9E2A-A0E2DD51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295" y="2629571"/>
            <a:ext cx="33263" cy="53077"/>
          </a:xfrm>
          <a:custGeom xmlns:a="http://schemas.openxmlformats.org/drawingml/2006/main">
            <a:pathLst>
              <a:path w="33263" h="53077">
                <a:moveTo>
                  <a:pt x="8524" y="47144"/>
                </a:moveTo>
                <a:lnTo>
                  <a:pt x="33263" y="47144"/>
                </a:lnTo>
                <a:lnTo>
                  <a:pt x="33263" y="53077"/>
                </a:lnTo>
                <a:lnTo>
                  <a:pt x="0" y="53077"/>
                </a:lnTo>
                <a:lnTo>
                  <a:pt x="0" y="47144"/>
                </a:lnTo>
                <a:cubicBezTo>
                  <a:pt x="2688" y="44372"/>
                  <a:pt x="6352" y="40655"/>
                  <a:pt x="10994" y="35992"/>
                </a:cubicBezTo>
                <a:cubicBezTo>
                  <a:pt x="15643" y="31321"/>
                  <a:pt x="18563" y="28308"/>
                  <a:pt x="19754" y="26952"/>
                </a:cubicBezTo>
                <a:cubicBezTo>
                  <a:pt x="22022" y="24419"/>
                  <a:pt x="23605" y="22274"/>
                  <a:pt x="24504" y="20516"/>
                </a:cubicBezTo>
                <a:cubicBezTo>
                  <a:pt x="25410" y="18758"/>
                  <a:pt x="25863" y="17029"/>
                  <a:pt x="25863" y="15331"/>
                </a:cubicBezTo>
                <a:cubicBezTo>
                  <a:pt x="25863" y="12560"/>
                  <a:pt x="24886" y="10303"/>
                  <a:pt x="22932" y="8559"/>
                </a:cubicBezTo>
                <a:cubicBezTo>
                  <a:pt x="20978" y="6809"/>
                  <a:pt x="18432" y="5933"/>
                  <a:pt x="15295" y="5933"/>
                </a:cubicBezTo>
                <a:cubicBezTo>
                  <a:pt x="13072" y="5933"/>
                  <a:pt x="10725" y="6317"/>
                  <a:pt x="8254" y="7084"/>
                </a:cubicBezTo>
                <a:cubicBezTo>
                  <a:pt x="5791" y="7852"/>
                  <a:pt x="3156" y="9018"/>
                  <a:pt x="348" y="10582"/>
                </a:cubicBezTo>
                <a:lnTo>
                  <a:pt x="348" y="3453"/>
                </a:lnTo>
                <a:cubicBezTo>
                  <a:pt x="3201" y="2313"/>
                  <a:pt x="5866" y="1453"/>
                  <a:pt x="8344" y="872"/>
                </a:cubicBezTo>
                <a:cubicBezTo>
                  <a:pt x="10829" y="291"/>
                  <a:pt x="13102" y="0"/>
                  <a:pt x="15161" y="0"/>
                </a:cubicBezTo>
                <a:cubicBezTo>
                  <a:pt x="20588" y="0"/>
                  <a:pt x="24916" y="1352"/>
                  <a:pt x="28142" y="4056"/>
                </a:cubicBezTo>
                <a:cubicBezTo>
                  <a:pt x="31369" y="6753"/>
                  <a:pt x="32983" y="10358"/>
                  <a:pt x="32983" y="14873"/>
                </a:cubicBezTo>
                <a:cubicBezTo>
                  <a:pt x="32983" y="17018"/>
                  <a:pt x="32578" y="19052"/>
                  <a:pt x="31770" y="20974"/>
                </a:cubicBezTo>
                <a:cubicBezTo>
                  <a:pt x="30969" y="22888"/>
                  <a:pt x="29501" y="25149"/>
                  <a:pt x="27368" y="27756"/>
                </a:cubicBezTo>
                <a:cubicBezTo>
                  <a:pt x="26784" y="28434"/>
                  <a:pt x="24923" y="30386"/>
                  <a:pt x="21786" y="33612"/>
                </a:cubicBezTo>
                <a:cubicBezTo>
                  <a:pt x="18657" y="36837"/>
                  <a:pt x="14236" y="41348"/>
                  <a:pt x="8524" y="471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63DFD-D4F8-43A2-A2E1-61431DAA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583" y="2569409"/>
            <a:ext cx="10" cy="29449"/>
          </a:xfrm>
          <a:custGeom xmlns:a="http://schemas.openxmlformats.org/drawingml/2006/main">
            <a:pathLst>
              <a:path w="1" h="29449" fill="none">
                <a:moveTo>
                  <a:pt x="0" y="0"/>
                </a:moveTo>
                <a:lnTo>
                  <a:pt x="0" y="29449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EC166-359F-4C69-8982-F5134418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314" y="2629572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DC838-8083-4529-A376-1289EBBA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980" y="2673776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F3FBF-D618-40B7-93B4-CB0AEF5A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882" y="2629572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19D08-600F-44BA-895B-08448040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81" y="2630510"/>
            <a:ext cx="38182" cy="52138"/>
          </a:xfrm>
          <a:custGeom xmlns:a="http://schemas.openxmlformats.org/drawingml/2006/main">
            <a:pathLst>
              <a:path w="38182" h="52138">
                <a:moveTo>
                  <a:pt x="23650" y="6146"/>
                </a:moveTo>
                <a:lnTo>
                  <a:pt x="5750" y="33980"/>
                </a:lnTo>
                <a:lnTo>
                  <a:pt x="23650" y="33980"/>
                </a:lnTo>
                <a:lnTo>
                  <a:pt x="23650" y="6146"/>
                </a:lnTo>
                <a:close/>
                <a:moveTo>
                  <a:pt x="21786" y="0"/>
                </a:moveTo>
                <a:lnTo>
                  <a:pt x="30703" y="0"/>
                </a:lnTo>
                <a:lnTo>
                  <a:pt x="30703" y="33980"/>
                </a:lnTo>
                <a:lnTo>
                  <a:pt x="38182" y="33980"/>
                </a:lnTo>
                <a:lnTo>
                  <a:pt x="38182" y="39847"/>
                </a:lnTo>
                <a:lnTo>
                  <a:pt x="30703" y="39847"/>
                </a:lnTo>
                <a:lnTo>
                  <a:pt x="30703" y="52138"/>
                </a:lnTo>
                <a:lnTo>
                  <a:pt x="23650" y="52138"/>
                </a:lnTo>
                <a:lnTo>
                  <a:pt x="23650" y="39847"/>
                </a:lnTo>
                <a:lnTo>
                  <a:pt x="0" y="39847"/>
                </a:lnTo>
                <a:lnTo>
                  <a:pt x="0" y="33042"/>
                </a:lnTo>
                <a:lnTo>
                  <a:pt x="2178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8E343-C129-436E-B681-B9E19BEA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421" y="2569409"/>
            <a:ext cx="10" cy="29449"/>
          </a:xfrm>
          <a:custGeom xmlns:a="http://schemas.openxmlformats.org/drawingml/2006/main">
            <a:pathLst>
              <a:path w="1" h="29449" fill="none">
                <a:moveTo>
                  <a:pt x="0" y="0"/>
                </a:moveTo>
                <a:lnTo>
                  <a:pt x="0" y="29449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99057-7179-43C8-B364-7FFFED62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151" y="2629572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DB65C-B013-4213-80B0-B89485D4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817" y="2673777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8A45D-111A-4E2E-8B5C-1B7CE385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19" y="2629572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84182-6F25-411C-89FF-A4E61BA1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724" y="2629572"/>
            <a:ext cx="36183" cy="54094"/>
          </a:xfrm>
          <a:custGeom xmlns:a="http://schemas.openxmlformats.org/drawingml/2006/main">
            <a:pathLst>
              <a:path w="36183" h="54094">
                <a:moveTo>
                  <a:pt x="18709" y="24203"/>
                </a:moveTo>
                <a:cubicBezTo>
                  <a:pt x="15527" y="24203"/>
                  <a:pt x="13004" y="25287"/>
                  <a:pt x="11140" y="27455"/>
                </a:cubicBezTo>
                <a:cubicBezTo>
                  <a:pt x="9284" y="29615"/>
                  <a:pt x="8355" y="32580"/>
                  <a:pt x="8355" y="36349"/>
                </a:cubicBezTo>
                <a:cubicBezTo>
                  <a:pt x="8355" y="40096"/>
                  <a:pt x="9284" y="43061"/>
                  <a:pt x="11140" y="45244"/>
                </a:cubicBezTo>
                <a:cubicBezTo>
                  <a:pt x="13004" y="47419"/>
                  <a:pt x="15527" y="48507"/>
                  <a:pt x="18709" y="48507"/>
                </a:cubicBezTo>
                <a:cubicBezTo>
                  <a:pt x="21891" y="48507"/>
                  <a:pt x="24410" y="47419"/>
                  <a:pt x="26267" y="45244"/>
                </a:cubicBezTo>
                <a:cubicBezTo>
                  <a:pt x="28124" y="43061"/>
                  <a:pt x="29052" y="40096"/>
                  <a:pt x="29052" y="36349"/>
                </a:cubicBezTo>
                <a:cubicBezTo>
                  <a:pt x="29052" y="32580"/>
                  <a:pt x="28124" y="29615"/>
                  <a:pt x="26267" y="27455"/>
                </a:cubicBezTo>
                <a:cubicBezTo>
                  <a:pt x="24410" y="25287"/>
                  <a:pt x="21891" y="24203"/>
                  <a:pt x="18709" y="24203"/>
                </a:cubicBezTo>
                <a:moveTo>
                  <a:pt x="32780" y="2090"/>
                </a:moveTo>
                <a:lnTo>
                  <a:pt x="32780" y="8515"/>
                </a:lnTo>
                <a:cubicBezTo>
                  <a:pt x="30999" y="7680"/>
                  <a:pt x="29202" y="7043"/>
                  <a:pt x="27390" y="6604"/>
                </a:cubicBezTo>
                <a:cubicBezTo>
                  <a:pt x="25578" y="6157"/>
                  <a:pt x="23781" y="5933"/>
                  <a:pt x="22000" y="5933"/>
                </a:cubicBezTo>
                <a:cubicBezTo>
                  <a:pt x="17320" y="5933"/>
                  <a:pt x="13746" y="7505"/>
                  <a:pt x="11275" y="10649"/>
                </a:cubicBezTo>
                <a:cubicBezTo>
                  <a:pt x="8812" y="13793"/>
                  <a:pt x="7404" y="18542"/>
                  <a:pt x="7052" y="24896"/>
                </a:cubicBezTo>
                <a:cubicBezTo>
                  <a:pt x="8430" y="22870"/>
                  <a:pt x="10159" y="21317"/>
                  <a:pt x="12241" y="20236"/>
                </a:cubicBezTo>
                <a:cubicBezTo>
                  <a:pt x="14329" y="19156"/>
                  <a:pt x="16624" y="18616"/>
                  <a:pt x="19125" y="18616"/>
                </a:cubicBezTo>
                <a:cubicBezTo>
                  <a:pt x="24388" y="18616"/>
                  <a:pt x="28547" y="20206"/>
                  <a:pt x="31601" y="23387"/>
                </a:cubicBezTo>
                <a:cubicBezTo>
                  <a:pt x="34656" y="26561"/>
                  <a:pt x="36183" y="30882"/>
                  <a:pt x="36183" y="36349"/>
                </a:cubicBezTo>
                <a:cubicBezTo>
                  <a:pt x="36183" y="41705"/>
                  <a:pt x="34592" y="46004"/>
                  <a:pt x="31410" y="49244"/>
                </a:cubicBezTo>
                <a:cubicBezTo>
                  <a:pt x="28229" y="52477"/>
                  <a:pt x="23995" y="54094"/>
                  <a:pt x="18709" y="54094"/>
                </a:cubicBezTo>
                <a:cubicBezTo>
                  <a:pt x="12645" y="54094"/>
                  <a:pt x="8011" y="51785"/>
                  <a:pt x="4806" y="47166"/>
                </a:cubicBezTo>
                <a:cubicBezTo>
                  <a:pt x="1602" y="42540"/>
                  <a:pt x="0" y="35839"/>
                  <a:pt x="0" y="27064"/>
                </a:cubicBezTo>
                <a:cubicBezTo>
                  <a:pt x="0" y="18825"/>
                  <a:pt x="1965" y="12254"/>
                  <a:pt x="5896" y="7353"/>
                </a:cubicBezTo>
                <a:cubicBezTo>
                  <a:pt x="9826" y="2451"/>
                  <a:pt x="15101" y="0"/>
                  <a:pt x="21719" y="0"/>
                </a:cubicBezTo>
                <a:cubicBezTo>
                  <a:pt x="23501" y="0"/>
                  <a:pt x="25297" y="175"/>
                  <a:pt x="27109" y="525"/>
                </a:cubicBezTo>
                <a:cubicBezTo>
                  <a:pt x="28921" y="875"/>
                  <a:pt x="30811" y="1397"/>
                  <a:pt x="32780" y="20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336B3-86C0-43B2-B3FA-B79734C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258" y="2569409"/>
            <a:ext cx="10" cy="29449"/>
          </a:xfrm>
          <a:custGeom xmlns:a="http://schemas.openxmlformats.org/drawingml/2006/main">
            <a:pathLst>
              <a:path w="1" h="29449" fill="none">
                <a:moveTo>
                  <a:pt x="0" y="0"/>
                </a:moveTo>
                <a:lnTo>
                  <a:pt x="0" y="29449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5AA71-D8C9-4884-8E79-28CB99C9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989" y="2629573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034C1-FF55-44EF-AE45-E1B45A34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56" y="2673777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F2CBF-EA0D-4E8E-809C-2D07CE7E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558" y="2629573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80ADE-8E13-49F5-818D-D94DAA2F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416" y="2629572"/>
            <a:ext cx="35936" cy="54094"/>
          </a:xfrm>
          <a:custGeom xmlns:a="http://schemas.openxmlformats.org/drawingml/2006/main">
            <a:pathLst>
              <a:path w="35936" h="54094">
                <a:moveTo>
                  <a:pt x="17968" y="28315"/>
                </a:moveTo>
                <a:cubicBezTo>
                  <a:pt x="14599" y="28315"/>
                  <a:pt x="11949" y="29213"/>
                  <a:pt x="10017" y="31008"/>
                </a:cubicBezTo>
                <a:cubicBezTo>
                  <a:pt x="8093" y="32804"/>
                  <a:pt x="7131" y="35269"/>
                  <a:pt x="7131" y="38405"/>
                </a:cubicBezTo>
                <a:cubicBezTo>
                  <a:pt x="7131" y="41549"/>
                  <a:pt x="8093" y="44019"/>
                  <a:pt x="10017" y="45814"/>
                </a:cubicBezTo>
                <a:cubicBezTo>
                  <a:pt x="11949" y="47609"/>
                  <a:pt x="14599" y="48507"/>
                  <a:pt x="17968" y="48507"/>
                </a:cubicBezTo>
                <a:cubicBezTo>
                  <a:pt x="21337" y="48507"/>
                  <a:pt x="23991" y="47605"/>
                  <a:pt x="25930" y="45803"/>
                </a:cubicBezTo>
                <a:cubicBezTo>
                  <a:pt x="27877" y="43992"/>
                  <a:pt x="28850" y="41527"/>
                  <a:pt x="28850" y="38405"/>
                </a:cubicBezTo>
                <a:cubicBezTo>
                  <a:pt x="28850" y="35269"/>
                  <a:pt x="27884" y="32804"/>
                  <a:pt x="25953" y="31008"/>
                </a:cubicBezTo>
                <a:cubicBezTo>
                  <a:pt x="24029" y="29213"/>
                  <a:pt x="21367" y="28315"/>
                  <a:pt x="17968" y="28315"/>
                </a:cubicBezTo>
                <a:moveTo>
                  <a:pt x="10882" y="25321"/>
                </a:moveTo>
                <a:cubicBezTo>
                  <a:pt x="7842" y="24576"/>
                  <a:pt x="5473" y="23168"/>
                  <a:pt x="3773" y="21097"/>
                </a:cubicBezTo>
                <a:cubicBezTo>
                  <a:pt x="2081" y="19018"/>
                  <a:pt x="1235" y="16489"/>
                  <a:pt x="1235" y="13510"/>
                </a:cubicBezTo>
                <a:cubicBezTo>
                  <a:pt x="1235" y="9345"/>
                  <a:pt x="2725" y="6053"/>
                  <a:pt x="5705" y="3632"/>
                </a:cubicBezTo>
                <a:cubicBezTo>
                  <a:pt x="8692" y="1210"/>
                  <a:pt x="12780" y="0"/>
                  <a:pt x="17968" y="0"/>
                </a:cubicBezTo>
                <a:cubicBezTo>
                  <a:pt x="23186" y="0"/>
                  <a:pt x="27281" y="1210"/>
                  <a:pt x="30254" y="3632"/>
                </a:cubicBezTo>
                <a:cubicBezTo>
                  <a:pt x="33226" y="6053"/>
                  <a:pt x="34712" y="9345"/>
                  <a:pt x="34712" y="13510"/>
                </a:cubicBezTo>
                <a:cubicBezTo>
                  <a:pt x="34712" y="16489"/>
                  <a:pt x="33862" y="19018"/>
                  <a:pt x="32163" y="21097"/>
                </a:cubicBezTo>
                <a:cubicBezTo>
                  <a:pt x="30471" y="23168"/>
                  <a:pt x="28116" y="24576"/>
                  <a:pt x="25099" y="25321"/>
                </a:cubicBezTo>
                <a:cubicBezTo>
                  <a:pt x="28513" y="26110"/>
                  <a:pt x="31171" y="27660"/>
                  <a:pt x="33072" y="29969"/>
                </a:cubicBezTo>
                <a:cubicBezTo>
                  <a:pt x="34981" y="32271"/>
                  <a:pt x="35936" y="35083"/>
                  <a:pt x="35936" y="38405"/>
                </a:cubicBezTo>
                <a:cubicBezTo>
                  <a:pt x="35936" y="43464"/>
                  <a:pt x="34386" y="47345"/>
                  <a:pt x="31287" y="50049"/>
                </a:cubicBezTo>
                <a:cubicBezTo>
                  <a:pt x="28187" y="52746"/>
                  <a:pt x="23748" y="54094"/>
                  <a:pt x="17968" y="54094"/>
                </a:cubicBezTo>
                <a:cubicBezTo>
                  <a:pt x="12196" y="54094"/>
                  <a:pt x="7756" y="52746"/>
                  <a:pt x="4649" y="50049"/>
                </a:cubicBezTo>
                <a:cubicBezTo>
                  <a:pt x="1550" y="47345"/>
                  <a:pt x="0" y="43464"/>
                  <a:pt x="0" y="38405"/>
                </a:cubicBezTo>
                <a:cubicBezTo>
                  <a:pt x="0" y="35083"/>
                  <a:pt x="958" y="32271"/>
                  <a:pt x="2875" y="29969"/>
                </a:cubicBezTo>
                <a:cubicBezTo>
                  <a:pt x="4799" y="27660"/>
                  <a:pt x="7468" y="26110"/>
                  <a:pt x="10882" y="25321"/>
                </a:cubicBezTo>
                <a:moveTo>
                  <a:pt x="8288" y="14180"/>
                </a:moveTo>
                <a:cubicBezTo>
                  <a:pt x="8288" y="16877"/>
                  <a:pt x="9134" y="18981"/>
                  <a:pt x="10826" y="20493"/>
                </a:cubicBezTo>
                <a:cubicBezTo>
                  <a:pt x="12525" y="22006"/>
                  <a:pt x="14906" y="22762"/>
                  <a:pt x="17968" y="22762"/>
                </a:cubicBezTo>
                <a:cubicBezTo>
                  <a:pt x="21015" y="22762"/>
                  <a:pt x="23396" y="22006"/>
                  <a:pt x="25110" y="20493"/>
                </a:cubicBezTo>
                <a:cubicBezTo>
                  <a:pt x="26832" y="18981"/>
                  <a:pt x="27693" y="16877"/>
                  <a:pt x="27693" y="14180"/>
                </a:cubicBezTo>
                <a:cubicBezTo>
                  <a:pt x="27693" y="11476"/>
                  <a:pt x="26832" y="9368"/>
                  <a:pt x="25110" y="7855"/>
                </a:cubicBezTo>
                <a:cubicBezTo>
                  <a:pt x="23396" y="6343"/>
                  <a:pt x="21015" y="5587"/>
                  <a:pt x="17968" y="5587"/>
                </a:cubicBezTo>
                <a:cubicBezTo>
                  <a:pt x="14906" y="5587"/>
                  <a:pt x="12525" y="6343"/>
                  <a:pt x="10826" y="7855"/>
                </a:cubicBezTo>
                <a:cubicBezTo>
                  <a:pt x="9134" y="9368"/>
                  <a:pt x="8288" y="11476"/>
                  <a:pt x="8288" y="141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7ACCE-4975-41FE-BDB2-EAF02090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097" y="2569409"/>
            <a:ext cx="10" cy="29449"/>
          </a:xfrm>
          <a:custGeom xmlns:a="http://schemas.openxmlformats.org/drawingml/2006/main">
            <a:pathLst>
              <a:path w="1" h="29449" fill="none">
                <a:moveTo>
                  <a:pt x="0" y="0"/>
                </a:moveTo>
                <a:lnTo>
                  <a:pt x="0" y="29449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B0E45-3801-4ED7-A1A3-84489D8D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827" y="2629573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C536B-F9EC-4537-A8BA-ED729F2C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493" y="2673778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80F5C-6A42-436F-9D92-DA818F4A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551" y="2630512"/>
            <a:ext cx="31197" cy="52138"/>
          </a:xfrm>
          <a:custGeom xmlns:a="http://schemas.openxmlformats.org/drawingml/2006/main">
            <a:pathLst>
              <a:path w="31197" h="52138">
                <a:moveTo>
                  <a:pt x="1022" y="46205"/>
                </a:moveTo>
                <a:lnTo>
                  <a:pt x="12600" y="46205"/>
                </a:lnTo>
                <a:lnTo>
                  <a:pt x="12600" y="6425"/>
                </a:lnTo>
                <a:lnTo>
                  <a:pt x="0" y="8939"/>
                </a:lnTo>
                <a:lnTo>
                  <a:pt x="0" y="2514"/>
                </a:lnTo>
                <a:lnTo>
                  <a:pt x="12533" y="0"/>
                </a:lnTo>
                <a:lnTo>
                  <a:pt x="19619" y="0"/>
                </a:lnTo>
                <a:lnTo>
                  <a:pt x="19619" y="46205"/>
                </a:lnTo>
                <a:lnTo>
                  <a:pt x="31197" y="46205"/>
                </a:lnTo>
                <a:lnTo>
                  <a:pt x="31197" y="52138"/>
                </a:lnTo>
                <a:lnTo>
                  <a:pt x="1022" y="52138"/>
                </a:lnTo>
                <a:lnTo>
                  <a:pt x="1022" y="46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4DE99-A5A0-49E5-80FB-3D0DADF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119" y="2629573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D36C9-FA13-4831-84E9-06B422A4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935" y="2569410"/>
            <a:ext cx="10" cy="29449"/>
          </a:xfrm>
          <a:custGeom xmlns:a="http://schemas.openxmlformats.org/drawingml/2006/main">
            <a:pathLst>
              <a:path w="1" h="29449" fill="none">
                <a:moveTo>
                  <a:pt x="0" y="0"/>
                </a:moveTo>
                <a:lnTo>
                  <a:pt x="0" y="29449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AB4E7-8BE8-41C8-997F-2CC5B55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665" y="2629573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4B4AD-23D4-4865-A34E-6CA79E09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332" y="2673778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4913A-C641-420A-BDF5-E56E0431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389" y="2630512"/>
            <a:ext cx="31197" cy="52138"/>
          </a:xfrm>
          <a:custGeom xmlns:a="http://schemas.openxmlformats.org/drawingml/2006/main">
            <a:pathLst>
              <a:path w="31197" h="52138">
                <a:moveTo>
                  <a:pt x="1022" y="46205"/>
                </a:moveTo>
                <a:lnTo>
                  <a:pt x="12600" y="46205"/>
                </a:lnTo>
                <a:lnTo>
                  <a:pt x="12600" y="6425"/>
                </a:lnTo>
                <a:lnTo>
                  <a:pt x="0" y="8939"/>
                </a:lnTo>
                <a:lnTo>
                  <a:pt x="0" y="2514"/>
                </a:lnTo>
                <a:lnTo>
                  <a:pt x="12533" y="0"/>
                </a:lnTo>
                <a:lnTo>
                  <a:pt x="19619" y="0"/>
                </a:lnTo>
                <a:lnTo>
                  <a:pt x="19619" y="46205"/>
                </a:lnTo>
                <a:lnTo>
                  <a:pt x="31197" y="46205"/>
                </a:lnTo>
                <a:lnTo>
                  <a:pt x="31197" y="52138"/>
                </a:lnTo>
                <a:lnTo>
                  <a:pt x="1022" y="52138"/>
                </a:lnTo>
                <a:lnTo>
                  <a:pt x="1022" y="46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802A5-E3D9-4130-96B2-868E0A3B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485" y="2629574"/>
            <a:ext cx="33263" cy="53077"/>
          </a:xfrm>
          <a:custGeom xmlns:a="http://schemas.openxmlformats.org/drawingml/2006/main">
            <a:pathLst>
              <a:path w="33263" h="53077">
                <a:moveTo>
                  <a:pt x="8524" y="47144"/>
                </a:moveTo>
                <a:lnTo>
                  <a:pt x="33263" y="47144"/>
                </a:lnTo>
                <a:lnTo>
                  <a:pt x="33263" y="53077"/>
                </a:lnTo>
                <a:lnTo>
                  <a:pt x="0" y="53077"/>
                </a:lnTo>
                <a:lnTo>
                  <a:pt x="0" y="47144"/>
                </a:lnTo>
                <a:cubicBezTo>
                  <a:pt x="2688" y="44372"/>
                  <a:pt x="6352" y="40655"/>
                  <a:pt x="10994" y="35992"/>
                </a:cubicBezTo>
                <a:cubicBezTo>
                  <a:pt x="15643" y="31321"/>
                  <a:pt x="18563" y="28308"/>
                  <a:pt x="19754" y="26952"/>
                </a:cubicBezTo>
                <a:cubicBezTo>
                  <a:pt x="22022" y="24419"/>
                  <a:pt x="23605" y="22274"/>
                  <a:pt x="24504" y="20516"/>
                </a:cubicBezTo>
                <a:cubicBezTo>
                  <a:pt x="25410" y="18758"/>
                  <a:pt x="25863" y="17029"/>
                  <a:pt x="25863" y="15331"/>
                </a:cubicBezTo>
                <a:cubicBezTo>
                  <a:pt x="25863" y="12560"/>
                  <a:pt x="24886" y="10303"/>
                  <a:pt x="22932" y="8559"/>
                </a:cubicBezTo>
                <a:cubicBezTo>
                  <a:pt x="20978" y="6809"/>
                  <a:pt x="18432" y="5933"/>
                  <a:pt x="15295" y="5933"/>
                </a:cubicBezTo>
                <a:cubicBezTo>
                  <a:pt x="13072" y="5933"/>
                  <a:pt x="10725" y="6317"/>
                  <a:pt x="8254" y="7084"/>
                </a:cubicBezTo>
                <a:cubicBezTo>
                  <a:pt x="5791" y="7852"/>
                  <a:pt x="3156" y="9018"/>
                  <a:pt x="348" y="10582"/>
                </a:cubicBezTo>
                <a:lnTo>
                  <a:pt x="348" y="3453"/>
                </a:lnTo>
                <a:cubicBezTo>
                  <a:pt x="3201" y="2313"/>
                  <a:pt x="5866" y="1453"/>
                  <a:pt x="8344" y="872"/>
                </a:cubicBezTo>
                <a:cubicBezTo>
                  <a:pt x="10829" y="291"/>
                  <a:pt x="13102" y="0"/>
                  <a:pt x="15161" y="0"/>
                </a:cubicBezTo>
                <a:cubicBezTo>
                  <a:pt x="20588" y="0"/>
                  <a:pt x="24916" y="1352"/>
                  <a:pt x="28142" y="4056"/>
                </a:cubicBezTo>
                <a:cubicBezTo>
                  <a:pt x="31369" y="6753"/>
                  <a:pt x="32983" y="10358"/>
                  <a:pt x="32983" y="14873"/>
                </a:cubicBezTo>
                <a:cubicBezTo>
                  <a:pt x="32983" y="17018"/>
                  <a:pt x="32578" y="19052"/>
                  <a:pt x="31770" y="20974"/>
                </a:cubicBezTo>
                <a:cubicBezTo>
                  <a:pt x="30969" y="22888"/>
                  <a:pt x="29501" y="25149"/>
                  <a:pt x="27368" y="27756"/>
                </a:cubicBezTo>
                <a:cubicBezTo>
                  <a:pt x="26784" y="28434"/>
                  <a:pt x="24923" y="30386"/>
                  <a:pt x="21786" y="33612"/>
                </a:cubicBezTo>
                <a:cubicBezTo>
                  <a:pt x="18657" y="36837"/>
                  <a:pt x="14236" y="41348"/>
                  <a:pt x="8524" y="4714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C1288-4122-4479-A59D-205048EE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773" y="2569410"/>
            <a:ext cx="10" cy="29449"/>
          </a:xfrm>
          <a:custGeom xmlns:a="http://schemas.openxmlformats.org/drawingml/2006/main">
            <a:pathLst>
              <a:path w="1" h="29449" fill="none">
                <a:moveTo>
                  <a:pt x="0" y="0"/>
                </a:moveTo>
                <a:lnTo>
                  <a:pt x="0" y="29449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5E975-DA5E-49ED-8C67-B7C6640C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8503" y="2629574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B9CDC-B416-4740-BC2F-2373A71D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169" y="2673778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F59D2-7826-471F-8034-855C2C0F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227" y="2630512"/>
            <a:ext cx="31197" cy="52138"/>
          </a:xfrm>
          <a:custGeom xmlns:a="http://schemas.openxmlformats.org/drawingml/2006/main">
            <a:pathLst>
              <a:path w="31197" h="52138">
                <a:moveTo>
                  <a:pt x="1022" y="46205"/>
                </a:moveTo>
                <a:lnTo>
                  <a:pt x="12600" y="46205"/>
                </a:lnTo>
                <a:lnTo>
                  <a:pt x="12600" y="6425"/>
                </a:lnTo>
                <a:lnTo>
                  <a:pt x="0" y="8939"/>
                </a:lnTo>
                <a:lnTo>
                  <a:pt x="0" y="2514"/>
                </a:lnTo>
                <a:lnTo>
                  <a:pt x="12533" y="0"/>
                </a:lnTo>
                <a:lnTo>
                  <a:pt x="19619" y="0"/>
                </a:lnTo>
                <a:lnTo>
                  <a:pt x="19619" y="46205"/>
                </a:lnTo>
                <a:lnTo>
                  <a:pt x="31197" y="46205"/>
                </a:lnTo>
                <a:lnTo>
                  <a:pt x="31197" y="52138"/>
                </a:lnTo>
                <a:lnTo>
                  <a:pt x="1022" y="52138"/>
                </a:lnTo>
                <a:lnTo>
                  <a:pt x="1022" y="46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60EE8-A03C-4CEA-8166-ECFF3B11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1572" y="2630512"/>
            <a:ext cx="38182" cy="52138"/>
          </a:xfrm>
          <a:custGeom xmlns:a="http://schemas.openxmlformats.org/drawingml/2006/main">
            <a:pathLst>
              <a:path w="38182" h="52138">
                <a:moveTo>
                  <a:pt x="23650" y="6146"/>
                </a:moveTo>
                <a:lnTo>
                  <a:pt x="5750" y="33980"/>
                </a:lnTo>
                <a:lnTo>
                  <a:pt x="23650" y="33980"/>
                </a:lnTo>
                <a:lnTo>
                  <a:pt x="23650" y="6146"/>
                </a:lnTo>
                <a:close/>
                <a:moveTo>
                  <a:pt x="21786" y="0"/>
                </a:moveTo>
                <a:lnTo>
                  <a:pt x="30703" y="0"/>
                </a:lnTo>
                <a:lnTo>
                  <a:pt x="30703" y="33980"/>
                </a:lnTo>
                <a:lnTo>
                  <a:pt x="38182" y="33980"/>
                </a:lnTo>
                <a:lnTo>
                  <a:pt x="38182" y="39847"/>
                </a:lnTo>
                <a:lnTo>
                  <a:pt x="30703" y="39847"/>
                </a:lnTo>
                <a:lnTo>
                  <a:pt x="30703" y="52138"/>
                </a:lnTo>
                <a:lnTo>
                  <a:pt x="23650" y="52138"/>
                </a:lnTo>
                <a:lnTo>
                  <a:pt x="23650" y="39847"/>
                </a:lnTo>
                <a:lnTo>
                  <a:pt x="0" y="39847"/>
                </a:lnTo>
                <a:lnTo>
                  <a:pt x="0" y="33042"/>
                </a:lnTo>
                <a:lnTo>
                  <a:pt x="2178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35557-0170-4125-986F-62137E81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583" y="2733384"/>
            <a:ext cx="33757" cy="52138"/>
          </a:xfrm>
          <a:custGeom xmlns:a="http://schemas.openxmlformats.org/drawingml/2006/main">
            <a:pathLst>
              <a:path w="33757" h="52138">
                <a:moveTo>
                  <a:pt x="0" y="0"/>
                </a:moveTo>
                <a:lnTo>
                  <a:pt x="33129" y="0"/>
                </a:lnTo>
                <a:lnTo>
                  <a:pt x="33129" y="5945"/>
                </a:lnTo>
                <a:lnTo>
                  <a:pt x="7086" y="5945"/>
                </a:lnTo>
                <a:lnTo>
                  <a:pt x="7086" y="21376"/>
                </a:lnTo>
                <a:lnTo>
                  <a:pt x="32039" y="21376"/>
                </a:lnTo>
                <a:lnTo>
                  <a:pt x="32039" y="27310"/>
                </a:lnTo>
                <a:lnTo>
                  <a:pt x="7086" y="27310"/>
                </a:lnTo>
                <a:lnTo>
                  <a:pt x="7086" y="46205"/>
                </a:lnTo>
                <a:lnTo>
                  <a:pt x="33757" y="46205"/>
                </a:lnTo>
                <a:lnTo>
                  <a:pt x="33757" y="52138"/>
                </a:lnTo>
                <a:lnTo>
                  <a:pt x="0" y="521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51F4C-A067-4E71-9BED-0CE953A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991" y="2733384"/>
            <a:ext cx="47941" cy="52138"/>
          </a:xfrm>
          <a:custGeom xmlns:a="http://schemas.openxmlformats.org/drawingml/2006/main">
            <a:pathLst>
              <a:path w="47941" h="52138">
                <a:moveTo>
                  <a:pt x="0" y="0"/>
                </a:moveTo>
                <a:lnTo>
                  <a:pt x="10567" y="0"/>
                </a:lnTo>
                <a:lnTo>
                  <a:pt x="23931" y="35478"/>
                </a:lnTo>
                <a:lnTo>
                  <a:pt x="37373" y="0"/>
                </a:lnTo>
                <a:lnTo>
                  <a:pt x="47941" y="0"/>
                </a:lnTo>
                <a:lnTo>
                  <a:pt x="47941" y="52138"/>
                </a:lnTo>
                <a:lnTo>
                  <a:pt x="41023" y="52138"/>
                </a:lnTo>
                <a:lnTo>
                  <a:pt x="41023" y="6358"/>
                </a:lnTo>
                <a:lnTo>
                  <a:pt x="27514" y="42115"/>
                </a:lnTo>
                <a:lnTo>
                  <a:pt x="20394" y="42115"/>
                </a:lnTo>
                <a:lnTo>
                  <a:pt x="6884" y="6358"/>
                </a:lnTo>
                <a:lnTo>
                  <a:pt x="6884" y="52138"/>
                </a:lnTo>
                <a:lnTo>
                  <a:pt x="0" y="521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B1411-1515-42DF-BCDC-9200E136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28" y="2732445"/>
            <a:ext cx="36879" cy="54094"/>
          </a:xfrm>
          <a:custGeom xmlns:a="http://schemas.openxmlformats.org/drawingml/2006/main">
            <a:pathLst>
              <a:path w="36879" h="54094">
                <a:moveTo>
                  <a:pt x="33724" y="2648"/>
                </a:moveTo>
                <a:lnTo>
                  <a:pt x="33724" y="9532"/>
                </a:lnTo>
                <a:cubicBezTo>
                  <a:pt x="31036" y="8250"/>
                  <a:pt x="28498" y="7297"/>
                  <a:pt x="26110" y="6671"/>
                </a:cubicBezTo>
                <a:cubicBezTo>
                  <a:pt x="23721" y="6038"/>
                  <a:pt x="21416" y="5721"/>
                  <a:pt x="19192" y="5721"/>
                </a:cubicBezTo>
                <a:cubicBezTo>
                  <a:pt x="15336" y="5721"/>
                  <a:pt x="12361" y="6466"/>
                  <a:pt x="10264" y="7956"/>
                </a:cubicBezTo>
                <a:cubicBezTo>
                  <a:pt x="8168" y="9446"/>
                  <a:pt x="7120" y="11565"/>
                  <a:pt x="7120" y="14314"/>
                </a:cubicBezTo>
                <a:cubicBezTo>
                  <a:pt x="7120" y="16623"/>
                  <a:pt x="7816" y="18367"/>
                  <a:pt x="9209" y="19544"/>
                </a:cubicBezTo>
                <a:cubicBezTo>
                  <a:pt x="10601" y="20713"/>
                  <a:pt x="13240" y="21659"/>
                  <a:pt x="17126" y="22382"/>
                </a:cubicBezTo>
                <a:lnTo>
                  <a:pt x="21404" y="23253"/>
                </a:lnTo>
                <a:cubicBezTo>
                  <a:pt x="26690" y="24259"/>
                  <a:pt x="30591" y="26025"/>
                  <a:pt x="33106" y="28550"/>
                </a:cubicBezTo>
                <a:cubicBezTo>
                  <a:pt x="35622" y="31075"/>
                  <a:pt x="36879" y="34453"/>
                  <a:pt x="36879" y="38685"/>
                </a:cubicBezTo>
                <a:cubicBezTo>
                  <a:pt x="36879" y="43743"/>
                  <a:pt x="35176" y="47576"/>
                  <a:pt x="31770" y="50183"/>
                </a:cubicBezTo>
                <a:cubicBezTo>
                  <a:pt x="28371" y="52790"/>
                  <a:pt x="23385" y="54094"/>
                  <a:pt x="16811" y="54094"/>
                </a:cubicBezTo>
                <a:cubicBezTo>
                  <a:pt x="14333" y="54094"/>
                  <a:pt x="11694" y="53815"/>
                  <a:pt x="8894" y="53256"/>
                </a:cubicBezTo>
                <a:cubicBezTo>
                  <a:pt x="6102" y="52697"/>
                  <a:pt x="3208" y="51870"/>
                  <a:pt x="213" y="50775"/>
                </a:cubicBezTo>
                <a:lnTo>
                  <a:pt x="213" y="43512"/>
                </a:lnTo>
                <a:cubicBezTo>
                  <a:pt x="3088" y="45114"/>
                  <a:pt x="5907" y="46324"/>
                  <a:pt x="8670" y="47144"/>
                </a:cubicBezTo>
                <a:cubicBezTo>
                  <a:pt x="11432" y="47956"/>
                  <a:pt x="14146" y="48362"/>
                  <a:pt x="16811" y="48362"/>
                </a:cubicBezTo>
                <a:cubicBezTo>
                  <a:pt x="20854" y="48362"/>
                  <a:pt x="23976" y="47572"/>
                  <a:pt x="26177" y="45993"/>
                </a:cubicBezTo>
                <a:cubicBezTo>
                  <a:pt x="28378" y="44406"/>
                  <a:pt x="29479" y="42145"/>
                  <a:pt x="29479" y="39210"/>
                </a:cubicBezTo>
                <a:cubicBezTo>
                  <a:pt x="29479" y="36655"/>
                  <a:pt x="28689" y="34655"/>
                  <a:pt x="27109" y="33209"/>
                </a:cubicBezTo>
                <a:cubicBezTo>
                  <a:pt x="25530" y="31764"/>
                  <a:pt x="22939" y="30680"/>
                  <a:pt x="19338" y="29958"/>
                </a:cubicBezTo>
                <a:lnTo>
                  <a:pt x="15015" y="29120"/>
                </a:lnTo>
                <a:cubicBezTo>
                  <a:pt x="9729" y="28077"/>
                  <a:pt x="5903" y="26438"/>
                  <a:pt x="3537" y="24203"/>
                </a:cubicBezTo>
                <a:cubicBezTo>
                  <a:pt x="1179" y="21968"/>
                  <a:pt x="0" y="18858"/>
                  <a:pt x="0" y="14873"/>
                </a:cubicBezTo>
                <a:cubicBezTo>
                  <a:pt x="0" y="10262"/>
                  <a:pt x="1632" y="6630"/>
                  <a:pt x="4896" y="3978"/>
                </a:cubicBezTo>
                <a:cubicBezTo>
                  <a:pt x="8161" y="1326"/>
                  <a:pt x="12656" y="0"/>
                  <a:pt x="18384" y="0"/>
                </a:cubicBezTo>
                <a:cubicBezTo>
                  <a:pt x="20847" y="0"/>
                  <a:pt x="23351" y="223"/>
                  <a:pt x="25896" y="670"/>
                </a:cubicBezTo>
                <a:cubicBezTo>
                  <a:pt x="28449" y="1110"/>
                  <a:pt x="31058" y="1769"/>
                  <a:pt x="33724" y="26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04DD2-B64A-4096-A23C-79B187C1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180" y="2731183"/>
            <a:ext cx="6457" cy="54340"/>
          </a:xfrm>
          <a:custGeom xmlns:a="http://schemas.openxmlformats.org/drawingml/2006/main">
            <a:pathLst>
              <a:path w="6457" h="54340">
                <a:moveTo>
                  <a:pt x="0" y="15230"/>
                </a:moveTo>
                <a:lnTo>
                  <a:pt x="6457" y="15230"/>
                </a:lnTo>
                <a:lnTo>
                  <a:pt x="6457" y="54340"/>
                </a:lnTo>
                <a:lnTo>
                  <a:pt x="0" y="54340"/>
                </a:lnTo>
                <a:lnTo>
                  <a:pt x="0" y="15230"/>
                </a:lnTo>
                <a:close/>
                <a:moveTo>
                  <a:pt x="0" y="0"/>
                </a:moveTo>
                <a:lnTo>
                  <a:pt x="6457" y="0"/>
                </a:lnTo>
                <a:lnTo>
                  <a:pt x="6457" y="8146"/>
                </a:lnTo>
                <a:lnTo>
                  <a:pt x="0" y="81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0658F-F6E4-48F8-BCA4-E4CC6E63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339" y="2745474"/>
            <a:ext cx="35127" cy="54921"/>
          </a:xfrm>
          <a:custGeom xmlns:a="http://schemas.openxmlformats.org/drawingml/2006/main">
            <a:pathLst>
              <a:path w="35127" h="54921">
                <a:moveTo>
                  <a:pt x="28670" y="20035"/>
                </a:moveTo>
                <a:cubicBezTo>
                  <a:pt x="28670" y="15379"/>
                  <a:pt x="27704" y="11774"/>
                  <a:pt x="25773" y="9219"/>
                </a:cubicBezTo>
                <a:cubicBezTo>
                  <a:pt x="23849" y="6656"/>
                  <a:pt x="21142" y="5375"/>
                  <a:pt x="17654" y="5375"/>
                </a:cubicBezTo>
                <a:cubicBezTo>
                  <a:pt x="14195" y="5375"/>
                  <a:pt x="11500" y="6656"/>
                  <a:pt x="9568" y="9219"/>
                </a:cubicBezTo>
                <a:cubicBezTo>
                  <a:pt x="7636" y="11774"/>
                  <a:pt x="6671" y="15379"/>
                  <a:pt x="6671" y="20035"/>
                </a:cubicBezTo>
                <a:cubicBezTo>
                  <a:pt x="6671" y="24669"/>
                  <a:pt x="7636" y="28267"/>
                  <a:pt x="9568" y="30829"/>
                </a:cubicBezTo>
                <a:cubicBezTo>
                  <a:pt x="11500" y="33392"/>
                  <a:pt x="14195" y="34673"/>
                  <a:pt x="17654" y="34673"/>
                </a:cubicBezTo>
                <a:cubicBezTo>
                  <a:pt x="21142" y="34673"/>
                  <a:pt x="23849" y="33392"/>
                  <a:pt x="25773" y="30829"/>
                </a:cubicBezTo>
                <a:cubicBezTo>
                  <a:pt x="27704" y="28267"/>
                  <a:pt x="28670" y="24669"/>
                  <a:pt x="28670" y="20035"/>
                </a:cubicBezTo>
                <a:moveTo>
                  <a:pt x="35127" y="35198"/>
                </a:moveTo>
                <a:cubicBezTo>
                  <a:pt x="35127" y="41851"/>
                  <a:pt x="33641" y="46801"/>
                  <a:pt x="30669" y="50049"/>
                </a:cubicBezTo>
                <a:cubicBezTo>
                  <a:pt x="27704" y="53297"/>
                  <a:pt x="23156" y="54921"/>
                  <a:pt x="17025" y="54921"/>
                </a:cubicBezTo>
                <a:cubicBezTo>
                  <a:pt x="14756" y="54921"/>
                  <a:pt x="12615" y="54753"/>
                  <a:pt x="10601" y="54418"/>
                </a:cubicBezTo>
                <a:cubicBezTo>
                  <a:pt x="8587" y="54083"/>
                  <a:pt x="6633" y="53565"/>
                  <a:pt x="4739" y="52865"/>
                </a:cubicBezTo>
                <a:lnTo>
                  <a:pt x="4739" y="46618"/>
                </a:lnTo>
                <a:cubicBezTo>
                  <a:pt x="6633" y="47639"/>
                  <a:pt x="8505" y="48391"/>
                  <a:pt x="10354" y="48876"/>
                </a:cubicBezTo>
                <a:cubicBezTo>
                  <a:pt x="12203" y="49367"/>
                  <a:pt x="14086" y="49613"/>
                  <a:pt x="16003" y="49613"/>
                </a:cubicBezTo>
                <a:cubicBezTo>
                  <a:pt x="20240" y="49613"/>
                  <a:pt x="23411" y="48514"/>
                  <a:pt x="25515" y="46317"/>
                </a:cubicBezTo>
                <a:cubicBezTo>
                  <a:pt x="27618" y="44119"/>
                  <a:pt x="28670" y="40797"/>
                  <a:pt x="28670" y="36349"/>
                </a:cubicBezTo>
                <a:lnTo>
                  <a:pt x="28670" y="33165"/>
                </a:lnTo>
                <a:cubicBezTo>
                  <a:pt x="27338" y="35474"/>
                  <a:pt x="25631" y="37199"/>
                  <a:pt x="23549" y="38338"/>
                </a:cubicBezTo>
                <a:cubicBezTo>
                  <a:pt x="21468" y="39478"/>
                  <a:pt x="18975" y="40048"/>
                  <a:pt x="16070" y="40048"/>
                </a:cubicBezTo>
                <a:cubicBezTo>
                  <a:pt x="11256" y="40048"/>
                  <a:pt x="7374" y="38223"/>
                  <a:pt x="4425" y="34573"/>
                </a:cubicBezTo>
                <a:cubicBezTo>
                  <a:pt x="1475" y="30915"/>
                  <a:pt x="0" y="26069"/>
                  <a:pt x="0" y="20035"/>
                </a:cubicBezTo>
                <a:cubicBezTo>
                  <a:pt x="0" y="13986"/>
                  <a:pt x="1475" y="9137"/>
                  <a:pt x="4425" y="5486"/>
                </a:cubicBezTo>
                <a:cubicBezTo>
                  <a:pt x="7374" y="1829"/>
                  <a:pt x="11256" y="0"/>
                  <a:pt x="16070" y="0"/>
                </a:cubicBezTo>
                <a:cubicBezTo>
                  <a:pt x="18975" y="0"/>
                  <a:pt x="21468" y="570"/>
                  <a:pt x="23549" y="1710"/>
                </a:cubicBezTo>
                <a:cubicBezTo>
                  <a:pt x="25631" y="2849"/>
                  <a:pt x="27338" y="4570"/>
                  <a:pt x="28670" y="6872"/>
                </a:cubicBezTo>
                <a:lnTo>
                  <a:pt x="28670" y="939"/>
                </a:lnTo>
                <a:lnTo>
                  <a:pt x="35127" y="939"/>
                </a:lnTo>
                <a:lnTo>
                  <a:pt x="35127" y="351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71BAD-4426-4258-85F5-05595924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518" y="2745474"/>
            <a:ext cx="32926" cy="40048"/>
          </a:xfrm>
          <a:custGeom xmlns:a="http://schemas.openxmlformats.org/drawingml/2006/main">
            <a:pathLst>
              <a:path w="32926" h="40048">
                <a:moveTo>
                  <a:pt x="32926" y="16437"/>
                </a:moveTo>
                <a:lnTo>
                  <a:pt x="32926" y="40048"/>
                </a:lnTo>
                <a:lnTo>
                  <a:pt x="26469" y="40048"/>
                </a:lnTo>
                <a:lnTo>
                  <a:pt x="26469" y="16649"/>
                </a:lnTo>
                <a:cubicBezTo>
                  <a:pt x="26469" y="12947"/>
                  <a:pt x="25743" y="10180"/>
                  <a:pt x="24291" y="8347"/>
                </a:cubicBezTo>
                <a:cubicBezTo>
                  <a:pt x="22838" y="6507"/>
                  <a:pt x="20663" y="5587"/>
                  <a:pt x="17766" y="5587"/>
                </a:cubicBezTo>
                <a:cubicBezTo>
                  <a:pt x="14277" y="5587"/>
                  <a:pt x="11526" y="6693"/>
                  <a:pt x="9512" y="8906"/>
                </a:cubicBezTo>
                <a:cubicBezTo>
                  <a:pt x="7498" y="11111"/>
                  <a:pt x="6491" y="14124"/>
                  <a:pt x="6491" y="17946"/>
                </a:cubicBezTo>
                <a:lnTo>
                  <a:pt x="6491" y="40048"/>
                </a:lnTo>
                <a:lnTo>
                  <a:pt x="0" y="40048"/>
                </a:lnTo>
                <a:lnTo>
                  <a:pt x="0" y="939"/>
                </a:lnTo>
                <a:lnTo>
                  <a:pt x="6491" y="939"/>
                </a:lnTo>
                <a:lnTo>
                  <a:pt x="6491" y="7017"/>
                </a:lnTo>
                <a:cubicBezTo>
                  <a:pt x="8041" y="4663"/>
                  <a:pt x="9860" y="2905"/>
                  <a:pt x="11949" y="1743"/>
                </a:cubicBezTo>
                <a:cubicBezTo>
                  <a:pt x="14045" y="581"/>
                  <a:pt x="16463" y="0"/>
                  <a:pt x="19203" y="0"/>
                </a:cubicBezTo>
                <a:cubicBezTo>
                  <a:pt x="23718" y="0"/>
                  <a:pt x="27132" y="1389"/>
                  <a:pt x="29445" y="4168"/>
                </a:cubicBezTo>
                <a:cubicBezTo>
                  <a:pt x="31766" y="6947"/>
                  <a:pt x="32926" y="11036"/>
                  <a:pt x="32926" y="164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F0475-7216-4339-A51B-544537C7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854" y="2745474"/>
            <a:ext cx="33207" cy="41065"/>
          </a:xfrm>
          <a:custGeom xmlns:a="http://schemas.openxmlformats.org/drawingml/2006/main">
            <a:pathLst>
              <a:path w="33207" h="41065">
                <a:moveTo>
                  <a:pt x="20326" y="20393"/>
                </a:moveTo>
                <a:cubicBezTo>
                  <a:pt x="15108" y="20393"/>
                  <a:pt x="11492" y="20985"/>
                  <a:pt x="9478" y="22169"/>
                </a:cubicBezTo>
                <a:cubicBezTo>
                  <a:pt x="7464" y="23354"/>
                  <a:pt x="6457" y="25380"/>
                  <a:pt x="6457" y="28248"/>
                </a:cubicBezTo>
                <a:cubicBezTo>
                  <a:pt x="6457" y="30528"/>
                  <a:pt x="7213" y="32338"/>
                  <a:pt x="8726" y="33679"/>
                </a:cubicBezTo>
                <a:cubicBezTo>
                  <a:pt x="10238" y="35012"/>
                  <a:pt x="12289" y="35679"/>
                  <a:pt x="14880" y="35679"/>
                </a:cubicBezTo>
                <a:cubicBezTo>
                  <a:pt x="18466" y="35679"/>
                  <a:pt x="21341" y="34416"/>
                  <a:pt x="23504" y="31891"/>
                </a:cubicBezTo>
                <a:cubicBezTo>
                  <a:pt x="25668" y="29366"/>
                  <a:pt x="26750" y="26010"/>
                  <a:pt x="26750" y="21823"/>
                </a:cubicBezTo>
                <a:lnTo>
                  <a:pt x="26750" y="20393"/>
                </a:lnTo>
                <a:lnTo>
                  <a:pt x="20326" y="20393"/>
                </a:lnTo>
                <a:close/>
                <a:moveTo>
                  <a:pt x="33207" y="17733"/>
                </a:moveTo>
                <a:lnTo>
                  <a:pt x="33207" y="40048"/>
                </a:lnTo>
                <a:lnTo>
                  <a:pt x="26750" y="40048"/>
                </a:lnTo>
                <a:lnTo>
                  <a:pt x="26750" y="34115"/>
                </a:lnTo>
                <a:cubicBezTo>
                  <a:pt x="25275" y="36483"/>
                  <a:pt x="23437" y="38234"/>
                  <a:pt x="21236" y="39366"/>
                </a:cubicBezTo>
                <a:cubicBezTo>
                  <a:pt x="19035" y="40499"/>
                  <a:pt x="16343" y="41065"/>
                  <a:pt x="13162" y="41065"/>
                </a:cubicBezTo>
                <a:cubicBezTo>
                  <a:pt x="9141" y="41065"/>
                  <a:pt x="5941" y="39940"/>
                  <a:pt x="3560" y="37690"/>
                </a:cubicBezTo>
                <a:cubicBezTo>
                  <a:pt x="1187" y="35441"/>
                  <a:pt x="0" y="32431"/>
                  <a:pt x="0" y="28662"/>
                </a:cubicBezTo>
                <a:cubicBezTo>
                  <a:pt x="0" y="24266"/>
                  <a:pt x="1479" y="20951"/>
                  <a:pt x="4436" y="18717"/>
                </a:cubicBezTo>
                <a:cubicBezTo>
                  <a:pt x="7401" y="16482"/>
                  <a:pt x="11818" y="15364"/>
                  <a:pt x="17687" y="15364"/>
                </a:cubicBezTo>
                <a:lnTo>
                  <a:pt x="26750" y="15364"/>
                </a:lnTo>
                <a:lnTo>
                  <a:pt x="26750" y="14727"/>
                </a:lnTo>
                <a:cubicBezTo>
                  <a:pt x="26750" y="11770"/>
                  <a:pt x="25773" y="9483"/>
                  <a:pt x="23819" y="7867"/>
                </a:cubicBezTo>
                <a:cubicBezTo>
                  <a:pt x="21865" y="6250"/>
                  <a:pt x="19121" y="5442"/>
                  <a:pt x="15587" y="5442"/>
                </a:cubicBezTo>
                <a:cubicBezTo>
                  <a:pt x="13341" y="5442"/>
                  <a:pt x="11151" y="5710"/>
                  <a:pt x="9018" y="6246"/>
                </a:cubicBezTo>
                <a:cubicBezTo>
                  <a:pt x="6891" y="6783"/>
                  <a:pt x="4848" y="7587"/>
                  <a:pt x="2886" y="8660"/>
                </a:cubicBezTo>
                <a:lnTo>
                  <a:pt x="2886" y="2715"/>
                </a:lnTo>
                <a:cubicBezTo>
                  <a:pt x="5244" y="1807"/>
                  <a:pt x="7535" y="1129"/>
                  <a:pt x="9759" y="682"/>
                </a:cubicBezTo>
                <a:cubicBezTo>
                  <a:pt x="11982" y="227"/>
                  <a:pt x="14146" y="0"/>
                  <a:pt x="16250" y="0"/>
                </a:cubicBezTo>
                <a:cubicBezTo>
                  <a:pt x="21940" y="0"/>
                  <a:pt x="26188" y="1467"/>
                  <a:pt x="28996" y="4403"/>
                </a:cubicBezTo>
                <a:cubicBezTo>
                  <a:pt x="31803" y="7330"/>
                  <a:pt x="33207" y="11774"/>
                  <a:pt x="33207" y="177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2A07A-6641-4D40-985A-811BF1DB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354" y="2731183"/>
            <a:ext cx="6457" cy="54340"/>
          </a:xfrm>
          <a:custGeom xmlns:a="http://schemas.openxmlformats.org/drawingml/2006/main">
            <a:pathLst>
              <a:path w="6457" h="54340">
                <a:moveTo>
                  <a:pt x="0" y="0"/>
                </a:moveTo>
                <a:lnTo>
                  <a:pt x="6457" y="0"/>
                </a:lnTo>
                <a:lnTo>
                  <a:pt x="6457" y="54340"/>
                </a:lnTo>
                <a:lnTo>
                  <a:pt x="0" y="543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388B3-DA0E-470F-90A8-1B989858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307" y="2548429"/>
            <a:ext cx="29592" cy="10"/>
          </a:xfrm>
          <a:custGeom xmlns:a="http://schemas.openxmlformats.org/drawingml/2006/main">
            <a:pathLst>
              <a:path w="29592" h="1" fill="none">
                <a:moveTo>
                  <a:pt x="295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0DFD7-A97F-41F7-B511-840347AC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163" y="2522523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001FC-5D6A-4EC5-B755-81D1CBCB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29" y="2566728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F0E87-E019-4D8C-807E-36A690B0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731" y="2522523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682C2-20EE-4F5C-BD20-6C13B73B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307" y="2338603"/>
            <a:ext cx="29592" cy="10"/>
          </a:xfrm>
          <a:custGeom xmlns:a="http://schemas.openxmlformats.org/drawingml/2006/main">
            <a:pathLst>
              <a:path w="29592" h="1" fill="none">
                <a:moveTo>
                  <a:pt x="295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E3D8B-BD84-4D9F-B994-1F58036D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163" y="2312697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53084-6538-48D0-A9C2-12E4B102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29" y="2356901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CDDE0-7B63-435E-A1A5-2B86E09C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539" y="2313635"/>
            <a:ext cx="33903" cy="53155"/>
          </a:xfrm>
          <a:custGeom xmlns:a="http://schemas.openxmlformats.org/drawingml/2006/main">
            <a:pathLst>
              <a:path w="33903" h="53155">
                <a:moveTo>
                  <a:pt x="2212" y="0"/>
                </a:moveTo>
                <a:lnTo>
                  <a:pt x="30040" y="0"/>
                </a:lnTo>
                <a:lnTo>
                  <a:pt x="30040" y="5945"/>
                </a:lnTo>
                <a:lnTo>
                  <a:pt x="8703" y="5945"/>
                </a:lnTo>
                <a:lnTo>
                  <a:pt x="8703" y="18717"/>
                </a:lnTo>
                <a:cubicBezTo>
                  <a:pt x="9729" y="18367"/>
                  <a:pt x="10755" y="18106"/>
                  <a:pt x="11780" y="17934"/>
                </a:cubicBezTo>
                <a:cubicBezTo>
                  <a:pt x="12813" y="17763"/>
                  <a:pt x="13847" y="17677"/>
                  <a:pt x="14880" y="17677"/>
                </a:cubicBezTo>
                <a:cubicBezTo>
                  <a:pt x="20727" y="17677"/>
                  <a:pt x="25357" y="19272"/>
                  <a:pt x="28771" y="22460"/>
                </a:cubicBezTo>
                <a:cubicBezTo>
                  <a:pt x="32193" y="25648"/>
                  <a:pt x="33903" y="29965"/>
                  <a:pt x="33903" y="35411"/>
                </a:cubicBezTo>
                <a:cubicBezTo>
                  <a:pt x="33903" y="41020"/>
                  <a:pt x="32148" y="45382"/>
                  <a:pt x="28637" y="48496"/>
                </a:cubicBezTo>
                <a:cubicBezTo>
                  <a:pt x="25125" y="51602"/>
                  <a:pt x="20177" y="53155"/>
                  <a:pt x="13790" y="53155"/>
                </a:cubicBezTo>
                <a:cubicBezTo>
                  <a:pt x="11589" y="53155"/>
                  <a:pt x="9347" y="52969"/>
                  <a:pt x="7064" y="52597"/>
                </a:cubicBezTo>
                <a:cubicBezTo>
                  <a:pt x="4788" y="52224"/>
                  <a:pt x="2433" y="51665"/>
                  <a:pt x="0" y="50920"/>
                </a:cubicBezTo>
                <a:lnTo>
                  <a:pt x="0" y="43825"/>
                </a:lnTo>
                <a:cubicBezTo>
                  <a:pt x="2104" y="44965"/>
                  <a:pt x="4279" y="45814"/>
                  <a:pt x="6525" y="46373"/>
                </a:cubicBezTo>
                <a:cubicBezTo>
                  <a:pt x="8771" y="46931"/>
                  <a:pt x="11144" y="47211"/>
                  <a:pt x="13644" y="47211"/>
                </a:cubicBezTo>
                <a:cubicBezTo>
                  <a:pt x="17695" y="47211"/>
                  <a:pt x="20899" y="46153"/>
                  <a:pt x="23257" y="44037"/>
                </a:cubicBezTo>
                <a:cubicBezTo>
                  <a:pt x="25623" y="41922"/>
                  <a:pt x="26806" y="39046"/>
                  <a:pt x="26806" y="35411"/>
                </a:cubicBezTo>
                <a:cubicBezTo>
                  <a:pt x="26806" y="31783"/>
                  <a:pt x="25623" y="28911"/>
                  <a:pt x="23257" y="26796"/>
                </a:cubicBezTo>
                <a:cubicBezTo>
                  <a:pt x="20899" y="24672"/>
                  <a:pt x="17695" y="23611"/>
                  <a:pt x="13644" y="23611"/>
                </a:cubicBezTo>
                <a:cubicBezTo>
                  <a:pt x="11750" y="23611"/>
                  <a:pt x="9860" y="23820"/>
                  <a:pt x="7973" y="24237"/>
                </a:cubicBezTo>
                <a:cubicBezTo>
                  <a:pt x="6094" y="24654"/>
                  <a:pt x="4174" y="25306"/>
                  <a:pt x="2212" y="26192"/>
                </a:cubicBezTo>
                <a:lnTo>
                  <a:pt x="221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AFAEE-C880-4CBF-A65E-709B6814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307" y="2128777"/>
            <a:ext cx="29592" cy="10"/>
          </a:xfrm>
          <a:custGeom xmlns:a="http://schemas.openxmlformats.org/drawingml/2006/main">
            <a:pathLst>
              <a:path w="29592" h="1" fill="none">
                <a:moveTo>
                  <a:pt x="295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flat">
            <a:solidFill>
              <a:srgbClr val="000000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A474D-7B3D-443A-A0F0-5CD6FB9D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318" y="2103811"/>
            <a:ext cx="31197" cy="52138"/>
          </a:xfrm>
          <a:custGeom xmlns:a="http://schemas.openxmlformats.org/drawingml/2006/main">
            <a:pathLst>
              <a:path w="31197" h="52138">
                <a:moveTo>
                  <a:pt x="1022" y="46205"/>
                </a:moveTo>
                <a:lnTo>
                  <a:pt x="12600" y="46205"/>
                </a:lnTo>
                <a:lnTo>
                  <a:pt x="12600" y="6425"/>
                </a:lnTo>
                <a:lnTo>
                  <a:pt x="0" y="8939"/>
                </a:lnTo>
                <a:lnTo>
                  <a:pt x="0" y="2514"/>
                </a:lnTo>
                <a:lnTo>
                  <a:pt x="12533" y="0"/>
                </a:lnTo>
                <a:lnTo>
                  <a:pt x="19619" y="0"/>
                </a:lnTo>
                <a:lnTo>
                  <a:pt x="19619" y="46205"/>
                </a:lnTo>
                <a:lnTo>
                  <a:pt x="31197" y="46205"/>
                </a:lnTo>
                <a:lnTo>
                  <a:pt x="31197" y="52138"/>
                </a:lnTo>
                <a:lnTo>
                  <a:pt x="1022" y="52138"/>
                </a:lnTo>
                <a:lnTo>
                  <a:pt x="1022" y="46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4064E-34F7-4E92-B328-73D81D62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29" y="2147077"/>
            <a:ext cx="7412" cy="8872"/>
          </a:xfrm>
          <a:custGeom xmlns:a="http://schemas.openxmlformats.org/drawingml/2006/main">
            <a:pathLst>
              <a:path w="7412" h="8872">
                <a:moveTo>
                  <a:pt x="0" y="0"/>
                </a:moveTo>
                <a:lnTo>
                  <a:pt x="7412" y="0"/>
                </a:lnTo>
                <a:lnTo>
                  <a:pt x="7412" y="8872"/>
                </a:lnTo>
                <a:lnTo>
                  <a:pt x="0" y="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CFCA8-5A80-4D79-BEDE-A18791E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731" y="2102872"/>
            <a:ext cx="36217" cy="54094"/>
          </a:xfrm>
          <a:custGeom xmlns:a="http://schemas.openxmlformats.org/drawingml/2006/main">
            <a:pathLst>
              <a:path w="36217" h="54094">
                <a:moveTo>
                  <a:pt x="18103" y="5587"/>
                </a:moveTo>
                <a:cubicBezTo>
                  <a:pt x="14457" y="5587"/>
                  <a:pt x="11713" y="7375"/>
                  <a:pt x="9871" y="10951"/>
                </a:cubicBezTo>
                <a:cubicBezTo>
                  <a:pt x="8037" y="14519"/>
                  <a:pt x="7120" y="19890"/>
                  <a:pt x="7120" y="27064"/>
                </a:cubicBezTo>
                <a:cubicBezTo>
                  <a:pt x="7120" y="34208"/>
                  <a:pt x="8037" y="39568"/>
                  <a:pt x="9871" y="43143"/>
                </a:cubicBezTo>
                <a:cubicBezTo>
                  <a:pt x="11713" y="46719"/>
                  <a:pt x="14457" y="48507"/>
                  <a:pt x="18103" y="48507"/>
                </a:cubicBezTo>
                <a:cubicBezTo>
                  <a:pt x="21779" y="48507"/>
                  <a:pt x="24534" y="46719"/>
                  <a:pt x="26368" y="43143"/>
                </a:cubicBezTo>
                <a:cubicBezTo>
                  <a:pt x="28210" y="39568"/>
                  <a:pt x="29131" y="34208"/>
                  <a:pt x="29131" y="27064"/>
                </a:cubicBezTo>
                <a:cubicBezTo>
                  <a:pt x="29131" y="19890"/>
                  <a:pt x="28210" y="14519"/>
                  <a:pt x="26368" y="10951"/>
                </a:cubicBezTo>
                <a:cubicBezTo>
                  <a:pt x="24534" y="7375"/>
                  <a:pt x="21779" y="5587"/>
                  <a:pt x="18103" y="5587"/>
                </a:cubicBezTo>
                <a:moveTo>
                  <a:pt x="18103" y="0"/>
                </a:moveTo>
                <a:cubicBezTo>
                  <a:pt x="23980" y="0"/>
                  <a:pt x="28468" y="2313"/>
                  <a:pt x="31568" y="6939"/>
                </a:cubicBezTo>
                <a:cubicBezTo>
                  <a:pt x="34667" y="11558"/>
                  <a:pt x="36217" y="18266"/>
                  <a:pt x="36217" y="27064"/>
                </a:cubicBezTo>
                <a:cubicBezTo>
                  <a:pt x="36217" y="35839"/>
                  <a:pt x="34667" y="42540"/>
                  <a:pt x="31568" y="47166"/>
                </a:cubicBezTo>
                <a:cubicBezTo>
                  <a:pt x="28468" y="51785"/>
                  <a:pt x="23980" y="54094"/>
                  <a:pt x="18103" y="54094"/>
                </a:cubicBezTo>
                <a:cubicBezTo>
                  <a:pt x="12233" y="54094"/>
                  <a:pt x="7749" y="51785"/>
                  <a:pt x="4649" y="47166"/>
                </a:cubicBezTo>
                <a:cubicBezTo>
                  <a:pt x="1550" y="42540"/>
                  <a:pt x="0" y="35839"/>
                  <a:pt x="0" y="27064"/>
                </a:cubicBezTo>
                <a:cubicBezTo>
                  <a:pt x="0" y="18266"/>
                  <a:pt x="1550" y="11558"/>
                  <a:pt x="4649" y="6939"/>
                </a:cubicBezTo>
                <a:cubicBezTo>
                  <a:pt x="7749" y="2313"/>
                  <a:pt x="12233" y="0"/>
                  <a:pt x="1810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16099-0370-4BBF-995F-D933B9A9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259" y="2473524"/>
            <a:ext cx="52399" cy="47769"/>
          </a:xfrm>
          <a:custGeom xmlns:a="http://schemas.openxmlformats.org/drawingml/2006/main">
            <a:pathLst>
              <a:path w="52399" h="47769">
                <a:moveTo>
                  <a:pt x="6985" y="23879"/>
                </a:moveTo>
                <a:lnTo>
                  <a:pt x="33061" y="33455"/>
                </a:lnTo>
                <a:lnTo>
                  <a:pt x="33061" y="14281"/>
                </a:lnTo>
                <a:lnTo>
                  <a:pt x="6985" y="23879"/>
                </a:lnTo>
                <a:close/>
                <a:moveTo>
                  <a:pt x="0" y="27868"/>
                </a:moveTo>
                <a:lnTo>
                  <a:pt x="0" y="19868"/>
                </a:lnTo>
                <a:lnTo>
                  <a:pt x="52399" y="0"/>
                </a:lnTo>
                <a:lnTo>
                  <a:pt x="52399" y="7330"/>
                </a:lnTo>
                <a:lnTo>
                  <a:pt x="38957" y="12079"/>
                </a:lnTo>
                <a:lnTo>
                  <a:pt x="38957" y="35578"/>
                </a:lnTo>
                <a:lnTo>
                  <a:pt x="52399" y="40327"/>
                </a:lnTo>
                <a:lnTo>
                  <a:pt x="52399" y="47769"/>
                </a:lnTo>
                <a:lnTo>
                  <a:pt x="0" y="278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BB823-900E-41FE-97BF-3E7226EE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410" y="2409336"/>
            <a:ext cx="40248" cy="57100"/>
          </a:xfrm>
          <a:custGeom xmlns:a="http://schemas.openxmlformats.org/drawingml/2006/main">
            <a:pathLst>
              <a:path w="40248" h="57100">
                <a:moveTo>
                  <a:pt x="8490" y="26404"/>
                </a:moveTo>
                <a:cubicBezTo>
                  <a:pt x="5585" y="24795"/>
                  <a:pt x="3444" y="22873"/>
                  <a:pt x="2066" y="20639"/>
                </a:cubicBezTo>
                <a:cubicBezTo>
                  <a:pt x="689" y="18404"/>
                  <a:pt x="0" y="15774"/>
                  <a:pt x="0" y="12750"/>
                </a:cubicBezTo>
                <a:cubicBezTo>
                  <a:pt x="0" y="8675"/>
                  <a:pt x="1434" y="5531"/>
                  <a:pt x="4301" y="3319"/>
                </a:cubicBezTo>
                <a:cubicBezTo>
                  <a:pt x="7161" y="1106"/>
                  <a:pt x="11234" y="0"/>
                  <a:pt x="16519" y="0"/>
                </a:cubicBezTo>
                <a:lnTo>
                  <a:pt x="40248" y="0"/>
                </a:lnTo>
                <a:lnTo>
                  <a:pt x="40248" y="6459"/>
                </a:lnTo>
                <a:lnTo>
                  <a:pt x="16733" y="6459"/>
                </a:lnTo>
                <a:cubicBezTo>
                  <a:pt x="12967" y="6459"/>
                  <a:pt x="10174" y="7125"/>
                  <a:pt x="8355" y="8459"/>
                </a:cubicBezTo>
                <a:cubicBezTo>
                  <a:pt x="6528" y="9785"/>
                  <a:pt x="5615" y="11807"/>
                  <a:pt x="5615" y="14526"/>
                </a:cubicBezTo>
                <a:cubicBezTo>
                  <a:pt x="5615" y="17856"/>
                  <a:pt x="6727" y="20490"/>
                  <a:pt x="8950" y="22426"/>
                </a:cubicBezTo>
                <a:cubicBezTo>
                  <a:pt x="11166" y="24356"/>
                  <a:pt x="14195" y="25321"/>
                  <a:pt x="18035" y="25321"/>
                </a:cubicBezTo>
                <a:lnTo>
                  <a:pt x="40248" y="25321"/>
                </a:lnTo>
                <a:lnTo>
                  <a:pt x="40248" y="31779"/>
                </a:lnTo>
                <a:lnTo>
                  <a:pt x="16733" y="31779"/>
                </a:lnTo>
                <a:cubicBezTo>
                  <a:pt x="12944" y="31779"/>
                  <a:pt x="10144" y="32442"/>
                  <a:pt x="8333" y="33768"/>
                </a:cubicBezTo>
                <a:cubicBezTo>
                  <a:pt x="6521" y="35094"/>
                  <a:pt x="5615" y="37143"/>
                  <a:pt x="5615" y="39914"/>
                </a:cubicBezTo>
                <a:cubicBezTo>
                  <a:pt x="5615" y="43199"/>
                  <a:pt x="6730" y="45810"/>
                  <a:pt x="8962" y="47747"/>
                </a:cubicBezTo>
                <a:cubicBezTo>
                  <a:pt x="11193" y="49676"/>
                  <a:pt x="14217" y="50641"/>
                  <a:pt x="18035" y="50641"/>
                </a:cubicBezTo>
                <a:lnTo>
                  <a:pt x="40248" y="50641"/>
                </a:lnTo>
                <a:lnTo>
                  <a:pt x="40248" y="57100"/>
                </a:lnTo>
                <a:lnTo>
                  <a:pt x="943" y="57100"/>
                </a:lnTo>
                <a:lnTo>
                  <a:pt x="943" y="50641"/>
                </a:lnTo>
                <a:lnTo>
                  <a:pt x="7052" y="50641"/>
                </a:lnTo>
                <a:cubicBezTo>
                  <a:pt x="4642" y="49174"/>
                  <a:pt x="2864" y="47415"/>
                  <a:pt x="1718" y="45367"/>
                </a:cubicBezTo>
                <a:cubicBezTo>
                  <a:pt x="573" y="43318"/>
                  <a:pt x="0" y="40886"/>
                  <a:pt x="0" y="38070"/>
                </a:cubicBezTo>
                <a:cubicBezTo>
                  <a:pt x="0" y="35224"/>
                  <a:pt x="726" y="32807"/>
                  <a:pt x="2179" y="30818"/>
                </a:cubicBezTo>
                <a:cubicBezTo>
                  <a:pt x="3624" y="28829"/>
                  <a:pt x="5727" y="27358"/>
                  <a:pt x="8490" y="264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718A3-A823-484F-934D-5835DC76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409" y="2361772"/>
            <a:ext cx="55195" cy="34997"/>
          </a:xfrm>
          <a:custGeom xmlns:a="http://schemas.openxmlformats.org/drawingml/2006/main">
            <a:pathLst>
              <a:path w="55195" h="34997">
                <a:moveTo>
                  <a:pt x="34353" y="28539"/>
                </a:moveTo>
                <a:lnTo>
                  <a:pt x="55195" y="28539"/>
                </a:lnTo>
                <a:lnTo>
                  <a:pt x="55195" y="34997"/>
                </a:lnTo>
                <a:lnTo>
                  <a:pt x="943" y="34997"/>
                </a:lnTo>
                <a:lnTo>
                  <a:pt x="943" y="28539"/>
                </a:lnTo>
                <a:lnTo>
                  <a:pt x="6906" y="28539"/>
                </a:lnTo>
                <a:cubicBezTo>
                  <a:pt x="4571" y="27183"/>
                  <a:pt x="2837" y="25477"/>
                  <a:pt x="1707" y="23421"/>
                </a:cubicBezTo>
                <a:cubicBezTo>
                  <a:pt x="569" y="21357"/>
                  <a:pt x="0" y="18895"/>
                  <a:pt x="0" y="16035"/>
                </a:cubicBezTo>
                <a:cubicBezTo>
                  <a:pt x="0" y="11282"/>
                  <a:pt x="1894" y="7423"/>
                  <a:pt x="5682" y="4458"/>
                </a:cubicBezTo>
                <a:cubicBezTo>
                  <a:pt x="9471" y="1486"/>
                  <a:pt x="14453" y="0"/>
                  <a:pt x="20630" y="0"/>
                </a:cubicBezTo>
                <a:cubicBezTo>
                  <a:pt x="26806" y="0"/>
                  <a:pt x="31792" y="1486"/>
                  <a:pt x="35588" y="4458"/>
                </a:cubicBezTo>
                <a:cubicBezTo>
                  <a:pt x="39376" y="7423"/>
                  <a:pt x="41270" y="11282"/>
                  <a:pt x="41270" y="16035"/>
                </a:cubicBezTo>
                <a:cubicBezTo>
                  <a:pt x="41270" y="18895"/>
                  <a:pt x="40701" y="21357"/>
                  <a:pt x="39563" y="23421"/>
                </a:cubicBezTo>
                <a:cubicBezTo>
                  <a:pt x="38425" y="25477"/>
                  <a:pt x="36688" y="27183"/>
                  <a:pt x="34353" y="28539"/>
                </a:cubicBezTo>
                <a:moveTo>
                  <a:pt x="20630" y="6671"/>
                </a:moveTo>
                <a:cubicBezTo>
                  <a:pt x="15883" y="6671"/>
                  <a:pt x="12158" y="7643"/>
                  <a:pt x="9456" y="9587"/>
                </a:cubicBezTo>
                <a:cubicBezTo>
                  <a:pt x="6753" y="11532"/>
                  <a:pt x="5402" y="14202"/>
                  <a:pt x="5402" y="17599"/>
                </a:cubicBezTo>
                <a:cubicBezTo>
                  <a:pt x="5402" y="21004"/>
                  <a:pt x="6753" y="23678"/>
                  <a:pt x="9456" y="25622"/>
                </a:cubicBezTo>
                <a:cubicBezTo>
                  <a:pt x="12158" y="27567"/>
                  <a:pt x="15883" y="28539"/>
                  <a:pt x="20630" y="28539"/>
                </a:cubicBezTo>
                <a:cubicBezTo>
                  <a:pt x="25376" y="28539"/>
                  <a:pt x="29101" y="27567"/>
                  <a:pt x="31803" y="25622"/>
                </a:cubicBezTo>
                <a:cubicBezTo>
                  <a:pt x="34506" y="23678"/>
                  <a:pt x="35857" y="21004"/>
                  <a:pt x="35857" y="17599"/>
                </a:cubicBezTo>
                <a:cubicBezTo>
                  <a:pt x="35857" y="14202"/>
                  <a:pt x="34506" y="11532"/>
                  <a:pt x="31803" y="9587"/>
                </a:cubicBezTo>
                <a:cubicBezTo>
                  <a:pt x="29101" y="7643"/>
                  <a:pt x="25376" y="6671"/>
                  <a:pt x="20630" y="66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9606E-DFD1-4A2C-B896-1ECE79DA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045" y="2344701"/>
            <a:ext cx="54612" cy="6425"/>
          </a:xfrm>
          <a:custGeom xmlns:a="http://schemas.openxmlformats.org/drawingml/2006/main">
            <a:pathLst>
              <a:path w="54612" h="6425">
                <a:moveTo>
                  <a:pt x="0" y="6425"/>
                </a:moveTo>
                <a:lnTo>
                  <a:pt x="0" y="0"/>
                </a:lnTo>
                <a:lnTo>
                  <a:pt x="54612" y="0"/>
                </a:lnTo>
                <a:lnTo>
                  <a:pt x="54612" y="6425"/>
                </a:lnTo>
                <a:lnTo>
                  <a:pt x="0" y="6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88BFA-397E-4FEC-8B2F-BFBF1C80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045" y="2324831"/>
            <a:ext cx="54612" cy="6425"/>
          </a:xfrm>
          <a:custGeom xmlns:a="http://schemas.openxmlformats.org/drawingml/2006/main">
            <a:pathLst>
              <a:path w="54612" h="6425">
                <a:moveTo>
                  <a:pt x="15306" y="6425"/>
                </a:moveTo>
                <a:lnTo>
                  <a:pt x="15306" y="0"/>
                </a:lnTo>
                <a:lnTo>
                  <a:pt x="54612" y="0"/>
                </a:lnTo>
                <a:lnTo>
                  <a:pt x="54612" y="6425"/>
                </a:lnTo>
                <a:lnTo>
                  <a:pt x="15306" y="6425"/>
                </a:lnTo>
                <a:close/>
                <a:moveTo>
                  <a:pt x="0" y="6425"/>
                </a:moveTo>
                <a:lnTo>
                  <a:pt x="0" y="0"/>
                </a:lnTo>
                <a:lnTo>
                  <a:pt x="8187" y="0"/>
                </a:lnTo>
                <a:lnTo>
                  <a:pt x="8187" y="6425"/>
                </a:lnTo>
                <a:lnTo>
                  <a:pt x="0" y="6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3DCA3-B595-4163-9D03-0465ACAC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188" y="2291798"/>
            <a:ext cx="50468" cy="24404"/>
          </a:xfrm>
          <a:custGeom xmlns:a="http://schemas.openxmlformats.org/drawingml/2006/main">
            <a:pathLst>
              <a:path w="50468" h="24404">
                <a:moveTo>
                  <a:pt x="0" y="13230"/>
                </a:moveTo>
                <a:lnTo>
                  <a:pt x="11163" y="13230"/>
                </a:lnTo>
                <a:lnTo>
                  <a:pt x="11163" y="0"/>
                </a:lnTo>
                <a:lnTo>
                  <a:pt x="16182" y="0"/>
                </a:lnTo>
                <a:lnTo>
                  <a:pt x="16182" y="13230"/>
                </a:lnTo>
                <a:lnTo>
                  <a:pt x="37519" y="13230"/>
                </a:lnTo>
                <a:cubicBezTo>
                  <a:pt x="40724" y="13230"/>
                  <a:pt x="42783" y="12794"/>
                  <a:pt x="43696" y="11923"/>
                </a:cubicBezTo>
                <a:cubicBezTo>
                  <a:pt x="44609" y="11051"/>
                  <a:pt x="45066" y="9275"/>
                  <a:pt x="45066" y="6593"/>
                </a:cubicBezTo>
                <a:lnTo>
                  <a:pt x="45066" y="0"/>
                </a:lnTo>
                <a:lnTo>
                  <a:pt x="50468" y="0"/>
                </a:lnTo>
                <a:lnTo>
                  <a:pt x="50468" y="6593"/>
                </a:lnTo>
                <a:cubicBezTo>
                  <a:pt x="50468" y="11554"/>
                  <a:pt x="49539" y="14977"/>
                  <a:pt x="47683" y="16862"/>
                </a:cubicBezTo>
                <a:cubicBezTo>
                  <a:pt x="45818" y="18746"/>
                  <a:pt x="42431" y="19689"/>
                  <a:pt x="37519" y="19689"/>
                </a:cubicBezTo>
                <a:lnTo>
                  <a:pt x="16182" y="19689"/>
                </a:lnTo>
                <a:lnTo>
                  <a:pt x="16182" y="24404"/>
                </a:lnTo>
                <a:lnTo>
                  <a:pt x="11163" y="24404"/>
                </a:lnTo>
                <a:lnTo>
                  <a:pt x="11163" y="19689"/>
                </a:lnTo>
                <a:lnTo>
                  <a:pt x="0" y="19689"/>
                </a:lnTo>
                <a:lnTo>
                  <a:pt x="0" y="132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45252-6922-4F1F-9A81-7AABB041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407" y="2251253"/>
            <a:ext cx="41270" cy="32751"/>
          </a:xfrm>
          <a:custGeom xmlns:a="http://schemas.openxmlformats.org/drawingml/2006/main">
            <a:pathLst>
              <a:path w="41270" h="32751">
                <a:moveTo>
                  <a:pt x="24740" y="32751"/>
                </a:moveTo>
                <a:lnTo>
                  <a:pt x="943" y="32751"/>
                </a:lnTo>
                <a:lnTo>
                  <a:pt x="943" y="26326"/>
                </a:lnTo>
                <a:lnTo>
                  <a:pt x="24493" y="26326"/>
                </a:lnTo>
                <a:cubicBezTo>
                  <a:pt x="28213" y="26326"/>
                  <a:pt x="31006" y="25607"/>
                  <a:pt x="32870" y="24170"/>
                </a:cubicBezTo>
                <a:cubicBezTo>
                  <a:pt x="34727" y="22724"/>
                  <a:pt x="35655" y="20557"/>
                  <a:pt x="35655" y="17666"/>
                </a:cubicBezTo>
                <a:cubicBezTo>
                  <a:pt x="35655" y="14202"/>
                  <a:pt x="34543" y="11465"/>
                  <a:pt x="32320" y="9453"/>
                </a:cubicBezTo>
                <a:cubicBezTo>
                  <a:pt x="30096" y="7434"/>
                  <a:pt x="27064" y="6425"/>
                  <a:pt x="23224" y="6425"/>
                </a:cubicBezTo>
                <a:lnTo>
                  <a:pt x="943" y="6425"/>
                </a:lnTo>
                <a:lnTo>
                  <a:pt x="943" y="0"/>
                </a:lnTo>
                <a:lnTo>
                  <a:pt x="40248" y="0"/>
                </a:lnTo>
                <a:lnTo>
                  <a:pt x="40248" y="6425"/>
                </a:lnTo>
                <a:lnTo>
                  <a:pt x="34207" y="6425"/>
                </a:lnTo>
                <a:cubicBezTo>
                  <a:pt x="36595" y="7982"/>
                  <a:pt x="38369" y="9792"/>
                  <a:pt x="39530" y="11856"/>
                </a:cubicBezTo>
                <a:cubicBezTo>
                  <a:pt x="40690" y="13912"/>
                  <a:pt x="41270" y="16303"/>
                  <a:pt x="41270" y="19030"/>
                </a:cubicBezTo>
                <a:cubicBezTo>
                  <a:pt x="41270" y="23522"/>
                  <a:pt x="39867" y="26933"/>
                  <a:pt x="37059" y="29265"/>
                </a:cubicBezTo>
                <a:cubicBezTo>
                  <a:pt x="34252" y="31589"/>
                  <a:pt x="30145" y="32751"/>
                  <a:pt x="24740" y="32751"/>
                </a:cubicBezTo>
                <a:moveTo>
                  <a:pt x="0" y="16582"/>
                </a:move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38064-330E-4633-99AD-1455612E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043" y="2205859"/>
            <a:ext cx="55633" cy="34953"/>
          </a:xfrm>
          <a:custGeom xmlns:a="http://schemas.openxmlformats.org/drawingml/2006/main">
            <a:pathLst>
              <a:path w="55633" h="34953">
                <a:moveTo>
                  <a:pt x="21270" y="6425"/>
                </a:moveTo>
                <a:lnTo>
                  <a:pt x="0" y="6425"/>
                </a:lnTo>
                <a:lnTo>
                  <a:pt x="0" y="0"/>
                </a:lnTo>
                <a:lnTo>
                  <a:pt x="54612" y="0"/>
                </a:lnTo>
                <a:lnTo>
                  <a:pt x="54612" y="6425"/>
                </a:lnTo>
                <a:lnTo>
                  <a:pt x="48716" y="6425"/>
                </a:lnTo>
                <a:cubicBezTo>
                  <a:pt x="51052" y="7773"/>
                  <a:pt x="52789" y="9479"/>
                  <a:pt x="53926" y="11543"/>
                </a:cubicBezTo>
                <a:cubicBezTo>
                  <a:pt x="55064" y="13599"/>
                  <a:pt x="55633" y="16072"/>
                  <a:pt x="55633" y="18962"/>
                </a:cubicBezTo>
                <a:cubicBezTo>
                  <a:pt x="55633" y="23685"/>
                  <a:pt x="53739" y="27533"/>
                  <a:pt x="49951" y="30505"/>
                </a:cubicBezTo>
                <a:cubicBezTo>
                  <a:pt x="46155" y="33470"/>
                  <a:pt x="41169" y="34953"/>
                  <a:pt x="34993" y="34953"/>
                </a:cubicBezTo>
                <a:cubicBezTo>
                  <a:pt x="28816" y="34953"/>
                  <a:pt x="23834" y="33470"/>
                  <a:pt x="20046" y="30505"/>
                </a:cubicBezTo>
                <a:cubicBezTo>
                  <a:pt x="16257" y="27533"/>
                  <a:pt x="14363" y="23685"/>
                  <a:pt x="14363" y="18962"/>
                </a:cubicBezTo>
                <a:cubicBezTo>
                  <a:pt x="14363" y="16072"/>
                  <a:pt x="14932" y="13599"/>
                  <a:pt x="16070" y="11543"/>
                </a:cubicBezTo>
                <a:cubicBezTo>
                  <a:pt x="17201" y="9479"/>
                  <a:pt x="18934" y="7773"/>
                  <a:pt x="21270" y="6425"/>
                </a:cubicBezTo>
                <a:moveTo>
                  <a:pt x="34993" y="28315"/>
                </a:moveTo>
                <a:cubicBezTo>
                  <a:pt x="39739" y="28315"/>
                  <a:pt x="43464" y="27343"/>
                  <a:pt x="46167" y="25399"/>
                </a:cubicBezTo>
                <a:cubicBezTo>
                  <a:pt x="48869" y="23454"/>
                  <a:pt x="50221" y="20784"/>
                  <a:pt x="50221" y="17387"/>
                </a:cubicBezTo>
                <a:cubicBezTo>
                  <a:pt x="50221" y="13990"/>
                  <a:pt x="48869" y="11316"/>
                  <a:pt x="46167" y="9364"/>
                </a:cubicBezTo>
                <a:cubicBezTo>
                  <a:pt x="43464" y="7405"/>
                  <a:pt x="39739" y="6425"/>
                  <a:pt x="34993" y="6425"/>
                </a:cubicBezTo>
                <a:cubicBezTo>
                  <a:pt x="30246" y="6425"/>
                  <a:pt x="26522" y="7405"/>
                  <a:pt x="23819" y="9364"/>
                </a:cubicBezTo>
                <a:cubicBezTo>
                  <a:pt x="21116" y="11316"/>
                  <a:pt x="19765" y="13990"/>
                  <a:pt x="19765" y="17387"/>
                </a:cubicBezTo>
                <a:cubicBezTo>
                  <a:pt x="19765" y="20784"/>
                  <a:pt x="21116" y="23454"/>
                  <a:pt x="23819" y="25399"/>
                </a:cubicBezTo>
                <a:cubicBezTo>
                  <a:pt x="26522" y="27343"/>
                  <a:pt x="30246" y="28315"/>
                  <a:pt x="34993" y="283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7B04E-5B3E-4421-B298-2159F98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5406" y="2159165"/>
            <a:ext cx="41270" cy="36249"/>
          </a:xfrm>
          <a:custGeom xmlns:a="http://schemas.openxmlformats.org/drawingml/2006/main">
            <a:pathLst>
              <a:path w="41270" h="36249">
                <a:moveTo>
                  <a:pt x="18979" y="0"/>
                </a:moveTo>
                <a:lnTo>
                  <a:pt x="22134" y="0"/>
                </a:lnTo>
                <a:lnTo>
                  <a:pt x="22134" y="29544"/>
                </a:lnTo>
                <a:cubicBezTo>
                  <a:pt x="26581" y="29261"/>
                  <a:pt x="29969" y="27928"/>
                  <a:pt x="32297" y="25544"/>
                </a:cubicBezTo>
                <a:cubicBezTo>
                  <a:pt x="34626" y="23160"/>
                  <a:pt x="35790" y="19838"/>
                  <a:pt x="35790" y="15577"/>
                </a:cubicBezTo>
                <a:cubicBezTo>
                  <a:pt x="35790" y="13111"/>
                  <a:pt x="35487" y="10720"/>
                  <a:pt x="34880" y="8403"/>
                </a:cubicBezTo>
                <a:cubicBezTo>
                  <a:pt x="34274" y="6086"/>
                  <a:pt x="33361" y="3784"/>
                  <a:pt x="32140" y="1497"/>
                </a:cubicBezTo>
                <a:lnTo>
                  <a:pt x="38249" y="1497"/>
                </a:lnTo>
                <a:cubicBezTo>
                  <a:pt x="39230" y="3807"/>
                  <a:pt x="39979" y="6172"/>
                  <a:pt x="40495" y="8593"/>
                </a:cubicBezTo>
                <a:cubicBezTo>
                  <a:pt x="41012" y="11014"/>
                  <a:pt x="41270" y="13468"/>
                  <a:pt x="41270" y="15957"/>
                </a:cubicBezTo>
                <a:cubicBezTo>
                  <a:pt x="41270" y="22199"/>
                  <a:pt x="39447" y="27142"/>
                  <a:pt x="35801" y="30785"/>
                </a:cubicBezTo>
                <a:cubicBezTo>
                  <a:pt x="32148" y="34427"/>
                  <a:pt x="27207" y="36249"/>
                  <a:pt x="20978" y="36249"/>
                </a:cubicBezTo>
                <a:cubicBezTo>
                  <a:pt x="14547" y="36249"/>
                  <a:pt x="9444" y="34521"/>
                  <a:pt x="5671" y="31064"/>
                </a:cubicBezTo>
                <a:cubicBezTo>
                  <a:pt x="1890" y="27608"/>
                  <a:pt x="0" y="22944"/>
                  <a:pt x="0" y="17074"/>
                </a:cubicBezTo>
                <a:cubicBezTo>
                  <a:pt x="0" y="11815"/>
                  <a:pt x="1703" y="7654"/>
                  <a:pt x="5110" y="4593"/>
                </a:cubicBezTo>
                <a:cubicBezTo>
                  <a:pt x="8509" y="1531"/>
                  <a:pt x="13132" y="0"/>
                  <a:pt x="18979" y="0"/>
                </a:cubicBezTo>
                <a:moveTo>
                  <a:pt x="17081" y="6425"/>
                </a:moveTo>
                <a:cubicBezTo>
                  <a:pt x="13555" y="6470"/>
                  <a:pt x="10740" y="7453"/>
                  <a:pt x="8636" y="9375"/>
                </a:cubicBezTo>
                <a:cubicBezTo>
                  <a:pt x="6525" y="11297"/>
                  <a:pt x="5469" y="13841"/>
                  <a:pt x="5469" y="17007"/>
                </a:cubicBezTo>
                <a:cubicBezTo>
                  <a:pt x="5469" y="20590"/>
                  <a:pt x="6487" y="23458"/>
                  <a:pt x="8524" y="25611"/>
                </a:cubicBezTo>
                <a:cubicBezTo>
                  <a:pt x="10560" y="27764"/>
                  <a:pt x="13427" y="29004"/>
                  <a:pt x="17126" y="29332"/>
                </a:cubicBezTo>
                <a:lnTo>
                  <a:pt x="17081" y="64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71F61-5C29-4E1A-BB9B-A4847C0C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895" y="2107795"/>
            <a:ext cx="10" cy="461618"/>
          </a:xfrm>
          <a:custGeom xmlns:a="http://schemas.openxmlformats.org/drawingml/2006/main">
            <a:pathLst>
              <a:path w="1" h="461618" fill="none">
                <a:moveTo>
                  <a:pt x="0" y="4616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sq">
            <a:solidFill>
              <a:srgbClr val="000000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1302F-F942-496D-85B9-3C95C8A4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188" y="2107795"/>
            <a:ext cx="10" cy="461618"/>
          </a:xfrm>
          <a:custGeom xmlns:a="http://schemas.openxmlformats.org/drawingml/2006/main">
            <a:pathLst>
              <a:path w="1" h="461618" fill="none">
                <a:moveTo>
                  <a:pt x="0" y="4616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sq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FBB14-DA90-4163-8D8E-0B67C969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894" y="2569413"/>
            <a:ext cx="2106294" cy="10"/>
          </a:xfrm>
          <a:custGeom xmlns:a="http://schemas.openxmlformats.org/drawingml/2006/main">
            <a:pathLst>
              <a:path w="2106294" h="1" fill="none">
                <a:moveTo>
                  <a:pt x="0" y="0"/>
                </a:moveTo>
                <a:lnTo>
                  <a:pt x="21062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sq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D5AE9-77FD-46C1-A192-C20F943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893" y="2107795"/>
            <a:ext cx="2106294" cy="10"/>
          </a:xfrm>
          <a:custGeom xmlns:a="http://schemas.openxmlformats.org/drawingml/2006/main">
            <a:pathLst>
              <a:path w="2106294" h="1" fill="none">
                <a:moveTo>
                  <a:pt x="0" y="0"/>
                </a:moveTo>
                <a:lnTo>
                  <a:pt x="21062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7" cap="sq">
            <a:solidFill>
              <a:srgbClr val="000000"/>
            </a:solidFill>
            <a:miter/>
          </a:ln>
        </p:spPr>
      </p:sp>
      <p:sp>
        <p:nvSpPr>
          <p:cNvPr id="85" name="Text GPUrunning">
            <a:extLst xmlns:a="http://schemas.openxmlformats.org/drawingml/2006/main">
              <a:ext uri="{FF2B5EF4-FFF2-40B4-BE49-F238E27FC236}">
                <a16:creationId xmlns:a16="http://schemas.microsoft.com/office/drawing/2014/main" id="{A934E18F-A3BF-44D2-AE86-3028C882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005" y="2495993"/>
            <a:ext cx="1023875" cy="170506"/>
          </a:xfrm>
          <a:custGeom xmlns:a="http://schemas.openxmlformats.org/drawingml/2006/main">
            <a:pathLst>
              <a:path w="1023875" h="170506">
                <a:moveTo>
                  <a:pt x="65136" y="80999"/>
                </a:moveTo>
                <a:lnTo>
                  <a:pt x="65136" y="65934"/>
                </a:lnTo>
                <a:lnTo>
                  <a:pt x="120170" y="65845"/>
                </a:lnTo>
                <a:lnTo>
                  <a:pt x="120170" y="113966"/>
                </a:lnTo>
                <a:cubicBezTo>
                  <a:pt x="111721" y="120731"/>
                  <a:pt x="103007" y="125819"/>
                  <a:pt x="94026" y="129231"/>
                </a:cubicBezTo>
                <a:cubicBezTo>
                  <a:pt x="85046" y="132643"/>
                  <a:pt x="75830" y="134349"/>
                  <a:pt x="66377" y="134349"/>
                </a:cubicBezTo>
                <a:cubicBezTo>
                  <a:pt x="53615" y="134349"/>
                  <a:pt x="42021" y="131616"/>
                  <a:pt x="31593" y="126151"/>
                </a:cubicBezTo>
                <a:cubicBezTo>
                  <a:pt x="21166" y="120687"/>
                  <a:pt x="13293" y="112785"/>
                  <a:pt x="7976" y="102445"/>
                </a:cubicBezTo>
                <a:cubicBezTo>
                  <a:pt x="2659" y="92106"/>
                  <a:pt x="0" y="80556"/>
                  <a:pt x="0" y="67795"/>
                </a:cubicBezTo>
                <a:cubicBezTo>
                  <a:pt x="0" y="55152"/>
                  <a:pt x="2644" y="43350"/>
                  <a:pt x="7932" y="32391"/>
                </a:cubicBezTo>
                <a:cubicBezTo>
                  <a:pt x="13219" y="21431"/>
                  <a:pt x="20826" y="13293"/>
                  <a:pt x="30751" y="7976"/>
                </a:cubicBezTo>
                <a:cubicBezTo>
                  <a:pt x="40677" y="2659"/>
                  <a:pt x="52109" y="0"/>
                  <a:pt x="65048" y="0"/>
                </a:cubicBezTo>
                <a:cubicBezTo>
                  <a:pt x="74441" y="0"/>
                  <a:pt x="82934" y="1518"/>
                  <a:pt x="90526" y="4553"/>
                </a:cubicBezTo>
                <a:cubicBezTo>
                  <a:pt x="98118" y="7588"/>
                  <a:pt x="104070" y="11818"/>
                  <a:pt x="108383" y="17242"/>
                </a:cubicBezTo>
                <a:cubicBezTo>
                  <a:pt x="112696" y="22665"/>
                  <a:pt x="115975" y="29738"/>
                  <a:pt x="118220" y="38461"/>
                </a:cubicBezTo>
                <a:lnTo>
                  <a:pt x="102711" y="42715"/>
                </a:lnTo>
                <a:cubicBezTo>
                  <a:pt x="100762" y="36098"/>
                  <a:pt x="98339" y="30899"/>
                  <a:pt x="95444" y="27118"/>
                </a:cubicBezTo>
                <a:cubicBezTo>
                  <a:pt x="92549" y="23337"/>
                  <a:pt x="88414" y="20309"/>
                  <a:pt x="83038" y="18034"/>
                </a:cubicBezTo>
                <a:cubicBezTo>
                  <a:pt x="77661" y="15760"/>
                  <a:pt x="71694" y="14622"/>
                  <a:pt x="65136" y="14622"/>
                </a:cubicBezTo>
                <a:cubicBezTo>
                  <a:pt x="57278" y="14622"/>
                  <a:pt x="50484" y="15820"/>
                  <a:pt x="44753" y="18214"/>
                </a:cubicBezTo>
                <a:cubicBezTo>
                  <a:pt x="39023" y="20609"/>
                  <a:pt x="34400" y="23758"/>
                  <a:pt x="30884" y="27661"/>
                </a:cubicBezTo>
                <a:cubicBezTo>
                  <a:pt x="27369" y="31564"/>
                  <a:pt x="24637" y="35851"/>
                  <a:pt x="22687" y="40522"/>
                </a:cubicBezTo>
                <a:cubicBezTo>
                  <a:pt x="19378" y="48564"/>
                  <a:pt x="17724" y="57286"/>
                  <a:pt x="17724" y="66687"/>
                </a:cubicBezTo>
                <a:cubicBezTo>
                  <a:pt x="17724" y="78276"/>
                  <a:pt x="19718" y="87974"/>
                  <a:pt x="23706" y="95780"/>
                </a:cubicBezTo>
                <a:cubicBezTo>
                  <a:pt x="27694" y="103586"/>
                  <a:pt x="33499" y="109381"/>
                  <a:pt x="41120" y="113166"/>
                </a:cubicBezTo>
                <a:cubicBezTo>
                  <a:pt x="48741" y="116949"/>
                  <a:pt x="56835" y="118840"/>
                  <a:pt x="65402" y="118840"/>
                </a:cubicBezTo>
                <a:cubicBezTo>
                  <a:pt x="72846" y="118840"/>
                  <a:pt x="80113" y="117398"/>
                  <a:pt x="87203" y="114514"/>
                </a:cubicBezTo>
                <a:cubicBezTo>
                  <a:pt x="94292" y="111631"/>
                  <a:pt x="99669" y="108553"/>
                  <a:pt x="103332" y="105281"/>
                </a:cubicBezTo>
                <a:lnTo>
                  <a:pt x="103332" y="80999"/>
                </a:lnTo>
                <a:lnTo>
                  <a:pt x="65136" y="80999"/>
                </a:lnTo>
                <a:close/>
                <a:moveTo>
                  <a:pt x="146381" y="132222"/>
                </a:moveTo>
                <a:lnTo>
                  <a:pt x="146381" y="2304"/>
                </a:lnTo>
                <a:lnTo>
                  <a:pt x="195388" y="2304"/>
                </a:lnTo>
                <a:cubicBezTo>
                  <a:pt x="204014" y="2304"/>
                  <a:pt x="210601" y="2717"/>
                  <a:pt x="215150" y="3542"/>
                </a:cubicBezTo>
                <a:cubicBezTo>
                  <a:pt x="221531" y="4605"/>
                  <a:pt x="226878" y="6627"/>
                  <a:pt x="231191" y="9607"/>
                </a:cubicBezTo>
                <a:cubicBezTo>
                  <a:pt x="235504" y="12587"/>
                  <a:pt x="238975" y="16762"/>
                  <a:pt x="241604" y="22133"/>
                </a:cubicBezTo>
                <a:cubicBezTo>
                  <a:pt x="244233" y="27502"/>
                  <a:pt x="245547" y="33403"/>
                  <a:pt x="245547" y="39835"/>
                </a:cubicBezTo>
                <a:cubicBezTo>
                  <a:pt x="245547" y="50872"/>
                  <a:pt x="242032" y="60211"/>
                  <a:pt x="235001" y="67853"/>
                </a:cubicBezTo>
                <a:cubicBezTo>
                  <a:pt x="227971" y="75495"/>
                  <a:pt x="215269" y="79315"/>
                  <a:pt x="196894" y="79315"/>
                </a:cubicBezTo>
                <a:lnTo>
                  <a:pt x="163573" y="79315"/>
                </a:lnTo>
                <a:lnTo>
                  <a:pt x="163573" y="132222"/>
                </a:lnTo>
                <a:lnTo>
                  <a:pt x="146381" y="132222"/>
                </a:lnTo>
                <a:moveTo>
                  <a:pt x="163573" y="63984"/>
                </a:moveTo>
                <a:lnTo>
                  <a:pt x="197160" y="63984"/>
                </a:lnTo>
                <a:cubicBezTo>
                  <a:pt x="208267" y="63984"/>
                  <a:pt x="216155" y="61921"/>
                  <a:pt x="220822" y="57794"/>
                </a:cubicBezTo>
                <a:cubicBezTo>
                  <a:pt x="225489" y="53666"/>
                  <a:pt x="227823" y="47857"/>
                  <a:pt x="227823" y="40367"/>
                </a:cubicBezTo>
                <a:cubicBezTo>
                  <a:pt x="227823" y="34942"/>
                  <a:pt x="226449" y="30299"/>
                  <a:pt x="223702" y="26437"/>
                </a:cubicBezTo>
                <a:cubicBezTo>
                  <a:pt x="220955" y="22574"/>
                  <a:pt x="217336" y="20024"/>
                  <a:pt x="212846" y="18785"/>
                </a:cubicBezTo>
                <a:cubicBezTo>
                  <a:pt x="209951" y="18019"/>
                  <a:pt x="204604" y="17635"/>
                  <a:pt x="196806" y="17635"/>
                </a:cubicBezTo>
                <a:lnTo>
                  <a:pt x="163573" y="17635"/>
                </a:lnTo>
                <a:lnTo>
                  <a:pt x="163573" y="63984"/>
                </a:lnTo>
                <a:close/>
                <a:moveTo>
                  <a:pt x="351983" y="2304"/>
                </a:moveTo>
                <a:lnTo>
                  <a:pt x="369176" y="2304"/>
                </a:lnTo>
                <a:lnTo>
                  <a:pt x="369176" y="77316"/>
                </a:lnTo>
                <a:cubicBezTo>
                  <a:pt x="369176" y="90363"/>
                  <a:pt x="367699" y="100725"/>
                  <a:pt x="364744" y="108400"/>
                </a:cubicBezTo>
                <a:cubicBezTo>
                  <a:pt x="361790" y="116075"/>
                  <a:pt x="356458" y="122319"/>
                  <a:pt x="348748" y="127132"/>
                </a:cubicBezTo>
                <a:cubicBezTo>
                  <a:pt x="341038" y="131943"/>
                  <a:pt x="330921" y="134349"/>
                  <a:pt x="318396" y="134349"/>
                </a:cubicBezTo>
                <a:cubicBezTo>
                  <a:pt x="306225" y="134349"/>
                  <a:pt x="296270" y="132253"/>
                  <a:pt x="288531" y="128062"/>
                </a:cubicBezTo>
                <a:cubicBezTo>
                  <a:pt x="280791" y="123869"/>
                  <a:pt x="275267" y="117803"/>
                  <a:pt x="271959" y="109862"/>
                </a:cubicBezTo>
                <a:cubicBezTo>
                  <a:pt x="268650" y="101921"/>
                  <a:pt x="266996" y="91072"/>
                  <a:pt x="266996" y="77316"/>
                </a:cubicBezTo>
                <a:lnTo>
                  <a:pt x="266996" y="2304"/>
                </a:lnTo>
                <a:lnTo>
                  <a:pt x="284188" y="2304"/>
                </a:lnTo>
                <a:lnTo>
                  <a:pt x="284188" y="77219"/>
                </a:lnTo>
                <a:cubicBezTo>
                  <a:pt x="284188" y="88496"/>
                  <a:pt x="285237" y="96806"/>
                  <a:pt x="287334" y="102149"/>
                </a:cubicBezTo>
                <a:cubicBezTo>
                  <a:pt x="289432" y="107490"/>
                  <a:pt x="293036" y="111608"/>
                  <a:pt x="298146" y="114501"/>
                </a:cubicBezTo>
                <a:cubicBezTo>
                  <a:pt x="303257" y="117394"/>
                  <a:pt x="309504" y="118840"/>
                  <a:pt x="316889" y="118840"/>
                </a:cubicBezTo>
                <a:cubicBezTo>
                  <a:pt x="329533" y="118840"/>
                  <a:pt x="338542" y="115978"/>
                  <a:pt x="343919" y="110252"/>
                </a:cubicBezTo>
                <a:cubicBezTo>
                  <a:pt x="349295" y="104525"/>
                  <a:pt x="351983" y="93514"/>
                  <a:pt x="351983" y="77219"/>
                </a:cubicBezTo>
                <a:lnTo>
                  <a:pt x="351983" y="2304"/>
                </a:lnTo>
                <a:close/>
                <a:moveTo>
                  <a:pt x="444068" y="132222"/>
                </a:moveTo>
                <a:lnTo>
                  <a:pt x="444068" y="38107"/>
                </a:lnTo>
                <a:lnTo>
                  <a:pt x="458424" y="38107"/>
                </a:lnTo>
                <a:lnTo>
                  <a:pt x="458424" y="52286"/>
                </a:lnTo>
                <a:cubicBezTo>
                  <a:pt x="462087" y="45647"/>
                  <a:pt x="465469" y="41270"/>
                  <a:pt x="468571" y="39154"/>
                </a:cubicBezTo>
                <a:cubicBezTo>
                  <a:pt x="471673" y="37038"/>
                  <a:pt x="475085" y="35980"/>
                  <a:pt x="478807" y="35980"/>
                </a:cubicBezTo>
                <a:cubicBezTo>
                  <a:pt x="484183" y="35980"/>
                  <a:pt x="489648" y="37686"/>
                  <a:pt x="495202" y="41098"/>
                </a:cubicBezTo>
                <a:lnTo>
                  <a:pt x="489707" y="55831"/>
                </a:lnTo>
                <a:cubicBezTo>
                  <a:pt x="485808" y="53527"/>
                  <a:pt x="481909" y="52375"/>
                  <a:pt x="478009" y="52375"/>
                </a:cubicBezTo>
                <a:cubicBezTo>
                  <a:pt x="474524" y="52375"/>
                  <a:pt x="471392" y="53425"/>
                  <a:pt x="468615" y="55526"/>
                </a:cubicBezTo>
                <a:cubicBezTo>
                  <a:pt x="465839" y="57626"/>
                  <a:pt x="463860" y="60538"/>
                  <a:pt x="462678" y="64264"/>
                </a:cubicBezTo>
                <a:cubicBezTo>
                  <a:pt x="460905" y="69941"/>
                  <a:pt x="460019" y="76151"/>
                  <a:pt x="460019" y="82894"/>
                </a:cubicBezTo>
                <a:lnTo>
                  <a:pt x="460019" y="132222"/>
                </a:lnTo>
                <a:lnTo>
                  <a:pt x="444068" y="132222"/>
                </a:lnTo>
                <a:close/>
                <a:moveTo>
                  <a:pt x="567070" y="132222"/>
                </a:moveTo>
                <a:lnTo>
                  <a:pt x="567070" y="118397"/>
                </a:lnTo>
                <a:cubicBezTo>
                  <a:pt x="559744" y="129032"/>
                  <a:pt x="549789" y="134349"/>
                  <a:pt x="537205" y="134349"/>
                </a:cubicBezTo>
                <a:cubicBezTo>
                  <a:pt x="531652" y="134349"/>
                  <a:pt x="526467" y="133285"/>
                  <a:pt x="521652" y="131159"/>
                </a:cubicBezTo>
                <a:cubicBezTo>
                  <a:pt x="516837" y="129032"/>
                  <a:pt x="513263" y="126358"/>
                  <a:pt x="510929" y="123138"/>
                </a:cubicBezTo>
                <a:cubicBezTo>
                  <a:pt x="508596" y="119918"/>
                  <a:pt x="506956" y="115975"/>
                  <a:pt x="506011" y="111308"/>
                </a:cubicBezTo>
                <a:cubicBezTo>
                  <a:pt x="505361" y="108176"/>
                  <a:pt x="505036" y="103213"/>
                  <a:pt x="505036" y="96419"/>
                </a:cubicBezTo>
                <a:lnTo>
                  <a:pt x="505036" y="38107"/>
                </a:lnTo>
                <a:lnTo>
                  <a:pt x="520988" y="38107"/>
                </a:lnTo>
                <a:lnTo>
                  <a:pt x="520988" y="90304"/>
                </a:lnTo>
                <a:cubicBezTo>
                  <a:pt x="520988" y="98635"/>
                  <a:pt x="521313" y="104247"/>
                  <a:pt x="521963" y="107142"/>
                </a:cubicBezTo>
                <a:cubicBezTo>
                  <a:pt x="522967" y="111337"/>
                  <a:pt x="525094" y="114631"/>
                  <a:pt x="528343" y="117024"/>
                </a:cubicBezTo>
                <a:cubicBezTo>
                  <a:pt x="531593" y="119416"/>
                  <a:pt x="535610" y="120613"/>
                  <a:pt x="540396" y="120613"/>
                </a:cubicBezTo>
                <a:cubicBezTo>
                  <a:pt x="545181" y="120613"/>
                  <a:pt x="549671" y="119387"/>
                  <a:pt x="553866" y="116935"/>
                </a:cubicBezTo>
                <a:cubicBezTo>
                  <a:pt x="558061" y="114483"/>
                  <a:pt x="561029" y="111145"/>
                  <a:pt x="562772" y="106921"/>
                </a:cubicBezTo>
                <a:cubicBezTo>
                  <a:pt x="564515" y="102697"/>
                  <a:pt x="565387" y="96567"/>
                  <a:pt x="565387" y="88532"/>
                </a:cubicBezTo>
                <a:lnTo>
                  <a:pt x="565387" y="38107"/>
                </a:lnTo>
                <a:lnTo>
                  <a:pt x="581338" y="38107"/>
                </a:lnTo>
                <a:lnTo>
                  <a:pt x="581338" y="132222"/>
                </a:lnTo>
                <a:lnTo>
                  <a:pt x="567070" y="132222"/>
                </a:lnTo>
                <a:close/>
                <a:moveTo>
                  <a:pt x="605939" y="132222"/>
                </a:moveTo>
                <a:lnTo>
                  <a:pt x="605939" y="38107"/>
                </a:lnTo>
                <a:lnTo>
                  <a:pt x="620295" y="38107"/>
                </a:lnTo>
                <a:lnTo>
                  <a:pt x="620295" y="51400"/>
                </a:lnTo>
                <a:cubicBezTo>
                  <a:pt x="627208" y="41120"/>
                  <a:pt x="637192" y="35980"/>
                  <a:pt x="650249" y="35980"/>
                </a:cubicBezTo>
                <a:cubicBezTo>
                  <a:pt x="655921" y="35980"/>
                  <a:pt x="661135" y="36999"/>
                  <a:pt x="665891" y="39037"/>
                </a:cubicBezTo>
                <a:cubicBezTo>
                  <a:pt x="670647" y="41076"/>
                  <a:pt x="674206" y="43749"/>
                  <a:pt x="676569" y="47058"/>
                </a:cubicBezTo>
                <a:cubicBezTo>
                  <a:pt x="678933" y="50366"/>
                  <a:pt x="680587" y="54295"/>
                  <a:pt x="681532" y="58844"/>
                </a:cubicBezTo>
                <a:cubicBezTo>
                  <a:pt x="682123" y="61798"/>
                  <a:pt x="682418" y="66968"/>
                  <a:pt x="682418" y="74353"/>
                </a:cubicBezTo>
                <a:lnTo>
                  <a:pt x="682418" y="132222"/>
                </a:lnTo>
                <a:lnTo>
                  <a:pt x="666467" y="132222"/>
                </a:lnTo>
                <a:lnTo>
                  <a:pt x="666467" y="74912"/>
                </a:lnTo>
                <a:cubicBezTo>
                  <a:pt x="666467" y="68406"/>
                  <a:pt x="665846" y="63541"/>
                  <a:pt x="664606" y="60317"/>
                </a:cubicBezTo>
                <a:cubicBezTo>
                  <a:pt x="663365" y="57094"/>
                  <a:pt x="661164" y="54521"/>
                  <a:pt x="658003" y="52599"/>
                </a:cubicBezTo>
                <a:cubicBezTo>
                  <a:pt x="654843" y="50677"/>
                  <a:pt x="651135" y="49716"/>
                  <a:pt x="646881" y="49716"/>
                </a:cubicBezTo>
                <a:cubicBezTo>
                  <a:pt x="640087" y="49716"/>
                  <a:pt x="634223" y="51875"/>
                  <a:pt x="629290" y="56194"/>
                </a:cubicBezTo>
                <a:cubicBezTo>
                  <a:pt x="624357" y="60510"/>
                  <a:pt x="621890" y="68701"/>
                  <a:pt x="621890" y="80767"/>
                </a:cubicBezTo>
                <a:lnTo>
                  <a:pt x="621890" y="132222"/>
                </a:lnTo>
                <a:lnTo>
                  <a:pt x="605939" y="132222"/>
                </a:lnTo>
                <a:close/>
                <a:moveTo>
                  <a:pt x="706487" y="132222"/>
                </a:moveTo>
                <a:lnTo>
                  <a:pt x="706487" y="38107"/>
                </a:lnTo>
                <a:lnTo>
                  <a:pt x="720844" y="38107"/>
                </a:lnTo>
                <a:lnTo>
                  <a:pt x="720844" y="51400"/>
                </a:lnTo>
                <a:cubicBezTo>
                  <a:pt x="727756" y="41120"/>
                  <a:pt x="737741" y="35980"/>
                  <a:pt x="750798" y="35980"/>
                </a:cubicBezTo>
                <a:cubicBezTo>
                  <a:pt x="756469" y="35980"/>
                  <a:pt x="761683" y="36999"/>
                  <a:pt x="766439" y="39037"/>
                </a:cubicBezTo>
                <a:cubicBezTo>
                  <a:pt x="771195" y="41076"/>
                  <a:pt x="774755" y="43749"/>
                  <a:pt x="777118" y="47058"/>
                </a:cubicBezTo>
                <a:cubicBezTo>
                  <a:pt x="779481" y="50366"/>
                  <a:pt x="781135" y="54295"/>
                  <a:pt x="782081" y="58844"/>
                </a:cubicBezTo>
                <a:cubicBezTo>
                  <a:pt x="782671" y="61798"/>
                  <a:pt x="782967" y="66968"/>
                  <a:pt x="782967" y="74353"/>
                </a:cubicBezTo>
                <a:lnTo>
                  <a:pt x="782967" y="132222"/>
                </a:lnTo>
                <a:lnTo>
                  <a:pt x="767015" y="132222"/>
                </a:lnTo>
                <a:lnTo>
                  <a:pt x="767015" y="74912"/>
                </a:lnTo>
                <a:cubicBezTo>
                  <a:pt x="767015" y="68406"/>
                  <a:pt x="766395" y="63541"/>
                  <a:pt x="765154" y="60317"/>
                </a:cubicBezTo>
                <a:cubicBezTo>
                  <a:pt x="763913" y="57094"/>
                  <a:pt x="761713" y="54521"/>
                  <a:pt x="758552" y="52599"/>
                </a:cubicBezTo>
                <a:cubicBezTo>
                  <a:pt x="755391" y="50677"/>
                  <a:pt x="751684" y="49716"/>
                  <a:pt x="747430" y="49716"/>
                </a:cubicBezTo>
                <a:cubicBezTo>
                  <a:pt x="740636" y="49716"/>
                  <a:pt x="734772" y="51875"/>
                  <a:pt x="729839" y="56194"/>
                </a:cubicBezTo>
                <a:cubicBezTo>
                  <a:pt x="724906" y="60510"/>
                  <a:pt x="722439" y="68701"/>
                  <a:pt x="722439" y="80767"/>
                </a:cubicBezTo>
                <a:lnTo>
                  <a:pt x="722439" y="132222"/>
                </a:lnTo>
                <a:lnTo>
                  <a:pt x="706487" y="132222"/>
                </a:lnTo>
                <a:close/>
                <a:moveTo>
                  <a:pt x="807124" y="20737"/>
                </a:moveTo>
                <a:lnTo>
                  <a:pt x="807124" y="2304"/>
                </a:lnTo>
                <a:lnTo>
                  <a:pt x="823076" y="2304"/>
                </a:lnTo>
                <a:lnTo>
                  <a:pt x="823076" y="20737"/>
                </a:lnTo>
                <a:lnTo>
                  <a:pt x="807124" y="20737"/>
                </a:lnTo>
                <a:moveTo>
                  <a:pt x="807124" y="132222"/>
                </a:moveTo>
                <a:lnTo>
                  <a:pt x="807124" y="38107"/>
                </a:lnTo>
                <a:lnTo>
                  <a:pt x="823076" y="38107"/>
                </a:lnTo>
                <a:lnTo>
                  <a:pt x="823076" y="132222"/>
                </a:lnTo>
                <a:lnTo>
                  <a:pt x="807124" y="132222"/>
                </a:lnTo>
                <a:close/>
                <a:moveTo>
                  <a:pt x="846493" y="132222"/>
                </a:moveTo>
                <a:lnTo>
                  <a:pt x="846493" y="38107"/>
                </a:lnTo>
                <a:lnTo>
                  <a:pt x="860849" y="38107"/>
                </a:lnTo>
                <a:lnTo>
                  <a:pt x="860849" y="51400"/>
                </a:lnTo>
                <a:cubicBezTo>
                  <a:pt x="867762" y="41120"/>
                  <a:pt x="877746" y="35980"/>
                  <a:pt x="890803" y="35980"/>
                </a:cubicBezTo>
                <a:cubicBezTo>
                  <a:pt x="896475" y="35980"/>
                  <a:pt x="901689" y="36999"/>
                  <a:pt x="906445" y="39037"/>
                </a:cubicBezTo>
                <a:cubicBezTo>
                  <a:pt x="911201" y="41076"/>
                  <a:pt x="914760" y="43749"/>
                  <a:pt x="917123" y="47058"/>
                </a:cubicBezTo>
                <a:cubicBezTo>
                  <a:pt x="919487" y="50366"/>
                  <a:pt x="921141" y="54295"/>
                  <a:pt x="922086" y="58844"/>
                </a:cubicBezTo>
                <a:cubicBezTo>
                  <a:pt x="922677" y="61798"/>
                  <a:pt x="922972" y="66968"/>
                  <a:pt x="922972" y="74353"/>
                </a:cubicBezTo>
                <a:lnTo>
                  <a:pt x="922972" y="132222"/>
                </a:lnTo>
                <a:lnTo>
                  <a:pt x="907021" y="132222"/>
                </a:lnTo>
                <a:lnTo>
                  <a:pt x="907021" y="74912"/>
                </a:lnTo>
                <a:cubicBezTo>
                  <a:pt x="907021" y="68406"/>
                  <a:pt x="906400" y="63541"/>
                  <a:pt x="905160" y="60317"/>
                </a:cubicBezTo>
                <a:cubicBezTo>
                  <a:pt x="903919" y="57094"/>
                  <a:pt x="901718" y="54521"/>
                  <a:pt x="898557" y="52599"/>
                </a:cubicBezTo>
                <a:cubicBezTo>
                  <a:pt x="895397" y="50677"/>
                  <a:pt x="891689" y="49716"/>
                  <a:pt x="887436" y="49716"/>
                </a:cubicBezTo>
                <a:cubicBezTo>
                  <a:pt x="880641" y="49716"/>
                  <a:pt x="874778" y="51875"/>
                  <a:pt x="869844" y="56194"/>
                </a:cubicBezTo>
                <a:cubicBezTo>
                  <a:pt x="864911" y="60510"/>
                  <a:pt x="862445" y="68701"/>
                  <a:pt x="862445" y="80767"/>
                </a:cubicBezTo>
                <a:lnTo>
                  <a:pt x="862445" y="132222"/>
                </a:lnTo>
                <a:lnTo>
                  <a:pt x="846493" y="132222"/>
                </a:lnTo>
                <a:close/>
                <a:moveTo>
                  <a:pt x="944117" y="140021"/>
                </a:moveTo>
                <a:lnTo>
                  <a:pt x="959625" y="142325"/>
                </a:lnTo>
                <a:cubicBezTo>
                  <a:pt x="960275" y="147110"/>
                  <a:pt x="962077" y="150596"/>
                  <a:pt x="965031" y="152782"/>
                </a:cubicBezTo>
                <a:cubicBezTo>
                  <a:pt x="968989" y="155736"/>
                  <a:pt x="974395" y="157213"/>
                  <a:pt x="981249" y="157213"/>
                </a:cubicBezTo>
                <a:cubicBezTo>
                  <a:pt x="988634" y="157213"/>
                  <a:pt x="994335" y="155732"/>
                  <a:pt x="998352" y="152771"/>
                </a:cubicBezTo>
                <a:cubicBezTo>
                  <a:pt x="1002370" y="149811"/>
                  <a:pt x="1005088" y="145666"/>
                  <a:pt x="1006506" y="140336"/>
                </a:cubicBezTo>
                <a:cubicBezTo>
                  <a:pt x="1007333" y="137081"/>
                  <a:pt x="1007717" y="130243"/>
                  <a:pt x="1007658" y="119821"/>
                </a:cubicBezTo>
                <a:cubicBezTo>
                  <a:pt x="1000686" y="128088"/>
                  <a:pt x="992001" y="132222"/>
                  <a:pt x="981603" y="132222"/>
                </a:cubicBezTo>
                <a:cubicBezTo>
                  <a:pt x="968665" y="132222"/>
                  <a:pt x="958650" y="127555"/>
                  <a:pt x="951561" y="118220"/>
                </a:cubicBezTo>
                <a:cubicBezTo>
                  <a:pt x="944471" y="108885"/>
                  <a:pt x="940926" y="97689"/>
                  <a:pt x="940926" y="84633"/>
                </a:cubicBezTo>
                <a:cubicBezTo>
                  <a:pt x="940926" y="75652"/>
                  <a:pt x="942551" y="67366"/>
                  <a:pt x="945800" y="59775"/>
                </a:cubicBezTo>
                <a:cubicBezTo>
                  <a:pt x="949050" y="52183"/>
                  <a:pt x="953761" y="46319"/>
                  <a:pt x="959935" y="42183"/>
                </a:cubicBezTo>
                <a:cubicBezTo>
                  <a:pt x="966109" y="38048"/>
                  <a:pt x="973361" y="35980"/>
                  <a:pt x="981692" y="35980"/>
                </a:cubicBezTo>
                <a:cubicBezTo>
                  <a:pt x="992799" y="35980"/>
                  <a:pt x="1001956" y="40500"/>
                  <a:pt x="1009164" y="49539"/>
                </a:cubicBezTo>
                <a:lnTo>
                  <a:pt x="1009164" y="38107"/>
                </a:lnTo>
                <a:lnTo>
                  <a:pt x="1023875" y="38107"/>
                </a:lnTo>
                <a:lnTo>
                  <a:pt x="1023875" y="119516"/>
                </a:lnTo>
                <a:cubicBezTo>
                  <a:pt x="1023875" y="134177"/>
                  <a:pt x="1022383" y="144567"/>
                  <a:pt x="1019400" y="150686"/>
                </a:cubicBezTo>
                <a:cubicBezTo>
                  <a:pt x="1016416" y="156804"/>
                  <a:pt x="1011690" y="161637"/>
                  <a:pt x="1005221" y="165183"/>
                </a:cubicBezTo>
                <a:cubicBezTo>
                  <a:pt x="998751" y="168732"/>
                  <a:pt x="990790" y="170506"/>
                  <a:pt x="981337" y="170506"/>
                </a:cubicBezTo>
                <a:cubicBezTo>
                  <a:pt x="970112" y="170506"/>
                  <a:pt x="961043" y="167973"/>
                  <a:pt x="954131" y="162907"/>
                </a:cubicBezTo>
                <a:cubicBezTo>
                  <a:pt x="947218" y="157841"/>
                  <a:pt x="943880" y="150212"/>
                  <a:pt x="944117" y="140021"/>
                </a:cubicBezTo>
                <a:moveTo>
                  <a:pt x="957321" y="83483"/>
                </a:moveTo>
                <a:cubicBezTo>
                  <a:pt x="957321" y="95800"/>
                  <a:pt x="959773" y="104787"/>
                  <a:pt x="964677" y="110443"/>
                </a:cubicBezTo>
                <a:cubicBezTo>
                  <a:pt x="969580" y="116100"/>
                  <a:pt x="975725" y="118929"/>
                  <a:pt x="983110" y="118929"/>
                </a:cubicBezTo>
                <a:cubicBezTo>
                  <a:pt x="990436" y="118929"/>
                  <a:pt x="996580" y="116115"/>
                  <a:pt x="1001543" y="110488"/>
                </a:cubicBezTo>
                <a:cubicBezTo>
                  <a:pt x="1006506" y="104860"/>
                  <a:pt x="1008987" y="96035"/>
                  <a:pt x="1008987" y="84012"/>
                </a:cubicBezTo>
                <a:cubicBezTo>
                  <a:pt x="1008987" y="72521"/>
                  <a:pt x="1006432" y="63859"/>
                  <a:pt x="1001321" y="58024"/>
                </a:cubicBezTo>
                <a:cubicBezTo>
                  <a:pt x="996211" y="52190"/>
                  <a:pt x="990052" y="49273"/>
                  <a:pt x="982844" y="49273"/>
                </a:cubicBezTo>
                <a:cubicBezTo>
                  <a:pt x="975754" y="49273"/>
                  <a:pt x="969728" y="52146"/>
                  <a:pt x="964765" y="57891"/>
                </a:cubicBezTo>
                <a:cubicBezTo>
                  <a:pt x="959802" y="63637"/>
                  <a:pt x="957321" y="72168"/>
                  <a:pt x="957321" y="834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Inference">
            <a:extLst xmlns:a="http://schemas.openxmlformats.org/drawingml/2006/main">
              <a:ext uri="{FF2B5EF4-FFF2-40B4-BE49-F238E27FC236}">
                <a16:creationId xmlns:a16="http://schemas.microsoft.com/office/drawing/2014/main" id="{833B1659-39E1-4ACC-87EB-65AE0689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193" y="2711241"/>
            <a:ext cx="733129" cy="134172"/>
          </a:xfrm>
          <a:custGeom xmlns:a="http://schemas.openxmlformats.org/drawingml/2006/main">
            <a:pathLst>
              <a:path w="733129" h="134172">
                <a:moveTo>
                  <a:pt x="0" y="132045"/>
                </a:moveTo>
                <a:lnTo>
                  <a:pt x="0" y="2127"/>
                </a:lnTo>
                <a:lnTo>
                  <a:pt x="17192" y="2127"/>
                </a:lnTo>
                <a:lnTo>
                  <a:pt x="17192" y="132045"/>
                </a:lnTo>
                <a:lnTo>
                  <a:pt x="0" y="132045"/>
                </a:lnTo>
                <a:close/>
                <a:moveTo>
                  <a:pt x="46328" y="132045"/>
                </a:moveTo>
                <a:lnTo>
                  <a:pt x="46328" y="37930"/>
                </a:lnTo>
                <a:lnTo>
                  <a:pt x="60684" y="37930"/>
                </a:lnTo>
                <a:lnTo>
                  <a:pt x="60684" y="51223"/>
                </a:lnTo>
                <a:cubicBezTo>
                  <a:pt x="67597" y="40943"/>
                  <a:pt x="77581" y="35803"/>
                  <a:pt x="90638" y="35803"/>
                </a:cubicBezTo>
                <a:cubicBezTo>
                  <a:pt x="96310" y="35803"/>
                  <a:pt x="101524" y="36822"/>
                  <a:pt x="106280" y="38860"/>
                </a:cubicBezTo>
                <a:cubicBezTo>
                  <a:pt x="111036" y="40898"/>
                  <a:pt x="114595" y="43572"/>
                  <a:pt x="116959" y="46880"/>
                </a:cubicBezTo>
                <a:cubicBezTo>
                  <a:pt x="119322" y="50189"/>
                  <a:pt x="120976" y="54118"/>
                  <a:pt x="121921" y="58667"/>
                </a:cubicBezTo>
                <a:cubicBezTo>
                  <a:pt x="122512" y="61621"/>
                  <a:pt x="122808" y="66790"/>
                  <a:pt x="122808" y="74175"/>
                </a:cubicBezTo>
                <a:lnTo>
                  <a:pt x="122808" y="132045"/>
                </a:lnTo>
                <a:lnTo>
                  <a:pt x="106856" y="132045"/>
                </a:lnTo>
                <a:lnTo>
                  <a:pt x="106856" y="74735"/>
                </a:lnTo>
                <a:cubicBezTo>
                  <a:pt x="106856" y="68229"/>
                  <a:pt x="106235" y="63364"/>
                  <a:pt x="104995" y="60140"/>
                </a:cubicBezTo>
                <a:cubicBezTo>
                  <a:pt x="103754" y="56917"/>
                  <a:pt x="101553" y="54344"/>
                  <a:pt x="98393" y="52422"/>
                </a:cubicBezTo>
                <a:cubicBezTo>
                  <a:pt x="95232" y="50500"/>
                  <a:pt x="91524" y="49539"/>
                  <a:pt x="87271" y="49539"/>
                </a:cubicBezTo>
                <a:cubicBezTo>
                  <a:pt x="80476" y="49539"/>
                  <a:pt x="74613" y="51698"/>
                  <a:pt x="69679" y="56017"/>
                </a:cubicBezTo>
                <a:cubicBezTo>
                  <a:pt x="64746" y="60333"/>
                  <a:pt x="62280" y="68524"/>
                  <a:pt x="62280" y="80589"/>
                </a:cubicBezTo>
                <a:lnTo>
                  <a:pt x="62280" y="132045"/>
                </a:lnTo>
                <a:lnTo>
                  <a:pt x="46328" y="132045"/>
                </a:lnTo>
                <a:close/>
                <a:moveTo>
                  <a:pt x="150687" y="132045"/>
                </a:moveTo>
                <a:lnTo>
                  <a:pt x="150687" y="50337"/>
                </a:lnTo>
                <a:lnTo>
                  <a:pt x="136596" y="50337"/>
                </a:lnTo>
                <a:lnTo>
                  <a:pt x="136596" y="37930"/>
                </a:lnTo>
                <a:lnTo>
                  <a:pt x="150687" y="37930"/>
                </a:lnTo>
                <a:lnTo>
                  <a:pt x="150687" y="27938"/>
                </a:lnTo>
                <a:cubicBezTo>
                  <a:pt x="150687" y="21631"/>
                  <a:pt x="151248" y="16945"/>
                  <a:pt x="152371" y="13880"/>
                </a:cubicBezTo>
                <a:cubicBezTo>
                  <a:pt x="153907" y="9756"/>
                  <a:pt x="156610" y="6411"/>
                  <a:pt x="160479" y="3847"/>
                </a:cubicBezTo>
                <a:cubicBezTo>
                  <a:pt x="164349" y="1282"/>
                  <a:pt x="169770" y="0"/>
                  <a:pt x="176741" y="0"/>
                </a:cubicBezTo>
                <a:cubicBezTo>
                  <a:pt x="181231" y="0"/>
                  <a:pt x="186194" y="532"/>
                  <a:pt x="191630" y="1595"/>
                </a:cubicBezTo>
                <a:lnTo>
                  <a:pt x="189237" y="15509"/>
                </a:lnTo>
                <a:cubicBezTo>
                  <a:pt x="185928" y="14918"/>
                  <a:pt x="182797" y="14622"/>
                  <a:pt x="179843" y="14622"/>
                </a:cubicBezTo>
                <a:cubicBezTo>
                  <a:pt x="174999" y="14622"/>
                  <a:pt x="171572" y="15653"/>
                  <a:pt x="169563" y="17713"/>
                </a:cubicBezTo>
                <a:cubicBezTo>
                  <a:pt x="167554" y="19773"/>
                  <a:pt x="166550" y="23628"/>
                  <a:pt x="166550" y="29278"/>
                </a:cubicBezTo>
                <a:lnTo>
                  <a:pt x="166550" y="37930"/>
                </a:lnTo>
                <a:lnTo>
                  <a:pt x="184894" y="37930"/>
                </a:lnTo>
                <a:lnTo>
                  <a:pt x="184894" y="50337"/>
                </a:lnTo>
                <a:lnTo>
                  <a:pt x="166550" y="50337"/>
                </a:lnTo>
                <a:lnTo>
                  <a:pt x="166550" y="132045"/>
                </a:lnTo>
                <a:lnTo>
                  <a:pt x="150687" y="132045"/>
                </a:lnTo>
                <a:close/>
                <a:moveTo>
                  <a:pt x="264554" y="101736"/>
                </a:moveTo>
                <a:lnTo>
                  <a:pt x="281038" y="103775"/>
                </a:lnTo>
                <a:cubicBezTo>
                  <a:pt x="278438" y="113405"/>
                  <a:pt x="273623" y="120879"/>
                  <a:pt x="266592" y="126196"/>
                </a:cubicBezTo>
                <a:cubicBezTo>
                  <a:pt x="259562" y="131513"/>
                  <a:pt x="250582" y="134172"/>
                  <a:pt x="239652" y="134172"/>
                </a:cubicBezTo>
                <a:cubicBezTo>
                  <a:pt x="225886" y="134172"/>
                  <a:pt x="214971" y="129933"/>
                  <a:pt x="206906" y="121455"/>
                </a:cubicBezTo>
                <a:cubicBezTo>
                  <a:pt x="198842" y="112977"/>
                  <a:pt x="194810" y="101087"/>
                  <a:pt x="194810" y="85785"/>
                </a:cubicBezTo>
                <a:cubicBezTo>
                  <a:pt x="194810" y="69951"/>
                  <a:pt x="198886" y="57662"/>
                  <a:pt x="207039" y="48919"/>
                </a:cubicBezTo>
                <a:cubicBezTo>
                  <a:pt x="215192" y="40175"/>
                  <a:pt x="225768" y="35803"/>
                  <a:pt x="238765" y="35803"/>
                </a:cubicBezTo>
                <a:cubicBezTo>
                  <a:pt x="251350" y="35803"/>
                  <a:pt x="261630" y="40080"/>
                  <a:pt x="269605" y="48633"/>
                </a:cubicBezTo>
                <a:cubicBezTo>
                  <a:pt x="277581" y="57185"/>
                  <a:pt x="281569" y="69217"/>
                  <a:pt x="281569" y="84730"/>
                </a:cubicBezTo>
                <a:cubicBezTo>
                  <a:pt x="281569" y="85673"/>
                  <a:pt x="281540" y="87088"/>
                  <a:pt x="281481" y="88975"/>
                </a:cubicBezTo>
                <a:lnTo>
                  <a:pt x="211293" y="88975"/>
                </a:lnTo>
                <a:cubicBezTo>
                  <a:pt x="211884" y="99285"/>
                  <a:pt x="214808" y="107179"/>
                  <a:pt x="220067" y="112659"/>
                </a:cubicBezTo>
                <a:cubicBezTo>
                  <a:pt x="225325" y="118139"/>
                  <a:pt x="231883" y="120879"/>
                  <a:pt x="239740" y="120879"/>
                </a:cubicBezTo>
                <a:cubicBezTo>
                  <a:pt x="245589" y="120879"/>
                  <a:pt x="250582" y="119357"/>
                  <a:pt x="254717" y="116315"/>
                </a:cubicBezTo>
                <a:cubicBezTo>
                  <a:pt x="258853" y="113270"/>
                  <a:pt x="262132" y="108411"/>
                  <a:pt x="264554" y="101736"/>
                </a:cubicBezTo>
                <a:moveTo>
                  <a:pt x="212179" y="75682"/>
                </a:moveTo>
                <a:lnTo>
                  <a:pt x="264731" y="75682"/>
                </a:lnTo>
                <a:cubicBezTo>
                  <a:pt x="264022" y="67894"/>
                  <a:pt x="262014" y="62054"/>
                  <a:pt x="258705" y="58160"/>
                </a:cubicBezTo>
                <a:cubicBezTo>
                  <a:pt x="253624" y="52117"/>
                  <a:pt x="247037" y="49096"/>
                  <a:pt x="238943" y="49096"/>
                </a:cubicBezTo>
                <a:cubicBezTo>
                  <a:pt x="231617" y="49096"/>
                  <a:pt x="225458" y="51508"/>
                  <a:pt x="220465" y="56332"/>
                </a:cubicBezTo>
                <a:cubicBezTo>
                  <a:pt x="215473" y="61155"/>
                  <a:pt x="212711" y="67605"/>
                  <a:pt x="212179" y="75682"/>
                </a:cubicBezTo>
                <a:close/>
                <a:moveTo>
                  <a:pt x="300498" y="132045"/>
                </a:moveTo>
                <a:lnTo>
                  <a:pt x="300498" y="37930"/>
                </a:lnTo>
                <a:lnTo>
                  <a:pt x="314855" y="37930"/>
                </a:lnTo>
                <a:lnTo>
                  <a:pt x="314855" y="52109"/>
                </a:lnTo>
                <a:cubicBezTo>
                  <a:pt x="318518" y="45470"/>
                  <a:pt x="321900" y="41092"/>
                  <a:pt x="325002" y="38976"/>
                </a:cubicBezTo>
                <a:cubicBezTo>
                  <a:pt x="328104" y="36861"/>
                  <a:pt x="331515" y="35803"/>
                  <a:pt x="335237" y="35803"/>
                </a:cubicBezTo>
                <a:cubicBezTo>
                  <a:pt x="340614" y="35803"/>
                  <a:pt x="346079" y="37509"/>
                  <a:pt x="351632" y="40921"/>
                </a:cubicBezTo>
                <a:lnTo>
                  <a:pt x="346138" y="55654"/>
                </a:lnTo>
                <a:cubicBezTo>
                  <a:pt x="342239" y="53350"/>
                  <a:pt x="338339" y="52198"/>
                  <a:pt x="334440" y="52198"/>
                </a:cubicBezTo>
                <a:cubicBezTo>
                  <a:pt x="330954" y="52198"/>
                  <a:pt x="327823" y="53248"/>
                  <a:pt x="325046" y="55349"/>
                </a:cubicBezTo>
                <a:cubicBezTo>
                  <a:pt x="322269" y="57448"/>
                  <a:pt x="320290" y="60361"/>
                  <a:pt x="319109" y="64087"/>
                </a:cubicBezTo>
                <a:cubicBezTo>
                  <a:pt x="317336" y="69764"/>
                  <a:pt x="316450" y="75974"/>
                  <a:pt x="316450" y="82716"/>
                </a:cubicBezTo>
                <a:lnTo>
                  <a:pt x="316450" y="132045"/>
                </a:lnTo>
                <a:lnTo>
                  <a:pt x="300498" y="132045"/>
                </a:lnTo>
                <a:close/>
                <a:moveTo>
                  <a:pt x="424288" y="101736"/>
                </a:moveTo>
                <a:lnTo>
                  <a:pt x="440771" y="103775"/>
                </a:lnTo>
                <a:cubicBezTo>
                  <a:pt x="438172" y="113405"/>
                  <a:pt x="433357" y="120879"/>
                  <a:pt x="426326" y="126196"/>
                </a:cubicBezTo>
                <a:cubicBezTo>
                  <a:pt x="419296" y="131513"/>
                  <a:pt x="410315" y="134172"/>
                  <a:pt x="399386" y="134172"/>
                </a:cubicBezTo>
                <a:cubicBezTo>
                  <a:pt x="385620" y="134172"/>
                  <a:pt x="374705" y="129933"/>
                  <a:pt x="366640" y="121455"/>
                </a:cubicBezTo>
                <a:cubicBezTo>
                  <a:pt x="358576" y="112977"/>
                  <a:pt x="354544" y="101087"/>
                  <a:pt x="354544" y="85785"/>
                </a:cubicBezTo>
                <a:cubicBezTo>
                  <a:pt x="354544" y="69951"/>
                  <a:pt x="358620" y="57662"/>
                  <a:pt x="366773" y="48919"/>
                </a:cubicBezTo>
                <a:cubicBezTo>
                  <a:pt x="374926" y="40175"/>
                  <a:pt x="385502" y="35803"/>
                  <a:pt x="398499" y="35803"/>
                </a:cubicBezTo>
                <a:cubicBezTo>
                  <a:pt x="411084" y="35803"/>
                  <a:pt x="421364" y="40080"/>
                  <a:pt x="429339" y="48633"/>
                </a:cubicBezTo>
                <a:cubicBezTo>
                  <a:pt x="437315" y="57185"/>
                  <a:pt x="441303" y="69217"/>
                  <a:pt x="441303" y="84730"/>
                </a:cubicBezTo>
                <a:cubicBezTo>
                  <a:pt x="441303" y="85673"/>
                  <a:pt x="441274" y="87088"/>
                  <a:pt x="441215" y="88975"/>
                </a:cubicBezTo>
                <a:lnTo>
                  <a:pt x="371027" y="88975"/>
                </a:lnTo>
                <a:cubicBezTo>
                  <a:pt x="371618" y="99285"/>
                  <a:pt x="374542" y="107179"/>
                  <a:pt x="379800" y="112659"/>
                </a:cubicBezTo>
                <a:cubicBezTo>
                  <a:pt x="385059" y="118139"/>
                  <a:pt x="391617" y="120879"/>
                  <a:pt x="399474" y="120879"/>
                </a:cubicBezTo>
                <a:cubicBezTo>
                  <a:pt x="405323" y="120879"/>
                  <a:pt x="410315" y="119357"/>
                  <a:pt x="414451" y="116315"/>
                </a:cubicBezTo>
                <a:cubicBezTo>
                  <a:pt x="418587" y="113270"/>
                  <a:pt x="421866" y="108411"/>
                  <a:pt x="424288" y="101736"/>
                </a:cubicBezTo>
                <a:moveTo>
                  <a:pt x="371913" y="75682"/>
                </a:moveTo>
                <a:lnTo>
                  <a:pt x="424465" y="75682"/>
                </a:lnTo>
                <a:cubicBezTo>
                  <a:pt x="423756" y="67894"/>
                  <a:pt x="421748" y="62054"/>
                  <a:pt x="418439" y="58160"/>
                </a:cubicBezTo>
                <a:cubicBezTo>
                  <a:pt x="413358" y="52117"/>
                  <a:pt x="406771" y="49096"/>
                  <a:pt x="398677" y="49096"/>
                </a:cubicBezTo>
                <a:cubicBezTo>
                  <a:pt x="391351" y="49096"/>
                  <a:pt x="385192" y="51508"/>
                  <a:pt x="380199" y="56332"/>
                </a:cubicBezTo>
                <a:cubicBezTo>
                  <a:pt x="375207" y="61155"/>
                  <a:pt x="372445" y="67605"/>
                  <a:pt x="371913" y="75682"/>
                </a:cubicBezTo>
                <a:close/>
                <a:moveTo>
                  <a:pt x="460409" y="132045"/>
                </a:moveTo>
                <a:lnTo>
                  <a:pt x="460409" y="37930"/>
                </a:lnTo>
                <a:lnTo>
                  <a:pt x="474766" y="37930"/>
                </a:lnTo>
                <a:lnTo>
                  <a:pt x="474766" y="51223"/>
                </a:lnTo>
                <a:cubicBezTo>
                  <a:pt x="481678" y="40943"/>
                  <a:pt x="491663" y="35803"/>
                  <a:pt x="504719" y="35803"/>
                </a:cubicBezTo>
                <a:cubicBezTo>
                  <a:pt x="510391" y="35803"/>
                  <a:pt x="515605" y="36822"/>
                  <a:pt x="520361" y="38860"/>
                </a:cubicBezTo>
                <a:cubicBezTo>
                  <a:pt x="525117" y="40898"/>
                  <a:pt x="528677" y="43572"/>
                  <a:pt x="531040" y="46880"/>
                </a:cubicBezTo>
                <a:cubicBezTo>
                  <a:pt x="533403" y="50189"/>
                  <a:pt x="535057" y="54118"/>
                  <a:pt x="536003" y="58667"/>
                </a:cubicBezTo>
                <a:cubicBezTo>
                  <a:pt x="536593" y="61621"/>
                  <a:pt x="536889" y="66790"/>
                  <a:pt x="536889" y="74175"/>
                </a:cubicBezTo>
                <a:lnTo>
                  <a:pt x="536889" y="132045"/>
                </a:lnTo>
                <a:lnTo>
                  <a:pt x="520937" y="132045"/>
                </a:lnTo>
                <a:lnTo>
                  <a:pt x="520937" y="74735"/>
                </a:lnTo>
                <a:cubicBezTo>
                  <a:pt x="520937" y="68229"/>
                  <a:pt x="520317" y="63364"/>
                  <a:pt x="519076" y="60140"/>
                </a:cubicBezTo>
                <a:cubicBezTo>
                  <a:pt x="517835" y="56917"/>
                  <a:pt x="515635" y="54344"/>
                  <a:pt x="512474" y="52422"/>
                </a:cubicBezTo>
                <a:cubicBezTo>
                  <a:pt x="509313" y="50500"/>
                  <a:pt x="505606" y="49539"/>
                  <a:pt x="501352" y="49539"/>
                </a:cubicBezTo>
                <a:cubicBezTo>
                  <a:pt x="494558" y="49539"/>
                  <a:pt x="488694" y="51698"/>
                  <a:pt x="483761" y="56017"/>
                </a:cubicBezTo>
                <a:cubicBezTo>
                  <a:pt x="478827" y="60333"/>
                  <a:pt x="476361" y="68524"/>
                  <a:pt x="476361" y="80589"/>
                </a:cubicBezTo>
                <a:lnTo>
                  <a:pt x="476361" y="132045"/>
                </a:lnTo>
                <a:lnTo>
                  <a:pt x="460409" y="132045"/>
                </a:lnTo>
                <a:close/>
                <a:moveTo>
                  <a:pt x="622372" y="97483"/>
                </a:moveTo>
                <a:lnTo>
                  <a:pt x="638057" y="99521"/>
                </a:lnTo>
                <a:cubicBezTo>
                  <a:pt x="636344" y="110360"/>
                  <a:pt x="631957" y="118846"/>
                  <a:pt x="624897" y="124977"/>
                </a:cubicBezTo>
                <a:cubicBezTo>
                  <a:pt x="617837" y="131107"/>
                  <a:pt x="609167" y="134172"/>
                  <a:pt x="598887" y="134172"/>
                </a:cubicBezTo>
                <a:cubicBezTo>
                  <a:pt x="586008" y="134172"/>
                  <a:pt x="575654" y="129962"/>
                  <a:pt x="567826" y="121543"/>
                </a:cubicBezTo>
                <a:cubicBezTo>
                  <a:pt x="559997" y="113124"/>
                  <a:pt x="556083" y="101057"/>
                  <a:pt x="556083" y="85342"/>
                </a:cubicBezTo>
                <a:cubicBezTo>
                  <a:pt x="556083" y="75180"/>
                  <a:pt x="557767" y="66288"/>
                  <a:pt x="561135" y="58667"/>
                </a:cubicBezTo>
                <a:cubicBezTo>
                  <a:pt x="564502" y="51045"/>
                  <a:pt x="569627" y="45329"/>
                  <a:pt x="576510" y="41519"/>
                </a:cubicBezTo>
                <a:cubicBezTo>
                  <a:pt x="583393" y="37708"/>
                  <a:pt x="590882" y="35803"/>
                  <a:pt x="598976" y="35803"/>
                </a:cubicBezTo>
                <a:cubicBezTo>
                  <a:pt x="609197" y="35803"/>
                  <a:pt x="617556" y="38396"/>
                  <a:pt x="624055" y="43582"/>
                </a:cubicBezTo>
                <a:cubicBezTo>
                  <a:pt x="630554" y="48766"/>
                  <a:pt x="634719" y="56128"/>
                  <a:pt x="636551" y="65668"/>
                </a:cubicBezTo>
                <a:lnTo>
                  <a:pt x="621042" y="68061"/>
                </a:lnTo>
                <a:cubicBezTo>
                  <a:pt x="619565" y="61769"/>
                  <a:pt x="616951" y="57035"/>
                  <a:pt x="613199" y="53859"/>
                </a:cubicBezTo>
                <a:cubicBezTo>
                  <a:pt x="609448" y="50684"/>
                  <a:pt x="604913" y="49096"/>
                  <a:pt x="599596" y="49096"/>
                </a:cubicBezTo>
                <a:cubicBezTo>
                  <a:pt x="591561" y="49096"/>
                  <a:pt x="585033" y="51962"/>
                  <a:pt x="580011" y="57695"/>
                </a:cubicBezTo>
                <a:cubicBezTo>
                  <a:pt x="574989" y="63426"/>
                  <a:pt x="572478" y="72494"/>
                  <a:pt x="572478" y="84899"/>
                </a:cubicBezTo>
                <a:cubicBezTo>
                  <a:pt x="572478" y="97481"/>
                  <a:pt x="574900" y="106624"/>
                  <a:pt x="579745" y="112327"/>
                </a:cubicBezTo>
                <a:cubicBezTo>
                  <a:pt x="584590" y="118028"/>
                  <a:pt x="590911" y="120879"/>
                  <a:pt x="598710" y="120879"/>
                </a:cubicBezTo>
                <a:cubicBezTo>
                  <a:pt x="604972" y="120879"/>
                  <a:pt x="610201" y="118966"/>
                  <a:pt x="614396" y="115140"/>
                </a:cubicBezTo>
                <a:cubicBezTo>
                  <a:pt x="618590" y="111315"/>
                  <a:pt x="621249" y="105429"/>
                  <a:pt x="622372" y="97483"/>
                </a:cubicBezTo>
                <a:close/>
                <a:moveTo>
                  <a:pt x="716114" y="101736"/>
                </a:moveTo>
                <a:lnTo>
                  <a:pt x="732598" y="103775"/>
                </a:lnTo>
                <a:cubicBezTo>
                  <a:pt x="729998" y="113405"/>
                  <a:pt x="725183" y="120879"/>
                  <a:pt x="718153" y="126196"/>
                </a:cubicBezTo>
                <a:cubicBezTo>
                  <a:pt x="711122" y="131513"/>
                  <a:pt x="702142" y="134172"/>
                  <a:pt x="691212" y="134172"/>
                </a:cubicBezTo>
                <a:cubicBezTo>
                  <a:pt x="677446" y="134172"/>
                  <a:pt x="666531" y="129933"/>
                  <a:pt x="658467" y="121455"/>
                </a:cubicBezTo>
                <a:cubicBezTo>
                  <a:pt x="650402" y="112977"/>
                  <a:pt x="646370" y="101087"/>
                  <a:pt x="646370" y="85785"/>
                </a:cubicBezTo>
                <a:cubicBezTo>
                  <a:pt x="646370" y="69951"/>
                  <a:pt x="650446" y="57662"/>
                  <a:pt x="658599" y="48919"/>
                </a:cubicBezTo>
                <a:cubicBezTo>
                  <a:pt x="666753" y="40175"/>
                  <a:pt x="677328" y="35803"/>
                  <a:pt x="690326" y="35803"/>
                </a:cubicBezTo>
                <a:cubicBezTo>
                  <a:pt x="702910" y="35803"/>
                  <a:pt x="713190" y="40080"/>
                  <a:pt x="721166" y="48633"/>
                </a:cubicBezTo>
                <a:cubicBezTo>
                  <a:pt x="729141" y="57185"/>
                  <a:pt x="733129" y="69217"/>
                  <a:pt x="733129" y="84730"/>
                </a:cubicBezTo>
                <a:cubicBezTo>
                  <a:pt x="733129" y="85673"/>
                  <a:pt x="733100" y="87088"/>
                  <a:pt x="733041" y="88975"/>
                </a:cubicBezTo>
                <a:lnTo>
                  <a:pt x="662853" y="88975"/>
                </a:lnTo>
                <a:cubicBezTo>
                  <a:pt x="663444" y="99285"/>
                  <a:pt x="666369" y="107179"/>
                  <a:pt x="671627" y="112659"/>
                </a:cubicBezTo>
                <a:cubicBezTo>
                  <a:pt x="676885" y="118139"/>
                  <a:pt x="683443" y="120879"/>
                  <a:pt x="691300" y="120879"/>
                </a:cubicBezTo>
                <a:cubicBezTo>
                  <a:pt x="697149" y="120879"/>
                  <a:pt x="702142" y="119357"/>
                  <a:pt x="706277" y="116315"/>
                </a:cubicBezTo>
                <a:cubicBezTo>
                  <a:pt x="710413" y="113270"/>
                  <a:pt x="713692" y="108411"/>
                  <a:pt x="716114" y="101736"/>
                </a:cubicBezTo>
                <a:moveTo>
                  <a:pt x="663739" y="75682"/>
                </a:moveTo>
                <a:lnTo>
                  <a:pt x="716291" y="75682"/>
                </a:lnTo>
                <a:cubicBezTo>
                  <a:pt x="715583" y="67894"/>
                  <a:pt x="713574" y="62054"/>
                  <a:pt x="710265" y="58160"/>
                </a:cubicBezTo>
                <a:cubicBezTo>
                  <a:pt x="705184" y="52117"/>
                  <a:pt x="698597" y="49096"/>
                  <a:pt x="690503" y="49096"/>
                </a:cubicBezTo>
                <a:cubicBezTo>
                  <a:pt x="683177" y="49096"/>
                  <a:pt x="677018" y="51508"/>
                  <a:pt x="672025" y="56332"/>
                </a:cubicBezTo>
                <a:cubicBezTo>
                  <a:pt x="667033" y="61155"/>
                  <a:pt x="664271" y="67605"/>
                  <a:pt x="663739" y="756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EM">
            <a:extLst xmlns:a="http://schemas.openxmlformats.org/drawingml/2006/main">
              <a:ext uri="{FF2B5EF4-FFF2-40B4-BE49-F238E27FC236}">
                <a16:creationId xmlns:a16="http://schemas.microsoft.com/office/drawing/2014/main" id="{A0152558-E75A-4608-9C9C-4790C41B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199" y="2258089"/>
            <a:ext cx="234126" cy="124269"/>
          </a:xfrm>
          <a:custGeom xmlns:a="http://schemas.openxmlformats.org/drawingml/2006/main">
            <a:pathLst>
              <a:path w="234126" h="124269">
                <a:moveTo>
                  <a:pt x="0" y="124269"/>
                </a:moveTo>
                <a:lnTo>
                  <a:pt x="0" y="0"/>
                </a:lnTo>
                <a:lnTo>
                  <a:pt x="89854" y="0"/>
                </a:lnTo>
                <a:lnTo>
                  <a:pt x="89854" y="14665"/>
                </a:lnTo>
                <a:lnTo>
                  <a:pt x="16445" y="14665"/>
                </a:lnTo>
                <a:lnTo>
                  <a:pt x="16445" y="52725"/>
                </a:lnTo>
                <a:lnTo>
                  <a:pt x="85191" y="52725"/>
                </a:lnTo>
                <a:lnTo>
                  <a:pt x="85191" y="67136"/>
                </a:lnTo>
                <a:lnTo>
                  <a:pt x="16445" y="67136"/>
                </a:lnTo>
                <a:lnTo>
                  <a:pt x="16445" y="109604"/>
                </a:lnTo>
                <a:lnTo>
                  <a:pt x="92736" y="109604"/>
                </a:lnTo>
                <a:lnTo>
                  <a:pt x="92736" y="124269"/>
                </a:lnTo>
                <a:lnTo>
                  <a:pt x="0" y="124269"/>
                </a:lnTo>
                <a:close/>
                <a:moveTo>
                  <a:pt x="115537" y="124269"/>
                </a:moveTo>
                <a:lnTo>
                  <a:pt x="115537" y="0"/>
                </a:lnTo>
                <a:lnTo>
                  <a:pt x="140289" y="0"/>
                </a:lnTo>
                <a:lnTo>
                  <a:pt x="169703" y="87989"/>
                </a:lnTo>
                <a:cubicBezTo>
                  <a:pt x="172416" y="96183"/>
                  <a:pt x="174394" y="102314"/>
                  <a:pt x="175637" y="106383"/>
                </a:cubicBezTo>
                <a:cubicBezTo>
                  <a:pt x="177050" y="101862"/>
                  <a:pt x="179254" y="95222"/>
                  <a:pt x="182249" y="86463"/>
                </a:cubicBezTo>
                <a:lnTo>
                  <a:pt x="212002" y="0"/>
                </a:lnTo>
                <a:lnTo>
                  <a:pt x="234126" y="0"/>
                </a:lnTo>
                <a:lnTo>
                  <a:pt x="234126" y="124269"/>
                </a:lnTo>
                <a:lnTo>
                  <a:pt x="218275" y="124269"/>
                </a:lnTo>
                <a:lnTo>
                  <a:pt x="218275" y="20259"/>
                </a:lnTo>
                <a:lnTo>
                  <a:pt x="182164" y="124269"/>
                </a:lnTo>
                <a:lnTo>
                  <a:pt x="167330" y="124269"/>
                </a:lnTo>
                <a:lnTo>
                  <a:pt x="131388" y="18479"/>
                </a:lnTo>
                <a:lnTo>
                  <a:pt x="131388" y="124269"/>
                </a:lnTo>
                <a:lnTo>
                  <a:pt x="115537" y="1242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Signals">
            <a:extLst xmlns:a="http://schemas.openxmlformats.org/drawingml/2006/main">
              <a:ext uri="{FF2B5EF4-FFF2-40B4-BE49-F238E27FC236}">
                <a16:creationId xmlns:a16="http://schemas.microsoft.com/office/drawing/2014/main" id="{143B27E3-8B6C-4903-BA2A-4320E730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265" y="2435391"/>
            <a:ext cx="557704" cy="163093"/>
          </a:xfrm>
          <a:custGeom xmlns:a="http://schemas.openxmlformats.org/drawingml/2006/main">
            <a:pathLst>
              <a:path w="557704" h="163093">
                <a:moveTo>
                  <a:pt x="0" y="86463"/>
                </a:moveTo>
                <a:lnTo>
                  <a:pt x="15512" y="85107"/>
                </a:lnTo>
                <a:cubicBezTo>
                  <a:pt x="16247" y="91323"/>
                  <a:pt x="17957" y="96423"/>
                  <a:pt x="20641" y="100407"/>
                </a:cubicBezTo>
                <a:cubicBezTo>
                  <a:pt x="23325" y="104391"/>
                  <a:pt x="27493" y="107612"/>
                  <a:pt x="33144" y="110071"/>
                </a:cubicBezTo>
                <a:cubicBezTo>
                  <a:pt x="38795" y="112529"/>
                  <a:pt x="45153" y="113758"/>
                  <a:pt x="52217" y="113758"/>
                </a:cubicBezTo>
                <a:cubicBezTo>
                  <a:pt x="58490" y="113758"/>
                  <a:pt x="64028" y="112826"/>
                  <a:pt x="68831" y="110961"/>
                </a:cubicBezTo>
                <a:cubicBezTo>
                  <a:pt x="73635" y="109096"/>
                  <a:pt x="77209" y="106539"/>
                  <a:pt x="79554" y="103289"/>
                </a:cubicBezTo>
                <a:cubicBezTo>
                  <a:pt x="81900" y="100040"/>
                  <a:pt x="83072" y="96494"/>
                  <a:pt x="83072" y="92651"/>
                </a:cubicBezTo>
                <a:cubicBezTo>
                  <a:pt x="83072" y="88752"/>
                  <a:pt x="81942" y="85347"/>
                  <a:pt x="79682" y="82436"/>
                </a:cubicBezTo>
                <a:cubicBezTo>
                  <a:pt x="77421" y="79526"/>
                  <a:pt x="73691" y="77082"/>
                  <a:pt x="68492" y="75104"/>
                </a:cubicBezTo>
                <a:cubicBezTo>
                  <a:pt x="65158" y="73804"/>
                  <a:pt x="57783" y="71784"/>
                  <a:pt x="46368" y="69043"/>
                </a:cubicBezTo>
                <a:cubicBezTo>
                  <a:pt x="34952" y="66302"/>
                  <a:pt x="26956" y="63717"/>
                  <a:pt x="22379" y="61287"/>
                </a:cubicBezTo>
                <a:cubicBezTo>
                  <a:pt x="16445" y="58179"/>
                  <a:pt x="12023" y="54322"/>
                  <a:pt x="9113" y="49716"/>
                </a:cubicBezTo>
                <a:cubicBezTo>
                  <a:pt x="6202" y="45110"/>
                  <a:pt x="4747" y="39954"/>
                  <a:pt x="4747" y="34246"/>
                </a:cubicBezTo>
                <a:cubicBezTo>
                  <a:pt x="4747" y="27973"/>
                  <a:pt x="6527" y="22110"/>
                  <a:pt x="10087" y="16657"/>
                </a:cubicBezTo>
                <a:cubicBezTo>
                  <a:pt x="13648" y="11203"/>
                  <a:pt x="18847" y="7064"/>
                  <a:pt x="25685" y="4238"/>
                </a:cubicBezTo>
                <a:cubicBezTo>
                  <a:pt x="32522" y="1413"/>
                  <a:pt x="40123" y="0"/>
                  <a:pt x="48487" y="0"/>
                </a:cubicBezTo>
                <a:cubicBezTo>
                  <a:pt x="57698" y="0"/>
                  <a:pt x="65822" y="1483"/>
                  <a:pt x="72858" y="4450"/>
                </a:cubicBezTo>
                <a:cubicBezTo>
                  <a:pt x="79893" y="7417"/>
                  <a:pt x="85304" y="11783"/>
                  <a:pt x="89091" y="17547"/>
                </a:cubicBezTo>
                <a:cubicBezTo>
                  <a:pt x="92877" y="23311"/>
                  <a:pt x="94911" y="29838"/>
                  <a:pt x="95194" y="37128"/>
                </a:cubicBezTo>
                <a:lnTo>
                  <a:pt x="79427" y="38315"/>
                </a:lnTo>
                <a:cubicBezTo>
                  <a:pt x="78580" y="30432"/>
                  <a:pt x="75712" y="24477"/>
                  <a:pt x="70823" y="20450"/>
                </a:cubicBezTo>
                <a:cubicBezTo>
                  <a:pt x="65935" y="16424"/>
                  <a:pt x="58716" y="14410"/>
                  <a:pt x="49165" y="14410"/>
                </a:cubicBezTo>
                <a:cubicBezTo>
                  <a:pt x="39219" y="14410"/>
                  <a:pt x="31971" y="16235"/>
                  <a:pt x="27422" y="19883"/>
                </a:cubicBezTo>
                <a:cubicBezTo>
                  <a:pt x="22873" y="23530"/>
                  <a:pt x="20599" y="27926"/>
                  <a:pt x="20599" y="33073"/>
                </a:cubicBezTo>
                <a:cubicBezTo>
                  <a:pt x="20599" y="37541"/>
                  <a:pt x="22209" y="41216"/>
                  <a:pt x="25430" y="44100"/>
                </a:cubicBezTo>
                <a:cubicBezTo>
                  <a:pt x="28595" y="46986"/>
                  <a:pt x="36860" y="49941"/>
                  <a:pt x="50225" y="52966"/>
                </a:cubicBezTo>
                <a:cubicBezTo>
                  <a:pt x="63590" y="55992"/>
                  <a:pt x="72759" y="58635"/>
                  <a:pt x="77732" y="60898"/>
                </a:cubicBezTo>
                <a:cubicBezTo>
                  <a:pt x="84965" y="64234"/>
                  <a:pt x="90306" y="68461"/>
                  <a:pt x="93753" y="73581"/>
                </a:cubicBezTo>
                <a:cubicBezTo>
                  <a:pt x="97200" y="78699"/>
                  <a:pt x="98924" y="84594"/>
                  <a:pt x="98924" y="91268"/>
                </a:cubicBezTo>
                <a:cubicBezTo>
                  <a:pt x="98924" y="97884"/>
                  <a:pt x="97031" y="104118"/>
                  <a:pt x="93244" y="109973"/>
                </a:cubicBezTo>
                <a:cubicBezTo>
                  <a:pt x="89458" y="115825"/>
                  <a:pt x="84019" y="120378"/>
                  <a:pt x="76927" y="123631"/>
                </a:cubicBezTo>
                <a:cubicBezTo>
                  <a:pt x="69834" y="126882"/>
                  <a:pt x="61852" y="128508"/>
                  <a:pt x="52980" y="128508"/>
                </a:cubicBezTo>
                <a:cubicBezTo>
                  <a:pt x="41734" y="128508"/>
                  <a:pt x="32311" y="126869"/>
                  <a:pt x="24710" y="123591"/>
                </a:cubicBezTo>
                <a:cubicBezTo>
                  <a:pt x="17109" y="120313"/>
                  <a:pt x="11147" y="115383"/>
                  <a:pt x="6824" y="108799"/>
                </a:cubicBezTo>
                <a:cubicBezTo>
                  <a:pt x="2501" y="102216"/>
                  <a:pt x="226" y="94770"/>
                  <a:pt x="0" y="86463"/>
                </a:cubicBezTo>
                <a:close/>
                <a:moveTo>
                  <a:pt x="120114" y="19836"/>
                </a:moveTo>
                <a:lnTo>
                  <a:pt x="120114" y="2204"/>
                </a:lnTo>
                <a:lnTo>
                  <a:pt x="135372" y="2204"/>
                </a:lnTo>
                <a:lnTo>
                  <a:pt x="135372" y="19836"/>
                </a:lnTo>
                <a:lnTo>
                  <a:pt x="120114" y="19836"/>
                </a:lnTo>
                <a:moveTo>
                  <a:pt x="120114" y="126473"/>
                </a:moveTo>
                <a:lnTo>
                  <a:pt x="120114" y="36450"/>
                </a:lnTo>
                <a:lnTo>
                  <a:pt x="135372" y="36450"/>
                </a:lnTo>
                <a:lnTo>
                  <a:pt x="135372" y="126473"/>
                </a:lnTo>
                <a:lnTo>
                  <a:pt x="120114" y="126473"/>
                </a:lnTo>
                <a:close/>
                <a:moveTo>
                  <a:pt x="156692" y="133933"/>
                </a:moveTo>
                <a:lnTo>
                  <a:pt x="171526" y="136137"/>
                </a:lnTo>
                <a:cubicBezTo>
                  <a:pt x="172148" y="140714"/>
                  <a:pt x="173872" y="144048"/>
                  <a:pt x="176697" y="146139"/>
                </a:cubicBezTo>
                <a:cubicBezTo>
                  <a:pt x="180483" y="148965"/>
                  <a:pt x="185654" y="150378"/>
                  <a:pt x="192210" y="150378"/>
                </a:cubicBezTo>
                <a:cubicBezTo>
                  <a:pt x="199274" y="150378"/>
                  <a:pt x="204727" y="148961"/>
                  <a:pt x="208570" y="146129"/>
                </a:cubicBezTo>
                <a:cubicBezTo>
                  <a:pt x="212413" y="143298"/>
                  <a:pt x="215012" y="139333"/>
                  <a:pt x="216368" y="134235"/>
                </a:cubicBezTo>
                <a:cubicBezTo>
                  <a:pt x="217160" y="131121"/>
                  <a:pt x="217527" y="124580"/>
                  <a:pt x="217470" y="114611"/>
                </a:cubicBezTo>
                <a:cubicBezTo>
                  <a:pt x="210802" y="122519"/>
                  <a:pt x="202495" y="126473"/>
                  <a:pt x="192549" y="126473"/>
                </a:cubicBezTo>
                <a:cubicBezTo>
                  <a:pt x="180173" y="126473"/>
                  <a:pt x="170594" y="122009"/>
                  <a:pt x="163812" y="113080"/>
                </a:cubicBezTo>
                <a:cubicBezTo>
                  <a:pt x="157031" y="104151"/>
                  <a:pt x="153640" y="93442"/>
                  <a:pt x="153640" y="80953"/>
                </a:cubicBezTo>
                <a:cubicBezTo>
                  <a:pt x="153640" y="72363"/>
                  <a:pt x="155194" y="64437"/>
                  <a:pt x="158303" y="57176"/>
                </a:cubicBezTo>
                <a:cubicBezTo>
                  <a:pt x="161411" y="49914"/>
                  <a:pt x="165918" y="44305"/>
                  <a:pt x="171823" y="40349"/>
                </a:cubicBezTo>
                <a:cubicBezTo>
                  <a:pt x="177728" y="36394"/>
                  <a:pt x="184665" y="34416"/>
                  <a:pt x="192633" y="34416"/>
                </a:cubicBezTo>
                <a:cubicBezTo>
                  <a:pt x="203258" y="34416"/>
                  <a:pt x="212017" y="38739"/>
                  <a:pt x="218911" y="47385"/>
                </a:cubicBezTo>
                <a:lnTo>
                  <a:pt x="218911" y="36450"/>
                </a:lnTo>
                <a:lnTo>
                  <a:pt x="232983" y="36450"/>
                </a:lnTo>
                <a:lnTo>
                  <a:pt x="232983" y="114320"/>
                </a:lnTo>
                <a:cubicBezTo>
                  <a:pt x="232983" y="128343"/>
                  <a:pt x="231556" y="138281"/>
                  <a:pt x="228702" y="144134"/>
                </a:cubicBezTo>
                <a:cubicBezTo>
                  <a:pt x="225848" y="149986"/>
                  <a:pt x="221327" y="154609"/>
                  <a:pt x="215139" y="158001"/>
                </a:cubicBezTo>
                <a:cubicBezTo>
                  <a:pt x="208951" y="161396"/>
                  <a:pt x="201336" y="163093"/>
                  <a:pt x="192294" y="163093"/>
                </a:cubicBezTo>
                <a:cubicBezTo>
                  <a:pt x="181557" y="163093"/>
                  <a:pt x="172883" y="160670"/>
                  <a:pt x="166271" y="155824"/>
                </a:cubicBezTo>
                <a:cubicBezTo>
                  <a:pt x="159659" y="150978"/>
                  <a:pt x="156466" y="143681"/>
                  <a:pt x="156692" y="133933"/>
                </a:cubicBezTo>
                <a:moveTo>
                  <a:pt x="169322" y="79854"/>
                </a:moveTo>
                <a:cubicBezTo>
                  <a:pt x="169322" y="91635"/>
                  <a:pt x="171668" y="100231"/>
                  <a:pt x="176358" y="105642"/>
                </a:cubicBezTo>
                <a:cubicBezTo>
                  <a:pt x="181049" y="111053"/>
                  <a:pt x="186926" y="113758"/>
                  <a:pt x="193990" y="113758"/>
                </a:cubicBezTo>
                <a:cubicBezTo>
                  <a:pt x="200997" y="113758"/>
                  <a:pt x="206874" y="111067"/>
                  <a:pt x="211621" y="105684"/>
                </a:cubicBezTo>
                <a:cubicBezTo>
                  <a:pt x="216368" y="100301"/>
                  <a:pt x="218742" y="91860"/>
                  <a:pt x="218742" y="80360"/>
                </a:cubicBezTo>
                <a:cubicBezTo>
                  <a:pt x="218742" y="69368"/>
                  <a:pt x="216298" y="61082"/>
                  <a:pt x="211409" y="55502"/>
                </a:cubicBezTo>
                <a:cubicBezTo>
                  <a:pt x="206521" y="49921"/>
                  <a:pt x="200630" y="47131"/>
                  <a:pt x="193735" y="47131"/>
                </a:cubicBezTo>
                <a:cubicBezTo>
                  <a:pt x="186954" y="47131"/>
                  <a:pt x="181190" y="49879"/>
                  <a:pt x="176443" y="55374"/>
                </a:cubicBezTo>
                <a:cubicBezTo>
                  <a:pt x="171696" y="60870"/>
                  <a:pt x="169322" y="69030"/>
                  <a:pt x="169322" y="79854"/>
                </a:cubicBezTo>
                <a:close/>
                <a:moveTo>
                  <a:pt x="256187" y="126473"/>
                </a:moveTo>
                <a:lnTo>
                  <a:pt x="256187" y="36450"/>
                </a:lnTo>
                <a:lnTo>
                  <a:pt x="269919" y="36450"/>
                </a:lnTo>
                <a:lnTo>
                  <a:pt x="269919" y="49165"/>
                </a:lnTo>
                <a:cubicBezTo>
                  <a:pt x="276531" y="39332"/>
                  <a:pt x="286082" y="34416"/>
                  <a:pt x="298571" y="34416"/>
                </a:cubicBezTo>
                <a:cubicBezTo>
                  <a:pt x="303996" y="34416"/>
                  <a:pt x="308983" y="35390"/>
                  <a:pt x="313532" y="37340"/>
                </a:cubicBezTo>
                <a:cubicBezTo>
                  <a:pt x="318081" y="39290"/>
                  <a:pt x="321486" y="41847"/>
                  <a:pt x="323747" y="45012"/>
                </a:cubicBezTo>
                <a:cubicBezTo>
                  <a:pt x="326007" y="48176"/>
                  <a:pt x="327589" y="51934"/>
                  <a:pt x="328494" y="56286"/>
                </a:cubicBezTo>
                <a:cubicBezTo>
                  <a:pt x="329059" y="59111"/>
                  <a:pt x="329341" y="64056"/>
                  <a:pt x="329341" y="71120"/>
                </a:cubicBezTo>
                <a:lnTo>
                  <a:pt x="329341" y="126473"/>
                </a:lnTo>
                <a:lnTo>
                  <a:pt x="314083" y="126473"/>
                </a:lnTo>
                <a:lnTo>
                  <a:pt x="314083" y="71655"/>
                </a:lnTo>
                <a:cubicBezTo>
                  <a:pt x="314083" y="65432"/>
                  <a:pt x="313490" y="60778"/>
                  <a:pt x="312303" y="57695"/>
                </a:cubicBezTo>
                <a:cubicBezTo>
                  <a:pt x="311116" y="54611"/>
                  <a:pt x="309011" y="52151"/>
                  <a:pt x="305988" y="50312"/>
                </a:cubicBezTo>
                <a:cubicBezTo>
                  <a:pt x="302964" y="48474"/>
                  <a:pt x="299418" y="47555"/>
                  <a:pt x="295349" y="47555"/>
                </a:cubicBezTo>
                <a:cubicBezTo>
                  <a:pt x="288851" y="47555"/>
                  <a:pt x="283242" y="49620"/>
                  <a:pt x="278523" y="53751"/>
                </a:cubicBezTo>
                <a:cubicBezTo>
                  <a:pt x="273804" y="57879"/>
                  <a:pt x="271445" y="65714"/>
                  <a:pt x="271445" y="77255"/>
                </a:cubicBezTo>
                <a:lnTo>
                  <a:pt x="271445" y="126473"/>
                </a:lnTo>
                <a:lnTo>
                  <a:pt x="256187" y="126473"/>
                </a:lnTo>
                <a:close/>
                <a:moveTo>
                  <a:pt x="411628" y="115358"/>
                </a:moveTo>
                <a:cubicBezTo>
                  <a:pt x="405977" y="120165"/>
                  <a:pt x="400538" y="123558"/>
                  <a:pt x="395311" y="125538"/>
                </a:cubicBezTo>
                <a:cubicBezTo>
                  <a:pt x="390083" y="127518"/>
                  <a:pt x="384474" y="128508"/>
                  <a:pt x="378484" y="128508"/>
                </a:cubicBezTo>
                <a:cubicBezTo>
                  <a:pt x="368595" y="128508"/>
                  <a:pt x="360994" y="126090"/>
                  <a:pt x="355682" y="121255"/>
                </a:cubicBezTo>
                <a:cubicBezTo>
                  <a:pt x="350370" y="116419"/>
                  <a:pt x="347714" y="110241"/>
                  <a:pt x="347714" y="102720"/>
                </a:cubicBezTo>
                <a:cubicBezTo>
                  <a:pt x="347714" y="98310"/>
                  <a:pt x="348717" y="94282"/>
                  <a:pt x="350723" y="90635"/>
                </a:cubicBezTo>
                <a:cubicBezTo>
                  <a:pt x="352729" y="86987"/>
                  <a:pt x="355357" y="84059"/>
                  <a:pt x="358606" y="81854"/>
                </a:cubicBezTo>
                <a:cubicBezTo>
                  <a:pt x="361856" y="79648"/>
                  <a:pt x="365515" y="77980"/>
                  <a:pt x="369584" y="76850"/>
                </a:cubicBezTo>
                <a:cubicBezTo>
                  <a:pt x="372579" y="76057"/>
                  <a:pt x="377100" y="75293"/>
                  <a:pt x="383146" y="74558"/>
                </a:cubicBezTo>
                <a:cubicBezTo>
                  <a:pt x="395466" y="73100"/>
                  <a:pt x="404536" y="71360"/>
                  <a:pt x="410357" y="69340"/>
                </a:cubicBezTo>
                <a:cubicBezTo>
                  <a:pt x="410413" y="67258"/>
                  <a:pt x="410442" y="65935"/>
                  <a:pt x="410442" y="65372"/>
                </a:cubicBezTo>
                <a:cubicBezTo>
                  <a:pt x="410442" y="59178"/>
                  <a:pt x="409000" y="54815"/>
                  <a:pt x="406118" y="52283"/>
                </a:cubicBezTo>
                <a:cubicBezTo>
                  <a:pt x="402219" y="48848"/>
                  <a:pt x="396427" y="47131"/>
                  <a:pt x="388741" y="47131"/>
                </a:cubicBezTo>
                <a:cubicBezTo>
                  <a:pt x="381564" y="47131"/>
                  <a:pt x="376266" y="48388"/>
                  <a:pt x="372847" y="50903"/>
                </a:cubicBezTo>
                <a:cubicBezTo>
                  <a:pt x="369428" y="53418"/>
                  <a:pt x="366899" y="57868"/>
                  <a:pt x="365260" y="64254"/>
                </a:cubicBezTo>
                <a:lnTo>
                  <a:pt x="350341" y="62219"/>
                </a:lnTo>
                <a:cubicBezTo>
                  <a:pt x="351698" y="55814"/>
                  <a:pt x="353930" y="50642"/>
                  <a:pt x="357038" y="46702"/>
                </a:cubicBezTo>
                <a:cubicBezTo>
                  <a:pt x="360146" y="42762"/>
                  <a:pt x="364639" y="39729"/>
                  <a:pt x="370516" y="37605"/>
                </a:cubicBezTo>
                <a:cubicBezTo>
                  <a:pt x="376393" y="35479"/>
                  <a:pt x="383203" y="34416"/>
                  <a:pt x="390945" y="34416"/>
                </a:cubicBezTo>
                <a:cubicBezTo>
                  <a:pt x="398631" y="34416"/>
                  <a:pt x="404875" y="35320"/>
                  <a:pt x="409679" y="37128"/>
                </a:cubicBezTo>
                <a:cubicBezTo>
                  <a:pt x="414482" y="38937"/>
                  <a:pt x="418014" y="41211"/>
                  <a:pt x="420275" y="43952"/>
                </a:cubicBezTo>
                <a:cubicBezTo>
                  <a:pt x="422535" y="46693"/>
                  <a:pt x="424117" y="50154"/>
                  <a:pt x="425022" y="54336"/>
                </a:cubicBezTo>
                <a:cubicBezTo>
                  <a:pt x="425530" y="56936"/>
                  <a:pt x="425784" y="61626"/>
                  <a:pt x="425784" y="68407"/>
                </a:cubicBezTo>
                <a:lnTo>
                  <a:pt x="425784" y="88752"/>
                </a:lnTo>
                <a:cubicBezTo>
                  <a:pt x="425784" y="102936"/>
                  <a:pt x="426109" y="111907"/>
                  <a:pt x="426759" y="115665"/>
                </a:cubicBezTo>
                <a:cubicBezTo>
                  <a:pt x="427409" y="119423"/>
                  <a:pt x="428695" y="123026"/>
                  <a:pt x="430616" y="126473"/>
                </a:cubicBezTo>
                <a:lnTo>
                  <a:pt x="414680" y="126473"/>
                </a:lnTo>
                <a:cubicBezTo>
                  <a:pt x="413098" y="123305"/>
                  <a:pt x="412080" y="119600"/>
                  <a:pt x="411628" y="115358"/>
                </a:cubicBezTo>
                <a:moveTo>
                  <a:pt x="410357" y="81207"/>
                </a:moveTo>
                <a:cubicBezTo>
                  <a:pt x="404819" y="83487"/>
                  <a:pt x="396511" y="85425"/>
                  <a:pt x="385435" y="87019"/>
                </a:cubicBezTo>
                <a:cubicBezTo>
                  <a:pt x="379162" y="87927"/>
                  <a:pt x="374726" y="88949"/>
                  <a:pt x="372127" y="90084"/>
                </a:cubicBezTo>
                <a:cubicBezTo>
                  <a:pt x="369527" y="91218"/>
                  <a:pt x="367521" y="92878"/>
                  <a:pt x="366108" y="95064"/>
                </a:cubicBezTo>
                <a:cubicBezTo>
                  <a:pt x="364695" y="97249"/>
                  <a:pt x="363989" y="99674"/>
                  <a:pt x="363989" y="102341"/>
                </a:cubicBezTo>
                <a:cubicBezTo>
                  <a:pt x="363989" y="106426"/>
                  <a:pt x="365529" y="109831"/>
                  <a:pt x="368609" y="112555"/>
                </a:cubicBezTo>
                <a:cubicBezTo>
                  <a:pt x="371689" y="115279"/>
                  <a:pt x="376195" y="116640"/>
                  <a:pt x="382129" y="116640"/>
                </a:cubicBezTo>
                <a:cubicBezTo>
                  <a:pt x="388006" y="116640"/>
                  <a:pt x="393234" y="115348"/>
                  <a:pt x="397811" y="112765"/>
                </a:cubicBezTo>
                <a:cubicBezTo>
                  <a:pt x="402389" y="110181"/>
                  <a:pt x="405751" y="106646"/>
                  <a:pt x="407899" y="102161"/>
                </a:cubicBezTo>
                <a:cubicBezTo>
                  <a:pt x="409537" y="98696"/>
                  <a:pt x="410357" y="93585"/>
                  <a:pt x="410357" y="86828"/>
                </a:cubicBezTo>
                <a:lnTo>
                  <a:pt x="410357" y="81207"/>
                </a:lnTo>
                <a:close/>
                <a:moveTo>
                  <a:pt x="449243" y="126473"/>
                </a:moveTo>
                <a:lnTo>
                  <a:pt x="449243" y="2204"/>
                </a:lnTo>
                <a:lnTo>
                  <a:pt x="464501" y="2204"/>
                </a:lnTo>
                <a:lnTo>
                  <a:pt x="464501" y="126473"/>
                </a:lnTo>
                <a:lnTo>
                  <a:pt x="449243" y="126473"/>
                </a:lnTo>
                <a:close/>
                <a:moveTo>
                  <a:pt x="482939" y="99517"/>
                </a:moveTo>
                <a:lnTo>
                  <a:pt x="498027" y="97144"/>
                </a:lnTo>
                <a:cubicBezTo>
                  <a:pt x="498875" y="103164"/>
                  <a:pt x="501234" y="107778"/>
                  <a:pt x="505105" y="110985"/>
                </a:cubicBezTo>
                <a:cubicBezTo>
                  <a:pt x="508976" y="114190"/>
                  <a:pt x="514387" y="115792"/>
                  <a:pt x="521338" y="115792"/>
                </a:cubicBezTo>
                <a:cubicBezTo>
                  <a:pt x="528346" y="115792"/>
                  <a:pt x="533545" y="114377"/>
                  <a:pt x="536936" y="111546"/>
                </a:cubicBezTo>
                <a:cubicBezTo>
                  <a:pt x="540326" y="108714"/>
                  <a:pt x="542022" y="105392"/>
                  <a:pt x="542022" y="101581"/>
                </a:cubicBezTo>
                <a:cubicBezTo>
                  <a:pt x="542022" y="98160"/>
                  <a:pt x="540524" y="95469"/>
                  <a:pt x="537529" y="93507"/>
                </a:cubicBezTo>
                <a:cubicBezTo>
                  <a:pt x="535438" y="92161"/>
                  <a:pt x="530239" y="90451"/>
                  <a:pt x="521932" y="88375"/>
                </a:cubicBezTo>
                <a:cubicBezTo>
                  <a:pt x="510742" y="85548"/>
                  <a:pt x="502986" y="83102"/>
                  <a:pt x="498663" y="81038"/>
                </a:cubicBezTo>
                <a:cubicBezTo>
                  <a:pt x="494340" y="78973"/>
                  <a:pt x="491062" y="76117"/>
                  <a:pt x="488830" y="72468"/>
                </a:cubicBezTo>
                <a:cubicBezTo>
                  <a:pt x="486598" y="68820"/>
                  <a:pt x="485482" y="64790"/>
                  <a:pt x="485482" y="60378"/>
                </a:cubicBezTo>
                <a:cubicBezTo>
                  <a:pt x="485482" y="56362"/>
                  <a:pt x="486400" y="52643"/>
                  <a:pt x="488237" y="49221"/>
                </a:cubicBezTo>
                <a:cubicBezTo>
                  <a:pt x="490073" y="45798"/>
                  <a:pt x="492574" y="42956"/>
                  <a:pt x="495739" y="40694"/>
                </a:cubicBezTo>
                <a:cubicBezTo>
                  <a:pt x="498112" y="38940"/>
                  <a:pt x="501347" y="37456"/>
                  <a:pt x="505444" y="36241"/>
                </a:cubicBezTo>
                <a:cubicBezTo>
                  <a:pt x="509542" y="35024"/>
                  <a:pt x="513935" y="34416"/>
                  <a:pt x="518626" y="34416"/>
                </a:cubicBezTo>
                <a:cubicBezTo>
                  <a:pt x="525690" y="34416"/>
                  <a:pt x="531892" y="35440"/>
                  <a:pt x="537232" y="37488"/>
                </a:cubicBezTo>
                <a:cubicBezTo>
                  <a:pt x="542573" y="39535"/>
                  <a:pt x="546514" y="42309"/>
                  <a:pt x="549057" y="45809"/>
                </a:cubicBezTo>
                <a:cubicBezTo>
                  <a:pt x="551600" y="49307"/>
                  <a:pt x="553352" y="53986"/>
                  <a:pt x="554313" y="59846"/>
                </a:cubicBezTo>
                <a:lnTo>
                  <a:pt x="539394" y="61880"/>
                </a:lnTo>
                <a:cubicBezTo>
                  <a:pt x="538716" y="57246"/>
                  <a:pt x="536752" y="53630"/>
                  <a:pt x="533503" y="51030"/>
                </a:cubicBezTo>
                <a:cubicBezTo>
                  <a:pt x="530253" y="48431"/>
                  <a:pt x="525662" y="47131"/>
                  <a:pt x="519728" y="47131"/>
                </a:cubicBezTo>
                <a:cubicBezTo>
                  <a:pt x="512720" y="47131"/>
                  <a:pt x="507719" y="48284"/>
                  <a:pt x="504724" y="50590"/>
                </a:cubicBezTo>
                <a:cubicBezTo>
                  <a:pt x="501729" y="52895"/>
                  <a:pt x="500231" y="55594"/>
                  <a:pt x="500231" y="58688"/>
                </a:cubicBezTo>
                <a:cubicBezTo>
                  <a:pt x="500231" y="60656"/>
                  <a:pt x="500853" y="62427"/>
                  <a:pt x="502096" y="64002"/>
                </a:cubicBezTo>
                <a:cubicBezTo>
                  <a:pt x="503339" y="65632"/>
                  <a:pt x="505289" y="66981"/>
                  <a:pt x="507945" y="68050"/>
                </a:cubicBezTo>
                <a:cubicBezTo>
                  <a:pt x="509471" y="68613"/>
                  <a:pt x="513964" y="69907"/>
                  <a:pt x="521423" y="71931"/>
                </a:cubicBezTo>
                <a:cubicBezTo>
                  <a:pt x="532217" y="74811"/>
                  <a:pt x="539747" y="77169"/>
                  <a:pt x="544014" y="79003"/>
                </a:cubicBezTo>
                <a:cubicBezTo>
                  <a:pt x="548280" y="80838"/>
                  <a:pt x="551629" y="83507"/>
                  <a:pt x="554059" y="87009"/>
                </a:cubicBezTo>
                <a:cubicBezTo>
                  <a:pt x="556489" y="90509"/>
                  <a:pt x="557704" y="94856"/>
                  <a:pt x="557704" y="100050"/>
                </a:cubicBezTo>
                <a:cubicBezTo>
                  <a:pt x="557704" y="105132"/>
                  <a:pt x="556220" y="109918"/>
                  <a:pt x="553253" y="114407"/>
                </a:cubicBezTo>
                <a:cubicBezTo>
                  <a:pt x="550287" y="118894"/>
                  <a:pt x="546006" y="122366"/>
                  <a:pt x="540411" y="124823"/>
                </a:cubicBezTo>
                <a:cubicBezTo>
                  <a:pt x="534816" y="127279"/>
                  <a:pt x="528487" y="128508"/>
                  <a:pt x="521423" y="128508"/>
                </a:cubicBezTo>
                <a:cubicBezTo>
                  <a:pt x="509725" y="128508"/>
                  <a:pt x="500811" y="126071"/>
                  <a:pt x="494679" y="121196"/>
                </a:cubicBezTo>
                <a:cubicBezTo>
                  <a:pt x="488547" y="116322"/>
                  <a:pt x="484634" y="109096"/>
                  <a:pt x="482939" y="995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CB207-70AE-48AA-818A-A02BC30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486" y="1218593"/>
            <a:ext cx="3472079" cy="818700"/>
          </a:xfrm>
          <a:custGeom xmlns:a="http://schemas.openxmlformats.org/drawingml/2006/main">
            <a:pathLst>
              <a:path w="3472079" h="818700" fill="none">
                <a:moveTo>
                  <a:pt x="0" y="60975"/>
                </a:moveTo>
                <a:cubicBezTo>
                  <a:pt x="0" y="27306"/>
                  <a:pt x="27290" y="0"/>
                  <a:pt x="60975" y="0"/>
                </a:cubicBezTo>
                <a:lnTo>
                  <a:pt x="3411104" y="0"/>
                </a:lnTo>
                <a:cubicBezTo>
                  <a:pt x="3444789" y="0"/>
                  <a:pt x="3472079" y="27306"/>
                  <a:pt x="3472079" y="60975"/>
                </a:cubicBezTo>
                <a:lnTo>
                  <a:pt x="3472079" y="757742"/>
                </a:lnTo>
                <a:cubicBezTo>
                  <a:pt x="3472079" y="791410"/>
                  <a:pt x="3444789" y="818700"/>
                  <a:pt x="3411104" y="818700"/>
                </a:cubicBezTo>
                <a:lnTo>
                  <a:pt x="60975" y="818700"/>
                </a:lnTo>
                <a:cubicBezTo>
                  <a:pt x="27290" y="818700"/>
                  <a:pt x="0" y="791410"/>
                  <a:pt x="0" y="757742"/>
                </a:cubicBezTo>
                <a:lnTo>
                  <a:pt x="0" y="60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79090-68EB-4367-988F-AD6BDE91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486" y="2059004"/>
            <a:ext cx="3452351" cy="795027"/>
          </a:xfrm>
          <a:custGeom xmlns:a="http://schemas.openxmlformats.org/drawingml/2006/main">
            <a:pathLst>
              <a:path w="3452351" h="795027" fill="none">
                <a:moveTo>
                  <a:pt x="0" y="59200"/>
                </a:moveTo>
                <a:cubicBezTo>
                  <a:pt x="0" y="26501"/>
                  <a:pt x="26501" y="0"/>
                  <a:pt x="59200" y="0"/>
                </a:cubicBezTo>
                <a:lnTo>
                  <a:pt x="3393152" y="0"/>
                </a:lnTo>
                <a:cubicBezTo>
                  <a:pt x="3425851" y="0"/>
                  <a:pt x="3452351" y="26501"/>
                  <a:pt x="3452351" y="59200"/>
                </a:cubicBezTo>
                <a:lnTo>
                  <a:pt x="3452351" y="735811"/>
                </a:lnTo>
                <a:cubicBezTo>
                  <a:pt x="3452351" y="768510"/>
                  <a:pt x="3425851" y="795027"/>
                  <a:pt x="3393152" y="795027"/>
                </a:cubicBezTo>
                <a:lnTo>
                  <a:pt x="59200" y="795027"/>
                </a:lnTo>
                <a:cubicBezTo>
                  <a:pt x="26501" y="795027"/>
                  <a:pt x="0" y="768510"/>
                  <a:pt x="0" y="735811"/>
                </a:cubicBezTo>
                <a:lnTo>
                  <a:pt x="0" y="592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91" name="Text Sync">
            <a:extLst xmlns:a="http://schemas.openxmlformats.org/drawingml/2006/main">
              <a:ext uri="{FF2B5EF4-FFF2-40B4-BE49-F238E27FC236}">
                <a16:creationId xmlns:a16="http://schemas.microsoft.com/office/drawing/2014/main" id="{383D5335-6B0F-47AF-A29D-4058E700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261" y="801051"/>
            <a:ext cx="406803" cy="163093"/>
          </a:xfrm>
          <a:custGeom xmlns:a="http://schemas.openxmlformats.org/drawingml/2006/main">
            <a:pathLst>
              <a:path w="406803" h="163093">
                <a:moveTo>
                  <a:pt x="226" y="86214"/>
                </a:moveTo>
                <a:lnTo>
                  <a:pt x="24554" y="84937"/>
                </a:lnTo>
                <a:cubicBezTo>
                  <a:pt x="24893" y="92709"/>
                  <a:pt x="26221" y="97957"/>
                  <a:pt x="28538" y="100680"/>
                </a:cubicBezTo>
                <a:cubicBezTo>
                  <a:pt x="32268" y="105104"/>
                  <a:pt x="39163" y="107316"/>
                  <a:pt x="49222" y="107316"/>
                </a:cubicBezTo>
                <a:cubicBezTo>
                  <a:pt x="57585" y="107316"/>
                  <a:pt x="63632" y="105816"/>
                  <a:pt x="67362" y="102818"/>
                </a:cubicBezTo>
                <a:cubicBezTo>
                  <a:pt x="71092" y="99817"/>
                  <a:pt x="72957" y="96194"/>
                  <a:pt x="72957" y="91949"/>
                </a:cubicBezTo>
                <a:cubicBezTo>
                  <a:pt x="72957" y="88270"/>
                  <a:pt x="71431" y="85157"/>
                  <a:pt x="68379" y="82609"/>
                </a:cubicBezTo>
                <a:cubicBezTo>
                  <a:pt x="66232" y="80742"/>
                  <a:pt x="60340" y="77714"/>
                  <a:pt x="50705" y="73525"/>
                </a:cubicBezTo>
                <a:cubicBezTo>
                  <a:pt x="41070" y="69336"/>
                  <a:pt x="34034" y="65841"/>
                  <a:pt x="29598" y="63041"/>
                </a:cubicBezTo>
                <a:cubicBezTo>
                  <a:pt x="25162" y="60238"/>
                  <a:pt x="21672" y="56601"/>
                  <a:pt x="19129" y="52129"/>
                </a:cubicBezTo>
                <a:cubicBezTo>
                  <a:pt x="16586" y="47658"/>
                  <a:pt x="15315" y="42423"/>
                  <a:pt x="15315" y="36424"/>
                </a:cubicBezTo>
                <a:cubicBezTo>
                  <a:pt x="15315" y="25951"/>
                  <a:pt x="19101" y="17263"/>
                  <a:pt x="26674" y="10358"/>
                </a:cubicBezTo>
                <a:cubicBezTo>
                  <a:pt x="34246" y="3453"/>
                  <a:pt x="45209" y="0"/>
                  <a:pt x="59563" y="0"/>
                </a:cubicBezTo>
                <a:cubicBezTo>
                  <a:pt x="74143" y="0"/>
                  <a:pt x="85432" y="3434"/>
                  <a:pt x="93428" y="10302"/>
                </a:cubicBezTo>
                <a:cubicBezTo>
                  <a:pt x="101424" y="17170"/>
                  <a:pt x="105818" y="26308"/>
                  <a:pt x="106609" y="37716"/>
                </a:cubicBezTo>
                <a:lnTo>
                  <a:pt x="82112" y="38824"/>
                </a:lnTo>
                <a:cubicBezTo>
                  <a:pt x="81490" y="32863"/>
                  <a:pt x="79342" y="28294"/>
                  <a:pt x="75669" y="25115"/>
                </a:cubicBezTo>
                <a:cubicBezTo>
                  <a:pt x="71996" y="21934"/>
                  <a:pt x="66571" y="20344"/>
                  <a:pt x="59394" y="20344"/>
                </a:cubicBezTo>
                <a:cubicBezTo>
                  <a:pt x="52330" y="20344"/>
                  <a:pt x="47286" y="21588"/>
                  <a:pt x="44263" y="24077"/>
                </a:cubicBezTo>
                <a:cubicBezTo>
                  <a:pt x="41239" y="26565"/>
                  <a:pt x="39728" y="29704"/>
                  <a:pt x="39728" y="33494"/>
                </a:cubicBezTo>
                <a:cubicBezTo>
                  <a:pt x="39728" y="37056"/>
                  <a:pt x="41112" y="39996"/>
                  <a:pt x="43881" y="42315"/>
                </a:cubicBezTo>
                <a:cubicBezTo>
                  <a:pt x="46650" y="44692"/>
                  <a:pt x="52782" y="47944"/>
                  <a:pt x="62276" y="52071"/>
                </a:cubicBezTo>
                <a:cubicBezTo>
                  <a:pt x="76573" y="58236"/>
                  <a:pt x="85672" y="63242"/>
                  <a:pt x="89571" y="67088"/>
                </a:cubicBezTo>
                <a:cubicBezTo>
                  <a:pt x="95392" y="72743"/>
                  <a:pt x="98302" y="80010"/>
                  <a:pt x="98302" y="88889"/>
                </a:cubicBezTo>
                <a:cubicBezTo>
                  <a:pt x="98302" y="99861"/>
                  <a:pt x="93965" y="109236"/>
                  <a:pt x="85290" y="117014"/>
                </a:cubicBezTo>
                <a:cubicBezTo>
                  <a:pt x="76616" y="124789"/>
                  <a:pt x="64536" y="128677"/>
                  <a:pt x="49052" y="128677"/>
                </a:cubicBezTo>
                <a:cubicBezTo>
                  <a:pt x="38371" y="128677"/>
                  <a:pt x="29118" y="126879"/>
                  <a:pt x="21291" y="123284"/>
                </a:cubicBezTo>
                <a:cubicBezTo>
                  <a:pt x="13464" y="119688"/>
                  <a:pt x="7940" y="114692"/>
                  <a:pt x="4719" y="108296"/>
                </a:cubicBezTo>
                <a:cubicBezTo>
                  <a:pt x="1498" y="101898"/>
                  <a:pt x="0" y="94537"/>
                  <a:pt x="226" y="86214"/>
                </a:cubicBezTo>
                <a:close/>
                <a:moveTo>
                  <a:pt x="120086" y="36450"/>
                </a:moveTo>
                <a:lnTo>
                  <a:pt x="144329" y="36450"/>
                </a:lnTo>
                <a:lnTo>
                  <a:pt x="150433" y="81289"/>
                </a:lnTo>
                <a:cubicBezTo>
                  <a:pt x="151958" y="92827"/>
                  <a:pt x="152806" y="100880"/>
                  <a:pt x="152976" y="105451"/>
                </a:cubicBezTo>
                <a:cubicBezTo>
                  <a:pt x="156140" y="96310"/>
                  <a:pt x="160492" y="86618"/>
                  <a:pt x="166030" y="76376"/>
                </a:cubicBezTo>
                <a:lnTo>
                  <a:pt x="187561" y="36450"/>
                </a:lnTo>
                <a:lnTo>
                  <a:pt x="213330" y="36450"/>
                </a:lnTo>
                <a:lnTo>
                  <a:pt x="157723" y="135289"/>
                </a:lnTo>
                <a:cubicBezTo>
                  <a:pt x="153145" y="143508"/>
                  <a:pt x="149543" y="149262"/>
                  <a:pt x="146915" y="152550"/>
                </a:cubicBezTo>
                <a:cubicBezTo>
                  <a:pt x="144287" y="155838"/>
                  <a:pt x="141122" y="158417"/>
                  <a:pt x="137421" y="160288"/>
                </a:cubicBezTo>
                <a:cubicBezTo>
                  <a:pt x="133719" y="162158"/>
                  <a:pt x="129269" y="163093"/>
                  <a:pt x="124070" y="163093"/>
                </a:cubicBezTo>
                <a:cubicBezTo>
                  <a:pt x="118927" y="163093"/>
                  <a:pt x="113135" y="162185"/>
                  <a:pt x="106693" y="160370"/>
                </a:cubicBezTo>
                <a:lnTo>
                  <a:pt x="108812" y="142155"/>
                </a:lnTo>
                <a:cubicBezTo>
                  <a:pt x="111750" y="143003"/>
                  <a:pt x="114604" y="143427"/>
                  <a:pt x="117373" y="143427"/>
                </a:cubicBezTo>
                <a:cubicBezTo>
                  <a:pt x="124833" y="143427"/>
                  <a:pt x="130964" y="137776"/>
                  <a:pt x="135768" y="126473"/>
                </a:cubicBezTo>
                <a:lnTo>
                  <a:pt x="120086" y="36450"/>
                </a:lnTo>
                <a:close/>
                <a:moveTo>
                  <a:pt x="228396" y="36450"/>
                </a:moveTo>
                <a:lnTo>
                  <a:pt x="251453" y="36450"/>
                </a:lnTo>
                <a:lnTo>
                  <a:pt x="249080" y="48167"/>
                </a:lnTo>
                <a:cubicBezTo>
                  <a:pt x="254844" y="43156"/>
                  <a:pt x="260227" y="39584"/>
                  <a:pt x="265228" y="37449"/>
                </a:cubicBezTo>
                <a:cubicBezTo>
                  <a:pt x="270229" y="35314"/>
                  <a:pt x="275499" y="34246"/>
                  <a:pt x="281037" y="34246"/>
                </a:cubicBezTo>
                <a:cubicBezTo>
                  <a:pt x="288440" y="34246"/>
                  <a:pt x="294275" y="36372"/>
                  <a:pt x="298542" y="40625"/>
                </a:cubicBezTo>
                <a:cubicBezTo>
                  <a:pt x="302808" y="44877"/>
                  <a:pt x="304942" y="50520"/>
                  <a:pt x="304942" y="57552"/>
                </a:cubicBezTo>
                <a:cubicBezTo>
                  <a:pt x="304942" y="60713"/>
                  <a:pt x="304009" y="66705"/>
                  <a:pt x="302144" y="75528"/>
                </a:cubicBezTo>
                <a:lnTo>
                  <a:pt x="291548" y="126473"/>
                </a:lnTo>
                <a:lnTo>
                  <a:pt x="267220" y="126473"/>
                </a:lnTo>
                <a:lnTo>
                  <a:pt x="277901" y="75353"/>
                </a:lnTo>
                <a:cubicBezTo>
                  <a:pt x="279483" y="67715"/>
                  <a:pt x="280274" y="63162"/>
                  <a:pt x="280274" y="61695"/>
                </a:cubicBezTo>
                <a:cubicBezTo>
                  <a:pt x="280274" y="58592"/>
                  <a:pt x="279356" y="56152"/>
                  <a:pt x="277519" y="54376"/>
                </a:cubicBezTo>
                <a:cubicBezTo>
                  <a:pt x="275683" y="52597"/>
                  <a:pt x="273125" y="51708"/>
                  <a:pt x="269848" y="51708"/>
                </a:cubicBezTo>
                <a:cubicBezTo>
                  <a:pt x="266288" y="51708"/>
                  <a:pt x="262332" y="53206"/>
                  <a:pt x="257980" y="56201"/>
                </a:cubicBezTo>
                <a:cubicBezTo>
                  <a:pt x="253629" y="59196"/>
                  <a:pt x="250210" y="63152"/>
                  <a:pt x="247723" y="68068"/>
                </a:cubicBezTo>
                <a:cubicBezTo>
                  <a:pt x="245915" y="71574"/>
                  <a:pt x="243881" y="78723"/>
                  <a:pt x="241620" y="89517"/>
                </a:cubicBezTo>
                <a:lnTo>
                  <a:pt x="233906" y="126473"/>
                </a:lnTo>
                <a:lnTo>
                  <a:pt x="209578" y="126473"/>
                </a:lnTo>
                <a:lnTo>
                  <a:pt x="228396" y="36450"/>
                </a:lnTo>
                <a:close/>
                <a:moveTo>
                  <a:pt x="376795" y="92566"/>
                </a:moveTo>
                <a:lnTo>
                  <a:pt x="400445" y="96381"/>
                </a:lnTo>
                <a:cubicBezTo>
                  <a:pt x="396546" y="106920"/>
                  <a:pt x="390782" y="114938"/>
                  <a:pt x="383153" y="120434"/>
                </a:cubicBezTo>
                <a:cubicBezTo>
                  <a:pt x="375524" y="125929"/>
                  <a:pt x="366680" y="128677"/>
                  <a:pt x="356621" y="128677"/>
                </a:cubicBezTo>
                <a:cubicBezTo>
                  <a:pt x="345149" y="128677"/>
                  <a:pt x="336050" y="125252"/>
                  <a:pt x="329325" y="118402"/>
                </a:cubicBezTo>
                <a:cubicBezTo>
                  <a:pt x="322600" y="111551"/>
                  <a:pt x="319238" y="102125"/>
                  <a:pt x="319238" y="90124"/>
                </a:cubicBezTo>
                <a:cubicBezTo>
                  <a:pt x="319238" y="80330"/>
                  <a:pt x="321272" y="71073"/>
                  <a:pt x="325341" y="62354"/>
                </a:cubicBezTo>
                <a:cubicBezTo>
                  <a:pt x="329410" y="53636"/>
                  <a:pt x="335542" y="46771"/>
                  <a:pt x="343736" y="41761"/>
                </a:cubicBezTo>
                <a:cubicBezTo>
                  <a:pt x="351930" y="36751"/>
                  <a:pt x="360915" y="34246"/>
                  <a:pt x="370692" y="34246"/>
                </a:cubicBezTo>
                <a:cubicBezTo>
                  <a:pt x="381316" y="34246"/>
                  <a:pt x="389793" y="37035"/>
                  <a:pt x="396122" y="42612"/>
                </a:cubicBezTo>
                <a:cubicBezTo>
                  <a:pt x="402452" y="48189"/>
                  <a:pt x="406012" y="55530"/>
                  <a:pt x="406803" y="64635"/>
                </a:cubicBezTo>
                <a:lnTo>
                  <a:pt x="383661" y="67136"/>
                </a:lnTo>
                <a:cubicBezTo>
                  <a:pt x="383096" y="62020"/>
                  <a:pt x="381556" y="58255"/>
                  <a:pt x="379042" y="55841"/>
                </a:cubicBezTo>
                <a:cubicBezTo>
                  <a:pt x="376527" y="53425"/>
                  <a:pt x="373235" y="52217"/>
                  <a:pt x="369166" y="52217"/>
                </a:cubicBezTo>
                <a:cubicBezTo>
                  <a:pt x="364476" y="52217"/>
                  <a:pt x="360096" y="53971"/>
                  <a:pt x="356027" y="57480"/>
                </a:cubicBezTo>
                <a:cubicBezTo>
                  <a:pt x="351958" y="60989"/>
                  <a:pt x="348836" y="66239"/>
                  <a:pt x="346660" y="73229"/>
                </a:cubicBezTo>
                <a:cubicBezTo>
                  <a:pt x="344485" y="80218"/>
                  <a:pt x="343397" y="86769"/>
                  <a:pt x="343397" y="92881"/>
                </a:cubicBezTo>
                <a:cubicBezTo>
                  <a:pt x="343397" y="98201"/>
                  <a:pt x="344697" y="102304"/>
                  <a:pt x="347296" y="105191"/>
                </a:cubicBezTo>
                <a:cubicBezTo>
                  <a:pt x="349896" y="108077"/>
                  <a:pt x="353145" y="109520"/>
                  <a:pt x="357044" y="109520"/>
                </a:cubicBezTo>
                <a:cubicBezTo>
                  <a:pt x="360944" y="109520"/>
                  <a:pt x="364702" y="108107"/>
                  <a:pt x="368318" y="105281"/>
                </a:cubicBezTo>
                <a:cubicBezTo>
                  <a:pt x="371935" y="102456"/>
                  <a:pt x="374761" y="98217"/>
                  <a:pt x="376795" y="92566"/>
                </a:cubicBezTo>
                <a:close/>
              </a:path>
            </a:pathLst>
          </a:custGeom>
          <a:solidFill xmlns:a="http://schemas.openxmlformats.org/drawingml/2006/main">
            <a:srgbClr val="72B0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Label">
            <a:extLst xmlns:a="http://schemas.openxmlformats.org/drawingml/2006/main">
              <a:ext uri="{FF2B5EF4-FFF2-40B4-BE49-F238E27FC236}">
                <a16:creationId xmlns:a16="http://schemas.microsoft.com/office/drawing/2014/main" id="{AB250F7F-2939-4E27-A87E-EE2C045A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265" y="982761"/>
            <a:ext cx="455710" cy="126473"/>
          </a:xfrm>
          <a:custGeom xmlns:a="http://schemas.openxmlformats.org/drawingml/2006/main">
            <a:pathLst>
              <a:path w="455710" h="126473">
                <a:moveTo>
                  <a:pt x="0" y="124269"/>
                </a:moveTo>
                <a:lnTo>
                  <a:pt x="26024" y="0"/>
                </a:lnTo>
                <a:lnTo>
                  <a:pt x="51539" y="0"/>
                </a:lnTo>
                <a:lnTo>
                  <a:pt x="29923" y="103416"/>
                </a:lnTo>
                <a:lnTo>
                  <a:pt x="93160" y="103416"/>
                </a:lnTo>
                <a:lnTo>
                  <a:pt x="88836" y="124269"/>
                </a:lnTo>
                <a:lnTo>
                  <a:pt x="0" y="124269"/>
                </a:lnTo>
                <a:close/>
                <a:moveTo>
                  <a:pt x="140007" y="59676"/>
                </a:moveTo>
                <a:lnTo>
                  <a:pt x="116272" y="57658"/>
                </a:lnTo>
                <a:cubicBezTo>
                  <a:pt x="118984" y="49628"/>
                  <a:pt x="123717" y="43352"/>
                  <a:pt x="130470" y="38829"/>
                </a:cubicBezTo>
                <a:cubicBezTo>
                  <a:pt x="137224" y="34304"/>
                  <a:pt x="146167" y="32042"/>
                  <a:pt x="157299" y="32042"/>
                </a:cubicBezTo>
                <a:cubicBezTo>
                  <a:pt x="168884" y="32042"/>
                  <a:pt x="177446" y="34376"/>
                  <a:pt x="182984" y="39043"/>
                </a:cubicBezTo>
                <a:cubicBezTo>
                  <a:pt x="188522" y="43709"/>
                  <a:pt x="191291" y="49407"/>
                  <a:pt x="191291" y="56137"/>
                </a:cubicBezTo>
                <a:cubicBezTo>
                  <a:pt x="191291" y="58853"/>
                  <a:pt x="191051" y="61739"/>
                  <a:pt x="190571" y="64794"/>
                </a:cubicBezTo>
                <a:cubicBezTo>
                  <a:pt x="190090" y="67848"/>
                  <a:pt x="188409" y="75879"/>
                  <a:pt x="185527" y="88889"/>
                </a:cubicBezTo>
                <a:cubicBezTo>
                  <a:pt x="183153" y="99635"/>
                  <a:pt x="181967" y="107159"/>
                  <a:pt x="181967" y="111459"/>
                </a:cubicBezTo>
                <a:cubicBezTo>
                  <a:pt x="181967" y="115305"/>
                  <a:pt x="182645" y="119575"/>
                  <a:pt x="184001" y="124269"/>
                </a:cubicBezTo>
                <a:lnTo>
                  <a:pt x="160351" y="124269"/>
                </a:lnTo>
                <a:cubicBezTo>
                  <a:pt x="159390" y="120992"/>
                  <a:pt x="158797" y="117601"/>
                  <a:pt x="158571" y="114097"/>
                </a:cubicBezTo>
                <a:cubicBezTo>
                  <a:pt x="155011" y="118053"/>
                  <a:pt x="150914" y="121105"/>
                  <a:pt x="146280" y="123252"/>
                </a:cubicBezTo>
                <a:cubicBezTo>
                  <a:pt x="141646" y="125399"/>
                  <a:pt x="136983" y="126473"/>
                  <a:pt x="132293" y="126473"/>
                </a:cubicBezTo>
                <a:cubicBezTo>
                  <a:pt x="124833" y="126473"/>
                  <a:pt x="118674" y="124026"/>
                  <a:pt x="113814" y="119130"/>
                </a:cubicBezTo>
                <a:cubicBezTo>
                  <a:pt x="108954" y="114235"/>
                  <a:pt x="106524" y="107939"/>
                  <a:pt x="106524" y="100243"/>
                </a:cubicBezTo>
                <a:cubicBezTo>
                  <a:pt x="106524" y="91641"/>
                  <a:pt x="109194" y="84765"/>
                  <a:pt x="114534" y="79615"/>
                </a:cubicBezTo>
                <a:cubicBezTo>
                  <a:pt x="119874" y="74466"/>
                  <a:pt x="129411" y="71353"/>
                  <a:pt x="143143" y="70278"/>
                </a:cubicBezTo>
                <a:cubicBezTo>
                  <a:pt x="154728" y="69315"/>
                  <a:pt x="162470" y="68155"/>
                  <a:pt x="166370" y="66797"/>
                </a:cubicBezTo>
                <a:cubicBezTo>
                  <a:pt x="167387" y="63406"/>
                  <a:pt x="167895" y="60694"/>
                  <a:pt x="167895" y="58659"/>
                </a:cubicBezTo>
                <a:cubicBezTo>
                  <a:pt x="167895" y="56060"/>
                  <a:pt x="166850" y="53884"/>
                  <a:pt x="164759" y="52132"/>
                </a:cubicBezTo>
                <a:cubicBezTo>
                  <a:pt x="162668" y="50380"/>
                  <a:pt x="159560" y="49504"/>
                  <a:pt x="155434" y="49504"/>
                </a:cubicBezTo>
                <a:cubicBezTo>
                  <a:pt x="151083" y="49504"/>
                  <a:pt x="147650" y="50387"/>
                  <a:pt x="145135" y="52153"/>
                </a:cubicBezTo>
                <a:cubicBezTo>
                  <a:pt x="142620" y="53917"/>
                  <a:pt x="140911" y="56425"/>
                  <a:pt x="140007" y="59676"/>
                </a:cubicBezTo>
                <a:moveTo>
                  <a:pt x="163148" y="82225"/>
                </a:moveTo>
                <a:cubicBezTo>
                  <a:pt x="161679" y="82622"/>
                  <a:pt x="159729" y="82990"/>
                  <a:pt x="157299" y="83329"/>
                </a:cubicBezTo>
                <a:cubicBezTo>
                  <a:pt x="145093" y="84804"/>
                  <a:pt x="137125" y="86958"/>
                  <a:pt x="133395" y="89793"/>
                </a:cubicBezTo>
                <a:cubicBezTo>
                  <a:pt x="130739" y="91834"/>
                  <a:pt x="129411" y="94585"/>
                  <a:pt x="129411" y="98044"/>
                </a:cubicBezTo>
                <a:cubicBezTo>
                  <a:pt x="129411" y="100879"/>
                  <a:pt x="130428" y="103274"/>
                  <a:pt x="132462" y="105231"/>
                </a:cubicBezTo>
                <a:cubicBezTo>
                  <a:pt x="134497" y="107186"/>
                  <a:pt x="137181" y="108163"/>
                  <a:pt x="140515" y="108163"/>
                </a:cubicBezTo>
                <a:cubicBezTo>
                  <a:pt x="144189" y="108163"/>
                  <a:pt x="147650" y="107271"/>
                  <a:pt x="150899" y="105485"/>
                </a:cubicBezTo>
                <a:cubicBezTo>
                  <a:pt x="154149" y="103698"/>
                  <a:pt x="156579" y="101401"/>
                  <a:pt x="158189" y="98595"/>
                </a:cubicBezTo>
                <a:cubicBezTo>
                  <a:pt x="159800" y="95789"/>
                  <a:pt x="161227" y="91409"/>
                  <a:pt x="162470" y="85456"/>
                </a:cubicBezTo>
                <a:lnTo>
                  <a:pt x="163148" y="82225"/>
                </a:lnTo>
                <a:close/>
                <a:moveTo>
                  <a:pt x="201695" y="124269"/>
                </a:moveTo>
                <a:lnTo>
                  <a:pt x="227634" y="0"/>
                </a:lnTo>
                <a:lnTo>
                  <a:pt x="252047" y="0"/>
                </a:lnTo>
                <a:lnTo>
                  <a:pt x="243316" y="41496"/>
                </a:lnTo>
                <a:cubicBezTo>
                  <a:pt x="247781" y="38090"/>
                  <a:pt x="251948" y="35662"/>
                  <a:pt x="255819" y="34214"/>
                </a:cubicBezTo>
                <a:cubicBezTo>
                  <a:pt x="259690" y="32766"/>
                  <a:pt x="263915" y="32042"/>
                  <a:pt x="268492" y="32042"/>
                </a:cubicBezTo>
                <a:cubicBezTo>
                  <a:pt x="277986" y="32042"/>
                  <a:pt x="285587" y="35227"/>
                  <a:pt x="291295" y="41597"/>
                </a:cubicBezTo>
                <a:cubicBezTo>
                  <a:pt x="297002" y="47965"/>
                  <a:pt x="299856" y="57235"/>
                  <a:pt x="299856" y="69406"/>
                </a:cubicBezTo>
                <a:cubicBezTo>
                  <a:pt x="299856" y="77616"/>
                  <a:pt x="298514" y="85585"/>
                  <a:pt x="295830" y="93313"/>
                </a:cubicBezTo>
                <a:cubicBezTo>
                  <a:pt x="293145" y="101039"/>
                  <a:pt x="289557" y="107323"/>
                  <a:pt x="285064" y="112163"/>
                </a:cubicBezTo>
                <a:cubicBezTo>
                  <a:pt x="280572" y="117004"/>
                  <a:pt x="275853" y="120600"/>
                  <a:pt x="270908" y="122950"/>
                </a:cubicBezTo>
                <a:cubicBezTo>
                  <a:pt x="265963" y="125299"/>
                  <a:pt x="260778" y="126473"/>
                  <a:pt x="255353" y="126473"/>
                </a:cubicBezTo>
                <a:cubicBezTo>
                  <a:pt x="242468" y="126473"/>
                  <a:pt x="233003" y="120857"/>
                  <a:pt x="226956" y="109626"/>
                </a:cubicBezTo>
                <a:lnTo>
                  <a:pt x="223820" y="124269"/>
                </a:lnTo>
                <a:lnTo>
                  <a:pt x="201695" y="124269"/>
                </a:lnTo>
                <a:moveTo>
                  <a:pt x="234500" y="87676"/>
                </a:moveTo>
                <a:cubicBezTo>
                  <a:pt x="234500" y="93741"/>
                  <a:pt x="236210" y="98671"/>
                  <a:pt x="239629" y="102468"/>
                </a:cubicBezTo>
                <a:cubicBezTo>
                  <a:pt x="243048" y="106265"/>
                  <a:pt x="247074" y="108163"/>
                  <a:pt x="251708" y="108163"/>
                </a:cubicBezTo>
                <a:cubicBezTo>
                  <a:pt x="255777" y="108163"/>
                  <a:pt x="259662" y="106690"/>
                  <a:pt x="263364" y="103742"/>
                </a:cubicBezTo>
                <a:cubicBezTo>
                  <a:pt x="267065" y="100795"/>
                  <a:pt x="270145" y="96091"/>
                  <a:pt x="272603" y="89631"/>
                </a:cubicBezTo>
                <a:cubicBezTo>
                  <a:pt x="275062" y="83169"/>
                  <a:pt x="276291" y="76651"/>
                  <a:pt x="276291" y="70076"/>
                </a:cubicBezTo>
                <a:cubicBezTo>
                  <a:pt x="276291" y="63673"/>
                  <a:pt x="274638" y="58643"/>
                  <a:pt x="271332" y="54988"/>
                </a:cubicBezTo>
                <a:cubicBezTo>
                  <a:pt x="268026" y="51332"/>
                  <a:pt x="264028" y="49504"/>
                  <a:pt x="259337" y="49504"/>
                </a:cubicBezTo>
                <a:cubicBezTo>
                  <a:pt x="253234" y="49504"/>
                  <a:pt x="247978" y="52338"/>
                  <a:pt x="243570" y="58005"/>
                </a:cubicBezTo>
                <a:cubicBezTo>
                  <a:pt x="237524" y="65770"/>
                  <a:pt x="234500" y="75660"/>
                  <a:pt x="234500" y="87676"/>
                </a:cubicBezTo>
                <a:close/>
                <a:moveTo>
                  <a:pt x="396564" y="86802"/>
                </a:moveTo>
                <a:lnTo>
                  <a:pt x="335531" y="86802"/>
                </a:lnTo>
                <a:cubicBezTo>
                  <a:pt x="335475" y="87763"/>
                  <a:pt x="335447" y="88497"/>
                  <a:pt x="335447" y="89006"/>
                </a:cubicBezTo>
                <a:cubicBezTo>
                  <a:pt x="335447" y="94996"/>
                  <a:pt x="337156" y="99828"/>
                  <a:pt x="340575" y="103501"/>
                </a:cubicBezTo>
                <a:cubicBezTo>
                  <a:pt x="343994" y="107174"/>
                  <a:pt x="348162" y="109011"/>
                  <a:pt x="353078" y="109011"/>
                </a:cubicBezTo>
                <a:cubicBezTo>
                  <a:pt x="361160" y="109011"/>
                  <a:pt x="367461" y="104829"/>
                  <a:pt x="371982" y="96465"/>
                </a:cubicBezTo>
                <a:lnTo>
                  <a:pt x="393767" y="100195"/>
                </a:lnTo>
                <a:cubicBezTo>
                  <a:pt x="389528" y="108955"/>
                  <a:pt x="383863" y="115524"/>
                  <a:pt x="376771" y="119904"/>
                </a:cubicBezTo>
                <a:cubicBezTo>
                  <a:pt x="369679" y="124283"/>
                  <a:pt x="361725" y="126473"/>
                  <a:pt x="352909" y="126473"/>
                </a:cubicBezTo>
                <a:cubicBezTo>
                  <a:pt x="340815" y="126473"/>
                  <a:pt x="330982" y="122637"/>
                  <a:pt x="323410" y="114966"/>
                </a:cubicBezTo>
                <a:cubicBezTo>
                  <a:pt x="315837" y="107295"/>
                  <a:pt x="312051" y="97147"/>
                  <a:pt x="312051" y="84524"/>
                </a:cubicBezTo>
                <a:cubicBezTo>
                  <a:pt x="312051" y="72181"/>
                  <a:pt x="315470" y="61198"/>
                  <a:pt x="322308" y="51573"/>
                </a:cubicBezTo>
                <a:cubicBezTo>
                  <a:pt x="331632" y="38552"/>
                  <a:pt x="344941" y="32042"/>
                  <a:pt x="362233" y="32042"/>
                </a:cubicBezTo>
                <a:cubicBezTo>
                  <a:pt x="373253" y="32042"/>
                  <a:pt x="382012" y="35452"/>
                  <a:pt x="388511" y="42273"/>
                </a:cubicBezTo>
                <a:cubicBezTo>
                  <a:pt x="395010" y="49093"/>
                  <a:pt x="398259" y="58644"/>
                  <a:pt x="398259" y="70927"/>
                </a:cubicBezTo>
                <a:cubicBezTo>
                  <a:pt x="398259" y="76813"/>
                  <a:pt x="397694" y="82104"/>
                  <a:pt x="396564" y="86802"/>
                </a:cubicBezTo>
                <a:moveTo>
                  <a:pt x="376050" y="71883"/>
                </a:moveTo>
                <a:cubicBezTo>
                  <a:pt x="376107" y="70813"/>
                  <a:pt x="376135" y="69997"/>
                  <a:pt x="376135" y="69435"/>
                </a:cubicBezTo>
                <a:cubicBezTo>
                  <a:pt x="376135" y="62792"/>
                  <a:pt x="374638" y="57809"/>
                  <a:pt x="371642" y="54487"/>
                </a:cubicBezTo>
                <a:cubicBezTo>
                  <a:pt x="368647" y="51165"/>
                  <a:pt x="364635" y="49504"/>
                  <a:pt x="359605" y="49504"/>
                </a:cubicBezTo>
                <a:cubicBezTo>
                  <a:pt x="354576" y="49504"/>
                  <a:pt x="350069" y="51390"/>
                  <a:pt x="346085" y="55162"/>
                </a:cubicBezTo>
                <a:cubicBezTo>
                  <a:pt x="342101" y="58935"/>
                  <a:pt x="339403" y="64508"/>
                  <a:pt x="337990" y="71883"/>
                </a:cubicBezTo>
                <a:lnTo>
                  <a:pt x="376050" y="71883"/>
                </a:lnTo>
                <a:close/>
                <a:moveTo>
                  <a:pt x="405442" y="124269"/>
                </a:moveTo>
                <a:lnTo>
                  <a:pt x="431466" y="0"/>
                </a:lnTo>
                <a:lnTo>
                  <a:pt x="455710" y="0"/>
                </a:lnTo>
                <a:lnTo>
                  <a:pt x="429771" y="124269"/>
                </a:lnTo>
                <a:lnTo>
                  <a:pt x="405442" y="124269"/>
                </a:lnTo>
                <a:close/>
              </a:path>
            </a:pathLst>
          </a:custGeom>
          <a:solidFill xmlns:a="http://schemas.openxmlformats.org/drawingml/2006/main">
            <a:srgbClr val="72B0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s">
            <a:extLst xmlns:a="http://schemas.openxmlformats.org/drawingml/2006/main">
              <a:ext uri="{FF2B5EF4-FFF2-40B4-BE49-F238E27FC236}">
                <a16:creationId xmlns:a16="http://schemas.microsoft.com/office/drawing/2014/main" id="{11BD9A5E-616E-4742-9BA7-ACCA2208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082" y="1014803"/>
            <a:ext cx="91973" cy="94431"/>
          </a:xfrm>
          <a:custGeom xmlns:a="http://schemas.openxmlformats.org/drawingml/2006/main">
            <a:pathLst>
              <a:path w="91973" h="94431">
                <a:moveTo>
                  <a:pt x="0" y="66990"/>
                </a:moveTo>
                <a:lnTo>
                  <a:pt x="23565" y="63237"/>
                </a:lnTo>
                <a:cubicBezTo>
                  <a:pt x="25656" y="68240"/>
                  <a:pt x="28256" y="71780"/>
                  <a:pt x="31364" y="73856"/>
                </a:cubicBezTo>
                <a:cubicBezTo>
                  <a:pt x="34472" y="75931"/>
                  <a:pt x="38711" y="76969"/>
                  <a:pt x="44079" y="76969"/>
                </a:cubicBezTo>
                <a:cubicBezTo>
                  <a:pt x="49617" y="76969"/>
                  <a:pt x="54053" y="75729"/>
                  <a:pt x="57388" y="73250"/>
                </a:cubicBezTo>
                <a:cubicBezTo>
                  <a:pt x="59705" y="71558"/>
                  <a:pt x="60863" y="69501"/>
                  <a:pt x="60863" y="67078"/>
                </a:cubicBezTo>
                <a:cubicBezTo>
                  <a:pt x="60863" y="65442"/>
                  <a:pt x="60270" y="63973"/>
                  <a:pt x="59083" y="62670"/>
                </a:cubicBezTo>
                <a:cubicBezTo>
                  <a:pt x="57840" y="61425"/>
                  <a:pt x="54477" y="59896"/>
                  <a:pt x="48996" y="58084"/>
                </a:cubicBezTo>
                <a:cubicBezTo>
                  <a:pt x="34303" y="53215"/>
                  <a:pt x="25204" y="49367"/>
                  <a:pt x="21700" y="46537"/>
                </a:cubicBezTo>
                <a:cubicBezTo>
                  <a:pt x="16219" y="42121"/>
                  <a:pt x="13478" y="36346"/>
                  <a:pt x="13478" y="29213"/>
                </a:cubicBezTo>
                <a:cubicBezTo>
                  <a:pt x="13478" y="22080"/>
                  <a:pt x="16134" y="15937"/>
                  <a:pt x="21446" y="10784"/>
                </a:cubicBezTo>
                <a:cubicBezTo>
                  <a:pt x="28849" y="3595"/>
                  <a:pt x="39841" y="0"/>
                  <a:pt x="54421" y="0"/>
                </a:cubicBezTo>
                <a:cubicBezTo>
                  <a:pt x="66006" y="0"/>
                  <a:pt x="74765" y="2119"/>
                  <a:pt x="80699" y="6358"/>
                </a:cubicBezTo>
                <a:cubicBezTo>
                  <a:pt x="86632" y="10596"/>
                  <a:pt x="90390" y="16332"/>
                  <a:pt x="91973" y="23565"/>
                </a:cubicBezTo>
                <a:lnTo>
                  <a:pt x="69509" y="27465"/>
                </a:lnTo>
                <a:cubicBezTo>
                  <a:pt x="68323" y="24187"/>
                  <a:pt x="66401" y="21729"/>
                  <a:pt x="63745" y="20090"/>
                </a:cubicBezTo>
                <a:cubicBezTo>
                  <a:pt x="60128" y="17886"/>
                  <a:pt x="55777" y="16784"/>
                  <a:pt x="50691" y="16784"/>
                </a:cubicBezTo>
                <a:cubicBezTo>
                  <a:pt x="45605" y="16784"/>
                  <a:pt x="41946" y="17635"/>
                  <a:pt x="39714" y="19338"/>
                </a:cubicBezTo>
                <a:cubicBezTo>
                  <a:pt x="37481" y="21040"/>
                  <a:pt x="36365" y="22998"/>
                  <a:pt x="36365" y="25213"/>
                </a:cubicBezTo>
                <a:cubicBezTo>
                  <a:pt x="36365" y="27482"/>
                  <a:pt x="37496" y="29353"/>
                  <a:pt x="39756" y="30826"/>
                </a:cubicBezTo>
                <a:cubicBezTo>
                  <a:pt x="41169" y="31732"/>
                  <a:pt x="45718" y="33317"/>
                  <a:pt x="53404" y="35581"/>
                </a:cubicBezTo>
                <a:cubicBezTo>
                  <a:pt x="65271" y="39035"/>
                  <a:pt x="73211" y="42432"/>
                  <a:pt x="77223" y="45772"/>
                </a:cubicBezTo>
                <a:cubicBezTo>
                  <a:pt x="82874" y="50471"/>
                  <a:pt x="85700" y="56133"/>
                  <a:pt x="85700" y="62757"/>
                </a:cubicBezTo>
                <a:cubicBezTo>
                  <a:pt x="85700" y="71305"/>
                  <a:pt x="82112" y="78721"/>
                  <a:pt x="74935" y="85006"/>
                </a:cubicBezTo>
                <a:cubicBezTo>
                  <a:pt x="67758" y="91289"/>
                  <a:pt x="57642" y="94431"/>
                  <a:pt x="44588" y="94431"/>
                </a:cubicBezTo>
                <a:cubicBezTo>
                  <a:pt x="31590" y="94431"/>
                  <a:pt x="21545" y="92031"/>
                  <a:pt x="14453" y="87231"/>
                </a:cubicBezTo>
                <a:cubicBezTo>
                  <a:pt x="7361" y="82429"/>
                  <a:pt x="2543" y="75682"/>
                  <a:pt x="0" y="66990"/>
                </a:cubicBezTo>
                <a:close/>
              </a:path>
            </a:pathLst>
          </a:custGeom>
          <a:solidFill xmlns:a="http://schemas.openxmlformats.org/drawingml/2006/main">
            <a:srgbClr val="72B00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f3b35318949f6"/>
          <a:stretch xmlns:a="http://schemas.openxmlformats.org/drawingml/2006/main"/>
        </p:blipFill>
        <p:spPr>
          <a:xfrm xmlns:a="http://schemas.openxmlformats.org/drawingml/2006/main">
            <a:off x="4471246" y="893817"/>
            <a:ext cx="2150322" cy="227390"/>
          </a:xfrm>
          <a:prstGeom xmlns:a="http://schemas.openxmlformats.org/drawingml/2006/main" prst="rect">
            <a:avLst/>
          </a:prstGeom>
        </p:spPr>
      </p:pic>
      <p:pic>
        <p:nvPicPr>
          <p:cNvPr id="1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3e66438b14ca3"/>
          <a:stretch xmlns:a="http://schemas.openxmlformats.org/drawingml/2006/main"/>
        </p:blipFill>
        <p:spPr>
          <a:xfrm xmlns:a="http://schemas.openxmlformats.org/drawingml/2006/main">
            <a:off x="2555684" y="811211"/>
            <a:ext cx="396527" cy="392601"/>
          </a:xfrm>
          <a:prstGeom xmlns:a="http://schemas.openxmlformats.org/drawingml/2006/main" prst="rect">
            <a:avLst/>
          </a:prstGeom>
        </p:spPr>
      </p:pic>
      <p:sp>
        <p:nvSpPr>
          <p:cNvPr id="96" name="Text GPU">
            <a:extLst xmlns:a="http://schemas.openxmlformats.org/drawingml/2006/main">
              <a:ext uri="{FF2B5EF4-FFF2-40B4-BE49-F238E27FC236}">
                <a16:creationId xmlns:a16="http://schemas.microsoft.com/office/drawing/2014/main" id="{2EDBDAEE-57DC-4965-B690-9A595277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31" y="817832"/>
            <a:ext cx="403378" cy="146224"/>
          </a:xfrm>
          <a:custGeom xmlns:a="http://schemas.openxmlformats.org/drawingml/2006/main">
            <a:pathLst>
              <a:path w="403378" h="146224">
                <a:moveTo>
                  <a:pt x="70608" y="91896"/>
                </a:moveTo>
                <a:lnTo>
                  <a:pt x="70608" y="68007"/>
                </a:lnTo>
                <a:lnTo>
                  <a:pt x="132064" y="68007"/>
                </a:lnTo>
                <a:lnTo>
                  <a:pt x="132064" y="124271"/>
                </a:lnTo>
                <a:cubicBezTo>
                  <a:pt x="126092" y="130072"/>
                  <a:pt x="117438" y="135182"/>
                  <a:pt x="106104" y="139599"/>
                </a:cubicBezTo>
                <a:cubicBezTo>
                  <a:pt x="94769" y="144016"/>
                  <a:pt x="83291" y="146224"/>
                  <a:pt x="71667" y="146224"/>
                </a:cubicBezTo>
                <a:cubicBezTo>
                  <a:pt x="56897" y="146224"/>
                  <a:pt x="44021" y="143122"/>
                  <a:pt x="33040" y="136916"/>
                </a:cubicBezTo>
                <a:cubicBezTo>
                  <a:pt x="22059" y="130711"/>
                  <a:pt x="13807" y="121838"/>
                  <a:pt x="8284" y="110297"/>
                </a:cubicBezTo>
                <a:cubicBezTo>
                  <a:pt x="2761" y="98754"/>
                  <a:pt x="0" y="86198"/>
                  <a:pt x="0" y="72630"/>
                </a:cubicBezTo>
                <a:cubicBezTo>
                  <a:pt x="0" y="57904"/>
                  <a:pt x="3082" y="44819"/>
                  <a:pt x="9247" y="33374"/>
                </a:cubicBezTo>
                <a:cubicBezTo>
                  <a:pt x="15412" y="21927"/>
                  <a:pt x="24435" y="13150"/>
                  <a:pt x="36315" y="7041"/>
                </a:cubicBezTo>
                <a:cubicBezTo>
                  <a:pt x="45370" y="2347"/>
                  <a:pt x="56640" y="0"/>
                  <a:pt x="70126" y="0"/>
                </a:cubicBezTo>
                <a:cubicBezTo>
                  <a:pt x="87657" y="0"/>
                  <a:pt x="101352" y="3685"/>
                  <a:pt x="111209" y="11057"/>
                </a:cubicBezTo>
                <a:cubicBezTo>
                  <a:pt x="121067" y="18425"/>
                  <a:pt x="127408" y="28611"/>
                  <a:pt x="130234" y="41613"/>
                </a:cubicBezTo>
                <a:lnTo>
                  <a:pt x="101914" y="47007"/>
                </a:lnTo>
                <a:cubicBezTo>
                  <a:pt x="99923" y="40042"/>
                  <a:pt x="96182" y="34544"/>
                  <a:pt x="90692" y="30515"/>
                </a:cubicBezTo>
                <a:cubicBezTo>
                  <a:pt x="85201" y="26483"/>
                  <a:pt x="78346" y="24467"/>
                  <a:pt x="70126" y="24467"/>
                </a:cubicBezTo>
                <a:cubicBezTo>
                  <a:pt x="57668" y="24467"/>
                  <a:pt x="47762" y="28416"/>
                  <a:pt x="40409" y="36315"/>
                </a:cubicBezTo>
                <a:cubicBezTo>
                  <a:pt x="33056" y="44214"/>
                  <a:pt x="29380" y="55934"/>
                  <a:pt x="29380" y="71474"/>
                </a:cubicBezTo>
                <a:cubicBezTo>
                  <a:pt x="29380" y="88235"/>
                  <a:pt x="33104" y="100806"/>
                  <a:pt x="40554" y="109186"/>
                </a:cubicBezTo>
                <a:cubicBezTo>
                  <a:pt x="48003" y="117567"/>
                  <a:pt x="57764" y="121757"/>
                  <a:pt x="69837" y="121757"/>
                </a:cubicBezTo>
                <a:cubicBezTo>
                  <a:pt x="75809" y="121757"/>
                  <a:pt x="81797" y="120589"/>
                  <a:pt x="87802" y="118253"/>
                </a:cubicBezTo>
                <a:cubicBezTo>
                  <a:pt x="93806" y="115917"/>
                  <a:pt x="98960" y="113085"/>
                  <a:pt x="103262" y="109755"/>
                </a:cubicBezTo>
                <a:lnTo>
                  <a:pt x="103262" y="91896"/>
                </a:lnTo>
                <a:lnTo>
                  <a:pt x="70608" y="91896"/>
                </a:lnTo>
                <a:close/>
                <a:moveTo>
                  <a:pt x="158789" y="143720"/>
                </a:moveTo>
                <a:lnTo>
                  <a:pt x="158789" y="2504"/>
                </a:lnTo>
                <a:lnTo>
                  <a:pt x="204544" y="2504"/>
                </a:lnTo>
                <a:cubicBezTo>
                  <a:pt x="221883" y="2504"/>
                  <a:pt x="233185" y="3210"/>
                  <a:pt x="238451" y="4621"/>
                </a:cubicBezTo>
                <a:cubicBezTo>
                  <a:pt x="246543" y="6738"/>
                  <a:pt x="253318" y="11340"/>
                  <a:pt x="258776" y="18429"/>
                </a:cubicBezTo>
                <a:cubicBezTo>
                  <a:pt x="264235" y="25517"/>
                  <a:pt x="266964" y="34674"/>
                  <a:pt x="266964" y="45900"/>
                </a:cubicBezTo>
                <a:cubicBezTo>
                  <a:pt x="266964" y="54559"/>
                  <a:pt x="265391" y="61840"/>
                  <a:pt x="262244" y="67742"/>
                </a:cubicBezTo>
                <a:cubicBezTo>
                  <a:pt x="259097" y="73644"/>
                  <a:pt x="255100" y="78279"/>
                  <a:pt x="250251" y="81646"/>
                </a:cubicBezTo>
                <a:cubicBezTo>
                  <a:pt x="245403" y="85013"/>
                  <a:pt x="240474" y="87243"/>
                  <a:pt x="235465" y="88335"/>
                </a:cubicBezTo>
                <a:cubicBezTo>
                  <a:pt x="228658" y="89681"/>
                  <a:pt x="218801" y="90355"/>
                  <a:pt x="205893" y="90355"/>
                </a:cubicBezTo>
                <a:lnTo>
                  <a:pt x="187302" y="90355"/>
                </a:lnTo>
                <a:lnTo>
                  <a:pt x="187302" y="143720"/>
                </a:lnTo>
                <a:lnTo>
                  <a:pt x="158789" y="143720"/>
                </a:lnTo>
                <a:moveTo>
                  <a:pt x="187302" y="26394"/>
                </a:moveTo>
                <a:lnTo>
                  <a:pt x="187302" y="66465"/>
                </a:lnTo>
                <a:lnTo>
                  <a:pt x="202907" y="66465"/>
                </a:lnTo>
                <a:cubicBezTo>
                  <a:pt x="214145" y="66465"/>
                  <a:pt x="221658" y="65727"/>
                  <a:pt x="225447" y="64250"/>
                </a:cubicBezTo>
                <a:cubicBezTo>
                  <a:pt x="229236" y="62773"/>
                  <a:pt x="232206" y="60461"/>
                  <a:pt x="234357" y="57314"/>
                </a:cubicBezTo>
                <a:cubicBezTo>
                  <a:pt x="236509" y="54168"/>
                  <a:pt x="237584" y="50507"/>
                  <a:pt x="237584" y="46333"/>
                </a:cubicBezTo>
                <a:cubicBezTo>
                  <a:pt x="237584" y="41196"/>
                  <a:pt x="236075" y="36957"/>
                  <a:pt x="233057" y="33618"/>
                </a:cubicBezTo>
                <a:cubicBezTo>
                  <a:pt x="230039" y="30279"/>
                  <a:pt x="226218" y="28192"/>
                  <a:pt x="221594" y="27357"/>
                </a:cubicBezTo>
                <a:cubicBezTo>
                  <a:pt x="218190" y="26715"/>
                  <a:pt x="211351" y="26394"/>
                  <a:pt x="201076" y="26394"/>
                </a:cubicBezTo>
                <a:lnTo>
                  <a:pt x="187302" y="26394"/>
                </a:lnTo>
                <a:close/>
                <a:moveTo>
                  <a:pt x="290772" y="2504"/>
                </a:moveTo>
                <a:lnTo>
                  <a:pt x="319284" y="2504"/>
                </a:lnTo>
                <a:lnTo>
                  <a:pt x="319284" y="78988"/>
                </a:lnTo>
                <a:cubicBezTo>
                  <a:pt x="319284" y="91125"/>
                  <a:pt x="319638" y="98992"/>
                  <a:pt x="320344" y="102588"/>
                </a:cubicBezTo>
                <a:cubicBezTo>
                  <a:pt x="321564" y="108368"/>
                  <a:pt x="324470" y="113007"/>
                  <a:pt x="329062" y="116507"/>
                </a:cubicBezTo>
                <a:cubicBezTo>
                  <a:pt x="333653" y="120007"/>
                  <a:pt x="339931" y="121757"/>
                  <a:pt x="347894" y="121757"/>
                </a:cubicBezTo>
                <a:cubicBezTo>
                  <a:pt x="355985" y="121757"/>
                  <a:pt x="362086" y="120103"/>
                  <a:pt x="366196" y="116796"/>
                </a:cubicBezTo>
                <a:cubicBezTo>
                  <a:pt x="370306" y="113489"/>
                  <a:pt x="372778" y="109427"/>
                  <a:pt x="373613" y="104611"/>
                </a:cubicBezTo>
                <a:cubicBezTo>
                  <a:pt x="374448" y="99795"/>
                  <a:pt x="374865" y="91799"/>
                  <a:pt x="374865" y="80626"/>
                </a:cubicBezTo>
                <a:lnTo>
                  <a:pt x="374865" y="2504"/>
                </a:lnTo>
                <a:lnTo>
                  <a:pt x="403378" y="2504"/>
                </a:lnTo>
                <a:lnTo>
                  <a:pt x="403378" y="76727"/>
                </a:lnTo>
                <a:cubicBezTo>
                  <a:pt x="403378" y="93691"/>
                  <a:pt x="402607" y="105675"/>
                  <a:pt x="401066" y="112681"/>
                </a:cubicBezTo>
                <a:cubicBezTo>
                  <a:pt x="399525" y="119685"/>
                  <a:pt x="396683" y="125597"/>
                  <a:pt x="392541" y="130417"/>
                </a:cubicBezTo>
                <a:cubicBezTo>
                  <a:pt x="388399" y="135236"/>
                  <a:pt x="382860" y="139075"/>
                  <a:pt x="375925" y="141934"/>
                </a:cubicBezTo>
                <a:cubicBezTo>
                  <a:pt x="368989" y="144794"/>
                  <a:pt x="359934" y="146224"/>
                  <a:pt x="348760" y="146224"/>
                </a:cubicBezTo>
                <a:cubicBezTo>
                  <a:pt x="335275" y="146224"/>
                  <a:pt x="325048" y="144666"/>
                  <a:pt x="318080" y="141549"/>
                </a:cubicBezTo>
                <a:cubicBezTo>
                  <a:pt x="311113" y="138433"/>
                  <a:pt x="305606" y="134385"/>
                  <a:pt x="301560" y="129406"/>
                </a:cubicBezTo>
                <a:cubicBezTo>
                  <a:pt x="297515" y="124425"/>
                  <a:pt x="294850" y="119203"/>
                  <a:pt x="293565" y="113741"/>
                </a:cubicBezTo>
                <a:cubicBezTo>
                  <a:pt x="291703" y="105643"/>
                  <a:pt x="290772" y="93691"/>
                  <a:pt x="290772" y="77883"/>
                </a:cubicBezTo>
                <a:lnTo>
                  <a:pt x="290772" y="2504"/>
                </a:lnTo>
                <a:close/>
              </a:path>
            </a:pathLst>
          </a:custGeom>
          <a:solidFill xmlns:a="http://schemas.openxmlformats.org/drawingml/2006/main">
            <a:srgbClr val="72B0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Profiler">
            <a:extLst xmlns:a="http://schemas.openxmlformats.org/drawingml/2006/main">
              <a:ext uri="{FF2B5EF4-FFF2-40B4-BE49-F238E27FC236}">
                <a16:creationId xmlns:a16="http://schemas.microsoft.com/office/drawing/2014/main" id="{2C30BBE6-E0CE-43A8-9F18-6036DE17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68" y="1054564"/>
            <a:ext cx="680429" cy="146031"/>
          </a:xfrm>
          <a:custGeom xmlns:a="http://schemas.openxmlformats.org/drawingml/2006/main">
            <a:pathLst>
              <a:path w="680429" h="146031">
                <a:moveTo>
                  <a:pt x="0" y="143720"/>
                </a:moveTo>
                <a:lnTo>
                  <a:pt x="0" y="2504"/>
                </a:lnTo>
                <a:lnTo>
                  <a:pt x="45755" y="2504"/>
                </a:lnTo>
                <a:cubicBezTo>
                  <a:pt x="63094" y="2504"/>
                  <a:pt x="74396" y="3210"/>
                  <a:pt x="79662" y="4621"/>
                </a:cubicBezTo>
                <a:cubicBezTo>
                  <a:pt x="87754" y="6738"/>
                  <a:pt x="94529" y="11340"/>
                  <a:pt x="99987" y="18429"/>
                </a:cubicBezTo>
                <a:cubicBezTo>
                  <a:pt x="105446" y="25517"/>
                  <a:pt x="108175" y="34674"/>
                  <a:pt x="108175" y="45900"/>
                </a:cubicBezTo>
                <a:cubicBezTo>
                  <a:pt x="108175" y="54559"/>
                  <a:pt x="106602" y="61840"/>
                  <a:pt x="103455" y="67742"/>
                </a:cubicBezTo>
                <a:cubicBezTo>
                  <a:pt x="100308" y="73644"/>
                  <a:pt x="96311" y="78279"/>
                  <a:pt x="91462" y="81646"/>
                </a:cubicBezTo>
                <a:cubicBezTo>
                  <a:pt x="86614" y="85013"/>
                  <a:pt x="81685" y="87243"/>
                  <a:pt x="76676" y="88335"/>
                </a:cubicBezTo>
                <a:cubicBezTo>
                  <a:pt x="69869" y="89681"/>
                  <a:pt x="60012" y="90355"/>
                  <a:pt x="47104" y="90355"/>
                </a:cubicBezTo>
                <a:lnTo>
                  <a:pt x="28513" y="90355"/>
                </a:lnTo>
                <a:lnTo>
                  <a:pt x="28513" y="143720"/>
                </a:lnTo>
                <a:lnTo>
                  <a:pt x="0" y="143720"/>
                </a:lnTo>
                <a:moveTo>
                  <a:pt x="28513" y="26394"/>
                </a:moveTo>
                <a:lnTo>
                  <a:pt x="28513" y="66465"/>
                </a:lnTo>
                <a:lnTo>
                  <a:pt x="44118" y="66465"/>
                </a:lnTo>
                <a:cubicBezTo>
                  <a:pt x="55356" y="66465"/>
                  <a:pt x="62869" y="65727"/>
                  <a:pt x="66658" y="64250"/>
                </a:cubicBezTo>
                <a:cubicBezTo>
                  <a:pt x="70447" y="62773"/>
                  <a:pt x="73417" y="60461"/>
                  <a:pt x="75568" y="57314"/>
                </a:cubicBezTo>
                <a:cubicBezTo>
                  <a:pt x="77720" y="54168"/>
                  <a:pt x="78795" y="50507"/>
                  <a:pt x="78795" y="46333"/>
                </a:cubicBezTo>
                <a:cubicBezTo>
                  <a:pt x="78795" y="41196"/>
                  <a:pt x="77286" y="36957"/>
                  <a:pt x="74268" y="33618"/>
                </a:cubicBezTo>
                <a:cubicBezTo>
                  <a:pt x="71250" y="30279"/>
                  <a:pt x="67429" y="28192"/>
                  <a:pt x="62805" y="27357"/>
                </a:cubicBezTo>
                <a:cubicBezTo>
                  <a:pt x="59402" y="26715"/>
                  <a:pt x="52562" y="26394"/>
                  <a:pt x="42287" y="26394"/>
                </a:cubicBezTo>
                <a:lnTo>
                  <a:pt x="28513" y="26394"/>
                </a:lnTo>
                <a:close/>
                <a:moveTo>
                  <a:pt x="157895" y="143720"/>
                </a:moveTo>
                <a:lnTo>
                  <a:pt x="130827" y="143720"/>
                </a:lnTo>
                <a:lnTo>
                  <a:pt x="130827" y="41421"/>
                </a:lnTo>
                <a:lnTo>
                  <a:pt x="155969" y="41421"/>
                </a:lnTo>
                <a:lnTo>
                  <a:pt x="155969" y="55966"/>
                </a:lnTo>
                <a:cubicBezTo>
                  <a:pt x="160271" y="49095"/>
                  <a:pt x="164140" y="44567"/>
                  <a:pt x="167576" y="42384"/>
                </a:cubicBezTo>
                <a:cubicBezTo>
                  <a:pt x="171012" y="40200"/>
                  <a:pt x="174913" y="39109"/>
                  <a:pt x="179280" y="39109"/>
                </a:cubicBezTo>
                <a:cubicBezTo>
                  <a:pt x="185445" y="39109"/>
                  <a:pt x="191385" y="40810"/>
                  <a:pt x="197100" y="44214"/>
                </a:cubicBezTo>
                <a:lnTo>
                  <a:pt x="188720" y="67814"/>
                </a:lnTo>
                <a:cubicBezTo>
                  <a:pt x="184160" y="64860"/>
                  <a:pt x="179922" y="63383"/>
                  <a:pt x="176005" y="63383"/>
                </a:cubicBezTo>
                <a:cubicBezTo>
                  <a:pt x="172216" y="63383"/>
                  <a:pt x="169005" y="64427"/>
                  <a:pt x="166372" y="66514"/>
                </a:cubicBezTo>
                <a:cubicBezTo>
                  <a:pt x="163739" y="68601"/>
                  <a:pt x="161668" y="72374"/>
                  <a:pt x="160159" y="77832"/>
                </a:cubicBezTo>
                <a:cubicBezTo>
                  <a:pt x="158650" y="83291"/>
                  <a:pt x="157895" y="94721"/>
                  <a:pt x="157895" y="112124"/>
                </a:cubicBezTo>
                <a:lnTo>
                  <a:pt x="157895" y="143720"/>
                </a:lnTo>
                <a:close/>
                <a:moveTo>
                  <a:pt x="202660" y="91125"/>
                </a:moveTo>
                <a:cubicBezTo>
                  <a:pt x="202660" y="82135"/>
                  <a:pt x="204875" y="73433"/>
                  <a:pt x="209307" y="65021"/>
                </a:cubicBezTo>
                <a:cubicBezTo>
                  <a:pt x="213738" y="56608"/>
                  <a:pt x="220015" y="50186"/>
                  <a:pt x="228138" y="45755"/>
                </a:cubicBezTo>
                <a:cubicBezTo>
                  <a:pt x="236262" y="41324"/>
                  <a:pt x="245333" y="39109"/>
                  <a:pt x="255351" y="39109"/>
                </a:cubicBezTo>
                <a:cubicBezTo>
                  <a:pt x="270827" y="39109"/>
                  <a:pt x="283510" y="44134"/>
                  <a:pt x="293400" y="54184"/>
                </a:cubicBezTo>
                <a:cubicBezTo>
                  <a:pt x="303289" y="64234"/>
                  <a:pt x="308234" y="76933"/>
                  <a:pt x="308234" y="92281"/>
                </a:cubicBezTo>
                <a:cubicBezTo>
                  <a:pt x="308234" y="107758"/>
                  <a:pt x="303241" y="120585"/>
                  <a:pt x="293255" y="130764"/>
                </a:cubicBezTo>
                <a:cubicBezTo>
                  <a:pt x="283269" y="140942"/>
                  <a:pt x="270699" y="146031"/>
                  <a:pt x="255543" y="146031"/>
                </a:cubicBezTo>
                <a:cubicBezTo>
                  <a:pt x="246168" y="146031"/>
                  <a:pt x="237225" y="143912"/>
                  <a:pt x="228716" y="139674"/>
                </a:cubicBezTo>
                <a:cubicBezTo>
                  <a:pt x="220207" y="135435"/>
                  <a:pt x="213738" y="129222"/>
                  <a:pt x="209307" y="121035"/>
                </a:cubicBezTo>
                <a:cubicBezTo>
                  <a:pt x="204875" y="112847"/>
                  <a:pt x="202660" y="102877"/>
                  <a:pt x="202660" y="91125"/>
                </a:cubicBezTo>
                <a:moveTo>
                  <a:pt x="230402" y="92570"/>
                </a:moveTo>
                <a:cubicBezTo>
                  <a:pt x="230402" y="102684"/>
                  <a:pt x="232810" y="110431"/>
                  <a:pt x="237627" y="115809"/>
                </a:cubicBezTo>
                <a:cubicBezTo>
                  <a:pt x="242443" y="121187"/>
                  <a:pt x="248383" y="123876"/>
                  <a:pt x="255447" y="123876"/>
                </a:cubicBezTo>
                <a:cubicBezTo>
                  <a:pt x="262511" y="123876"/>
                  <a:pt x="268435" y="121187"/>
                  <a:pt x="273219" y="115809"/>
                </a:cubicBezTo>
                <a:cubicBezTo>
                  <a:pt x="278004" y="110431"/>
                  <a:pt x="280396" y="102620"/>
                  <a:pt x="280396" y="92377"/>
                </a:cubicBezTo>
                <a:cubicBezTo>
                  <a:pt x="280396" y="82391"/>
                  <a:pt x="278004" y="74709"/>
                  <a:pt x="273219" y="69331"/>
                </a:cubicBezTo>
                <a:cubicBezTo>
                  <a:pt x="268435" y="63953"/>
                  <a:pt x="262511" y="61264"/>
                  <a:pt x="255447" y="61264"/>
                </a:cubicBezTo>
                <a:cubicBezTo>
                  <a:pt x="248383" y="61264"/>
                  <a:pt x="242443" y="63953"/>
                  <a:pt x="237627" y="69331"/>
                </a:cubicBezTo>
                <a:cubicBezTo>
                  <a:pt x="232810" y="74709"/>
                  <a:pt x="230402" y="82456"/>
                  <a:pt x="230402" y="92570"/>
                </a:cubicBezTo>
                <a:close/>
                <a:moveTo>
                  <a:pt x="317412" y="41421"/>
                </a:moveTo>
                <a:lnTo>
                  <a:pt x="332439" y="41421"/>
                </a:lnTo>
                <a:lnTo>
                  <a:pt x="332439" y="33696"/>
                </a:lnTo>
                <a:cubicBezTo>
                  <a:pt x="332439" y="25071"/>
                  <a:pt x="333354" y="18634"/>
                  <a:pt x="335185" y="14386"/>
                </a:cubicBezTo>
                <a:cubicBezTo>
                  <a:pt x="337015" y="10137"/>
                  <a:pt x="340386" y="6678"/>
                  <a:pt x="345299" y="4007"/>
                </a:cubicBezTo>
                <a:cubicBezTo>
                  <a:pt x="350212" y="1336"/>
                  <a:pt x="356425" y="0"/>
                  <a:pt x="363938" y="0"/>
                </a:cubicBezTo>
                <a:cubicBezTo>
                  <a:pt x="371644" y="0"/>
                  <a:pt x="379190" y="1156"/>
                  <a:pt x="386575" y="3468"/>
                </a:cubicBezTo>
                <a:lnTo>
                  <a:pt x="382915" y="22348"/>
                </a:lnTo>
                <a:cubicBezTo>
                  <a:pt x="378612" y="21320"/>
                  <a:pt x="374470" y="20807"/>
                  <a:pt x="370488" y="20807"/>
                </a:cubicBezTo>
                <a:cubicBezTo>
                  <a:pt x="366571" y="20807"/>
                  <a:pt x="363762" y="21727"/>
                  <a:pt x="362060" y="23567"/>
                </a:cubicBezTo>
                <a:cubicBezTo>
                  <a:pt x="360358" y="25405"/>
                  <a:pt x="359507" y="28937"/>
                  <a:pt x="359507" y="34163"/>
                </a:cubicBezTo>
                <a:lnTo>
                  <a:pt x="359507" y="41421"/>
                </a:lnTo>
                <a:lnTo>
                  <a:pt x="379736" y="41421"/>
                </a:lnTo>
                <a:lnTo>
                  <a:pt x="379736" y="62805"/>
                </a:lnTo>
                <a:lnTo>
                  <a:pt x="359507" y="62805"/>
                </a:lnTo>
                <a:lnTo>
                  <a:pt x="359507" y="143720"/>
                </a:lnTo>
                <a:lnTo>
                  <a:pt x="332439" y="143720"/>
                </a:lnTo>
                <a:lnTo>
                  <a:pt x="332439" y="62805"/>
                </a:lnTo>
                <a:lnTo>
                  <a:pt x="317412" y="62805"/>
                </a:lnTo>
                <a:lnTo>
                  <a:pt x="317412" y="41421"/>
                </a:lnTo>
                <a:close/>
                <a:moveTo>
                  <a:pt x="394362" y="27549"/>
                </a:moveTo>
                <a:lnTo>
                  <a:pt x="394362" y="2504"/>
                </a:lnTo>
                <a:lnTo>
                  <a:pt x="421430" y="2504"/>
                </a:lnTo>
                <a:lnTo>
                  <a:pt x="421430" y="27549"/>
                </a:lnTo>
                <a:lnTo>
                  <a:pt x="394362" y="27549"/>
                </a:lnTo>
                <a:moveTo>
                  <a:pt x="394362" y="143720"/>
                </a:moveTo>
                <a:lnTo>
                  <a:pt x="394362" y="41421"/>
                </a:lnTo>
                <a:lnTo>
                  <a:pt x="421430" y="41421"/>
                </a:lnTo>
                <a:lnTo>
                  <a:pt x="421430" y="143720"/>
                </a:lnTo>
                <a:lnTo>
                  <a:pt x="394362" y="143720"/>
                </a:lnTo>
                <a:close/>
                <a:moveTo>
                  <a:pt x="449599" y="143720"/>
                </a:moveTo>
                <a:lnTo>
                  <a:pt x="449599" y="2504"/>
                </a:lnTo>
                <a:lnTo>
                  <a:pt x="476667" y="2504"/>
                </a:lnTo>
                <a:lnTo>
                  <a:pt x="476667" y="143720"/>
                </a:lnTo>
                <a:lnTo>
                  <a:pt x="449599" y="143720"/>
                </a:lnTo>
                <a:close/>
                <a:moveTo>
                  <a:pt x="564078" y="111161"/>
                </a:moveTo>
                <a:lnTo>
                  <a:pt x="591050" y="115785"/>
                </a:lnTo>
                <a:cubicBezTo>
                  <a:pt x="587582" y="125642"/>
                  <a:pt x="582108" y="133148"/>
                  <a:pt x="574626" y="138301"/>
                </a:cubicBezTo>
                <a:cubicBezTo>
                  <a:pt x="567145" y="143455"/>
                  <a:pt x="557785" y="146031"/>
                  <a:pt x="546547" y="146031"/>
                </a:cubicBezTo>
                <a:cubicBezTo>
                  <a:pt x="528759" y="146031"/>
                  <a:pt x="515594" y="140220"/>
                  <a:pt x="507053" y="128596"/>
                </a:cubicBezTo>
                <a:cubicBezTo>
                  <a:pt x="500310" y="119285"/>
                  <a:pt x="496939" y="107533"/>
                  <a:pt x="496939" y="93341"/>
                </a:cubicBezTo>
                <a:cubicBezTo>
                  <a:pt x="496939" y="76387"/>
                  <a:pt x="501370" y="63110"/>
                  <a:pt x="510232" y="53510"/>
                </a:cubicBezTo>
                <a:cubicBezTo>
                  <a:pt x="519094" y="43909"/>
                  <a:pt x="530300" y="39109"/>
                  <a:pt x="543850" y="39109"/>
                </a:cubicBezTo>
                <a:cubicBezTo>
                  <a:pt x="559069" y="39109"/>
                  <a:pt x="571078" y="44134"/>
                  <a:pt x="579876" y="54184"/>
                </a:cubicBezTo>
                <a:cubicBezTo>
                  <a:pt x="588674" y="64234"/>
                  <a:pt x="592880" y="79630"/>
                  <a:pt x="592495" y="100372"/>
                </a:cubicBezTo>
                <a:lnTo>
                  <a:pt x="524681" y="100372"/>
                </a:lnTo>
                <a:cubicBezTo>
                  <a:pt x="524873" y="108400"/>
                  <a:pt x="527057" y="114645"/>
                  <a:pt x="531231" y="119108"/>
                </a:cubicBezTo>
                <a:cubicBezTo>
                  <a:pt x="535405" y="123571"/>
                  <a:pt x="540607" y="125803"/>
                  <a:pt x="546836" y="125803"/>
                </a:cubicBezTo>
                <a:cubicBezTo>
                  <a:pt x="551074" y="125803"/>
                  <a:pt x="554638" y="124647"/>
                  <a:pt x="557528" y="122335"/>
                </a:cubicBezTo>
                <a:cubicBezTo>
                  <a:pt x="560418" y="120023"/>
                  <a:pt x="562601" y="116299"/>
                  <a:pt x="564078" y="111161"/>
                </a:cubicBezTo>
                <a:moveTo>
                  <a:pt x="565620" y="83804"/>
                </a:moveTo>
                <a:cubicBezTo>
                  <a:pt x="565427" y="76002"/>
                  <a:pt x="563404" y="70070"/>
                  <a:pt x="559551" y="66008"/>
                </a:cubicBezTo>
                <a:cubicBezTo>
                  <a:pt x="555698" y="61946"/>
                  <a:pt x="551010" y="59915"/>
                  <a:pt x="545487" y="59915"/>
                </a:cubicBezTo>
                <a:cubicBezTo>
                  <a:pt x="539579" y="59915"/>
                  <a:pt x="534699" y="62058"/>
                  <a:pt x="530846" y="66342"/>
                </a:cubicBezTo>
                <a:cubicBezTo>
                  <a:pt x="526993" y="70629"/>
                  <a:pt x="525098" y="76449"/>
                  <a:pt x="525162" y="83804"/>
                </a:cubicBezTo>
                <a:lnTo>
                  <a:pt x="565620" y="83804"/>
                </a:lnTo>
                <a:close/>
                <a:moveTo>
                  <a:pt x="641224" y="143720"/>
                </a:moveTo>
                <a:lnTo>
                  <a:pt x="614157" y="143720"/>
                </a:lnTo>
                <a:lnTo>
                  <a:pt x="614157" y="41421"/>
                </a:lnTo>
                <a:lnTo>
                  <a:pt x="639298" y="41421"/>
                </a:lnTo>
                <a:lnTo>
                  <a:pt x="639298" y="55966"/>
                </a:lnTo>
                <a:cubicBezTo>
                  <a:pt x="643601" y="49095"/>
                  <a:pt x="647470" y="44567"/>
                  <a:pt x="650905" y="42384"/>
                </a:cubicBezTo>
                <a:cubicBezTo>
                  <a:pt x="654341" y="40200"/>
                  <a:pt x="658242" y="39109"/>
                  <a:pt x="662609" y="39109"/>
                </a:cubicBezTo>
                <a:cubicBezTo>
                  <a:pt x="668774" y="39109"/>
                  <a:pt x="674714" y="40810"/>
                  <a:pt x="680429" y="44214"/>
                </a:cubicBezTo>
                <a:lnTo>
                  <a:pt x="672049" y="67814"/>
                </a:lnTo>
                <a:cubicBezTo>
                  <a:pt x="667490" y="64860"/>
                  <a:pt x="663251" y="63383"/>
                  <a:pt x="659334" y="63383"/>
                </a:cubicBezTo>
                <a:cubicBezTo>
                  <a:pt x="655545" y="63383"/>
                  <a:pt x="652334" y="64427"/>
                  <a:pt x="649701" y="66514"/>
                </a:cubicBezTo>
                <a:cubicBezTo>
                  <a:pt x="647068" y="68601"/>
                  <a:pt x="644997" y="72374"/>
                  <a:pt x="643488" y="77832"/>
                </a:cubicBezTo>
                <a:cubicBezTo>
                  <a:pt x="641979" y="83291"/>
                  <a:pt x="641224" y="94721"/>
                  <a:pt x="641224" y="112124"/>
                </a:cubicBezTo>
                <a:lnTo>
                  <a:pt x="641224" y="143720"/>
                </a:lnTo>
                <a:close/>
              </a:path>
            </a:pathLst>
          </a:custGeom>
          <a:solidFill xmlns:a="http://schemas.openxmlformats.org/drawingml/2006/main">
            <a:srgbClr val="72B0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CE3B3-23F5-4B12-B3DE-476BA26F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211" y="1007512"/>
            <a:ext cx="414841" cy="10"/>
          </a:xfrm>
          <a:custGeom xmlns:a="http://schemas.openxmlformats.org/drawingml/2006/main">
            <a:pathLst>
              <a:path w="414841" h="1" fill="none">
                <a:moveTo>
                  <a:pt x="0" y="0"/>
                </a:moveTo>
                <a:lnTo>
                  <a:pt x="4148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72B003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B8499-47DD-4244-B5D9-2A725D6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611" y="958189"/>
            <a:ext cx="98639" cy="98639"/>
          </a:xfrm>
          <a:custGeom xmlns:a="http://schemas.openxmlformats.org/drawingml/2006/main">
            <a:pathLst>
              <a:path w="98639" h="98639">
                <a:moveTo>
                  <a:pt x="0" y="0"/>
                </a:moveTo>
                <a:lnTo>
                  <a:pt x="98639" y="49319"/>
                </a:lnTo>
                <a:lnTo>
                  <a:pt x="0" y="986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2B0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2FC5F-F3F4-4CC0-8470-6518ECF7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934" y="1204789"/>
            <a:ext cx="608337" cy="388735"/>
          </a:xfrm>
          <a:custGeom xmlns:a="http://schemas.openxmlformats.org/drawingml/2006/main">
            <a:pathLst>
              <a:path w="608337" h="388735" fill="none">
                <a:moveTo>
                  <a:pt x="0" y="0"/>
                </a:moveTo>
                <a:lnTo>
                  <a:pt x="0" y="388735"/>
                </a:lnTo>
                <a:lnTo>
                  <a:pt x="608337" y="388735"/>
                </a:lnTo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72B003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91007-F967-4B91-BD7D-D74DFBE7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838" y="1544212"/>
            <a:ext cx="98639" cy="98639"/>
          </a:xfrm>
          <a:custGeom xmlns:a="http://schemas.openxmlformats.org/drawingml/2006/main">
            <a:pathLst>
              <a:path w="98639" h="98639">
                <a:moveTo>
                  <a:pt x="0" y="98639"/>
                </a:moveTo>
                <a:lnTo>
                  <a:pt x="0" y="0"/>
                </a:lnTo>
                <a:lnTo>
                  <a:pt x="98639" y="49319"/>
                </a:lnTo>
                <a:lnTo>
                  <a:pt x="0" y="98639"/>
                </a:lnTo>
                <a:close/>
              </a:path>
            </a:pathLst>
          </a:custGeom>
          <a:solidFill xmlns:a="http://schemas.openxmlformats.org/drawingml/2006/main">
            <a:srgbClr val="72B00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Pretraining">
            <a:extLst xmlns:a="http://schemas.openxmlformats.org/drawingml/2006/main">
              <a:ext uri="{FF2B5EF4-FFF2-40B4-BE49-F238E27FC236}">
                <a16:creationId xmlns:a16="http://schemas.microsoft.com/office/drawing/2014/main" id="{6C50178E-29C9-4E55-8D60-98F19E26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841" y="1557361"/>
            <a:ext cx="1016792" cy="182828"/>
          </a:xfrm>
          <a:custGeom xmlns:a="http://schemas.openxmlformats.org/drawingml/2006/main">
            <a:pathLst>
              <a:path w="1016792" h="182828">
                <a:moveTo>
                  <a:pt x="0" y="141215"/>
                </a:moveTo>
                <a:lnTo>
                  <a:pt x="0" y="0"/>
                </a:lnTo>
                <a:lnTo>
                  <a:pt x="45755" y="0"/>
                </a:lnTo>
                <a:cubicBezTo>
                  <a:pt x="63094" y="0"/>
                  <a:pt x="74396" y="705"/>
                  <a:pt x="79662" y="2116"/>
                </a:cubicBezTo>
                <a:cubicBezTo>
                  <a:pt x="87754" y="4233"/>
                  <a:pt x="94529" y="8836"/>
                  <a:pt x="99987" y="15924"/>
                </a:cubicBezTo>
                <a:cubicBezTo>
                  <a:pt x="105446" y="23012"/>
                  <a:pt x="108175" y="32169"/>
                  <a:pt x="108175" y="43395"/>
                </a:cubicBezTo>
                <a:cubicBezTo>
                  <a:pt x="108175" y="52055"/>
                  <a:pt x="106602" y="59335"/>
                  <a:pt x="103455" y="65237"/>
                </a:cubicBezTo>
                <a:cubicBezTo>
                  <a:pt x="100308" y="71139"/>
                  <a:pt x="96311" y="75774"/>
                  <a:pt x="91462" y="79141"/>
                </a:cubicBezTo>
                <a:cubicBezTo>
                  <a:pt x="86614" y="82509"/>
                  <a:pt x="81685" y="84738"/>
                  <a:pt x="76676" y="85830"/>
                </a:cubicBezTo>
                <a:cubicBezTo>
                  <a:pt x="69869" y="87177"/>
                  <a:pt x="60012" y="87850"/>
                  <a:pt x="47104" y="87850"/>
                </a:cubicBezTo>
                <a:lnTo>
                  <a:pt x="28513" y="87850"/>
                </a:lnTo>
                <a:lnTo>
                  <a:pt x="28513" y="141215"/>
                </a:lnTo>
                <a:lnTo>
                  <a:pt x="0" y="141215"/>
                </a:lnTo>
                <a:moveTo>
                  <a:pt x="28513" y="23889"/>
                </a:moveTo>
                <a:lnTo>
                  <a:pt x="28513" y="63961"/>
                </a:lnTo>
                <a:lnTo>
                  <a:pt x="44118" y="63961"/>
                </a:lnTo>
                <a:cubicBezTo>
                  <a:pt x="55356" y="63961"/>
                  <a:pt x="62869" y="63222"/>
                  <a:pt x="66658" y="61745"/>
                </a:cubicBezTo>
                <a:cubicBezTo>
                  <a:pt x="70447" y="60268"/>
                  <a:pt x="73417" y="57957"/>
                  <a:pt x="75568" y="54810"/>
                </a:cubicBezTo>
                <a:cubicBezTo>
                  <a:pt x="77720" y="51663"/>
                  <a:pt x="78795" y="48003"/>
                  <a:pt x="78795" y="43829"/>
                </a:cubicBezTo>
                <a:cubicBezTo>
                  <a:pt x="78795" y="38691"/>
                  <a:pt x="77286" y="34453"/>
                  <a:pt x="74268" y="31114"/>
                </a:cubicBezTo>
                <a:cubicBezTo>
                  <a:pt x="71250" y="27774"/>
                  <a:pt x="67429" y="25687"/>
                  <a:pt x="62805" y="24852"/>
                </a:cubicBezTo>
                <a:cubicBezTo>
                  <a:pt x="59402" y="24210"/>
                  <a:pt x="52562" y="23889"/>
                  <a:pt x="42287" y="23889"/>
                </a:cubicBezTo>
                <a:lnTo>
                  <a:pt x="28513" y="23889"/>
                </a:lnTo>
                <a:close/>
                <a:moveTo>
                  <a:pt x="157895" y="141215"/>
                </a:moveTo>
                <a:lnTo>
                  <a:pt x="130827" y="141215"/>
                </a:lnTo>
                <a:lnTo>
                  <a:pt x="130827" y="38916"/>
                </a:lnTo>
                <a:lnTo>
                  <a:pt x="155969" y="38916"/>
                </a:lnTo>
                <a:lnTo>
                  <a:pt x="155969" y="53461"/>
                </a:lnTo>
                <a:cubicBezTo>
                  <a:pt x="160271" y="46590"/>
                  <a:pt x="164140" y="42063"/>
                  <a:pt x="167576" y="39879"/>
                </a:cubicBezTo>
                <a:cubicBezTo>
                  <a:pt x="171012" y="37696"/>
                  <a:pt x="174913" y="36604"/>
                  <a:pt x="179280" y="36604"/>
                </a:cubicBezTo>
                <a:cubicBezTo>
                  <a:pt x="185445" y="36604"/>
                  <a:pt x="191385" y="38306"/>
                  <a:pt x="197100" y="41709"/>
                </a:cubicBezTo>
                <a:lnTo>
                  <a:pt x="188720" y="65310"/>
                </a:lnTo>
                <a:cubicBezTo>
                  <a:pt x="184160" y="62356"/>
                  <a:pt x="179922" y="60879"/>
                  <a:pt x="176005" y="60879"/>
                </a:cubicBezTo>
                <a:cubicBezTo>
                  <a:pt x="172216" y="60879"/>
                  <a:pt x="169005" y="61922"/>
                  <a:pt x="166372" y="64009"/>
                </a:cubicBezTo>
                <a:cubicBezTo>
                  <a:pt x="163739" y="66096"/>
                  <a:pt x="161668" y="69869"/>
                  <a:pt x="160159" y="75328"/>
                </a:cubicBezTo>
                <a:cubicBezTo>
                  <a:pt x="158650" y="80786"/>
                  <a:pt x="157895" y="92217"/>
                  <a:pt x="157895" y="109620"/>
                </a:cubicBezTo>
                <a:lnTo>
                  <a:pt x="157895" y="141215"/>
                </a:lnTo>
                <a:close/>
                <a:moveTo>
                  <a:pt x="268163" y="108657"/>
                </a:moveTo>
                <a:lnTo>
                  <a:pt x="295134" y="113280"/>
                </a:lnTo>
                <a:cubicBezTo>
                  <a:pt x="291666" y="123138"/>
                  <a:pt x="286192" y="130643"/>
                  <a:pt x="278711" y="135797"/>
                </a:cubicBezTo>
                <a:cubicBezTo>
                  <a:pt x="271229" y="140950"/>
                  <a:pt x="261869" y="143527"/>
                  <a:pt x="250631" y="143527"/>
                </a:cubicBezTo>
                <a:cubicBezTo>
                  <a:pt x="232843" y="143527"/>
                  <a:pt x="219678" y="137715"/>
                  <a:pt x="211137" y="126092"/>
                </a:cubicBezTo>
                <a:cubicBezTo>
                  <a:pt x="204394" y="116780"/>
                  <a:pt x="201023" y="105028"/>
                  <a:pt x="201023" y="90836"/>
                </a:cubicBezTo>
                <a:cubicBezTo>
                  <a:pt x="201023" y="73883"/>
                  <a:pt x="205454" y="60606"/>
                  <a:pt x="214316" y="51005"/>
                </a:cubicBezTo>
                <a:cubicBezTo>
                  <a:pt x="223178" y="41404"/>
                  <a:pt x="234384" y="36604"/>
                  <a:pt x="247934" y="36604"/>
                </a:cubicBezTo>
                <a:cubicBezTo>
                  <a:pt x="263154" y="36604"/>
                  <a:pt x="275162" y="41629"/>
                  <a:pt x="283960" y="51679"/>
                </a:cubicBezTo>
                <a:cubicBezTo>
                  <a:pt x="292758" y="61729"/>
                  <a:pt x="296964" y="77126"/>
                  <a:pt x="296579" y="97868"/>
                </a:cubicBezTo>
                <a:lnTo>
                  <a:pt x="228765" y="97868"/>
                </a:lnTo>
                <a:cubicBezTo>
                  <a:pt x="228958" y="105895"/>
                  <a:pt x="231141" y="112140"/>
                  <a:pt x="235315" y="116604"/>
                </a:cubicBezTo>
                <a:cubicBezTo>
                  <a:pt x="239489" y="121067"/>
                  <a:pt x="244691" y="123298"/>
                  <a:pt x="250920" y="123298"/>
                </a:cubicBezTo>
                <a:cubicBezTo>
                  <a:pt x="255159" y="123298"/>
                  <a:pt x="258723" y="122142"/>
                  <a:pt x="261613" y="119831"/>
                </a:cubicBezTo>
                <a:cubicBezTo>
                  <a:pt x="264502" y="117519"/>
                  <a:pt x="266686" y="113794"/>
                  <a:pt x="268163" y="108657"/>
                </a:cubicBezTo>
                <a:moveTo>
                  <a:pt x="269704" y="81300"/>
                </a:moveTo>
                <a:cubicBezTo>
                  <a:pt x="269511" y="73497"/>
                  <a:pt x="267488" y="67565"/>
                  <a:pt x="263635" y="63503"/>
                </a:cubicBezTo>
                <a:cubicBezTo>
                  <a:pt x="259782" y="59442"/>
                  <a:pt x="255094" y="57411"/>
                  <a:pt x="249572" y="57411"/>
                </a:cubicBezTo>
                <a:cubicBezTo>
                  <a:pt x="243664" y="57411"/>
                  <a:pt x="238783" y="59553"/>
                  <a:pt x="234930" y="63838"/>
                </a:cubicBezTo>
                <a:cubicBezTo>
                  <a:pt x="231077" y="68124"/>
                  <a:pt x="229182" y="73945"/>
                  <a:pt x="229247" y="81300"/>
                </a:cubicBezTo>
                <a:lnTo>
                  <a:pt x="269704" y="81300"/>
                </a:lnTo>
                <a:close/>
                <a:moveTo>
                  <a:pt x="366308" y="38916"/>
                </a:moveTo>
                <a:lnTo>
                  <a:pt x="366308" y="60493"/>
                </a:lnTo>
                <a:lnTo>
                  <a:pt x="347813" y="60493"/>
                </a:lnTo>
                <a:lnTo>
                  <a:pt x="347813" y="101655"/>
                </a:lnTo>
                <a:cubicBezTo>
                  <a:pt x="347813" y="109991"/>
                  <a:pt x="347989" y="114849"/>
                  <a:pt x="348343" y="116227"/>
                </a:cubicBezTo>
                <a:cubicBezTo>
                  <a:pt x="348696" y="117604"/>
                  <a:pt x="349499" y="118742"/>
                  <a:pt x="350751" y="119641"/>
                </a:cubicBezTo>
                <a:cubicBezTo>
                  <a:pt x="352003" y="120538"/>
                  <a:pt x="353528" y="120986"/>
                  <a:pt x="355326" y="120986"/>
                </a:cubicBezTo>
                <a:cubicBezTo>
                  <a:pt x="357831" y="120986"/>
                  <a:pt x="361459" y="120119"/>
                  <a:pt x="366211" y="118386"/>
                </a:cubicBezTo>
                <a:lnTo>
                  <a:pt x="368523" y="139463"/>
                </a:lnTo>
                <a:cubicBezTo>
                  <a:pt x="362230" y="142172"/>
                  <a:pt x="355102" y="143527"/>
                  <a:pt x="347139" y="143527"/>
                </a:cubicBezTo>
                <a:cubicBezTo>
                  <a:pt x="342258" y="143527"/>
                  <a:pt x="337859" y="142708"/>
                  <a:pt x="333942" y="141071"/>
                </a:cubicBezTo>
                <a:cubicBezTo>
                  <a:pt x="330024" y="139433"/>
                  <a:pt x="327151" y="137314"/>
                  <a:pt x="325321" y="134713"/>
                </a:cubicBezTo>
                <a:cubicBezTo>
                  <a:pt x="323490" y="132112"/>
                  <a:pt x="322222" y="128596"/>
                  <a:pt x="321516" y="124165"/>
                </a:cubicBezTo>
                <a:cubicBezTo>
                  <a:pt x="320938" y="121019"/>
                  <a:pt x="320649" y="114661"/>
                  <a:pt x="320649" y="105093"/>
                </a:cubicBezTo>
                <a:lnTo>
                  <a:pt x="320649" y="60493"/>
                </a:lnTo>
                <a:lnTo>
                  <a:pt x="308223" y="60493"/>
                </a:lnTo>
                <a:lnTo>
                  <a:pt x="308223" y="38916"/>
                </a:lnTo>
                <a:lnTo>
                  <a:pt x="320649" y="38916"/>
                </a:lnTo>
                <a:lnTo>
                  <a:pt x="320649" y="18495"/>
                </a:lnTo>
                <a:lnTo>
                  <a:pt x="347813" y="2504"/>
                </a:lnTo>
                <a:lnTo>
                  <a:pt x="347813" y="38916"/>
                </a:lnTo>
                <a:lnTo>
                  <a:pt x="366308" y="38916"/>
                </a:lnTo>
                <a:close/>
                <a:moveTo>
                  <a:pt x="410410" y="141215"/>
                </a:moveTo>
                <a:lnTo>
                  <a:pt x="383342" y="141215"/>
                </a:lnTo>
                <a:lnTo>
                  <a:pt x="383342" y="38916"/>
                </a:lnTo>
                <a:lnTo>
                  <a:pt x="408484" y="38916"/>
                </a:lnTo>
                <a:lnTo>
                  <a:pt x="408484" y="53461"/>
                </a:lnTo>
                <a:cubicBezTo>
                  <a:pt x="412786" y="46590"/>
                  <a:pt x="416655" y="42063"/>
                  <a:pt x="420091" y="39879"/>
                </a:cubicBezTo>
                <a:cubicBezTo>
                  <a:pt x="423527" y="37696"/>
                  <a:pt x="427428" y="36604"/>
                  <a:pt x="431795" y="36604"/>
                </a:cubicBezTo>
                <a:cubicBezTo>
                  <a:pt x="437960" y="36604"/>
                  <a:pt x="443900" y="38306"/>
                  <a:pt x="449615" y="41709"/>
                </a:cubicBezTo>
                <a:lnTo>
                  <a:pt x="441235" y="65310"/>
                </a:lnTo>
                <a:cubicBezTo>
                  <a:pt x="436675" y="62356"/>
                  <a:pt x="432437" y="60879"/>
                  <a:pt x="428520" y="60879"/>
                </a:cubicBezTo>
                <a:cubicBezTo>
                  <a:pt x="424731" y="60879"/>
                  <a:pt x="421520" y="61922"/>
                  <a:pt x="418887" y="64009"/>
                </a:cubicBezTo>
                <a:cubicBezTo>
                  <a:pt x="416254" y="66096"/>
                  <a:pt x="414183" y="69869"/>
                  <a:pt x="412674" y="75328"/>
                </a:cubicBezTo>
                <a:cubicBezTo>
                  <a:pt x="411165" y="80786"/>
                  <a:pt x="410410" y="92217"/>
                  <a:pt x="410410" y="109620"/>
                </a:cubicBezTo>
                <a:lnTo>
                  <a:pt x="410410" y="141215"/>
                </a:lnTo>
                <a:close/>
                <a:moveTo>
                  <a:pt x="481665" y="70511"/>
                </a:moveTo>
                <a:lnTo>
                  <a:pt x="457102" y="66080"/>
                </a:lnTo>
                <a:cubicBezTo>
                  <a:pt x="459863" y="56060"/>
                  <a:pt x="464615" y="48643"/>
                  <a:pt x="471358" y="43829"/>
                </a:cubicBezTo>
                <a:cubicBezTo>
                  <a:pt x="478101" y="39012"/>
                  <a:pt x="488119" y="36604"/>
                  <a:pt x="501412" y="36604"/>
                </a:cubicBezTo>
                <a:cubicBezTo>
                  <a:pt x="513485" y="36604"/>
                  <a:pt x="522476" y="38033"/>
                  <a:pt x="528384" y="40891"/>
                </a:cubicBezTo>
                <a:cubicBezTo>
                  <a:pt x="534292" y="43748"/>
                  <a:pt x="538450" y="47377"/>
                  <a:pt x="540858" y="51776"/>
                </a:cubicBezTo>
                <a:cubicBezTo>
                  <a:pt x="543266" y="56175"/>
                  <a:pt x="544470" y="64250"/>
                  <a:pt x="544470" y="76002"/>
                </a:cubicBezTo>
                <a:lnTo>
                  <a:pt x="544181" y="107597"/>
                </a:lnTo>
                <a:cubicBezTo>
                  <a:pt x="544181" y="116587"/>
                  <a:pt x="544615" y="123218"/>
                  <a:pt x="545482" y="127488"/>
                </a:cubicBezTo>
                <a:cubicBezTo>
                  <a:pt x="546349" y="131759"/>
                  <a:pt x="547970" y="136334"/>
                  <a:pt x="550346" y="141215"/>
                </a:cubicBezTo>
                <a:lnTo>
                  <a:pt x="523567" y="141215"/>
                </a:lnTo>
                <a:cubicBezTo>
                  <a:pt x="522861" y="139417"/>
                  <a:pt x="521994" y="136752"/>
                  <a:pt x="520966" y="133220"/>
                </a:cubicBezTo>
                <a:cubicBezTo>
                  <a:pt x="520517" y="131614"/>
                  <a:pt x="520196" y="130555"/>
                  <a:pt x="520003" y="130041"/>
                </a:cubicBezTo>
                <a:cubicBezTo>
                  <a:pt x="515379" y="134536"/>
                  <a:pt x="510435" y="137908"/>
                  <a:pt x="505169" y="140155"/>
                </a:cubicBezTo>
                <a:cubicBezTo>
                  <a:pt x="499903" y="142403"/>
                  <a:pt x="494284" y="143527"/>
                  <a:pt x="488312" y="143527"/>
                </a:cubicBezTo>
                <a:cubicBezTo>
                  <a:pt x="477780" y="143527"/>
                  <a:pt x="469480" y="140681"/>
                  <a:pt x="463411" y="134990"/>
                </a:cubicBezTo>
                <a:cubicBezTo>
                  <a:pt x="457343" y="129299"/>
                  <a:pt x="454308" y="122104"/>
                  <a:pt x="454308" y="113407"/>
                </a:cubicBezTo>
                <a:cubicBezTo>
                  <a:pt x="454308" y="107651"/>
                  <a:pt x="455689" y="102520"/>
                  <a:pt x="458450" y="98012"/>
                </a:cubicBezTo>
                <a:cubicBezTo>
                  <a:pt x="461212" y="93503"/>
                  <a:pt x="465081" y="90049"/>
                  <a:pt x="470058" y="87651"/>
                </a:cubicBezTo>
                <a:cubicBezTo>
                  <a:pt x="475035" y="85253"/>
                  <a:pt x="482211" y="83159"/>
                  <a:pt x="491587" y="81369"/>
                </a:cubicBezTo>
                <a:cubicBezTo>
                  <a:pt x="504238" y="79003"/>
                  <a:pt x="513003" y="76797"/>
                  <a:pt x="517884" y="74750"/>
                </a:cubicBezTo>
                <a:lnTo>
                  <a:pt x="517884" y="72022"/>
                </a:lnTo>
                <a:cubicBezTo>
                  <a:pt x="517884" y="66762"/>
                  <a:pt x="516600" y="63013"/>
                  <a:pt x="514031" y="60773"/>
                </a:cubicBezTo>
                <a:cubicBezTo>
                  <a:pt x="511462" y="58532"/>
                  <a:pt x="506614" y="57411"/>
                  <a:pt x="499486" y="57411"/>
                </a:cubicBezTo>
                <a:cubicBezTo>
                  <a:pt x="494669" y="57411"/>
                  <a:pt x="490912" y="58380"/>
                  <a:pt x="488215" y="60319"/>
                </a:cubicBezTo>
                <a:cubicBezTo>
                  <a:pt x="485518" y="62255"/>
                  <a:pt x="483335" y="65653"/>
                  <a:pt x="481665" y="70511"/>
                </a:cubicBezTo>
                <a:moveTo>
                  <a:pt x="517884" y="92474"/>
                </a:moveTo>
                <a:cubicBezTo>
                  <a:pt x="514416" y="93616"/>
                  <a:pt x="508926" y="94980"/>
                  <a:pt x="501412" y="96568"/>
                </a:cubicBezTo>
                <a:cubicBezTo>
                  <a:pt x="493899" y="98153"/>
                  <a:pt x="488986" y="99707"/>
                  <a:pt x="486674" y="101230"/>
                </a:cubicBezTo>
                <a:cubicBezTo>
                  <a:pt x="483142" y="103705"/>
                  <a:pt x="481376" y="106845"/>
                  <a:pt x="481376" y="110652"/>
                </a:cubicBezTo>
                <a:cubicBezTo>
                  <a:pt x="481376" y="114397"/>
                  <a:pt x="482789" y="117634"/>
                  <a:pt x="485614" y="120363"/>
                </a:cubicBezTo>
                <a:cubicBezTo>
                  <a:pt x="488440" y="123091"/>
                  <a:pt x="492036" y="124454"/>
                  <a:pt x="496403" y="124454"/>
                </a:cubicBezTo>
                <a:cubicBezTo>
                  <a:pt x="501284" y="124454"/>
                  <a:pt x="505939" y="122868"/>
                  <a:pt x="510370" y="119695"/>
                </a:cubicBezTo>
                <a:cubicBezTo>
                  <a:pt x="513646" y="117285"/>
                  <a:pt x="515797" y="114334"/>
                  <a:pt x="516824" y="110842"/>
                </a:cubicBezTo>
                <a:cubicBezTo>
                  <a:pt x="517531" y="108558"/>
                  <a:pt x="517884" y="104213"/>
                  <a:pt x="517884" y="97805"/>
                </a:cubicBezTo>
                <a:lnTo>
                  <a:pt x="517884" y="92474"/>
                </a:lnTo>
                <a:close/>
                <a:moveTo>
                  <a:pt x="571912" y="25045"/>
                </a:moveTo>
                <a:lnTo>
                  <a:pt x="571912" y="0"/>
                </a:lnTo>
                <a:lnTo>
                  <a:pt x="598980" y="0"/>
                </a:lnTo>
                <a:lnTo>
                  <a:pt x="598980" y="25045"/>
                </a:lnTo>
                <a:lnTo>
                  <a:pt x="571912" y="25045"/>
                </a:lnTo>
                <a:moveTo>
                  <a:pt x="571912" y="141215"/>
                </a:moveTo>
                <a:lnTo>
                  <a:pt x="571912" y="38916"/>
                </a:lnTo>
                <a:lnTo>
                  <a:pt x="598980" y="38916"/>
                </a:lnTo>
                <a:lnTo>
                  <a:pt x="598980" y="141215"/>
                </a:lnTo>
                <a:lnTo>
                  <a:pt x="571912" y="141215"/>
                </a:lnTo>
                <a:close/>
                <a:moveTo>
                  <a:pt x="720201" y="141215"/>
                </a:moveTo>
                <a:lnTo>
                  <a:pt x="693133" y="141215"/>
                </a:lnTo>
                <a:lnTo>
                  <a:pt x="693133" y="89066"/>
                </a:lnTo>
                <a:cubicBezTo>
                  <a:pt x="693133" y="78033"/>
                  <a:pt x="692555" y="70897"/>
                  <a:pt x="691399" y="67658"/>
                </a:cubicBezTo>
                <a:cubicBezTo>
                  <a:pt x="690243" y="64419"/>
                  <a:pt x="688365" y="61901"/>
                  <a:pt x="685764" y="60105"/>
                </a:cubicBezTo>
                <a:cubicBezTo>
                  <a:pt x="683163" y="58309"/>
                  <a:pt x="680033" y="57411"/>
                  <a:pt x="676372" y="57411"/>
                </a:cubicBezTo>
                <a:cubicBezTo>
                  <a:pt x="671684" y="57411"/>
                  <a:pt x="667478" y="58694"/>
                  <a:pt x="663753" y="61261"/>
                </a:cubicBezTo>
                <a:cubicBezTo>
                  <a:pt x="660029" y="63826"/>
                  <a:pt x="657476" y="67225"/>
                  <a:pt x="656095" y="71459"/>
                </a:cubicBezTo>
                <a:cubicBezTo>
                  <a:pt x="654715" y="75692"/>
                  <a:pt x="654024" y="83517"/>
                  <a:pt x="654024" y="94936"/>
                </a:cubicBezTo>
                <a:lnTo>
                  <a:pt x="654024" y="141215"/>
                </a:lnTo>
                <a:lnTo>
                  <a:pt x="626957" y="141215"/>
                </a:lnTo>
                <a:lnTo>
                  <a:pt x="626957" y="38916"/>
                </a:lnTo>
                <a:lnTo>
                  <a:pt x="652098" y="38916"/>
                </a:lnTo>
                <a:lnTo>
                  <a:pt x="652098" y="53943"/>
                </a:lnTo>
                <a:cubicBezTo>
                  <a:pt x="661024" y="42384"/>
                  <a:pt x="672262" y="36604"/>
                  <a:pt x="685812" y="36604"/>
                </a:cubicBezTo>
                <a:cubicBezTo>
                  <a:pt x="691784" y="36604"/>
                  <a:pt x="697243" y="37680"/>
                  <a:pt x="702188" y="39831"/>
                </a:cubicBezTo>
                <a:cubicBezTo>
                  <a:pt x="707133" y="41982"/>
                  <a:pt x="710873" y="44728"/>
                  <a:pt x="713410" y="48067"/>
                </a:cubicBezTo>
                <a:cubicBezTo>
                  <a:pt x="715946" y="51406"/>
                  <a:pt x="717712" y="55195"/>
                  <a:pt x="718708" y="59434"/>
                </a:cubicBezTo>
                <a:cubicBezTo>
                  <a:pt x="719703" y="63672"/>
                  <a:pt x="720201" y="69741"/>
                  <a:pt x="720201" y="77639"/>
                </a:cubicBezTo>
                <a:lnTo>
                  <a:pt x="720201" y="141215"/>
                </a:lnTo>
                <a:close/>
                <a:moveTo>
                  <a:pt x="747489" y="25045"/>
                </a:moveTo>
                <a:lnTo>
                  <a:pt x="747489" y="0"/>
                </a:lnTo>
                <a:lnTo>
                  <a:pt x="774557" y="0"/>
                </a:lnTo>
                <a:lnTo>
                  <a:pt x="774557" y="25045"/>
                </a:lnTo>
                <a:lnTo>
                  <a:pt x="747489" y="25045"/>
                </a:lnTo>
                <a:moveTo>
                  <a:pt x="747489" y="141215"/>
                </a:moveTo>
                <a:lnTo>
                  <a:pt x="747489" y="38916"/>
                </a:lnTo>
                <a:lnTo>
                  <a:pt x="774557" y="38916"/>
                </a:lnTo>
                <a:lnTo>
                  <a:pt x="774557" y="141215"/>
                </a:lnTo>
                <a:lnTo>
                  <a:pt x="747489" y="141215"/>
                </a:lnTo>
                <a:close/>
                <a:moveTo>
                  <a:pt x="895779" y="141215"/>
                </a:moveTo>
                <a:lnTo>
                  <a:pt x="868711" y="141215"/>
                </a:lnTo>
                <a:lnTo>
                  <a:pt x="868711" y="89066"/>
                </a:lnTo>
                <a:cubicBezTo>
                  <a:pt x="868711" y="78033"/>
                  <a:pt x="868133" y="70897"/>
                  <a:pt x="866977" y="67658"/>
                </a:cubicBezTo>
                <a:cubicBezTo>
                  <a:pt x="865821" y="64419"/>
                  <a:pt x="863943" y="61901"/>
                  <a:pt x="861342" y="60105"/>
                </a:cubicBezTo>
                <a:cubicBezTo>
                  <a:pt x="858741" y="58309"/>
                  <a:pt x="855610" y="57411"/>
                  <a:pt x="851950" y="57411"/>
                </a:cubicBezTo>
                <a:cubicBezTo>
                  <a:pt x="847262" y="57411"/>
                  <a:pt x="843056" y="58694"/>
                  <a:pt x="839331" y="61261"/>
                </a:cubicBezTo>
                <a:cubicBezTo>
                  <a:pt x="835606" y="63826"/>
                  <a:pt x="833054" y="67225"/>
                  <a:pt x="831673" y="71459"/>
                </a:cubicBezTo>
                <a:cubicBezTo>
                  <a:pt x="830292" y="75692"/>
                  <a:pt x="829602" y="83517"/>
                  <a:pt x="829602" y="94936"/>
                </a:cubicBezTo>
                <a:lnTo>
                  <a:pt x="829602" y="141215"/>
                </a:lnTo>
                <a:lnTo>
                  <a:pt x="802534" y="141215"/>
                </a:lnTo>
                <a:lnTo>
                  <a:pt x="802534" y="38916"/>
                </a:lnTo>
                <a:lnTo>
                  <a:pt x="827675" y="38916"/>
                </a:lnTo>
                <a:lnTo>
                  <a:pt x="827675" y="53943"/>
                </a:lnTo>
                <a:cubicBezTo>
                  <a:pt x="836602" y="42384"/>
                  <a:pt x="847840" y="36604"/>
                  <a:pt x="861390" y="36604"/>
                </a:cubicBezTo>
                <a:cubicBezTo>
                  <a:pt x="867362" y="36604"/>
                  <a:pt x="872821" y="37680"/>
                  <a:pt x="877765" y="39831"/>
                </a:cubicBezTo>
                <a:cubicBezTo>
                  <a:pt x="882710" y="41982"/>
                  <a:pt x="886451" y="44728"/>
                  <a:pt x="888987" y="48067"/>
                </a:cubicBezTo>
                <a:cubicBezTo>
                  <a:pt x="891524" y="51406"/>
                  <a:pt x="893290" y="55195"/>
                  <a:pt x="894285" y="59434"/>
                </a:cubicBezTo>
                <a:cubicBezTo>
                  <a:pt x="895281" y="63672"/>
                  <a:pt x="895779" y="69741"/>
                  <a:pt x="895779" y="77639"/>
                </a:cubicBezTo>
                <a:lnTo>
                  <a:pt x="895779" y="141215"/>
                </a:lnTo>
                <a:close/>
                <a:moveTo>
                  <a:pt x="920562" y="147765"/>
                </a:moveTo>
                <a:lnTo>
                  <a:pt x="951483" y="151618"/>
                </a:lnTo>
                <a:cubicBezTo>
                  <a:pt x="951996" y="155249"/>
                  <a:pt x="953184" y="157744"/>
                  <a:pt x="955047" y="159105"/>
                </a:cubicBezTo>
                <a:cubicBezTo>
                  <a:pt x="957615" y="161049"/>
                  <a:pt x="961661" y="162022"/>
                  <a:pt x="967184" y="162022"/>
                </a:cubicBezTo>
                <a:cubicBezTo>
                  <a:pt x="974248" y="162022"/>
                  <a:pt x="979546" y="160954"/>
                  <a:pt x="983078" y="158819"/>
                </a:cubicBezTo>
                <a:cubicBezTo>
                  <a:pt x="985454" y="157396"/>
                  <a:pt x="987252" y="155100"/>
                  <a:pt x="988472" y="151931"/>
                </a:cubicBezTo>
                <a:cubicBezTo>
                  <a:pt x="989307" y="149668"/>
                  <a:pt x="989724" y="145497"/>
                  <a:pt x="989724" y="139418"/>
                </a:cubicBezTo>
                <a:lnTo>
                  <a:pt x="989724" y="124379"/>
                </a:lnTo>
                <a:cubicBezTo>
                  <a:pt x="981633" y="135603"/>
                  <a:pt x="971422" y="141215"/>
                  <a:pt x="959092" y="141215"/>
                </a:cubicBezTo>
                <a:cubicBezTo>
                  <a:pt x="945350" y="141215"/>
                  <a:pt x="934465" y="135403"/>
                  <a:pt x="926438" y="123780"/>
                </a:cubicBezTo>
                <a:cubicBezTo>
                  <a:pt x="920144" y="114597"/>
                  <a:pt x="916998" y="103166"/>
                  <a:pt x="916998" y="89488"/>
                </a:cubicBezTo>
                <a:cubicBezTo>
                  <a:pt x="916998" y="72341"/>
                  <a:pt x="921124" y="59241"/>
                  <a:pt x="929376" y="50186"/>
                </a:cubicBezTo>
                <a:cubicBezTo>
                  <a:pt x="937628" y="41132"/>
                  <a:pt x="947886" y="36604"/>
                  <a:pt x="960152" y="36604"/>
                </a:cubicBezTo>
                <a:cubicBezTo>
                  <a:pt x="972803" y="36604"/>
                  <a:pt x="983238" y="42185"/>
                  <a:pt x="991458" y="53347"/>
                </a:cubicBezTo>
                <a:lnTo>
                  <a:pt x="991458" y="38916"/>
                </a:lnTo>
                <a:lnTo>
                  <a:pt x="1016792" y="38916"/>
                </a:lnTo>
                <a:lnTo>
                  <a:pt x="1016792" y="130776"/>
                </a:lnTo>
                <a:cubicBezTo>
                  <a:pt x="1016792" y="142857"/>
                  <a:pt x="1015797" y="151885"/>
                  <a:pt x="1013806" y="157862"/>
                </a:cubicBezTo>
                <a:cubicBezTo>
                  <a:pt x="1011815" y="163838"/>
                  <a:pt x="1009022" y="168529"/>
                  <a:pt x="1005426" y="171934"/>
                </a:cubicBezTo>
                <a:cubicBezTo>
                  <a:pt x="1001829" y="175342"/>
                  <a:pt x="997029" y="178009"/>
                  <a:pt x="991025" y="179935"/>
                </a:cubicBezTo>
                <a:cubicBezTo>
                  <a:pt x="985020" y="181864"/>
                  <a:pt x="977427" y="182828"/>
                  <a:pt x="968243" y="182828"/>
                </a:cubicBezTo>
                <a:cubicBezTo>
                  <a:pt x="950905" y="182828"/>
                  <a:pt x="938607" y="179833"/>
                  <a:pt x="931350" y="173843"/>
                </a:cubicBezTo>
                <a:cubicBezTo>
                  <a:pt x="924094" y="167854"/>
                  <a:pt x="920465" y="160263"/>
                  <a:pt x="920465" y="151067"/>
                </a:cubicBezTo>
                <a:cubicBezTo>
                  <a:pt x="920465" y="150160"/>
                  <a:pt x="920497" y="149060"/>
                  <a:pt x="920562" y="147765"/>
                </a:cubicBezTo>
                <a:moveTo>
                  <a:pt x="944740" y="87946"/>
                </a:moveTo>
                <a:cubicBezTo>
                  <a:pt x="944740" y="98767"/>
                  <a:pt x="946843" y="106690"/>
                  <a:pt x="951049" y="111715"/>
                </a:cubicBezTo>
                <a:cubicBezTo>
                  <a:pt x="955255" y="116740"/>
                  <a:pt x="960441" y="119253"/>
                  <a:pt x="966606" y="119253"/>
                </a:cubicBezTo>
                <a:cubicBezTo>
                  <a:pt x="973220" y="119253"/>
                  <a:pt x="978807" y="116676"/>
                  <a:pt x="983367" y="111522"/>
                </a:cubicBezTo>
                <a:cubicBezTo>
                  <a:pt x="987926" y="106369"/>
                  <a:pt x="990206" y="98735"/>
                  <a:pt x="990206" y="88621"/>
                </a:cubicBezTo>
                <a:cubicBezTo>
                  <a:pt x="990206" y="78057"/>
                  <a:pt x="988023" y="70214"/>
                  <a:pt x="983656" y="65093"/>
                </a:cubicBezTo>
                <a:cubicBezTo>
                  <a:pt x="979289" y="59971"/>
                  <a:pt x="973766" y="57411"/>
                  <a:pt x="967088" y="57411"/>
                </a:cubicBezTo>
                <a:cubicBezTo>
                  <a:pt x="960602" y="57411"/>
                  <a:pt x="955255" y="59923"/>
                  <a:pt x="951049" y="64948"/>
                </a:cubicBezTo>
                <a:cubicBezTo>
                  <a:pt x="946843" y="69973"/>
                  <a:pt x="944740" y="77639"/>
                  <a:pt x="944740" y="879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Fine-tuning">
            <a:extLst xmlns:a="http://schemas.openxmlformats.org/drawingml/2006/main">
              <a:ext uri="{FF2B5EF4-FFF2-40B4-BE49-F238E27FC236}">
                <a16:creationId xmlns:a16="http://schemas.microsoft.com/office/drawing/2014/main" id="{13C09177-3EE3-4CD2-9A05-1CEA2DE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646" y="2303266"/>
            <a:ext cx="1046190" cy="182828"/>
          </a:xfrm>
          <a:custGeom xmlns:a="http://schemas.openxmlformats.org/drawingml/2006/main">
            <a:pathLst>
              <a:path w="1046190" h="182828">
                <a:moveTo>
                  <a:pt x="0" y="141215"/>
                </a:moveTo>
                <a:lnTo>
                  <a:pt x="0" y="0"/>
                </a:lnTo>
                <a:lnTo>
                  <a:pt x="96808" y="0"/>
                </a:lnTo>
                <a:lnTo>
                  <a:pt x="96808" y="23889"/>
                </a:lnTo>
                <a:lnTo>
                  <a:pt x="28513" y="23889"/>
                </a:lnTo>
                <a:lnTo>
                  <a:pt x="28513" y="57218"/>
                </a:lnTo>
                <a:lnTo>
                  <a:pt x="87465" y="57218"/>
                </a:lnTo>
                <a:lnTo>
                  <a:pt x="87465" y="81107"/>
                </a:lnTo>
                <a:lnTo>
                  <a:pt x="28513" y="81107"/>
                </a:lnTo>
                <a:lnTo>
                  <a:pt x="28513" y="141215"/>
                </a:lnTo>
                <a:lnTo>
                  <a:pt x="0" y="141215"/>
                </a:lnTo>
                <a:close/>
                <a:moveTo>
                  <a:pt x="119954" y="25045"/>
                </a:moveTo>
                <a:lnTo>
                  <a:pt x="119954" y="0"/>
                </a:lnTo>
                <a:lnTo>
                  <a:pt x="147022" y="0"/>
                </a:lnTo>
                <a:lnTo>
                  <a:pt x="147022" y="25045"/>
                </a:lnTo>
                <a:lnTo>
                  <a:pt x="119954" y="25045"/>
                </a:lnTo>
                <a:moveTo>
                  <a:pt x="119954" y="141215"/>
                </a:moveTo>
                <a:lnTo>
                  <a:pt x="119954" y="38916"/>
                </a:lnTo>
                <a:lnTo>
                  <a:pt x="147022" y="38916"/>
                </a:lnTo>
                <a:lnTo>
                  <a:pt x="147022" y="141215"/>
                </a:lnTo>
                <a:lnTo>
                  <a:pt x="119954" y="141215"/>
                </a:lnTo>
                <a:close/>
                <a:moveTo>
                  <a:pt x="268243" y="141215"/>
                </a:moveTo>
                <a:lnTo>
                  <a:pt x="241175" y="141215"/>
                </a:lnTo>
                <a:lnTo>
                  <a:pt x="241175" y="89066"/>
                </a:lnTo>
                <a:cubicBezTo>
                  <a:pt x="241175" y="78033"/>
                  <a:pt x="240597" y="70897"/>
                  <a:pt x="239441" y="67658"/>
                </a:cubicBezTo>
                <a:cubicBezTo>
                  <a:pt x="238285" y="64419"/>
                  <a:pt x="236407" y="61901"/>
                  <a:pt x="233806" y="60105"/>
                </a:cubicBezTo>
                <a:cubicBezTo>
                  <a:pt x="231205" y="58309"/>
                  <a:pt x="228074" y="57411"/>
                  <a:pt x="224414" y="57411"/>
                </a:cubicBezTo>
                <a:cubicBezTo>
                  <a:pt x="219726" y="57411"/>
                  <a:pt x="215520" y="58694"/>
                  <a:pt x="211795" y="61261"/>
                </a:cubicBezTo>
                <a:cubicBezTo>
                  <a:pt x="208070" y="63826"/>
                  <a:pt x="205518" y="67225"/>
                  <a:pt x="204137" y="71459"/>
                </a:cubicBezTo>
                <a:cubicBezTo>
                  <a:pt x="202756" y="75692"/>
                  <a:pt x="202066" y="83517"/>
                  <a:pt x="202066" y="94936"/>
                </a:cubicBezTo>
                <a:lnTo>
                  <a:pt x="202066" y="141215"/>
                </a:lnTo>
                <a:lnTo>
                  <a:pt x="174998" y="141215"/>
                </a:lnTo>
                <a:lnTo>
                  <a:pt x="174998" y="38916"/>
                </a:lnTo>
                <a:lnTo>
                  <a:pt x="200140" y="38916"/>
                </a:lnTo>
                <a:lnTo>
                  <a:pt x="200140" y="53943"/>
                </a:lnTo>
                <a:cubicBezTo>
                  <a:pt x="209066" y="42384"/>
                  <a:pt x="220304" y="36604"/>
                  <a:pt x="233854" y="36604"/>
                </a:cubicBezTo>
                <a:cubicBezTo>
                  <a:pt x="239826" y="36604"/>
                  <a:pt x="245285" y="37680"/>
                  <a:pt x="250229" y="39831"/>
                </a:cubicBezTo>
                <a:cubicBezTo>
                  <a:pt x="255174" y="41982"/>
                  <a:pt x="258915" y="44728"/>
                  <a:pt x="261452" y="48067"/>
                </a:cubicBezTo>
                <a:cubicBezTo>
                  <a:pt x="263988" y="51406"/>
                  <a:pt x="265754" y="55195"/>
                  <a:pt x="266750" y="59434"/>
                </a:cubicBezTo>
                <a:cubicBezTo>
                  <a:pt x="267745" y="63672"/>
                  <a:pt x="268243" y="69741"/>
                  <a:pt x="268243" y="77639"/>
                </a:cubicBezTo>
                <a:lnTo>
                  <a:pt x="268243" y="141215"/>
                </a:lnTo>
                <a:close/>
                <a:moveTo>
                  <a:pt x="354772" y="108657"/>
                </a:moveTo>
                <a:lnTo>
                  <a:pt x="381744" y="113280"/>
                </a:lnTo>
                <a:cubicBezTo>
                  <a:pt x="378276" y="123138"/>
                  <a:pt x="372801" y="130643"/>
                  <a:pt x="365320" y="135797"/>
                </a:cubicBezTo>
                <a:cubicBezTo>
                  <a:pt x="357838" y="140950"/>
                  <a:pt x="348479" y="143527"/>
                  <a:pt x="337241" y="143527"/>
                </a:cubicBezTo>
                <a:cubicBezTo>
                  <a:pt x="319452" y="143527"/>
                  <a:pt x="306288" y="137715"/>
                  <a:pt x="297747" y="126092"/>
                </a:cubicBezTo>
                <a:cubicBezTo>
                  <a:pt x="291004" y="116780"/>
                  <a:pt x="287632" y="105028"/>
                  <a:pt x="287632" y="90836"/>
                </a:cubicBezTo>
                <a:cubicBezTo>
                  <a:pt x="287632" y="73883"/>
                  <a:pt x="292063" y="60606"/>
                  <a:pt x="300925" y="51005"/>
                </a:cubicBezTo>
                <a:cubicBezTo>
                  <a:pt x="309787" y="41404"/>
                  <a:pt x="320993" y="36604"/>
                  <a:pt x="334543" y="36604"/>
                </a:cubicBezTo>
                <a:cubicBezTo>
                  <a:pt x="349763" y="36604"/>
                  <a:pt x="361772" y="41629"/>
                  <a:pt x="370570" y="51679"/>
                </a:cubicBezTo>
                <a:cubicBezTo>
                  <a:pt x="379368" y="61729"/>
                  <a:pt x="383574" y="77126"/>
                  <a:pt x="383188" y="97868"/>
                </a:cubicBezTo>
                <a:lnTo>
                  <a:pt x="315374" y="97868"/>
                </a:lnTo>
                <a:cubicBezTo>
                  <a:pt x="315567" y="105895"/>
                  <a:pt x="317750" y="112140"/>
                  <a:pt x="321925" y="116604"/>
                </a:cubicBezTo>
                <a:cubicBezTo>
                  <a:pt x="326099" y="121067"/>
                  <a:pt x="331300" y="123298"/>
                  <a:pt x="337530" y="123298"/>
                </a:cubicBezTo>
                <a:cubicBezTo>
                  <a:pt x="341768" y="123298"/>
                  <a:pt x="345332" y="122142"/>
                  <a:pt x="348222" y="119831"/>
                </a:cubicBezTo>
                <a:cubicBezTo>
                  <a:pt x="351112" y="117519"/>
                  <a:pt x="353295" y="113794"/>
                  <a:pt x="354772" y="108657"/>
                </a:cubicBezTo>
                <a:moveTo>
                  <a:pt x="356313" y="81300"/>
                </a:moveTo>
                <a:cubicBezTo>
                  <a:pt x="356121" y="73497"/>
                  <a:pt x="354098" y="67565"/>
                  <a:pt x="350245" y="63503"/>
                </a:cubicBezTo>
                <a:cubicBezTo>
                  <a:pt x="346392" y="59442"/>
                  <a:pt x="341704" y="57411"/>
                  <a:pt x="336181" y="57411"/>
                </a:cubicBezTo>
                <a:cubicBezTo>
                  <a:pt x="330273" y="57411"/>
                  <a:pt x="325392" y="59553"/>
                  <a:pt x="321539" y="63838"/>
                </a:cubicBezTo>
                <a:cubicBezTo>
                  <a:pt x="317686" y="68124"/>
                  <a:pt x="315792" y="73945"/>
                  <a:pt x="315856" y="81300"/>
                </a:cubicBezTo>
                <a:lnTo>
                  <a:pt x="356313" y="81300"/>
                </a:lnTo>
                <a:close/>
                <a:moveTo>
                  <a:pt x="402923" y="103455"/>
                </a:moveTo>
                <a:lnTo>
                  <a:pt x="402923" y="76291"/>
                </a:lnTo>
                <a:lnTo>
                  <a:pt x="456095" y="76291"/>
                </a:lnTo>
                <a:lnTo>
                  <a:pt x="456095" y="103455"/>
                </a:lnTo>
                <a:lnTo>
                  <a:pt x="402923" y="103455"/>
                </a:lnTo>
                <a:close/>
                <a:moveTo>
                  <a:pt x="518018" y="38916"/>
                </a:moveTo>
                <a:lnTo>
                  <a:pt x="518018" y="60493"/>
                </a:lnTo>
                <a:lnTo>
                  <a:pt x="499523" y="60493"/>
                </a:lnTo>
                <a:lnTo>
                  <a:pt x="499523" y="101655"/>
                </a:lnTo>
                <a:cubicBezTo>
                  <a:pt x="499523" y="109991"/>
                  <a:pt x="499699" y="114849"/>
                  <a:pt x="500053" y="116227"/>
                </a:cubicBezTo>
                <a:cubicBezTo>
                  <a:pt x="500406" y="117604"/>
                  <a:pt x="501209" y="118742"/>
                  <a:pt x="502461" y="119641"/>
                </a:cubicBezTo>
                <a:cubicBezTo>
                  <a:pt x="503713" y="120538"/>
                  <a:pt x="505238" y="120986"/>
                  <a:pt x="507036" y="120986"/>
                </a:cubicBezTo>
                <a:cubicBezTo>
                  <a:pt x="509541" y="120986"/>
                  <a:pt x="513169" y="120119"/>
                  <a:pt x="517921" y="118386"/>
                </a:cubicBezTo>
                <a:lnTo>
                  <a:pt x="520233" y="139463"/>
                </a:lnTo>
                <a:cubicBezTo>
                  <a:pt x="513940" y="142172"/>
                  <a:pt x="506812" y="143527"/>
                  <a:pt x="498849" y="143527"/>
                </a:cubicBezTo>
                <a:cubicBezTo>
                  <a:pt x="493968" y="143527"/>
                  <a:pt x="489569" y="142708"/>
                  <a:pt x="485652" y="141071"/>
                </a:cubicBezTo>
                <a:cubicBezTo>
                  <a:pt x="481735" y="139433"/>
                  <a:pt x="478861" y="137314"/>
                  <a:pt x="477031" y="134713"/>
                </a:cubicBezTo>
                <a:cubicBezTo>
                  <a:pt x="475200" y="132112"/>
                  <a:pt x="473932" y="128596"/>
                  <a:pt x="473226" y="124165"/>
                </a:cubicBezTo>
                <a:cubicBezTo>
                  <a:pt x="472648" y="121019"/>
                  <a:pt x="472359" y="114661"/>
                  <a:pt x="472359" y="105093"/>
                </a:cubicBezTo>
                <a:lnTo>
                  <a:pt x="472359" y="60493"/>
                </a:lnTo>
                <a:lnTo>
                  <a:pt x="459933" y="60493"/>
                </a:lnTo>
                <a:lnTo>
                  <a:pt x="459933" y="38916"/>
                </a:lnTo>
                <a:lnTo>
                  <a:pt x="472359" y="38916"/>
                </a:lnTo>
                <a:lnTo>
                  <a:pt x="472359" y="18495"/>
                </a:lnTo>
                <a:lnTo>
                  <a:pt x="499523" y="2504"/>
                </a:lnTo>
                <a:lnTo>
                  <a:pt x="499523" y="38916"/>
                </a:lnTo>
                <a:lnTo>
                  <a:pt x="518018" y="38916"/>
                </a:lnTo>
                <a:close/>
                <a:moveTo>
                  <a:pt x="603541" y="141215"/>
                </a:moveTo>
                <a:lnTo>
                  <a:pt x="603541" y="125899"/>
                </a:lnTo>
                <a:cubicBezTo>
                  <a:pt x="599816" y="131358"/>
                  <a:pt x="594920" y="135660"/>
                  <a:pt x="588851" y="138807"/>
                </a:cubicBezTo>
                <a:cubicBezTo>
                  <a:pt x="582783" y="141954"/>
                  <a:pt x="576377" y="143527"/>
                  <a:pt x="569634" y="143527"/>
                </a:cubicBezTo>
                <a:cubicBezTo>
                  <a:pt x="562763" y="143527"/>
                  <a:pt x="556598" y="142018"/>
                  <a:pt x="551139" y="139000"/>
                </a:cubicBezTo>
                <a:cubicBezTo>
                  <a:pt x="545681" y="135981"/>
                  <a:pt x="541731" y="131743"/>
                  <a:pt x="539291" y="126284"/>
                </a:cubicBezTo>
                <a:cubicBezTo>
                  <a:pt x="536851" y="120826"/>
                  <a:pt x="535631" y="113280"/>
                  <a:pt x="535631" y="103648"/>
                </a:cubicBezTo>
                <a:lnTo>
                  <a:pt x="535631" y="38916"/>
                </a:lnTo>
                <a:lnTo>
                  <a:pt x="562698" y="38916"/>
                </a:lnTo>
                <a:lnTo>
                  <a:pt x="562698" y="85815"/>
                </a:lnTo>
                <a:cubicBezTo>
                  <a:pt x="562698" y="100168"/>
                  <a:pt x="563196" y="108962"/>
                  <a:pt x="564192" y="112197"/>
                </a:cubicBezTo>
                <a:cubicBezTo>
                  <a:pt x="565187" y="115432"/>
                  <a:pt x="567001" y="117994"/>
                  <a:pt x="569634" y="119885"/>
                </a:cubicBezTo>
                <a:cubicBezTo>
                  <a:pt x="572267" y="121775"/>
                  <a:pt x="575606" y="122720"/>
                  <a:pt x="579652" y="122720"/>
                </a:cubicBezTo>
                <a:cubicBezTo>
                  <a:pt x="584276" y="122720"/>
                  <a:pt x="588418" y="121455"/>
                  <a:pt x="592078" y="118924"/>
                </a:cubicBezTo>
                <a:cubicBezTo>
                  <a:pt x="595739" y="116394"/>
                  <a:pt x="598243" y="113254"/>
                  <a:pt x="599592" y="109505"/>
                </a:cubicBezTo>
                <a:cubicBezTo>
                  <a:pt x="600940" y="105757"/>
                  <a:pt x="601614" y="96579"/>
                  <a:pt x="601614" y="81971"/>
                </a:cubicBezTo>
                <a:lnTo>
                  <a:pt x="601614" y="38916"/>
                </a:lnTo>
                <a:lnTo>
                  <a:pt x="628682" y="38916"/>
                </a:lnTo>
                <a:lnTo>
                  <a:pt x="628682" y="141215"/>
                </a:lnTo>
                <a:lnTo>
                  <a:pt x="603541" y="141215"/>
                </a:lnTo>
                <a:close/>
                <a:moveTo>
                  <a:pt x="749599" y="141215"/>
                </a:moveTo>
                <a:lnTo>
                  <a:pt x="722531" y="141215"/>
                </a:lnTo>
                <a:lnTo>
                  <a:pt x="722531" y="89066"/>
                </a:lnTo>
                <a:cubicBezTo>
                  <a:pt x="722531" y="78033"/>
                  <a:pt x="721954" y="70897"/>
                  <a:pt x="720798" y="67658"/>
                </a:cubicBezTo>
                <a:cubicBezTo>
                  <a:pt x="719642" y="64419"/>
                  <a:pt x="717763" y="61901"/>
                  <a:pt x="715162" y="60105"/>
                </a:cubicBezTo>
                <a:cubicBezTo>
                  <a:pt x="712562" y="58309"/>
                  <a:pt x="709431" y="57411"/>
                  <a:pt x="705771" y="57411"/>
                </a:cubicBezTo>
                <a:cubicBezTo>
                  <a:pt x="701083" y="57411"/>
                  <a:pt x="696876" y="58694"/>
                  <a:pt x="693152" y="61261"/>
                </a:cubicBezTo>
                <a:cubicBezTo>
                  <a:pt x="689427" y="63826"/>
                  <a:pt x="686875" y="67225"/>
                  <a:pt x="685494" y="71459"/>
                </a:cubicBezTo>
                <a:cubicBezTo>
                  <a:pt x="684113" y="75692"/>
                  <a:pt x="683423" y="83517"/>
                  <a:pt x="683423" y="94936"/>
                </a:cubicBezTo>
                <a:lnTo>
                  <a:pt x="683423" y="141215"/>
                </a:lnTo>
                <a:lnTo>
                  <a:pt x="656355" y="141215"/>
                </a:lnTo>
                <a:lnTo>
                  <a:pt x="656355" y="38916"/>
                </a:lnTo>
                <a:lnTo>
                  <a:pt x="681496" y="38916"/>
                </a:lnTo>
                <a:lnTo>
                  <a:pt x="681496" y="53943"/>
                </a:lnTo>
                <a:cubicBezTo>
                  <a:pt x="690423" y="42384"/>
                  <a:pt x="701661" y="36604"/>
                  <a:pt x="715211" y="36604"/>
                </a:cubicBezTo>
                <a:cubicBezTo>
                  <a:pt x="721183" y="36604"/>
                  <a:pt x="726641" y="37680"/>
                  <a:pt x="731586" y="39831"/>
                </a:cubicBezTo>
                <a:cubicBezTo>
                  <a:pt x="736531" y="41982"/>
                  <a:pt x="740272" y="44728"/>
                  <a:pt x="742808" y="48067"/>
                </a:cubicBezTo>
                <a:cubicBezTo>
                  <a:pt x="745345" y="51406"/>
                  <a:pt x="747111" y="55195"/>
                  <a:pt x="748106" y="59434"/>
                </a:cubicBezTo>
                <a:cubicBezTo>
                  <a:pt x="749102" y="63672"/>
                  <a:pt x="749599" y="69741"/>
                  <a:pt x="749599" y="77639"/>
                </a:cubicBezTo>
                <a:lnTo>
                  <a:pt x="749599" y="141215"/>
                </a:lnTo>
                <a:close/>
                <a:moveTo>
                  <a:pt x="776887" y="25045"/>
                </a:moveTo>
                <a:lnTo>
                  <a:pt x="776887" y="0"/>
                </a:lnTo>
                <a:lnTo>
                  <a:pt x="803955" y="0"/>
                </a:lnTo>
                <a:lnTo>
                  <a:pt x="803955" y="25045"/>
                </a:lnTo>
                <a:lnTo>
                  <a:pt x="776887" y="25045"/>
                </a:lnTo>
                <a:moveTo>
                  <a:pt x="776887" y="141215"/>
                </a:moveTo>
                <a:lnTo>
                  <a:pt x="776887" y="38916"/>
                </a:lnTo>
                <a:lnTo>
                  <a:pt x="803955" y="38916"/>
                </a:lnTo>
                <a:lnTo>
                  <a:pt x="803955" y="141215"/>
                </a:lnTo>
                <a:lnTo>
                  <a:pt x="776887" y="141215"/>
                </a:lnTo>
                <a:close/>
                <a:moveTo>
                  <a:pt x="925176" y="141215"/>
                </a:moveTo>
                <a:lnTo>
                  <a:pt x="898108" y="141215"/>
                </a:lnTo>
                <a:lnTo>
                  <a:pt x="898108" y="89066"/>
                </a:lnTo>
                <a:cubicBezTo>
                  <a:pt x="898108" y="78033"/>
                  <a:pt x="897530" y="70897"/>
                  <a:pt x="896374" y="67658"/>
                </a:cubicBezTo>
                <a:cubicBezTo>
                  <a:pt x="895218" y="64419"/>
                  <a:pt x="893340" y="61901"/>
                  <a:pt x="890739" y="60105"/>
                </a:cubicBezTo>
                <a:cubicBezTo>
                  <a:pt x="888138" y="58309"/>
                  <a:pt x="885008" y="57411"/>
                  <a:pt x="881347" y="57411"/>
                </a:cubicBezTo>
                <a:cubicBezTo>
                  <a:pt x="876660" y="57411"/>
                  <a:pt x="872453" y="58694"/>
                  <a:pt x="868729" y="61261"/>
                </a:cubicBezTo>
                <a:cubicBezTo>
                  <a:pt x="865004" y="63826"/>
                  <a:pt x="862451" y="67225"/>
                  <a:pt x="861071" y="71459"/>
                </a:cubicBezTo>
                <a:cubicBezTo>
                  <a:pt x="859690" y="75692"/>
                  <a:pt x="859000" y="83517"/>
                  <a:pt x="859000" y="94936"/>
                </a:cubicBezTo>
                <a:lnTo>
                  <a:pt x="859000" y="141215"/>
                </a:lnTo>
                <a:lnTo>
                  <a:pt x="831932" y="141215"/>
                </a:lnTo>
                <a:lnTo>
                  <a:pt x="831932" y="38916"/>
                </a:lnTo>
                <a:lnTo>
                  <a:pt x="857073" y="38916"/>
                </a:lnTo>
                <a:lnTo>
                  <a:pt x="857073" y="53943"/>
                </a:lnTo>
                <a:cubicBezTo>
                  <a:pt x="865999" y="42384"/>
                  <a:pt x="877237" y="36604"/>
                  <a:pt x="890787" y="36604"/>
                </a:cubicBezTo>
                <a:cubicBezTo>
                  <a:pt x="896760" y="36604"/>
                  <a:pt x="902218" y="37680"/>
                  <a:pt x="907163" y="39831"/>
                </a:cubicBezTo>
                <a:cubicBezTo>
                  <a:pt x="912108" y="41982"/>
                  <a:pt x="915848" y="44728"/>
                  <a:pt x="918385" y="48067"/>
                </a:cubicBezTo>
                <a:cubicBezTo>
                  <a:pt x="920922" y="51406"/>
                  <a:pt x="922688" y="55195"/>
                  <a:pt x="923683" y="59434"/>
                </a:cubicBezTo>
                <a:cubicBezTo>
                  <a:pt x="924678" y="63672"/>
                  <a:pt x="925176" y="69741"/>
                  <a:pt x="925176" y="77639"/>
                </a:cubicBezTo>
                <a:lnTo>
                  <a:pt x="925176" y="141215"/>
                </a:lnTo>
                <a:close/>
                <a:moveTo>
                  <a:pt x="949959" y="147765"/>
                </a:moveTo>
                <a:lnTo>
                  <a:pt x="980880" y="151618"/>
                </a:lnTo>
                <a:cubicBezTo>
                  <a:pt x="981394" y="155249"/>
                  <a:pt x="982582" y="157744"/>
                  <a:pt x="984444" y="159105"/>
                </a:cubicBezTo>
                <a:cubicBezTo>
                  <a:pt x="987013" y="161049"/>
                  <a:pt x="991059" y="162022"/>
                  <a:pt x="996581" y="162022"/>
                </a:cubicBezTo>
                <a:cubicBezTo>
                  <a:pt x="1003645" y="162022"/>
                  <a:pt x="1008943" y="160954"/>
                  <a:pt x="1012475" y="158819"/>
                </a:cubicBezTo>
                <a:cubicBezTo>
                  <a:pt x="1014851" y="157396"/>
                  <a:pt x="1016650" y="155100"/>
                  <a:pt x="1017870" y="151931"/>
                </a:cubicBezTo>
                <a:cubicBezTo>
                  <a:pt x="1018704" y="149668"/>
                  <a:pt x="1019122" y="145497"/>
                  <a:pt x="1019122" y="139418"/>
                </a:cubicBezTo>
                <a:lnTo>
                  <a:pt x="1019122" y="124379"/>
                </a:lnTo>
                <a:cubicBezTo>
                  <a:pt x="1011030" y="135603"/>
                  <a:pt x="1000820" y="141215"/>
                  <a:pt x="988490" y="141215"/>
                </a:cubicBezTo>
                <a:cubicBezTo>
                  <a:pt x="974747" y="141215"/>
                  <a:pt x="963862" y="135403"/>
                  <a:pt x="955835" y="123780"/>
                </a:cubicBezTo>
                <a:cubicBezTo>
                  <a:pt x="949542" y="114597"/>
                  <a:pt x="946395" y="103166"/>
                  <a:pt x="946395" y="89488"/>
                </a:cubicBezTo>
                <a:cubicBezTo>
                  <a:pt x="946395" y="72341"/>
                  <a:pt x="950521" y="59241"/>
                  <a:pt x="958773" y="50186"/>
                </a:cubicBezTo>
                <a:cubicBezTo>
                  <a:pt x="967025" y="41132"/>
                  <a:pt x="977284" y="36604"/>
                  <a:pt x="989550" y="36604"/>
                </a:cubicBezTo>
                <a:cubicBezTo>
                  <a:pt x="1002201" y="36604"/>
                  <a:pt x="1012636" y="42185"/>
                  <a:pt x="1020856" y="53347"/>
                </a:cubicBezTo>
                <a:lnTo>
                  <a:pt x="1020856" y="38916"/>
                </a:lnTo>
                <a:lnTo>
                  <a:pt x="1046190" y="38916"/>
                </a:lnTo>
                <a:lnTo>
                  <a:pt x="1046190" y="130776"/>
                </a:lnTo>
                <a:cubicBezTo>
                  <a:pt x="1046190" y="142857"/>
                  <a:pt x="1045194" y="151885"/>
                  <a:pt x="1043204" y="157862"/>
                </a:cubicBezTo>
                <a:cubicBezTo>
                  <a:pt x="1041213" y="163838"/>
                  <a:pt x="1038419" y="168529"/>
                  <a:pt x="1034823" y="171934"/>
                </a:cubicBezTo>
                <a:cubicBezTo>
                  <a:pt x="1031227" y="175342"/>
                  <a:pt x="1026427" y="178009"/>
                  <a:pt x="1020422" y="179935"/>
                </a:cubicBezTo>
                <a:cubicBezTo>
                  <a:pt x="1014418" y="181864"/>
                  <a:pt x="1006824" y="182828"/>
                  <a:pt x="997641" y="182828"/>
                </a:cubicBezTo>
                <a:cubicBezTo>
                  <a:pt x="980302" y="182828"/>
                  <a:pt x="968005" y="179833"/>
                  <a:pt x="960748" y="173843"/>
                </a:cubicBezTo>
                <a:cubicBezTo>
                  <a:pt x="953491" y="167854"/>
                  <a:pt x="949863" y="160263"/>
                  <a:pt x="949863" y="151067"/>
                </a:cubicBezTo>
                <a:cubicBezTo>
                  <a:pt x="949863" y="150160"/>
                  <a:pt x="949895" y="149060"/>
                  <a:pt x="949959" y="147765"/>
                </a:cubicBezTo>
                <a:moveTo>
                  <a:pt x="974137" y="87946"/>
                </a:moveTo>
                <a:cubicBezTo>
                  <a:pt x="974137" y="98767"/>
                  <a:pt x="976240" y="106690"/>
                  <a:pt x="980447" y="111715"/>
                </a:cubicBezTo>
                <a:cubicBezTo>
                  <a:pt x="984653" y="116740"/>
                  <a:pt x="989839" y="119253"/>
                  <a:pt x="996003" y="119253"/>
                </a:cubicBezTo>
                <a:cubicBezTo>
                  <a:pt x="1002618" y="119253"/>
                  <a:pt x="1008205" y="116676"/>
                  <a:pt x="1012764" y="111522"/>
                </a:cubicBezTo>
                <a:cubicBezTo>
                  <a:pt x="1017324" y="106369"/>
                  <a:pt x="1019604" y="98735"/>
                  <a:pt x="1019604" y="88621"/>
                </a:cubicBezTo>
                <a:cubicBezTo>
                  <a:pt x="1019604" y="78057"/>
                  <a:pt x="1017420" y="70214"/>
                  <a:pt x="1013053" y="65093"/>
                </a:cubicBezTo>
                <a:cubicBezTo>
                  <a:pt x="1008687" y="59971"/>
                  <a:pt x="1003164" y="57411"/>
                  <a:pt x="996485" y="57411"/>
                </a:cubicBezTo>
                <a:cubicBezTo>
                  <a:pt x="989999" y="57411"/>
                  <a:pt x="984653" y="59923"/>
                  <a:pt x="980447" y="64948"/>
                </a:cubicBezTo>
                <a:cubicBezTo>
                  <a:pt x="976240" y="69973"/>
                  <a:pt x="974137" y="77639"/>
                  <a:pt x="974137" y="879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§IV.DDRAM-AssistedTransferLearning">
            <a:extLst xmlns:a="http://schemas.openxmlformats.org/drawingml/2006/main">
              <a:ext uri="{FF2B5EF4-FFF2-40B4-BE49-F238E27FC236}">
                <a16:creationId xmlns:a16="http://schemas.microsoft.com/office/drawing/2014/main" id="{B8F4409B-E105-4D7C-B314-F78976FA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574" y="452076"/>
            <a:ext cx="3747787" cy="185333"/>
          </a:xfrm>
          <a:custGeom xmlns:a="http://schemas.openxmlformats.org/drawingml/2006/main">
            <a:pathLst>
              <a:path w="3747787" h="185333">
                <a:moveTo>
                  <a:pt x="78217" y="139463"/>
                </a:moveTo>
                <a:cubicBezTo>
                  <a:pt x="78217" y="149487"/>
                  <a:pt x="74862" y="157261"/>
                  <a:pt x="68151" y="162786"/>
                </a:cubicBezTo>
                <a:cubicBezTo>
                  <a:pt x="61440" y="168313"/>
                  <a:pt x="52081" y="171076"/>
                  <a:pt x="40072" y="171076"/>
                </a:cubicBezTo>
                <a:cubicBezTo>
                  <a:pt x="28127" y="171076"/>
                  <a:pt x="18960" y="168892"/>
                  <a:pt x="12571" y="164523"/>
                </a:cubicBezTo>
                <a:cubicBezTo>
                  <a:pt x="6181" y="160154"/>
                  <a:pt x="1991" y="153280"/>
                  <a:pt x="0" y="143900"/>
                </a:cubicBezTo>
                <a:lnTo>
                  <a:pt x="18687" y="140432"/>
                </a:lnTo>
                <a:cubicBezTo>
                  <a:pt x="19843" y="146280"/>
                  <a:pt x="22171" y="150506"/>
                  <a:pt x="25671" y="153108"/>
                </a:cubicBezTo>
                <a:cubicBezTo>
                  <a:pt x="29171" y="155711"/>
                  <a:pt x="33971" y="157013"/>
                  <a:pt x="40072" y="157013"/>
                </a:cubicBezTo>
                <a:cubicBezTo>
                  <a:pt x="46108" y="157013"/>
                  <a:pt x="50828" y="155679"/>
                  <a:pt x="54232" y="153012"/>
                </a:cubicBezTo>
                <a:cubicBezTo>
                  <a:pt x="57636" y="150345"/>
                  <a:pt x="59337" y="146442"/>
                  <a:pt x="59337" y="141302"/>
                </a:cubicBezTo>
                <a:cubicBezTo>
                  <a:pt x="59337" y="138282"/>
                  <a:pt x="58599" y="135695"/>
                  <a:pt x="57122" y="133542"/>
                </a:cubicBezTo>
                <a:cubicBezTo>
                  <a:pt x="55645" y="131389"/>
                  <a:pt x="53365" y="129445"/>
                  <a:pt x="50283" y="127711"/>
                </a:cubicBezTo>
                <a:cubicBezTo>
                  <a:pt x="47200" y="125975"/>
                  <a:pt x="41421" y="123661"/>
                  <a:pt x="32944" y="120770"/>
                </a:cubicBezTo>
                <a:cubicBezTo>
                  <a:pt x="25109" y="118135"/>
                  <a:pt x="19297" y="115516"/>
                  <a:pt x="15509" y="112913"/>
                </a:cubicBezTo>
                <a:cubicBezTo>
                  <a:pt x="11720" y="110310"/>
                  <a:pt x="8798" y="107178"/>
                  <a:pt x="6743" y="103515"/>
                </a:cubicBezTo>
                <a:cubicBezTo>
                  <a:pt x="4688" y="99853"/>
                  <a:pt x="3660" y="95451"/>
                  <a:pt x="3660" y="90309"/>
                </a:cubicBezTo>
                <a:cubicBezTo>
                  <a:pt x="3660" y="84720"/>
                  <a:pt x="5314" y="79661"/>
                  <a:pt x="8621" y="75132"/>
                </a:cubicBezTo>
                <a:cubicBezTo>
                  <a:pt x="11928" y="70600"/>
                  <a:pt x="16440" y="67306"/>
                  <a:pt x="22155" y="65249"/>
                </a:cubicBezTo>
                <a:cubicBezTo>
                  <a:pt x="17112" y="63064"/>
                  <a:pt x="13154" y="59803"/>
                  <a:pt x="10280" y="55466"/>
                </a:cubicBezTo>
                <a:cubicBezTo>
                  <a:pt x="7408" y="51127"/>
                  <a:pt x="5972" y="46227"/>
                  <a:pt x="5972" y="40764"/>
                </a:cubicBezTo>
                <a:cubicBezTo>
                  <a:pt x="5972" y="31511"/>
                  <a:pt x="9003" y="24298"/>
                  <a:pt x="15063" y="19127"/>
                </a:cubicBezTo>
                <a:cubicBezTo>
                  <a:pt x="21124" y="13953"/>
                  <a:pt x="29958" y="11367"/>
                  <a:pt x="41565" y="11367"/>
                </a:cubicBezTo>
                <a:cubicBezTo>
                  <a:pt x="51505" y="11367"/>
                  <a:pt x="59553" y="13568"/>
                  <a:pt x="65710" y="17971"/>
                </a:cubicBezTo>
                <a:cubicBezTo>
                  <a:pt x="71867" y="22372"/>
                  <a:pt x="75651" y="28749"/>
                  <a:pt x="77061" y="37101"/>
                </a:cubicBezTo>
                <a:lnTo>
                  <a:pt x="57965" y="39608"/>
                </a:lnTo>
                <a:cubicBezTo>
                  <a:pt x="57260" y="34920"/>
                  <a:pt x="55484" y="31372"/>
                  <a:pt x="52637" y="28964"/>
                </a:cubicBezTo>
                <a:cubicBezTo>
                  <a:pt x="49789" y="26556"/>
                  <a:pt x="46126" y="25352"/>
                  <a:pt x="41649" y="25352"/>
                </a:cubicBezTo>
                <a:cubicBezTo>
                  <a:pt x="36082" y="25352"/>
                  <a:pt x="31955" y="26621"/>
                  <a:pt x="29268" y="29160"/>
                </a:cubicBezTo>
                <a:cubicBezTo>
                  <a:pt x="26581" y="31697"/>
                  <a:pt x="25238" y="35053"/>
                  <a:pt x="25238" y="39229"/>
                </a:cubicBezTo>
                <a:cubicBezTo>
                  <a:pt x="25238" y="41992"/>
                  <a:pt x="25895" y="44354"/>
                  <a:pt x="27209" y="46315"/>
                </a:cubicBezTo>
                <a:cubicBezTo>
                  <a:pt x="28524" y="48274"/>
                  <a:pt x="30462" y="49993"/>
                  <a:pt x="33025" y="51472"/>
                </a:cubicBezTo>
                <a:cubicBezTo>
                  <a:pt x="35590" y="52949"/>
                  <a:pt x="40302" y="54780"/>
                  <a:pt x="47161" y="56965"/>
                </a:cubicBezTo>
                <a:cubicBezTo>
                  <a:pt x="56457" y="59983"/>
                  <a:pt x="63043" y="62778"/>
                  <a:pt x="66920" y="65349"/>
                </a:cubicBezTo>
                <a:cubicBezTo>
                  <a:pt x="70799" y="67919"/>
                  <a:pt x="73845" y="71020"/>
                  <a:pt x="76056" y="74650"/>
                </a:cubicBezTo>
                <a:cubicBezTo>
                  <a:pt x="78268" y="78281"/>
                  <a:pt x="79373" y="82698"/>
                  <a:pt x="79373" y="87901"/>
                </a:cubicBezTo>
                <a:cubicBezTo>
                  <a:pt x="79373" y="94070"/>
                  <a:pt x="77864" y="99548"/>
                  <a:pt x="74846" y="104334"/>
                </a:cubicBezTo>
                <a:cubicBezTo>
                  <a:pt x="71828" y="109120"/>
                  <a:pt x="67942" y="112349"/>
                  <a:pt x="63190" y="114021"/>
                </a:cubicBezTo>
                <a:cubicBezTo>
                  <a:pt x="73208" y="119289"/>
                  <a:pt x="78217" y="127769"/>
                  <a:pt x="78217" y="139463"/>
                </a:cubicBezTo>
                <a:moveTo>
                  <a:pt x="60493" y="90791"/>
                </a:moveTo>
                <a:cubicBezTo>
                  <a:pt x="60493" y="86101"/>
                  <a:pt x="58775" y="82262"/>
                  <a:pt x="55340" y="79274"/>
                </a:cubicBezTo>
                <a:cubicBezTo>
                  <a:pt x="51904" y="76286"/>
                  <a:pt x="46012" y="73763"/>
                  <a:pt x="37664" y="71706"/>
                </a:cubicBezTo>
                <a:cubicBezTo>
                  <a:pt x="33040" y="72092"/>
                  <a:pt x="29428" y="73810"/>
                  <a:pt x="26827" y="76863"/>
                </a:cubicBezTo>
                <a:cubicBezTo>
                  <a:pt x="24226" y="79915"/>
                  <a:pt x="22926" y="83787"/>
                  <a:pt x="22926" y="88479"/>
                </a:cubicBezTo>
                <a:cubicBezTo>
                  <a:pt x="22926" y="93105"/>
                  <a:pt x="24595" y="96880"/>
                  <a:pt x="27935" y="99804"/>
                </a:cubicBezTo>
                <a:cubicBezTo>
                  <a:pt x="31274" y="102727"/>
                  <a:pt x="36957" y="105186"/>
                  <a:pt x="44985" y="107179"/>
                </a:cubicBezTo>
                <a:cubicBezTo>
                  <a:pt x="49544" y="107050"/>
                  <a:pt x="53269" y="105540"/>
                  <a:pt x="56159" y="102648"/>
                </a:cubicBezTo>
                <a:cubicBezTo>
                  <a:pt x="59048" y="99756"/>
                  <a:pt x="60493" y="95804"/>
                  <a:pt x="60493" y="90791"/>
                </a:cubicBezTo>
                <a:close/>
                <a:moveTo>
                  <a:pt x="155664" y="143720"/>
                </a:moveTo>
                <a:lnTo>
                  <a:pt x="155664" y="2504"/>
                </a:lnTo>
                <a:lnTo>
                  <a:pt x="184177" y="2504"/>
                </a:lnTo>
                <a:lnTo>
                  <a:pt x="184177" y="143720"/>
                </a:lnTo>
                <a:lnTo>
                  <a:pt x="155664" y="143720"/>
                </a:lnTo>
                <a:close/>
                <a:moveTo>
                  <a:pt x="247795" y="143720"/>
                </a:moveTo>
                <a:lnTo>
                  <a:pt x="197319" y="2504"/>
                </a:lnTo>
                <a:lnTo>
                  <a:pt x="228240" y="2504"/>
                </a:lnTo>
                <a:lnTo>
                  <a:pt x="263978" y="106923"/>
                </a:lnTo>
                <a:lnTo>
                  <a:pt x="298559" y="2504"/>
                </a:lnTo>
                <a:lnTo>
                  <a:pt x="328806" y="2504"/>
                </a:lnTo>
                <a:lnTo>
                  <a:pt x="278234" y="143720"/>
                </a:lnTo>
                <a:lnTo>
                  <a:pt x="247795" y="143720"/>
                </a:lnTo>
                <a:close/>
                <a:moveTo>
                  <a:pt x="325996" y="143720"/>
                </a:moveTo>
                <a:lnTo>
                  <a:pt x="325996" y="116555"/>
                </a:lnTo>
                <a:lnTo>
                  <a:pt x="353064" y="116555"/>
                </a:lnTo>
                <a:lnTo>
                  <a:pt x="353064" y="143720"/>
                </a:lnTo>
                <a:lnTo>
                  <a:pt x="325996" y="143720"/>
                </a:lnTo>
                <a:close/>
                <a:moveTo>
                  <a:pt x="381331" y="2504"/>
                </a:moveTo>
                <a:lnTo>
                  <a:pt x="433443" y="2504"/>
                </a:lnTo>
                <a:cubicBezTo>
                  <a:pt x="445195" y="2504"/>
                  <a:pt x="454154" y="3404"/>
                  <a:pt x="460318" y="5202"/>
                </a:cubicBezTo>
                <a:cubicBezTo>
                  <a:pt x="468603" y="7642"/>
                  <a:pt x="475699" y="11977"/>
                  <a:pt x="481607" y="18206"/>
                </a:cubicBezTo>
                <a:cubicBezTo>
                  <a:pt x="487515" y="24435"/>
                  <a:pt x="492010" y="32061"/>
                  <a:pt x="495092" y="41083"/>
                </a:cubicBezTo>
                <a:cubicBezTo>
                  <a:pt x="498175" y="50106"/>
                  <a:pt x="499716" y="61232"/>
                  <a:pt x="499716" y="74461"/>
                </a:cubicBezTo>
                <a:cubicBezTo>
                  <a:pt x="499716" y="86084"/>
                  <a:pt x="498271" y="96102"/>
                  <a:pt x="495381" y="104515"/>
                </a:cubicBezTo>
                <a:cubicBezTo>
                  <a:pt x="491849" y="114789"/>
                  <a:pt x="486808" y="123106"/>
                  <a:pt x="480258" y="129463"/>
                </a:cubicBezTo>
                <a:cubicBezTo>
                  <a:pt x="475313" y="134280"/>
                  <a:pt x="468635" y="138036"/>
                  <a:pt x="460222" y="140733"/>
                </a:cubicBezTo>
                <a:cubicBezTo>
                  <a:pt x="453929" y="142724"/>
                  <a:pt x="445516" y="143720"/>
                  <a:pt x="434985" y="143720"/>
                </a:cubicBezTo>
                <a:lnTo>
                  <a:pt x="381331" y="143720"/>
                </a:lnTo>
                <a:lnTo>
                  <a:pt x="381331" y="2504"/>
                </a:lnTo>
                <a:moveTo>
                  <a:pt x="409843" y="26394"/>
                </a:moveTo>
                <a:lnTo>
                  <a:pt x="409843" y="119830"/>
                </a:lnTo>
                <a:lnTo>
                  <a:pt x="431131" y="119830"/>
                </a:lnTo>
                <a:cubicBezTo>
                  <a:pt x="439094" y="119830"/>
                  <a:pt x="444842" y="119381"/>
                  <a:pt x="448374" y="118482"/>
                </a:cubicBezTo>
                <a:cubicBezTo>
                  <a:pt x="452998" y="117328"/>
                  <a:pt x="456835" y="115372"/>
                  <a:pt x="459885" y="112615"/>
                </a:cubicBezTo>
                <a:cubicBezTo>
                  <a:pt x="462935" y="109856"/>
                  <a:pt x="465424" y="105316"/>
                  <a:pt x="467350" y="98997"/>
                </a:cubicBezTo>
                <a:cubicBezTo>
                  <a:pt x="469277" y="92677"/>
                  <a:pt x="470240" y="84065"/>
                  <a:pt x="470240" y="73160"/>
                </a:cubicBezTo>
                <a:cubicBezTo>
                  <a:pt x="470240" y="62255"/>
                  <a:pt x="469277" y="53884"/>
                  <a:pt x="467350" y="48046"/>
                </a:cubicBezTo>
                <a:cubicBezTo>
                  <a:pt x="465424" y="42208"/>
                  <a:pt x="462727" y="37654"/>
                  <a:pt x="459259" y="34383"/>
                </a:cubicBezTo>
                <a:cubicBezTo>
                  <a:pt x="455791" y="31110"/>
                  <a:pt x="451392" y="28896"/>
                  <a:pt x="446062" y="27742"/>
                </a:cubicBezTo>
                <a:cubicBezTo>
                  <a:pt x="442081" y="26843"/>
                  <a:pt x="434278" y="26394"/>
                  <a:pt x="422655" y="26394"/>
                </a:cubicBezTo>
                <a:lnTo>
                  <a:pt x="409843" y="26394"/>
                </a:lnTo>
                <a:close/>
                <a:moveTo>
                  <a:pt x="578608" y="2504"/>
                </a:moveTo>
                <a:lnTo>
                  <a:pt x="630721" y="2504"/>
                </a:lnTo>
                <a:cubicBezTo>
                  <a:pt x="642473" y="2504"/>
                  <a:pt x="651431" y="3404"/>
                  <a:pt x="657596" y="5202"/>
                </a:cubicBezTo>
                <a:cubicBezTo>
                  <a:pt x="665880" y="7642"/>
                  <a:pt x="672976" y="11977"/>
                  <a:pt x="678884" y="18206"/>
                </a:cubicBezTo>
                <a:cubicBezTo>
                  <a:pt x="684792" y="24435"/>
                  <a:pt x="689287" y="32061"/>
                  <a:pt x="692370" y="41083"/>
                </a:cubicBezTo>
                <a:cubicBezTo>
                  <a:pt x="695452" y="50106"/>
                  <a:pt x="696994" y="61232"/>
                  <a:pt x="696994" y="74461"/>
                </a:cubicBezTo>
                <a:cubicBezTo>
                  <a:pt x="696994" y="86084"/>
                  <a:pt x="695549" y="96102"/>
                  <a:pt x="692659" y="104515"/>
                </a:cubicBezTo>
                <a:cubicBezTo>
                  <a:pt x="689127" y="114789"/>
                  <a:pt x="684086" y="123106"/>
                  <a:pt x="677536" y="129463"/>
                </a:cubicBezTo>
                <a:cubicBezTo>
                  <a:pt x="672591" y="134280"/>
                  <a:pt x="665912" y="138036"/>
                  <a:pt x="657500" y="140733"/>
                </a:cubicBezTo>
                <a:cubicBezTo>
                  <a:pt x="651206" y="142724"/>
                  <a:pt x="642794" y="143720"/>
                  <a:pt x="632262" y="143720"/>
                </a:cubicBezTo>
                <a:lnTo>
                  <a:pt x="578608" y="143720"/>
                </a:lnTo>
                <a:lnTo>
                  <a:pt x="578608" y="2504"/>
                </a:lnTo>
                <a:moveTo>
                  <a:pt x="607121" y="26394"/>
                </a:moveTo>
                <a:lnTo>
                  <a:pt x="607121" y="119830"/>
                </a:lnTo>
                <a:lnTo>
                  <a:pt x="628409" y="119830"/>
                </a:lnTo>
                <a:cubicBezTo>
                  <a:pt x="636372" y="119830"/>
                  <a:pt x="642119" y="119381"/>
                  <a:pt x="645651" y="118482"/>
                </a:cubicBezTo>
                <a:cubicBezTo>
                  <a:pt x="650275" y="117328"/>
                  <a:pt x="654112" y="115372"/>
                  <a:pt x="657162" y="112615"/>
                </a:cubicBezTo>
                <a:cubicBezTo>
                  <a:pt x="660213" y="109856"/>
                  <a:pt x="662701" y="105316"/>
                  <a:pt x="664628" y="98997"/>
                </a:cubicBezTo>
                <a:cubicBezTo>
                  <a:pt x="666554" y="92677"/>
                  <a:pt x="667518" y="84065"/>
                  <a:pt x="667518" y="73160"/>
                </a:cubicBezTo>
                <a:cubicBezTo>
                  <a:pt x="667518" y="62255"/>
                  <a:pt x="666554" y="53884"/>
                  <a:pt x="664628" y="48046"/>
                </a:cubicBezTo>
                <a:cubicBezTo>
                  <a:pt x="662701" y="42208"/>
                  <a:pt x="660004" y="37654"/>
                  <a:pt x="656536" y="34383"/>
                </a:cubicBezTo>
                <a:cubicBezTo>
                  <a:pt x="653069" y="31110"/>
                  <a:pt x="648670" y="28896"/>
                  <a:pt x="643340" y="27742"/>
                </a:cubicBezTo>
                <a:cubicBezTo>
                  <a:pt x="639358" y="26843"/>
                  <a:pt x="631556" y="26394"/>
                  <a:pt x="619932" y="26394"/>
                </a:cubicBezTo>
                <a:lnTo>
                  <a:pt x="607121" y="26394"/>
                </a:lnTo>
                <a:close/>
                <a:moveTo>
                  <a:pt x="720840" y="143720"/>
                </a:moveTo>
                <a:lnTo>
                  <a:pt x="720840" y="2504"/>
                </a:lnTo>
                <a:lnTo>
                  <a:pt x="780851" y="2504"/>
                </a:lnTo>
                <a:cubicBezTo>
                  <a:pt x="795943" y="2504"/>
                  <a:pt x="806908" y="3773"/>
                  <a:pt x="813747" y="6309"/>
                </a:cubicBezTo>
                <a:cubicBezTo>
                  <a:pt x="820586" y="8846"/>
                  <a:pt x="826061" y="13357"/>
                  <a:pt x="830171" y="19843"/>
                </a:cubicBezTo>
                <a:cubicBezTo>
                  <a:pt x="834281" y="26329"/>
                  <a:pt x="836336" y="33746"/>
                  <a:pt x="836336" y="42095"/>
                </a:cubicBezTo>
                <a:cubicBezTo>
                  <a:pt x="836336" y="52691"/>
                  <a:pt x="833221" y="61440"/>
                  <a:pt x="826992" y="68344"/>
                </a:cubicBezTo>
                <a:cubicBezTo>
                  <a:pt x="820763" y="75247"/>
                  <a:pt x="811451" y="79598"/>
                  <a:pt x="799057" y="81396"/>
                </a:cubicBezTo>
                <a:cubicBezTo>
                  <a:pt x="805222" y="84992"/>
                  <a:pt x="810311" y="88942"/>
                  <a:pt x="814325" y="93244"/>
                </a:cubicBezTo>
                <a:cubicBezTo>
                  <a:pt x="818339" y="97547"/>
                  <a:pt x="823749" y="105189"/>
                  <a:pt x="830556" y="116170"/>
                </a:cubicBezTo>
                <a:lnTo>
                  <a:pt x="847799" y="143720"/>
                </a:lnTo>
                <a:lnTo>
                  <a:pt x="813699" y="143720"/>
                </a:lnTo>
                <a:lnTo>
                  <a:pt x="793085" y="112982"/>
                </a:lnTo>
                <a:cubicBezTo>
                  <a:pt x="785764" y="102005"/>
                  <a:pt x="780755" y="95089"/>
                  <a:pt x="778058" y="92233"/>
                </a:cubicBezTo>
                <a:cubicBezTo>
                  <a:pt x="775361" y="89375"/>
                  <a:pt x="772503" y="87417"/>
                  <a:pt x="769485" y="86357"/>
                </a:cubicBezTo>
                <a:cubicBezTo>
                  <a:pt x="766467" y="85297"/>
                  <a:pt x="761682" y="84768"/>
                  <a:pt x="755132" y="84768"/>
                </a:cubicBezTo>
                <a:lnTo>
                  <a:pt x="749353" y="84768"/>
                </a:lnTo>
                <a:lnTo>
                  <a:pt x="749353" y="143720"/>
                </a:lnTo>
                <a:lnTo>
                  <a:pt x="720840" y="143720"/>
                </a:lnTo>
                <a:moveTo>
                  <a:pt x="749353" y="62227"/>
                </a:moveTo>
                <a:lnTo>
                  <a:pt x="770448" y="62227"/>
                </a:lnTo>
                <a:cubicBezTo>
                  <a:pt x="784127" y="62227"/>
                  <a:pt x="792668" y="61649"/>
                  <a:pt x="796071" y="60493"/>
                </a:cubicBezTo>
                <a:cubicBezTo>
                  <a:pt x="799475" y="59337"/>
                  <a:pt x="802140" y="57347"/>
                  <a:pt x="804066" y="54521"/>
                </a:cubicBezTo>
                <a:cubicBezTo>
                  <a:pt x="805993" y="51695"/>
                  <a:pt x="806956" y="48163"/>
                  <a:pt x="806956" y="43925"/>
                </a:cubicBezTo>
                <a:cubicBezTo>
                  <a:pt x="806956" y="39173"/>
                  <a:pt x="805688" y="35336"/>
                  <a:pt x="803151" y="32414"/>
                </a:cubicBezTo>
                <a:cubicBezTo>
                  <a:pt x="800614" y="29492"/>
                  <a:pt x="797034" y="27646"/>
                  <a:pt x="792411" y="26875"/>
                </a:cubicBezTo>
                <a:cubicBezTo>
                  <a:pt x="790099" y="26554"/>
                  <a:pt x="783163" y="26394"/>
                  <a:pt x="771604" y="26394"/>
                </a:cubicBezTo>
                <a:lnTo>
                  <a:pt x="749353" y="26394"/>
                </a:lnTo>
                <a:lnTo>
                  <a:pt x="749353" y="62227"/>
                </a:lnTo>
                <a:close/>
                <a:moveTo>
                  <a:pt x="990128" y="143720"/>
                </a:moveTo>
                <a:lnTo>
                  <a:pt x="959111" y="143720"/>
                </a:lnTo>
                <a:lnTo>
                  <a:pt x="946781" y="111546"/>
                </a:lnTo>
                <a:lnTo>
                  <a:pt x="890333" y="111546"/>
                </a:lnTo>
                <a:lnTo>
                  <a:pt x="878678" y="143720"/>
                </a:lnTo>
                <a:lnTo>
                  <a:pt x="848431" y="143720"/>
                </a:lnTo>
                <a:lnTo>
                  <a:pt x="903434" y="2504"/>
                </a:lnTo>
                <a:lnTo>
                  <a:pt x="933584" y="2504"/>
                </a:lnTo>
                <a:lnTo>
                  <a:pt x="990128" y="143720"/>
                </a:lnTo>
                <a:moveTo>
                  <a:pt x="937630" y="87657"/>
                </a:moveTo>
                <a:lnTo>
                  <a:pt x="918172" y="35448"/>
                </a:lnTo>
                <a:lnTo>
                  <a:pt x="899099" y="87657"/>
                </a:lnTo>
                <a:lnTo>
                  <a:pt x="937630" y="87657"/>
                </a:lnTo>
                <a:close/>
                <a:moveTo>
                  <a:pt x="998520" y="143720"/>
                </a:moveTo>
                <a:lnTo>
                  <a:pt x="998520" y="2504"/>
                </a:lnTo>
                <a:lnTo>
                  <a:pt x="1041193" y="2504"/>
                </a:lnTo>
                <a:lnTo>
                  <a:pt x="1066816" y="98831"/>
                </a:lnTo>
                <a:lnTo>
                  <a:pt x="1092150" y="2504"/>
                </a:lnTo>
                <a:lnTo>
                  <a:pt x="1134919" y="2504"/>
                </a:lnTo>
                <a:lnTo>
                  <a:pt x="1134919" y="143720"/>
                </a:lnTo>
                <a:lnTo>
                  <a:pt x="1108429" y="143720"/>
                </a:lnTo>
                <a:lnTo>
                  <a:pt x="1108429" y="32558"/>
                </a:lnTo>
                <a:lnTo>
                  <a:pt x="1080398" y="143720"/>
                </a:lnTo>
                <a:lnTo>
                  <a:pt x="1052945" y="143720"/>
                </a:lnTo>
                <a:lnTo>
                  <a:pt x="1025010" y="32558"/>
                </a:lnTo>
                <a:lnTo>
                  <a:pt x="1025010" y="143720"/>
                </a:lnTo>
                <a:lnTo>
                  <a:pt x="998520" y="143720"/>
                </a:lnTo>
                <a:close/>
                <a:moveTo>
                  <a:pt x="1159369" y="105959"/>
                </a:moveTo>
                <a:lnTo>
                  <a:pt x="1159369" y="78795"/>
                </a:lnTo>
                <a:lnTo>
                  <a:pt x="1212541" y="78795"/>
                </a:lnTo>
                <a:lnTo>
                  <a:pt x="1212541" y="105959"/>
                </a:lnTo>
                <a:lnTo>
                  <a:pt x="1159369" y="105959"/>
                </a:lnTo>
                <a:close/>
                <a:moveTo>
                  <a:pt x="1357063" y="143720"/>
                </a:moveTo>
                <a:lnTo>
                  <a:pt x="1326045" y="143720"/>
                </a:lnTo>
                <a:lnTo>
                  <a:pt x="1313716" y="111546"/>
                </a:lnTo>
                <a:lnTo>
                  <a:pt x="1257268" y="111546"/>
                </a:lnTo>
                <a:lnTo>
                  <a:pt x="1245612" y="143720"/>
                </a:lnTo>
                <a:lnTo>
                  <a:pt x="1215366" y="143720"/>
                </a:lnTo>
                <a:lnTo>
                  <a:pt x="1270368" y="2504"/>
                </a:lnTo>
                <a:lnTo>
                  <a:pt x="1300519" y="2504"/>
                </a:lnTo>
                <a:lnTo>
                  <a:pt x="1357063" y="143720"/>
                </a:lnTo>
                <a:moveTo>
                  <a:pt x="1304564" y="87657"/>
                </a:moveTo>
                <a:lnTo>
                  <a:pt x="1285106" y="35448"/>
                </a:lnTo>
                <a:lnTo>
                  <a:pt x="1266034" y="87657"/>
                </a:lnTo>
                <a:lnTo>
                  <a:pt x="1304564" y="87657"/>
                </a:lnTo>
                <a:close/>
                <a:moveTo>
                  <a:pt x="1356111" y="114629"/>
                </a:moveTo>
                <a:lnTo>
                  <a:pt x="1383275" y="110390"/>
                </a:lnTo>
                <a:cubicBezTo>
                  <a:pt x="1384431" y="115624"/>
                  <a:pt x="1386775" y="119598"/>
                  <a:pt x="1390307" y="122311"/>
                </a:cubicBezTo>
                <a:cubicBezTo>
                  <a:pt x="1393839" y="125024"/>
                  <a:pt x="1398784" y="126381"/>
                  <a:pt x="1405141" y="126381"/>
                </a:cubicBezTo>
                <a:cubicBezTo>
                  <a:pt x="1412141" y="126381"/>
                  <a:pt x="1417407" y="125098"/>
                  <a:pt x="1420939" y="122534"/>
                </a:cubicBezTo>
                <a:cubicBezTo>
                  <a:pt x="1423315" y="120738"/>
                  <a:pt x="1424503" y="118332"/>
                  <a:pt x="1424503" y="115318"/>
                </a:cubicBezTo>
                <a:cubicBezTo>
                  <a:pt x="1424503" y="113265"/>
                  <a:pt x="1423861" y="111565"/>
                  <a:pt x="1422577" y="110219"/>
                </a:cubicBezTo>
                <a:cubicBezTo>
                  <a:pt x="1421228" y="108937"/>
                  <a:pt x="1418210" y="107751"/>
                  <a:pt x="1413522" y="106661"/>
                </a:cubicBezTo>
                <a:cubicBezTo>
                  <a:pt x="1391688" y="101853"/>
                  <a:pt x="1377849" y="97460"/>
                  <a:pt x="1372005" y="93482"/>
                </a:cubicBezTo>
                <a:cubicBezTo>
                  <a:pt x="1363914" y="87963"/>
                  <a:pt x="1359868" y="80296"/>
                  <a:pt x="1359868" y="70481"/>
                </a:cubicBezTo>
                <a:cubicBezTo>
                  <a:pt x="1359868" y="61627"/>
                  <a:pt x="1363368" y="54185"/>
                  <a:pt x="1370368" y="48154"/>
                </a:cubicBezTo>
                <a:cubicBezTo>
                  <a:pt x="1377367" y="42124"/>
                  <a:pt x="1388220" y="39109"/>
                  <a:pt x="1402926" y="39109"/>
                </a:cubicBezTo>
                <a:cubicBezTo>
                  <a:pt x="1416925" y="39109"/>
                  <a:pt x="1427329" y="41380"/>
                  <a:pt x="1434136" y="45924"/>
                </a:cubicBezTo>
                <a:cubicBezTo>
                  <a:pt x="1440943" y="50467"/>
                  <a:pt x="1445631" y="57186"/>
                  <a:pt x="1448200" y="66080"/>
                </a:cubicBezTo>
                <a:lnTo>
                  <a:pt x="1422673" y="70896"/>
                </a:lnTo>
                <a:cubicBezTo>
                  <a:pt x="1421581" y="66915"/>
                  <a:pt x="1419510" y="63865"/>
                  <a:pt x="1416460" y="61745"/>
                </a:cubicBezTo>
                <a:cubicBezTo>
                  <a:pt x="1413410" y="59626"/>
                  <a:pt x="1409059" y="58567"/>
                  <a:pt x="1403408" y="58567"/>
                </a:cubicBezTo>
                <a:cubicBezTo>
                  <a:pt x="1396279" y="58567"/>
                  <a:pt x="1391174" y="59561"/>
                  <a:pt x="1388092" y="61550"/>
                </a:cubicBezTo>
                <a:cubicBezTo>
                  <a:pt x="1386037" y="62959"/>
                  <a:pt x="1385009" y="64786"/>
                  <a:pt x="1385009" y="67031"/>
                </a:cubicBezTo>
                <a:cubicBezTo>
                  <a:pt x="1385009" y="68954"/>
                  <a:pt x="1385908" y="70588"/>
                  <a:pt x="1387706" y="71935"/>
                </a:cubicBezTo>
                <a:cubicBezTo>
                  <a:pt x="1390147" y="73731"/>
                  <a:pt x="1398575" y="76265"/>
                  <a:pt x="1412992" y="79536"/>
                </a:cubicBezTo>
                <a:cubicBezTo>
                  <a:pt x="1427409" y="82807"/>
                  <a:pt x="1437475" y="86820"/>
                  <a:pt x="1443191" y="91574"/>
                </a:cubicBezTo>
                <a:cubicBezTo>
                  <a:pt x="1448842" y="96394"/>
                  <a:pt x="1451667" y="103109"/>
                  <a:pt x="1451667" y="111718"/>
                </a:cubicBezTo>
                <a:cubicBezTo>
                  <a:pt x="1451667" y="121100"/>
                  <a:pt x="1447750" y="129164"/>
                  <a:pt x="1439915" y="135911"/>
                </a:cubicBezTo>
                <a:cubicBezTo>
                  <a:pt x="1432081" y="142658"/>
                  <a:pt x="1420490" y="146031"/>
                  <a:pt x="1405141" y="146031"/>
                </a:cubicBezTo>
                <a:cubicBezTo>
                  <a:pt x="1391206" y="146031"/>
                  <a:pt x="1380177" y="143215"/>
                  <a:pt x="1372053" y="137582"/>
                </a:cubicBezTo>
                <a:cubicBezTo>
                  <a:pt x="1363930" y="131947"/>
                  <a:pt x="1358616" y="124296"/>
                  <a:pt x="1356111" y="114629"/>
                </a:cubicBezTo>
                <a:close/>
                <a:moveTo>
                  <a:pt x="1466586" y="114629"/>
                </a:moveTo>
                <a:lnTo>
                  <a:pt x="1493750" y="110390"/>
                </a:lnTo>
                <a:cubicBezTo>
                  <a:pt x="1494906" y="115624"/>
                  <a:pt x="1497250" y="119598"/>
                  <a:pt x="1500782" y="122311"/>
                </a:cubicBezTo>
                <a:cubicBezTo>
                  <a:pt x="1504314" y="125024"/>
                  <a:pt x="1509259" y="126381"/>
                  <a:pt x="1515616" y="126381"/>
                </a:cubicBezTo>
                <a:cubicBezTo>
                  <a:pt x="1522616" y="126381"/>
                  <a:pt x="1527882" y="125098"/>
                  <a:pt x="1531414" y="122534"/>
                </a:cubicBezTo>
                <a:cubicBezTo>
                  <a:pt x="1533790" y="120738"/>
                  <a:pt x="1534978" y="118332"/>
                  <a:pt x="1534978" y="115318"/>
                </a:cubicBezTo>
                <a:cubicBezTo>
                  <a:pt x="1534978" y="113265"/>
                  <a:pt x="1534336" y="111565"/>
                  <a:pt x="1533052" y="110219"/>
                </a:cubicBezTo>
                <a:cubicBezTo>
                  <a:pt x="1531703" y="108937"/>
                  <a:pt x="1528685" y="107751"/>
                  <a:pt x="1523997" y="106661"/>
                </a:cubicBezTo>
                <a:cubicBezTo>
                  <a:pt x="1502163" y="101853"/>
                  <a:pt x="1488324" y="97460"/>
                  <a:pt x="1482480" y="93482"/>
                </a:cubicBezTo>
                <a:cubicBezTo>
                  <a:pt x="1474389" y="87963"/>
                  <a:pt x="1470343" y="80296"/>
                  <a:pt x="1470343" y="70481"/>
                </a:cubicBezTo>
                <a:cubicBezTo>
                  <a:pt x="1470343" y="61627"/>
                  <a:pt x="1473843" y="54185"/>
                  <a:pt x="1480842" y="48154"/>
                </a:cubicBezTo>
                <a:cubicBezTo>
                  <a:pt x="1487842" y="42124"/>
                  <a:pt x="1498695" y="39109"/>
                  <a:pt x="1513401" y="39109"/>
                </a:cubicBezTo>
                <a:cubicBezTo>
                  <a:pt x="1527400" y="39109"/>
                  <a:pt x="1537804" y="41380"/>
                  <a:pt x="1544611" y="45924"/>
                </a:cubicBezTo>
                <a:cubicBezTo>
                  <a:pt x="1551418" y="50467"/>
                  <a:pt x="1556106" y="57186"/>
                  <a:pt x="1558674" y="66080"/>
                </a:cubicBezTo>
                <a:lnTo>
                  <a:pt x="1533148" y="70896"/>
                </a:lnTo>
                <a:cubicBezTo>
                  <a:pt x="1532056" y="66915"/>
                  <a:pt x="1529985" y="63865"/>
                  <a:pt x="1526935" y="61745"/>
                </a:cubicBezTo>
                <a:cubicBezTo>
                  <a:pt x="1523884" y="59626"/>
                  <a:pt x="1519534" y="58567"/>
                  <a:pt x="1513883" y="58567"/>
                </a:cubicBezTo>
                <a:cubicBezTo>
                  <a:pt x="1506754" y="58567"/>
                  <a:pt x="1501649" y="59561"/>
                  <a:pt x="1498567" y="61550"/>
                </a:cubicBezTo>
                <a:cubicBezTo>
                  <a:pt x="1496512" y="62959"/>
                  <a:pt x="1495484" y="64786"/>
                  <a:pt x="1495484" y="67031"/>
                </a:cubicBezTo>
                <a:cubicBezTo>
                  <a:pt x="1495484" y="68954"/>
                  <a:pt x="1496383" y="70588"/>
                  <a:pt x="1498181" y="71935"/>
                </a:cubicBezTo>
                <a:cubicBezTo>
                  <a:pt x="1500622" y="73731"/>
                  <a:pt x="1509050" y="76265"/>
                  <a:pt x="1523467" y="79536"/>
                </a:cubicBezTo>
                <a:cubicBezTo>
                  <a:pt x="1537884" y="82807"/>
                  <a:pt x="1547950" y="86820"/>
                  <a:pt x="1553665" y="91574"/>
                </a:cubicBezTo>
                <a:cubicBezTo>
                  <a:pt x="1559317" y="96394"/>
                  <a:pt x="1562142" y="103109"/>
                  <a:pt x="1562142" y="111718"/>
                </a:cubicBezTo>
                <a:cubicBezTo>
                  <a:pt x="1562142" y="121100"/>
                  <a:pt x="1558225" y="129164"/>
                  <a:pt x="1550390" y="135911"/>
                </a:cubicBezTo>
                <a:cubicBezTo>
                  <a:pt x="1542556" y="142658"/>
                  <a:pt x="1530964" y="146031"/>
                  <a:pt x="1515616" y="146031"/>
                </a:cubicBezTo>
                <a:cubicBezTo>
                  <a:pt x="1501681" y="146031"/>
                  <a:pt x="1490652" y="143215"/>
                  <a:pt x="1482528" y="137582"/>
                </a:cubicBezTo>
                <a:cubicBezTo>
                  <a:pt x="1474405" y="131947"/>
                  <a:pt x="1469091" y="124296"/>
                  <a:pt x="1466586" y="114629"/>
                </a:cubicBezTo>
                <a:close/>
                <a:moveTo>
                  <a:pt x="1586598" y="27549"/>
                </a:moveTo>
                <a:lnTo>
                  <a:pt x="1586598" y="2504"/>
                </a:lnTo>
                <a:lnTo>
                  <a:pt x="1613666" y="2504"/>
                </a:lnTo>
                <a:lnTo>
                  <a:pt x="1613666" y="27549"/>
                </a:lnTo>
                <a:lnTo>
                  <a:pt x="1586598" y="27549"/>
                </a:lnTo>
                <a:moveTo>
                  <a:pt x="1586598" y="143720"/>
                </a:moveTo>
                <a:lnTo>
                  <a:pt x="1586598" y="41421"/>
                </a:lnTo>
                <a:lnTo>
                  <a:pt x="1613666" y="41421"/>
                </a:lnTo>
                <a:lnTo>
                  <a:pt x="1613666" y="143720"/>
                </a:lnTo>
                <a:lnTo>
                  <a:pt x="1586598" y="143720"/>
                </a:lnTo>
                <a:close/>
                <a:moveTo>
                  <a:pt x="1632299" y="114629"/>
                </a:moveTo>
                <a:lnTo>
                  <a:pt x="1659463" y="110390"/>
                </a:lnTo>
                <a:cubicBezTo>
                  <a:pt x="1660619" y="115624"/>
                  <a:pt x="1662963" y="119598"/>
                  <a:pt x="1666495" y="122311"/>
                </a:cubicBezTo>
                <a:cubicBezTo>
                  <a:pt x="1670027" y="125024"/>
                  <a:pt x="1674972" y="126381"/>
                  <a:pt x="1681329" y="126381"/>
                </a:cubicBezTo>
                <a:cubicBezTo>
                  <a:pt x="1688329" y="126381"/>
                  <a:pt x="1693595" y="125098"/>
                  <a:pt x="1697127" y="122534"/>
                </a:cubicBezTo>
                <a:cubicBezTo>
                  <a:pt x="1699503" y="120738"/>
                  <a:pt x="1700691" y="118332"/>
                  <a:pt x="1700691" y="115318"/>
                </a:cubicBezTo>
                <a:cubicBezTo>
                  <a:pt x="1700691" y="113265"/>
                  <a:pt x="1700049" y="111565"/>
                  <a:pt x="1698765" y="110219"/>
                </a:cubicBezTo>
                <a:cubicBezTo>
                  <a:pt x="1697416" y="108937"/>
                  <a:pt x="1694398" y="107751"/>
                  <a:pt x="1689710" y="106661"/>
                </a:cubicBezTo>
                <a:cubicBezTo>
                  <a:pt x="1667876" y="101853"/>
                  <a:pt x="1654037" y="97460"/>
                  <a:pt x="1648193" y="93482"/>
                </a:cubicBezTo>
                <a:cubicBezTo>
                  <a:pt x="1640102" y="87963"/>
                  <a:pt x="1636056" y="80296"/>
                  <a:pt x="1636056" y="70481"/>
                </a:cubicBezTo>
                <a:cubicBezTo>
                  <a:pt x="1636056" y="61627"/>
                  <a:pt x="1639556" y="54185"/>
                  <a:pt x="1646555" y="48154"/>
                </a:cubicBezTo>
                <a:cubicBezTo>
                  <a:pt x="1653555" y="42124"/>
                  <a:pt x="1664408" y="39109"/>
                  <a:pt x="1679114" y="39109"/>
                </a:cubicBezTo>
                <a:cubicBezTo>
                  <a:pt x="1693113" y="39109"/>
                  <a:pt x="1703517" y="41380"/>
                  <a:pt x="1710324" y="45924"/>
                </a:cubicBezTo>
                <a:cubicBezTo>
                  <a:pt x="1717131" y="50467"/>
                  <a:pt x="1721819" y="57186"/>
                  <a:pt x="1724387" y="66080"/>
                </a:cubicBezTo>
                <a:lnTo>
                  <a:pt x="1698861" y="70896"/>
                </a:lnTo>
                <a:cubicBezTo>
                  <a:pt x="1697769" y="66915"/>
                  <a:pt x="1695698" y="63865"/>
                  <a:pt x="1692648" y="61745"/>
                </a:cubicBezTo>
                <a:cubicBezTo>
                  <a:pt x="1689597" y="59626"/>
                  <a:pt x="1685247" y="58567"/>
                  <a:pt x="1679596" y="58567"/>
                </a:cubicBezTo>
                <a:cubicBezTo>
                  <a:pt x="1672467" y="58567"/>
                  <a:pt x="1667362" y="59561"/>
                  <a:pt x="1664280" y="61550"/>
                </a:cubicBezTo>
                <a:cubicBezTo>
                  <a:pt x="1662225" y="62959"/>
                  <a:pt x="1661197" y="64786"/>
                  <a:pt x="1661197" y="67031"/>
                </a:cubicBezTo>
                <a:cubicBezTo>
                  <a:pt x="1661197" y="68954"/>
                  <a:pt x="1662096" y="70588"/>
                  <a:pt x="1663894" y="71935"/>
                </a:cubicBezTo>
                <a:cubicBezTo>
                  <a:pt x="1666335" y="73731"/>
                  <a:pt x="1674763" y="76265"/>
                  <a:pt x="1689180" y="79536"/>
                </a:cubicBezTo>
                <a:cubicBezTo>
                  <a:pt x="1703597" y="82807"/>
                  <a:pt x="1713663" y="86820"/>
                  <a:pt x="1719378" y="91574"/>
                </a:cubicBezTo>
                <a:cubicBezTo>
                  <a:pt x="1725030" y="96394"/>
                  <a:pt x="1727855" y="103109"/>
                  <a:pt x="1727855" y="111718"/>
                </a:cubicBezTo>
                <a:cubicBezTo>
                  <a:pt x="1727855" y="121100"/>
                  <a:pt x="1723938" y="129164"/>
                  <a:pt x="1716103" y="135911"/>
                </a:cubicBezTo>
                <a:cubicBezTo>
                  <a:pt x="1708269" y="142658"/>
                  <a:pt x="1696677" y="146031"/>
                  <a:pt x="1681329" y="146031"/>
                </a:cubicBezTo>
                <a:cubicBezTo>
                  <a:pt x="1667394" y="146031"/>
                  <a:pt x="1656365" y="143215"/>
                  <a:pt x="1648241" y="137582"/>
                </a:cubicBezTo>
                <a:cubicBezTo>
                  <a:pt x="1640118" y="131947"/>
                  <a:pt x="1634804" y="124296"/>
                  <a:pt x="1632299" y="114629"/>
                </a:cubicBezTo>
                <a:close/>
                <a:moveTo>
                  <a:pt x="1799222" y="41421"/>
                </a:moveTo>
                <a:lnTo>
                  <a:pt x="1799222" y="62998"/>
                </a:lnTo>
                <a:lnTo>
                  <a:pt x="1780727" y="62998"/>
                </a:lnTo>
                <a:lnTo>
                  <a:pt x="1780727" y="104159"/>
                </a:lnTo>
                <a:cubicBezTo>
                  <a:pt x="1780727" y="112496"/>
                  <a:pt x="1780904" y="117353"/>
                  <a:pt x="1781257" y="118732"/>
                </a:cubicBezTo>
                <a:cubicBezTo>
                  <a:pt x="1781610" y="120108"/>
                  <a:pt x="1782413" y="121246"/>
                  <a:pt x="1783665" y="122145"/>
                </a:cubicBezTo>
                <a:cubicBezTo>
                  <a:pt x="1784917" y="123042"/>
                  <a:pt x="1786442" y="123491"/>
                  <a:pt x="1788241" y="123491"/>
                </a:cubicBezTo>
                <a:cubicBezTo>
                  <a:pt x="1790745" y="123491"/>
                  <a:pt x="1794373" y="122624"/>
                  <a:pt x="1799125" y="120890"/>
                </a:cubicBezTo>
                <a:lnTo>
                  <a:pt x="1801437" y="141968"/>
                </a:lnTo>
                <a:cubicBezTo>
                  <a:pt x="1795144" y="144677"/>
                  <a:pt x="1788016" y="146031"/>
                  <a:pt x="1780053" y="146031"/>
                </a:cubicBezTo>
                <a:cubicBezTo>
                  <a:pt x="1775172" y="146031"/>
                  <a:pt x="1770773" y="145213"/>
                  <a:pt x="1766856" y="143575"/>
                </a:cubicBezTo>
                <a:cubicBezTo>
                  <a:pt x="1762939" y="141937"/>
                  <a:pt x="1760065" y="139818"/>
                  <a:pt x="1758235" y="137217"/>
                </a:cubicBezTo>
                <a:cubicBezTo>
                  <a:pt x="1756405" y="134617"/>
                  <a:pt x="1755136" y="131101"/>
                  <a:pt x="1754430" y="126670"/>
                </a:cubicBezTo>
                <a:cubicBezTo>
                  <a:pt x="1753852" y="123523"/>
                  <a:pt x="1753563" y="117165"/>
                  <a:pt x="1753563" y="107597"/>
                </a:cubicBezTo>
                <a:lnTo>
                  <a:pt x="1753563" y="62998"/>
                </a:lnTo>
                <a:lnTo>
                  <a:pt x="1741137" y="62998"/>
                </a:lnTo>
                <a:lnTo>
                  <a:pt x="1741137" y="41421"/>
                </a:lnTo>
                <a:lnTo>
                  <a:pt x="1753563" y="41421"/>
                </a:lnTo>
                <a:lnTo>
                  <a:pt x="1753563" y="20999"/>
                </a:lnTo>
                <a:lnTo>
                  <a:pt x="1780727" y="5009"/>
                </a:lnTo>
                <a:lnTo>
                  <a:pt x="1780727" y="41421"/>
                </a:lnTo>
                <a:lnTo>
                  <a:pt x="1799222" y="41421"/>
                </a:lnTo>
                <a:close/>
                <a:moveTo>
                  <a:pt x="1876654" y="111161"/>
                </a:moveTo>
                <a:lnTo>
                  <a:pt x="1903625" y="115785"/>
                </a:lnTo>
                <a:cubicBezTo>
                  <a:pt x="1900158" y="125642"/>
                  <a:pt x="1894683" y="133148"/>
                  <a:pt x="1887202" y="138301"/>
                </a:cubicBezTo>
                <a:cubicBezTo>
                  <a:pt x="1879720" y="143455"/>
                  <a:pt x="1870360" y="146031"/>
                  <a:pt x="1859122" y="146031"/>
                </a:cubicBezTo>
                <a:cubicBezTo>
                  <a:pt x="1841334" y="146031"/>
                  <a:pt x="1828169" y="140220"/>
                  <a:pt x="1819628" y="128596"/>
                </a:cubicBezTo>
                <a:cubicBezTo>
                  <a:pt x="1812885" y="119285"/>
                  <a:pt x="1809514" y="107533"/>
                  <a:pt x="1809514" y="93341"/>
                </a:cubicBezTo>
                <a:cubicBezTo>
                  <a:pt x="1809514" y="76387"/>
                  <a:pt x="1813945" y="63110"/>
                  <a:pt x="1822807" y="53510"/>
                </a:cubicBezTo>
                <a:cubicBezTo>
                  <a:pt x="1831669" y="43909"/>
                  <a:pt x="1842875" y="39109"/>
                  <a:pt x="1856425" y="39109"/>
                </a:cubicBezTo>
                <a:cubicBezTo>
                  <a:pt x="1871645" y="39109"/>
                  <a:pt x="1883654" y="44134"/>
                  <a:pt x="1892451" y="54184"/>
                </a:cubicBezTo>
                <a:cubicBezTo>
                  <a:pt x="1901249" y="64234"/>
                  <a:pt x="1905455" y="79630"/>
                  <a:pt x="1905070" y="100372"/>
                </a:cubicBezTo>
                <a:lnTo>
                  <a:pt x="1837256" y="100372"/>
                </a:lnTo>
                <a:cubicBezTo>
                  <a:pt x="1837449" y="108400"/>
                  <a:pt x="1839632" y="114645"/>
                  <a:pt x="1843806" y="119108"/>
                </a:cubicBezTo>
                <a:cubicBezTo>
                  <a:pt x="1847981" y="123571"/>
                  <a:pt x="1853182" y="125803"/>
                  <a:pt x="1859411" y="125803"/>
                </a:cubicBezTo>
                <a:cubicBezTo>
                  <a:pt x="1863650" y="125803"/>
                  <a:pt x="1867214" y="124647"/>
                  <a:pt x="1870104" y="122335"/>
                </a:cubicBezTo>
                <a:cubicBezTo>
                  <a:pt x="1872993" y="120023"/>
                  <a:pt x="1875177" y="116299"/>
                  <a:pt x="1876654" y="111161"/>
                </a:cubicBezTo>
                <a:moveTo>
                  <a:pt x="1878195" y="83804"/>
                </a:moveTo>
                <a:cubicBezTo>
                  <a:pt x="1878002" y="76002"/>
                  <a:pt x="1875979" y="70070"/>
                  <a:pt x="1872126" y="66008"/>
                </a:cubicBezTo>
                <a:cubicBezTo>
                  <a:pt x="1868273" y="61946"/>
                  <a:pt x="1863585" y="59915"/>
                  <a:pt x="1858063" y="59915"/>
                </a:cubicBezTo>
                <a:cubicBezTo>
                  <a:pt x="1852155" y="59915"/>
                  <a:pt x="1847274" y="62058"/>
                  <a:pt x="1843421" y="66342"/>
                </a:cubicBezTo>
                <a:cubicBezTo>
                  <a:pt x="1839568" y="70629"/>
                  <a:pt x="1837674" y="76449"/>
                  <a:pt x="1837738" y="83804"/>
                </a:cubicBezTo>
                <a:lnTo>
                  <a:pt x="1878195" y="83804"/>
                </a:lnTo>
                <a:close/>
                <a:moveTo>
                  <a:pt x="2021709" y="143720"/>
                </a:moveTo>
                <a:lnTo>
                  <a:pt x="1996568" y="143720"/>
                </a:lnTo>
                <a:lnTo>
                  <a:pt x="1996568" y="128693"/>
                </a:lnTo>
                <a:cubicBezTo>
                  <a:pt x="1992394" y="134536"/>
                  <a:pt x="1987465" y="138887"/>
                  <a:pt x="1981782" y="141745"/>
                </a:cubicBezTo>
                <a:cubicBezTo>
                  <a:pt x="1976099" y="144603"/>
                  <a:pt x="1970367" y="146031"/>
                  <a:pt x="1964588" y="146031"/>
                </a:cubicBezTo>
                <a:cubicBezTo>
                  <a:pt x="1952836" y="146031"/>
                  <a:pt x="1942770" y="141295"/>
                  <a:pt x="1934389" y="131823"/>
                </a:cubicBezTo>
                <a:cubicBezTo>
                  <a:pt x="1926009" y="122351"/>
                  <a:pt x="1921819" y="109138"/>
                  <a:pt x="1921819" y="92185"/>
                </a:cubicBezTo>
                <a:cubicBezTo>
                  <a:pt x="1921819" y="74846"/>
                  <a:pt x="1925896" y="61665"/>
                  <a:pt x="1934052" y="52643"/>
                </a:cubicBezTo>
                <a:cubicBezTo>
                  <a:pt x="1942208" y="43620"/>
                  <a:pt x="1952515" y="39109"/>
                  <a:pt x="1964973" y="39109"/>
                </a:cubicBezTo>
                <a:cubicBezTo>
                  <a:pt x="1976404" y="39109"/>
                  <a:pt x="1986293" y="43861"/>
                  <a:pt x="1994642" y="53365"/>
                </a:cubicBezTo>
                <a:lnTo>
                  <a:pt x="1994642" y="2504"/>
                </a:lnTo>
                <a:lnTo>
                  <a:pt x="2021709" y="2504"/>
                </a:lnTo>
                <a:lnTo>
                  <a:pt x="2021709" y="143720"/>
                </a:lnTo>
                <a:moveTo>
                  <a:pt x="1949464" y="90406"/>
                </a:moveTo>
                <a:cubicBezTo>
                  <a:pt x="1949464" y="101307"/>
                  <a:pt x="1950974" y="109193"/>
                  <a:pt x="1953992" y="114066"/>
                </a:cubicBezTo>
                <a:cubicBezTo>
                  <a:pt x="1958359" y="121120"/>
                  <a:pt x="1964459" y="124647"/>
                  <a:pt x="1972294" y="124647"/>
                </a:cubicBezTo>
                <a:cubicBezTo>
                  <a:pt x="1978523" y="124647"/>
                  <a:pt x="1983821" y="122002"/>
                  <a:pt x="1988188" y="116712"/>
                </a:cubicBezTo>
                <a:cubicBezTo>
                  <a:pt x="1992555" y="111422"/>
                  <a:pt x="1994738" y="103519"/>
                  <a:pt x="1994738" y="93003"/>
                </a:cubicBezTo>
                <a:cubicBezTo>
                  <a:pt x="1994738" y="81268"/>
                  <a:pt x="1992619" y="72819"/>
                  <a:pt x="1988380" y="67658"/>
                </a:cubicBezTo>
                <a:cubicBezTo>
                  <a:pt x="1984142" y="62496"/>
                  <a:pt x="1978716" y="59915"/>
                  <a:pt x="1972101" y="59915"/>
                </a:cubicBezTo>
                <a:cubicBezTo>
                  <a:pt x="1965679" y="59915"/>
                  <a:pt x="1960301" y="62464"/>
                  <a:pt x="1955966" y="67561"/>
                </a:cubicBezTo>
                <a:cubicBezTo>
                  <a:pt x="1951632" y="72658"/>
                  <a:pt x="1949464" y="80273"/>
                  <a:pt x="1949464" y="90406"/>
                </a:cubicBezTo>
                <a:close/>
                <a:moveTo>
                  <a:pt x="2141362" y="143720"/>
                </a:moveTo>
                <a:lnTo>
                  <a:pt x="2141362" y="26394"/>
                </a:lnTo>
                <a:lnTo>
                  <a:pt x="2099460" y="26394"/>
                </a:lnTo>
                <a:lnTo>
                  <a:pt x="2099460" y="2504"/>
                </a:lnTo>
                <a:lnTo>
                  <a:pt x="2211681" y="2504"/>
                </a:lnTo>
                <a:lnTo>
                  <a:pt x="2211681" y="26394"/>
                </a:lnTo>
                <a:lnTo>
                  <a:pt x="2169875" y="26394"/>
                </a:lnTo>
                <a:lnTo>
                  <a:pt x="2169875" y="143720"/>
                </a:lnTo>
                <a:lnTo>
                  <a:pt x="2141362" y="143720"/>
                </a:lnTo>
                <a:close/>
                <a:moveTo>
                  <a:pt x="2245770" y="143720"/>
                </a:moveTo>
                <a:lnTo>
                  <a:pt x="2218702" y="143720"/>
                </a:lnTo>
                <a:lnTo>
                  <a:pt x="2218702" y="41421"/>
                </a:lnTo>
                <a:lnTo>
                  <a:pt x="2243844" y="41421"/>
                </a:lnTo>
                <a:lnTo>
                  <a:pt x="2243844" y="55966"/>
                </a:lnTo>
                <a:cubicBezTo>
                  <a:pt x="2248146" y="49095"/>
                  <a:pt x="2252015" y="44567"/>
                  <a:pt x="2255451" y="42384"/>
                </a:cubicBezTo>
                <a:cubicBezTo>
                  <a:pt x="2258887" y="40200"/>
                  <a:pt x="2262788" y="39109"/>
                  <a:pt x="2267155" y="39109"/>
                </a:cubicBezTo>
                <a:cubicBezTo>
                  <a:pt x="2273320" y="39109"/>
                  <a:pt x="2279260" y="40810"/>
                  <a:pt x="2284975" y="44214"/>
                </a:cubicBezTo>
                <a:lnTo>
                  <a:pt x="2276595" y="67814"/>
                </a:lnTo>
                <a:cubicBezTo>
                  <a:pt x="2272035" y="64860"/>
                  <a:pt x="2267797" y="63383"/>
                  <a:pt x="2263880" y="63383"/>
                </a:cubicBezTo>
                <a:cubicBezTo>
                  <a:pt x="2260091" y="63383"/>
                  <a:pt x="2256880" y="64427"/>
                  <a:pt x="2254247" y="66514"/>
                </a:cubicBezTo>
                <a:cubicBezTo>
                  <a:pt x="2251614" y="68601"/>
                  <a:pt x="2249543" y="72374"/>
                  <a:pt x="2248034" y="77832"/>
                </a:cubicBezTo>
                <a:cubicBezTo>
                  <a:pt x="2246525" y="83291"/>
                  <a:pt x="2245770" y="94721"/>
                  <a:pt x="2245770" y="112124"/>
                </a:cubicBezTo>
                <a:lnTo>
                  <a:pt x="2245770" y="143720"/>
                </a:lnTo>
                <a:close/>
                <a:moveTo>
                  <a:pt x="2317024" y="73016"/>
                </a:moveTo>
                <a:lnTo>
                  <a:pt x="2292461" y="68585"/>
                </a:lnTo>
                <a:cubicBezTo>
                  <a:pt x="2295223" y="58565"/>
                  <a:pt x="2299975" y="51148"/>
                  <a:pt x="2306718" y="46333"/>
                </a:cubicBezTo>
                <a:cubicBezTo>
                  <a:pt x="2313460" y="41517"/>
                  <a:pt x="2323478" y="39109"/>
                  <a:pt x="2336771" y="39109"/>
                </a:cubicBezTo>
                <a:cubicBezTo>
                  <a:pt x="2348844" y="39109"/>
                  <a:pt x="2357835" y="40538"/>
                  <a:pt x="2363743" y="43395"/>
                </a:cubicBezTo>
                <a:cubicBezTo>
                  <a:pt x="2369651" y="46253"/>
                  <a:pt x="2373809" y="49881"/>
                  <a:pt x="2376217" y="54280"/>
                </a:cubicBezTo>
                <a:cubicBezTo>
                  <a:pt x="2378625" y="58679"/>
                  <a:pt x="2379830" y="66754"/>
                  <a:pt x="2379830" y="78506"/>
                </a:cubicBezTo>
                <a:lnTo>
                  <a:pt x="2379541" y="110101"/>
                </a:lnTo>
                <a:cubicBezTo>
                  <a:pt x="2379541" y="119092"/>
                  <a:pt x="2379974" y="125722"/>
                  <a:pt x="2380841" y="129993"/>
                </a:cubicBezTo>
                <a:cubicBezTo>
                  <a:pt x="2381708" y="134263"/>
                  <a:pt x="2383329" y="138839"/>
                  <a:pt x="2385705" y="143720"/>
                </a:cubicBezTo>
                <a:lnTo>
                  <a:pt x="2358927" y="143720"/>
                </a:lnTo>
                <a:cubicBezTo>
                  <a:pt x="2358220" y="141921"/>
                  <a:pt x="2357353" y="139256"/>
                  <a:pt x="2356326" y="135724"/>
                </a:cubicBezTo>
                <a:cubicBezTo>
                  <a:pt x="2355876" y="134119"/>
                  <a:pt x="2355555" y="133059"/>
                  <a:pt x="2355363" y="132546"/>
                </a:cubicBezTo>
                <a:cubicBezTo>
                  <a:pt x="2350739" y="137041"/>
                  <a:pt x="2345794" y="140412"/>
                  <a:pt x="2340528" y="142660"/>
                </a:cubicBezTo>
                <a:cubicBezTo>
                  <a:pt x="2335262" y="144908"/>
                  <a:pt x="2329643" y="146031"/>
                  <a:pt x="2323671" y="146031"/>
                </a:cubicBezTo>
                <a:cubicBezTo>
                  <a:pt x="2313139" y="146031"/>
                  <a:pt x="2304839" y="143186"/>
                  <a:pt x="2298771" y="137494"/>
                </a:cubicBezTo>
                <a:cubicBezTo>
                  <a:pt x="2292702" y="131803"/>
                  <a:pt x="2289668" y="124609"/>
                  <a:pt x="2289668" y="115911"/>
                </a:cubicBezTo>
                <a:cubicBezTo>
                  <a:pt x="2289668" y="110156"/>
                  <a:pt x="2291048" y="105024"/>
                  <a:pt x="2293810" y="100517"/>
                </a:cubicBezTo>
                <a:cubicBezTo>
                  <a:pt x="2296571" y="96008"/>
                  <a:pt x="2300440" y="92554"/>
                  <a:pt x="2305417" y="90156"/>
                </a:cubicBezTo>
                <a:cubicBezTo>
                  <a:pt x="2310394" y="87758"/>
                  <a:pt x="2317570" y="85664"/>
                  <a:pt x="2326946" y="83874"/>
                </a:cubicBezTo>
                <a:cubicBezTo>
                  <a:pt x="2339597" y="81507"/>
                  <a:pt x="2348363" y="79301"/>
                  <a:pt x="2353243" y="77254"/>
                </a:cubicBezTo>
                <a:lnTo>
                  <a:pt x="2353243" y="74527"/>
                </a:lnTo>
                <a:cubicBezTo>
                  <a:pt x="2353243" y="69267"/>
                  <a:pt x="2351959" y="65517"/>
                  <a:pt x="2349390" y="63278"/>
                </a:cubicBezTo>
                <a:cubicBezTo>
                  <a:pt x="2346822" y="61036"/>
                  <a:pt x="2341973" y="59915"/>
                  <a:pt x="2334845" y="59915"/>
                </a:cubicBezTo>
                <a:cubicBezTo>
                  <a:pt x="2330029" y="59915"/>
                  <a:pt x="2326272" y="60885"/>
                  <a:pt x="2323575" y="62823"/>
                </a:cubicBezTo>
                <a:cubicBezTo>
                  <a:pt x="2320878" y="64760"/>
                  <a:pt x="2318694" y="68157"/>
                  <a:pt x="2317024" y="73016"/>
                </a:cubicBezTo>
                <a:moveTo>
                  <a:pt x="2353243" y="94978"/>
                </a:moveTo>
                <a:cubicBezTo>
                  <a:pt x="2349776" y="96120"/>
                  <a:pt x="2344285" y="97485"/>
                  <a:pt x="2336771" y="99072"/>
                </a:cubicBezTo>
                <a:cubicBezTo>
                  <a:pt x="2329258" y="100657"/>
                  <a:pt x="2324345" y="102212"/>
                  <a:pt x="2322033" y="103735"/>
                </a:cubicBezTo>
                <a:cubicBezTo>
                  <a:pt x="2318502" y="106209"/>
                  <a:pt x="2316736" y="109350"/>
                  <a:pt x="2316736" y="113157"/>
                </a:cubicBezTo>
                <a:cubicBezTo>
                  <a:pt x="2316736" y="116902"/>
                  <a:pt x="2318148" y="120139"/>
                  <a:pt x="2320974" y="122868"/>
                </a:cubicBezTo>
                <a:cubicBezTo>
                  <a:pt x="2323799" y="125595"/>
                  <a:pt x="2327396" y="126959"/>
                  <a:pt x="2331762" y="126959"/>
                </a:cubicBezTo>
                <a:cubicBezTo>
                  <a:pt x="2336643" y="126959"/>
                  <a:pt x="2341299" y="125372"/>
                  <a:pt x="2345730" y="122200"/>
                </a:cubicBezTo>
                <a:cubicBezTo>
                  <a:pt x="2349005" y="119789"/>
                  <a:pt x="2351156" y="116838"/>
                  <a:pt x="2352184" y="113347"/>
                </a:cubicBezTo>
                <a:cubicBezTo>
                  <a:pt x="2352890" y="111063"/>
                  <a:pt x="2353243" y="106717"/>
                  <a:pt x="2353243" y="100309"/>
                </a:cubicBezTo>
                <a:lnTo>
                  <a:pt x="2353243" y="94978"/>
                </a:lnTo>
                <a:close/>
                <a:moveTo>
                  <a:pt x="2500323" y="143720"/>
                </a:moveTo>
                <a:lnTo>
                  <a:pt x="2473255" y="143720"/>
                </a:lnTo>
                <a:lnTo>
                  <a:pt x="2473255" y="91571"/>
                </a:lnTo>
                <a:cubicBezTo>
                  <a:pt x="2473255" y="80537"/>
                  <a:pt x="2472677" y="73401"/>
                  <a:pt x="2471521" y="70162"/>
                </a:cubicBezTo>
                <a:cubicBezTo>
                  <a:pt x="2470365" y="66923"/>
                  <a:pt x="2468487" y="64405"/>
                  <a:pt x="2465886" y="62609"/>
                </a:cubicBezTo>
                <a:cubicBezTo>
                  <a:pt x="2463285" y="60813"/>
                  <a:pt x="2460155" y="59915"/>
                  <a:pt x="2456494" y="59915"/>
                </a:cubicBezTo>
                <a:cubicBezTo>
                  <a:pt x="2451806" y="59915"/>
                  <a:pt x="2447600" y="61199"/>
                  <a:pt x="2443875" y="63765"/>
                </a:cubicBezTo>
                <a:cubicBezTo>
                  <a:pt x="2440151" y="66330"/>
                  <a:pt x="2437598" y="69730"/>
                  <a:pt x="2436217" y="73964"/>
                </a:cubicBezTo>
                <a:cubicBezTo>
                  <a:pt x="2434837" y="78196"/>
                  <a:pt x="2434146" y="86022"/>
                  <a:pt x="2434146" y="97441"/>
                </a:cubicBezTo>
                <a:lnTo>
                  <a:pt x="2434146" y="143720"/>
                </a:lnTo>
                <a:lnTo>
                  <a:pt x="2407078" y="143720"/>
                </a:lnTo>
                <a:lnTo>
                  <a:pt x="2407078" y="41421"/>
                </a:lnTo>
                <a:lnTo>
                  <a:pt x="2432220" y="41421"/>
                </a:lnTo>
                <a:lnTo>
                  <a:pt x="2432220" y="56447"/>
                </a:lnTo>
                <a:cubicBezTo>
                  <a:pt x="2441146" y="44888"/>
                  <a:pt x="2452384" y="39109"/>
                  <a:pt x="2465934" y="39109"/>
                </a:cubicBezTo>
                <a:cubicBezTo>
                  <a:pt x="2471906" y="39109"/>
                  <a:pt x="2477365" y="40184"/>
                  <a:pt x="2482310" y="42336"/>
                </a:cubicBezTo>
                <a:cubicBezTo>
                  <a:pt x="2487254" y="44487"/>
                  <a:pt x="2490995" y="47232"/>
                  <a:pt x="2493532" y="50572"/>
                </a:cubicBezTo>
                <a:cubicBezTo>
                  <a:pt x="2496068" y="53911"/>
                  <a:pt x="2497834" y="57700"/>
                  <a:pt x="2498830" y="61938"/>
                </a:cubicBezTo>
                <a:cubicBezTo>
                  <a:pt x="2499825" y="66176"/>
                  <a:pt x="2500323" y="72245"/>
                  <a:pt x="2500323" y="80144"/>
                </a:cubicBezTo>
                <a:lnTo>
                  <a:pt x="2500323" y="143720"/>
                </a:lnTo>
                <a:close/>
                <a:moveTo>
                  <a:pt x="2518074" y="114629"/>
                </a:moveTo>
                <a:lnTo>
                  <a:pt x="2545238" y="110390"/>
                </a:lnTo>
                <a:cubicBezTo>
                  <a:pt x="2546394" y="115624"/>
                  <a:pt x="2548738" y="119598"/>
                  <a:pt x="2552270" y="122311"/>
                </a:cubicBezTo>
                <a:cubicBezTo>
                  <a:pt x="2555802" y="125024"/>
                  <a:pt x="2560746" y="126381"/>
                  <a:pt x="2567104" y="126381"/>
                </a:cubicBezTo>
                <a:cubicBezTo>
                  <a:pt x="2574104" y="126381"/>
                  <a:pt x="2579369" y="125098"/>
                  <a:pt x="2582901" y="122534"/>
                </a:cubicBezTo>
                <a:cubicBezTo>
                  <a:pt x="2585277" y="120738"/>
                  <a:pt x="2586466" y="118332"/>
                  <a:pt x="2586466" y="115318"/>
                </a:cubicBezTo>
                <a:cubicBezTo>
                  <a:pt x="2586466" y="113265"/>
                  <a:pt x="2585823" y="111565"/>
                  <a:pt x="2584539" y="110219"/>
                </a:cubicBezTo>
                <a:cubicBezTo>
                  <a:pt x="2583190" y="108937"/>
                  <a:pt x="2580172" y="107751"/>
                  <a:pt x="2575484" y="106661"/>
                </a:cubicBezTo>
                <a:cubicBezTo>
                  <a:pt x="2553650" y="101853"/>
                  <a:pt x="2539811" y="97460"/>
                  <a:pt x="2533967" y="93482"/>
                </a:cubicBezTo>
                <a:cubicBezTo>
                  <a:pt x="2525876" y="87963"/>
                  <a:pt x="2521830" y="80296"/>
                  <a:pt x="2521830" y="70481"/>
                </a:cubicBezTo>
                <a:cubicBezTo>
                  <a:pt x="2521830" y="61627"/>
                  <a:pt x="2525330" y="54185"/>
                  <a:pt x="2532330" y="48154"/>
                </a:cubicBezTo>
                <a:cubicBezTo>
                  <a:pt x="2539330" y="42124"/>
                  <a:pt x="2550182" y="39109"/>
                  <a:pt x="2564888" y="39109"/>
                </a:cubicBezTo>
                <a:cubicBezTo>
                  <a:pt x="2578888" y="39109"/>
                  <a:pt x="2589291" y="41380"/>
                  <a:pt x="2596098" y="45924"/>
                </a:cubicBezTo>
                <a:cubicBezTo>
                  <a:pt x="2602905" y="50467"/>
                  <a:pt x="2607593" y="57186"/>
                  <a:pt x="2610162" y="66080"/>
                </a:cubicBezTo>
                <a:lnTo>
                  <a:pt x="2584635" y="70896"/>
                </a:lnTo>
                <a:cubicBezTo>
                  <a:pt x="2583544" y="66915"/>
                  <a:pt x="2581473" y="63865"/>
                  <a:pt x="2578422" y="61745"/>
                </a:cubicBezTo>
                <a:cubicBezTo>
                  <a:pt x="2575372" y="59626"/>
                  <a:pt x="2571021" y="58567"/>
                  <a:pt x="2565370" y="58567"/>
                </a:cubicBezTo>
                <a:cubicBezTo>
                  <a:pt x="2558242" y="58567"/>
                  <a:pt x="2553136" y="59561"/>
                  <a:pt x="2550054" y="61550"/>
                </a:cubicBezTo>
                <a:cubicBezTo>
                  <a:pt x="2547999" y="62959"/>
                  <a:pt x="2546972" y="64786"/>
                  <a:pt x="2546972" y="67031"/>
                </a:cubicBezTo>
                <a:cubicBezTo>
                  <a:pt x="2546972" y="68954"/>
                  <a:pt x="2547871" y="70588"/>
                  <a:pt x="2549669" y="71935"/>
                </a:cubicBezTo>
                <a:cubicBezTo>
                  <a:pt x="2552109" y="73731"/>
                  <a:pt x="2560538" y="76265"/>
                  <a:pt x="2574954" y="79536"/>
                </a:cubicBezTo>
                <a:cubicBezTo>
                  <a:pt x="2589371" y="82807"/>
                  <a:pt x="2599438" y="86820"/>
                  <a:pt x="2605153" y="91574"/>
                </a:cubicBezTo>
                <a:cubicBezTo>
                  <a:pt x="2610804" y="96394"/>
                  <a:pt x="2613630" y="103109"/>
                  <a:pt x="2613630" y="111718"/>
                </a:cubicBezTo>
                <a:cubicBezTo>
                  <a:pt x="2613630" y="121100"/>
                  <a:pt x="2609712" y="129164"/>
                  <a:pt x="2601878" y="135911"/>
                </a:cubicBezTo>
                <a:cubicBezTo>
                  <a:pt x="2594043" y="142658"/>
                  <a:pt x="2582452" y="146031"/>
                  <a:pt x="2567104" y="146031"/>
                </a:cubicBezTo>
                <a:cubicBezTo>
                  <a:pt x="2553169" y="146031"/>
                  <a:pt x="2542139" y="143215"/>
                  <a:pt x="2534016" y="137582"/>
                </a:cubicBezTo>
                <a:cubicBezTo>
                  <a:pt x="2525892" y="131947"/>
                  <a:pt x="2520578" y="124296"/>
                  <a:pt x="2518074" y="114629"/>
                </a:cubicBezTo>
                <a:close/>
                <a:moveTo>
                  <a:pt x="2626237" y="41421"/>
                </a:moveTo>
                <a:lnTo>
                  <a:pt x="2641264" y="41421"/>
                </a:lnTo>
                <a:lnTo>
                  <a:pt x="2641264" y="33696"/>
                </a:lnTo>
                <a:cubicBezTo>
                  <a:pt x="2641264" y="25071"/>
                  <a:pt x="2642179" y="18634"/>
                  <a:pt x="2644009" y="14386"/>
                </a:cubicBezTo>
                <a:cubicBezTo>
                  <a:pt x="2645839" y="10137"/>
                  <a:pt x="2649211" y="6678"/>
                  <a:pt x="2654123" y="4007"/>
                </a:cubicBezTo>
                <a:cubicBezTo>
                  <a:pt x="2659036" y="1336"/>
                  <a:pt x="2665249" y="0"/>
                  <a:pt x="2672762" y="0"/>
                </a:cubicBezTo>
                <a:cubicBezTo>
                  <a:pt x="2680469" y="0"/>
                  <a:pt x="2688014" y="1156"/>
                  <a:pt x="2695399" y="3468"/>
                </a:cubicBezTo>
                <a:lnTo>
                  <a:pt x="2691739" y="22348"/>
                </a:lnTo>
                <a:cubicBezTo>
                  <a:pt x="2687436" y="21320"/>
                  <a:pt x="2683294" y="20807"/>
                  <a:pt x="2679313" y="20807"/>
                </a:cubicBezTo>
                <a:cubicBezTo>
                  <a:pt x="2675395" y="20807"/>
                  <a:pt x="2672586" y="21727"/>
                  <a:pt x="2670884" y="23567"/>
                </a:cubicBezTo>
                <a:cubicBezTo>
                  <a:pt x="2669182" y="25405"/>
                  <a:pt x="2668331" y="28937"/>
                  <a:pt x="2668331" y="34163"/>
                </a:cubicBezTo>
                <a:lnTo>
                  <a:pt x="2668331" y="41421"/>
                </a:lnTo>
                <a:lnTo>
                  <a:pt x="2688560" y="41421"/>
                </a:lnTo>
                <a:lnTo>
                  <a:pt x="2688560" y="62805"/>
                </a:lnTo>
                <a:lnTo>
                  <a:pt x="2668331" y="62805"/>
                </a:lnTo>
                <a:lnTo>
                  <a:pt x="2668331" y="143720"/>
                </a:lnTo>
                <a:lnTo>
                  <a:pt x="2641264" y="143720"/>
                </a:lnTo>
                <a:lnTo>
                  <a:pt x="2641264" y="62805"/>
                </a:lnTo>
                <a:lnTo>
                  <a:pt x="2626237" y="62805"/>
                </a:lnTo>
                <a:lnTo>
                  <a:pt x="2626237" y="41421"/>
                </a:lnTo>
                <a:close/>
                <a:moveTo>
                  <a:pt x="2762427" y="111161"/>
                </a:moveTo>
                <a:lnTo>
                  <a:pt x="2789399" y="115785"/>
                </a:lnTo>
                <a:cubicBezTo>
                  <a:pt x="2785931" y="125642"/>
                  <a:pt x="2780457" y="133148"/>
                  <a:pt x="2772975" y="138301"/>
                </a:cubicBezTo>
                <a:cubicBezTo>
                  <a:pt x="2765494" y="143455"/>
                  <a:pt x="2756134" y="146031"/>
                  <a:pt x="2744896" y="146031"/>
                </a:cubicBezTo>
                <a:cubicBezTo>
                  <a:pt x="2727108" y="146031"/>
                  <a:pt x="2713943" y="140220"/>
                  <a:pt x="2705402" y="128596"/>
                </a:cubicBezTo>
                <a:cubicBezTo>
                  <a:pt x="2698659" y="119285"/>
                  <a:pt x="2695288" y="107533"/>
                  <a:pt x="2695288" y="93341"/>
                </a:cubicBezTo>
                <a:cubicBezTo>
                  <a:pt x="2695288" y="76387"/>
                  <a:pt x="2699719" y="63110"/>
                  <a:pt x="2708581" y="53510"/>
                </a:cubicBezTo>
                <a:cubicBezTo>
                  <a:pt x="2717443" y="43909"/>
                  <a:pt x="2728649" y="39109"/>
                  <a:pt x="2742199" y="39109"/>
                </a:cubicBezTo>
                <a:cubicBezTo>
                  <a:pt x="2757418" y="39109"/>
                  <a:pt x="2769427" y="44134"/>
                  <a:pt x="2778225" y="54184"/>
                </a:cubicBezTo>
                <a:cubicBezTo>
                  <a:pt x="2787023" y="64234"/>
                  <a:pt x="2791229" y="79630"/>
                  <a:pt x="2790844" y="100372"/>
                </a:cubicBezTo>
                <a:lnTo>
                  <a:pt x="2723030" y="100372"/>
                </a:lnTo>
                <a:cubicBezTo>
                  <a:pt x="2723222" y="108400"/>
                  <a:pt x="2725406" y="114645"/>
                  <a:pt x="2729580" y="119108"/>
                </a:cubicBezTo>
                <a:cubicBezTo>
                  <a:pt x="2733754" y="123571"/>
                  <a:pt x="2738956" y="125803"/>
                  <a:pt x="2745185" y="125803"/>
                </a:cubicBezTo>
                <a:cubicBezTo>
                  <a:pt x="2749423" y="125803"/>
                  <a:pt x="2752987" y="124647"/>
                  <a:pt x="2755877" y="122335"/>
                </a:cubicBezTo>
                <a:cubicBezTo>
                  <a:pt x="2758767" y="120023"/>
                  <a:pt x="2760950" y="116299"/>
                  <a:pt x="2762427" y="111161"/>
                </a:cubicBezTo>
                <a:moveTo>
                  <a:pt x="2763969" y="83804"/>
                </a:moveTo>
                <a:cubicBezTo>
                  <a:pt x="2763776" y="76002"/>
                  <a:pt x="2761753" y="70070"/>
                  <a:pt x="2757900" y="66008"/>
                </a:cubicBezTo>
                <a:cubicBezTo>
                  <a:pt x="2754047" y="61946"/>
                  <a:pt x="2749359" y="59915"/>
                  <a:pt x="2743836" y="59915"/>
                </a:cubicBezTo>
                <a:cubicBezTo>
                  <a:pt x="2737928" y="59915"/>
                  <a:pt x="2733048" y="62058"/>
                  <a:pt x="2729195" y="66342"/>
                </a:cubicBezTo>
                <a:cubicBezTo>
                  <a:pt x="2725342" y="70629"/>
                  <a:pt x="2723447" y="76449"/>
                  <a:pt x="2723511" y="83804"/>
                </a:cubicBezTo>
                <a:lnTo>
                  <a:pt x="2763969" y="83804"/>
                </a:lnTo>
                <a:close/>
                <a:moveTo>
                  <a:pt x="2839573" y="143720"/>
                </a:moveTo>
                <a:lnTo>
                  <a:pt x="2812505" y="143720"/>
                </a:lnTo>
                <a:lnTo>
                  <a:pt x="2812505" y="41421"/>
                </a:lnTo>
                <a:lnTo>
                  <a:pt x="2837646" y="41421"/>
                </a:lnTo>
                <a:lnTo>
                  <a:pt x="2837646" y="55966"/>
                </a:lnTo>
                <a:cubicBezTo>
                  <a:pt x="2841949" y="49095"/>
                  <a:pt x="2845818" y="44567"/>
                  <a:pt x="2849254" y="42384"/>
                </a:cubicBezTo>
                <a:cubicBezTo>
                  <a:pt x="2852689" y="40200"/>
                  <a:pt x="2856591" y="39109"/>
                  <a:pt x="2860957" y="39109"/>
                </a:cubicBezTo>
                <a:cubicBezTo>
                  <a:pt x="2867122" y="39109"/>
                  <a:pt x="2873063" y="40810"/>
                  <a:pt x="2878778" y="44214"/>
                </a:cubicBezTo>
                <a:lnTo>
                  <a:pt x="2870398" y="67814"/>
                </a:lnTo>
                <a:cubicBezTo>
                  <a:pt x="2865838" y="64860"/>
                  <a:pt x="2861600" y="63383"/>
                  <a:pt x="2857682" y="63383"/>
                </a:cubicBezTo>
                <a:cubicBezTo>
                  <a:pt x="2853894" y="63383"/>
                  <a:pt x="2850683" y="64427"/>
                  <a:pt x="2848050" y="66514"/>
                </a:cubicBezTo>
                <a:cubicBezTo>
                  <a:pt x="2845417" y="68601"/>
                  <a:pt x="2843346" y="72374"/>
                  <a:pt x="2841837" y="77832"/>
                </a:cubicBezTo>
                <a:cubicBezTo>
                  <a:pt x="2840328" y="83291"/>
                  <a:pt x="2839573" y="94721"/>
                  <a:pt x="2839573" y="112124"/>
                </a:cubicBezTo>
                <a:lnTo>
                  <a:pt x="2839573" y="143720"/>
                </a:lnTo>
                <a:close/>
                <a:moveTo>
                  <a:pt x="2940882" y="143720"/>
                </a:moveTo>
                <a:lnTo>
                  <a:pt x="2940882" y="3660"/>
                </a:lnTo>
                <a:lnTo>
                  <a:pt x="2969395" y="3660"/>
                </a:lnTo>
                <a:lnTo>
                  <a:pt x="2969395" y="119830"/>
                </a:lnTo>
                <a:lnTo>
                  <a:pt x="3040292" y="119830"/>
                </a:lnTo>
                <a:lnTo>
                  <a:pt x="3040292" y="143720"/>
                </a:lnTo>
                <a:lnTo>
                  <a:pt x="2940882" y="143720"/>
                </a:lnTo>
                <a:close/>
                <a:moveTo>
                  <a:pt x="3119499" y="111161"/>
                </a:moveTo>
                <a:lnTo>
                  <a:pt x="3146470" y="115785"/>
                </a:lnTo>
                <a:cubicBezTo>
                  <a:pt x="3143002" y="125642"/>
                  <a:pt x="3137528" y="133148"/>
                  <a:pt x="3130046" y="138301"/>
                </a:cubicBezTo>
                <a:cubicBezTo>
                  <a:pt x="3122565" y="143455"/>
                  <a:pt x="3113205" y="146031"/>
                  <a:pt x="3101967" y="146031"/>
                </a:cubicBezTo>
                <a:cubicBezTo>
                  <a:pt x="3084179" y="146031"/>
                  <a:pt x="3071014" y="140220"/>
                  <a:pt x="3062473" y="128596"/>
                </a:cubicBezTo>
                <a:cubicBezTo>
                  <a:pt x="3055730" y="119285"/>
                  <a:pt x="3052359" y="107533"/>
                  <a:pt x="3052359" y="93341"/>
                </a:cubicBezTo>
                <a:cubicBezTo>
                  <a:pt x="3052359" y="76387"/>
                  <a:pt x="3056790" y="63110"/>
                  <a:pt x="3065652" y="53510"/>
                </a:cubicBezTo>
                <a:cubicBezTo>
                  <a:pt x="3074514" y="43909"/>
                  <a:pt x="3085720" y="39109"/>
                  <a:pt x="3099270" y="39109"/>
                </a:cubicBezTo>
                <a:cubicBezTo>
                  <a:pt x="3114490" y="39109"/>
                  <a:pt x="3126498" y="44134"/>
                  <a:pt x="3135296" y="54184"/>
                </a:cubicBezTo>
                <a:cubicBezTo>
                  <a:pt x="3144094" y="64234"/>
                  <a:pt x="3148300" y="79630"/>
                  <a:pt x="3147915" y="100372"/>
                </a:cubicBezTo>
                <a:lnTo>
                  <a:pt x="3080101" y="100372"/>
                </a:lnTo>
                <a:cubicBezTo>
                  <a:pt x="3080294" y="108400"/>
                  <a:pt x="3082477" y="114645"/>
                  <a:pt x="3086651" y="119108"/>
                </a:cubicBezTo>
                <a:cubicBezTo>
                  <a:pt x="3090825" y="123571"/>
                  <a:pt x="3096027" y="125803"/>
                  <a:pt x="3102256" y="125803"/>
                </a:cubicBezTo>
                <a:cubicBezTo>
                  <a:pt x="3106494" y="125803"/>
                  <a:pt x="3110059" y="124647"/>
                  <a:pt x="3112948" y="122335"/>
                </a:cubicBezTo>
                <a:cubicBezTo>
                  <a:pt x="3115838" y="120023"/>
                  <a:pt x="3118022" y="116299"/>
                  <a:pt x="3119499" y="111161"/>
                </a:cubicBezTo>
                <a:moveTo>
                  <a:pt x="3121040" y="83804"/>
                </a:moveTo>
                <a:cubicBezTo>
                  <a:pt x="3120847" y="76002"/>
                  <a:pt x="3118824" y="70070"/>
                  <a:pt x="3114971" y="66008"/>
                </a:cubicBezTo>
                <a:cubicBezTo>
                  <a:pt x="3111118" y="61946"/>
                  <a:pt x="3106430" y="59915"/>
                  <a:pt x="3100907" y="59915"/>
                </a:cubicBezTo>
                <a:cubicBezTo>
                  <a:pt x="3094999" y="59915"/>
                  <a:pt x="3090119" y="62058"/>
                  <a:pt x="3086266" y="66342"/>
                </a:cubicBezTo>
                <a:cubicBezTo>
                  <a:pt x="3082413" y="70629"/>
                  <a:pt x="3080518" y="76449"/>
                  <a:pt x="3080583" y="83804"/>
                </a:cubicBezTo>
                <a:lnTo>
                  <a:pt x="3121040" y="83804"/>
                </a:lnTo>
                <a:close/>
                <a:moveTo>
                  <a:pt x="3190961" y="73016"/>
                </a:moveTo>
                <a:lnTo>
                  <a:pt x="3166398" y="68585"/>
                </a:lnTo>
                <a:cubicBezTo>
                  <a:pt x="3169159" y="58565"/>
                  <a:pt x="3173911" y="51148"/>
                  <a:pt x="3180654" y="46333"/>
                </a:cubicBezTo>
                <a:cubicBezTo>
                  <a:pt x="3187397" y="41517"/>
                  <a:pt x="3197415" y="39109"/>
                  <a:pt x="3210708" y="39109"/>
                </a:cubicBezTo>
                <a:cubicBezTo>
                  <a:pt x="3222781" y="39109"/>
                  <a:pt x="3231771" y="40538"/>
                  <a:pt x="3237679" y="43395"/>
                </a:cubicBezTo>
                <a:cubicBezTo>
                  <a:pt x="3243587" y="46253"/>
                  <a:pt x="3247745" y="49881"/>
                  <a:pt x="3250154" y="54280"/>
                </a:cubicBezTo>
                <a:cubicBezTo>
                  <a:pt x="3252562" y="58679"/>
                  <a:pt x="3253766" y="66754"/>
                  <a:pt x="3253766" y="78506"/>
                </a:cubicBezTo>
                <a:lnTo>
                  <a:pt x="3253477" y="110101"/>
                </a:lnTo>
                <a:cubicBezTo>
                  <a:pt x="3253477" y="119092"/>
                  <a:pt x="3253910" y="125722"/>
                  <a:pt x="3254777" y="129993"/>
                </a:cubicBezTo>
                <a:cubicBezTo>
                  <a:pt x="3255644" y="134263"/>
                  <a:pt x="3257266" y="138839"/>
                  <a:pt x="3259642" y="143720"/>
                </a:cubicBezTo>
                <a:lnTo>
                  <a:pt x="3232863" y="143720"/>
                </a:lnTo>
                <a:cubicBezTo>
                  <a:pt x="3232157" y="141921"/>
                  <a:pt x="3231290" y="139256"/>
                  <a:pt x="3230262" y="135724"/>
                </a:cubicBezTo>
                <a:cubicBezTo>
                  <a:pt x="3229813" y="134119"/>
                  <a:pt x="3229492" y="133059"/>
                  <a:pt x="3229299" y="132546"/>
                </a:cubicBezTo>
                <a:cubicBezTo>
                  <a:pt x="3224675" y="137041"/>
                  <a:pt x="3219730" y="140412"/>
                  <a:pt x="3214465" y="142660"/>
                </a:cubicBezTo>
                <a:cubicBezTo>
                  <a:pt x="3209199" y="144908"/>
                  <a:pt x="3203580" y="146031"/>
                  <a:pt x="3197607" y="146031"/>
                </a:cubicBezTo>
                <a:cubicBezTo>
                  <a:pt x="3187076" y="146031"/>
                  <a:pt x="3178776" y="143186"/>
                  <a:pt x="3172707" y="137494"/>
                </a:cubicBezTo>
                <a:cubicBezTo>
                  <a:pt x="3166638" y="131803"/>
                  <a:pt x="3163604" y="124609"/>
                  <a:pt x="3163604" y="115911"/>
                </a:cubicBezTo>
                <a:cubicBezTo>
                  <a:pt x="3163604" y="110156"/>
                  <a:pt x="3164985" y="105024"/>
                  <a:pt x="3167746" y="100517"/>
                </a:cubicBezTo>
                <a:cubicBezTo>
                  <a:pt x="3170507" y="96008"/>
                  <a:pt x="3174377" y="92554"/>
                  <a:pt x="3179353" y="90156"/>
                </a:cubicBezTo>
                <a:cubicBezTo>
                  <a:pt x="3184330" y="87758"/>
                  <a:pt x="3191507" y="85664"/>
                  <a:pt x="3200883" y="83874"/>
                </a:cubicBezTo>
                <a:cubicBezTo>
                  <a:pt x="3213533" y="81507"/>
                  <a:pt x="3222299" y="79301"/>
                  <a:pt x="3227180" y="77254"/>
                </a:cubicBezTo>
                <a:lnTo>
                  <a:pt x="3227180" y="74527"/>
                </a:lnTo>
                <a:cubicBezTo>
                  <a:pt x="3227180" y="69267"/>
                  <a:pt x="3225895" y="65517"/>
                  <a:pt x="3223327" y="63278"/>
                </a:cubicBezTo>
                <a:cubicBezTo>
                  <a:pt x="3220758" y="61036"/>
                  <a:pt x="3215910" y="59915"/>
                  <a:pt x="3208781" y="59915"/>
                </a:cubicBezTo>
                <a:cubicBezTo>
                  <a:pt x="3203965" y="59915"/>
                  <a:pt x="3200208" y="60885"/>
                  <a:pt x="3197511" y="62823"/>
                </a:cubicBezTo>
                <a:cubicBezTo>
                  <a:pt x="3194814" y="64760"/>
                  <a:pt x="3192631" y="68157"/>
                  <a:pt x="3190961" y="73016"/>
                </a:cubicBezTo>
                <a:moveTo>
                  <a:pt x="3227180" y="94978"/>
                </a:moveTo>
                <a:cubicBezTo>
                  <a:pt x="3223712" y="96120"/>
                  <a:pt x="3218221" y="97485"/>
                  <a:pt x="3210708" y="99072"/>
                </a:cubicBezTo>
                <a:cubicBezTo>
                  <a:pt x="3203194" y="100657"/>
                  <a:pt x="3198282" y="102212"/>
                  <a:pt x="3195970" y="103735"/>
                </a:cubicBezTo>
                <a:cubicBezTo>
                  <a:pt x="3192438" y="106209"/>
                  <a:pt x="3190672" y="109350"/>
                  <a:pt x="3190672" y="113157"/>
                </a:cubicBezTo>
                <a:cubicBezTo>
                  <a:pt x="3190672" y="116902"/>
                  <a:pt x="3192085" y="120139"/>
                  <a:pt x="3194910" y="122868"/>
                </a:cubicBezTo>
                <a:cubicBezTo>
                  <a:pt x="3197736" y="125595"/>
                  <a:pt x="3201332" y="126959"/>
                  <a:pt x="3205699" y="126959"/>
                </a:cubicBezTo>
                <a:cubicBezTo>
                  <a:pt x="3210579" y="126959"/>
                  <a:pt x="3215235" y="125372"/>
                  <a:pt x="3219666" y="122200"/>
                </a:cubicBezTo>
                <a:cubicBezTo>
                  <a:pt x="3222941" y="119789"/>
                  <a:pt x="3225093" y="116838"/>
                  <a:pt x="3226120" y="113347"/>
                </a:cubicBezTo>
                <a:cubicBezTo>
                  <a:pt x="3226827" y="111063"/>
                  <a:pt x="3227180" y="106717"/>
                  <a:pt x="3227180" y="100309"/>
                </a:cubicBezTo>
                <a:lnTo>
                  <a:pt x="3227180" y="94978"/>
                </a:lnTo>
                <a:close/>
                <a:moveTo>
                  <a:pt x="3307119" y="143720"/>
                </a:moveTo>
                <a:lnTo>
                  <a:pt x="3280052" y="143720"/>
                </a:lnTo>
                <a:lnTo>
                  <a:pt x="3280052" y="41421"/>
                </a:lnTo>
                <a:lnTo>
                  <a:pt x="3305193" y="41421"/>
                </a:lnTo>
                <a:lnTo>
                  <a:pt x="3305193" y="55966"/>
                </a:lnTo>
                <a:cubicBezTo>
                  <a:pt x="3309495" y="49095"/>
                  <a:pt x="3313365" y="44567"/>
                  <a:pt x="3316800" y="42384"/>
                </a:cubicBezTo>
                <a:cubicBezTo>
                  <a:pt x="3320236" y="40200"/>
                  <a:pt x="3324137" y="39109"/>
                  <a:pt x="3328504" y="39109"/>
                </a:cubicBezTo>
                <a:cubicBezTo>
                  <a:pt x="3334669" y="39109"/>
                  <a:pt x="3340609" y="40810"/>
                  <a:pt x="3346324" y="44214"/>
                </a:cubicBezTo>
                <a:lnTo>
                  <a:pt x="3337944" y="67814"/>
                </a:lnTo>
                <a:cubicBezTo>
                  <a:pt x="3333384" y="64860"/>
                  <a:pt x="3329146" y="63383"/>
                  <a:pt x="3325229" y="63383"/>
                </a:cubicBezTo>
                <a:cubicBezTo>
                  <a:pt x="3321440" y="63383"/>
                  <a:pt x="3318229" y="64427"/>
                  <a:pt x="3315596" y="66514"/>
                </a:cubicBezTo>
                <a:cubicBezTo>
                  <a:pt x="3312963" y="68601"/>
                  <a:pt x="3310892" y="72374"/>
                  <a:pt x="3309383" y="77832"/>
                </a:cubicBezTo>
                <a:cubicBezTo>
                  <a:pt x="3307874" y="83291"/>
                  <a:pt x="3307119" y="94721"/>
                  <a:pt x="3307119" y="112124"/>
                </a:cubicBezTo>
                <a:lnTo>
                  <a:pt x="3307119" y="143720"/>
                </a:lnTo>
                <a:close/>
                <a:moveTo>
                  <a:pt x="3451197" y="143720"/>
                </a:moveTo>
                <a:lnTo>
                  <a:pt x="3424130" y="143720"/>
                </a:lnTo>
                <a:lnTo>
                  <a:pt x="3424130" y="91571"/>
                </a:lnTo>
                <a:cubicBezTo>
                  <a:pt x="3424130" y="80537"/>
                  <a:pt x="3423552" y="73401"/>
                  <a:pt x="3422396" y="70162"/>
                </a:cubicBezTo>
                <a:cubicBezTo>
                  <a:pt x="3421240" y="66923"/>
                  <a:pt x="3419361" y="64405"/>
                  <a:pt x="3416761" y="62609"/>
                </a:cubicBezTo>
                <a:cubicBezTo>
                  <a:pt x="3414160" y="60813"/>
                  <a:pt x="3411029" y="59915"/>
                  <a:pt x="3407369" y="59915"/>
                </a:cubicBezTo>
                <a:cubicBezTo>
                  <a:pt x="3402681" y="59915"/>
                  <a:pt x="3398474" y="61199"/>
                  <a:pt x="3394750" y="63765"/>
                </a:cubicBezTo>
                <a:cubicBezTo>
                  <a:pt x="3391025" y="66330"/>
                  <a:pt x="3388473" y="69730"/>
                  <a:pt x="3387092" y="73964"/>
                </a:cubicBezTo>
                <a:cubicBezTo>
                  <a:pt x="3385711" y="78196"/>
                  <a:pt x="3385021" y="86022"/>
                  <a:pt x="3385021" y="97441"/>
                </a:cubicBezTo>
                <a:lnTo>
                  <a:pt x="3385021" y="143720"/>
                </a:lnTo>
                <a:lnTo>
                  <a:pt x="3357953" y="143720"/>
                </a:lnTo>
                <a:lnTo>
                  <a:pt x="3357953" y="41421"/>
                </a:lnTo>
                <a:lnTo>
                  <a:pt x="3383094" y="41421"/>
                </a:lnTo>
                <a:lnTo>
                  <a:pt x="3383094" y="56447"/>
                </a:lnTo>
                <a:cubicBezTo>
                  <a:pt x="3392021" y="44888"/>
                  <a:pt x="3403259" y="39109"/>
                  <a:pt x="3416809" y="39109"/>
                </a:cubicBezTo>
                <a:cubicBezTo>
                  <a:pt x="3422781" y="39109"/>
                  <a:pt x="3428239" y="40184"/>
                  <a:pt x="3433184" y="42336"/>
                </a:cubicBezTo>
                <a:cubicBezTo>
                  <a:pt x="3438129" y="44487"/>
                  <a:pt x="3441870" y="47232"/>
                  <a:pt x="3444406" y="50572"/>
                </a:cubicBezTo>
                <a:cubicBezTo>
                  <a:pt x="3446943" y="53911"/>
                  <a:pt x="3448709" y="57700"/>
                  <a:pt x="3449704" y="61938"/>
                </a:cubicBezTo>
                <a:cubicBezTo>
                  <a:pt x="3450700" y="66176"/>
                  <a:pt x="3451197" y="72245"/>
                  <a:pt x="3451197" y="80144"/>
                </a:cubicBezTo>
                <a:lnTo>
                  <a:pt x="3451197" y="143720"/>
                </a:lnTo>
                <a:close/>
                <a:moveTo>
                  <a:pt x="3478504" y="27549"/>
                </a:moveTo>
                <a:lnTo>
                  <a:pt x="3478504" y="2504"/>
                </a:lnTo>
                <a:lnTo>
                  <a:pt x="3505572" y="2504"/>
                </a:lnTo>
                <a:lnTo>
                  <a:pt x="3505572" y="27549"/>
                </a:lnTo>
                <a:lnTo>
                  <a:pt x="3478504" y="27549"/>
                </a:lnTo>
                <a:moveTo>
                  <a:pt x="3478504" y="143720"/>
                </a:moveTo>
                <a:lnTo>
                  <a:pt x="3478504" y="41421"/>
                </a:lnTo>
                <a:lnTo>
                  <a:pt x="3505572" y="41421"/>
                </a:lnTo>
                <a:lnTo>
                  <a:pt x="3505572" y="143720"/>
                </a:lnTo>
                <a:lnTo>
                  <a:pt x="3478504" y="143720"/>
                </a:lnTo>
                <a:close/>
                <a:moveTo>
                  <a:pt x="3626774" y="143720"/>
                </a:moveTo>
                <a:lnTo>
                  <a:pt x="3599706" y="143720"/>
                </a:lnTo>
                <a:lnTo>
                  <a:pt x="3599706" y="91571"/>
                </a:lnTo>
                <a:cubicBezTo>
                  <a:pt x="3599706" y="80537"/>
                  <a:pt x="3599128" y="73401"/>
                  <a:pt x="3597972" y="70162"/>
                </a:cubicBezTo>
                <a:cubicBezTo>
                  <a:pt x="3596816" y="66923"/>
                  <a:pt x="3594938" y="64405"/>
                  <a:pt x="3592337" y="62609"/>
                </a:cubicBezTo>
                <a:cubicBezTo>
                  <a:pt x="3589736" y="60813"/>
                  <a:pt x="3586606" y="59915"/>
                  <a:pt x="3582945" y="59915"/>
                </a:cubicBezTo>
                <a:cubicBezTo>
                  <a:pt x="3578257" y="59915"/>
                  <a:pt x="3574051" y="61199"/>
                  <a:pt x="3570326" y="63765"/>
                </a:cubicBezTo>
                <a:cubicBezTo>
                  <a:pt x="3566602" y="66330"/>
                  <a:pt x="3564049" y="69730"/>
                  <a:pt x="3562668" y="73964"/>
                </a:cubicBezTo>
                <a:cubicBezTo>
                  <a:pt x="3561288" y="78196"/>
                  <a:pt x="3560597" y="86022"/>
                  <a:pt x="3560597" y="97441"/>
                </a:cubicBezTo>
                <a:lnTo>
                  <a:pt x="3560597" y="143720"/>
                </a:lnTo>
                <a:lnTo>
                  <a:pt x="3533530" y="143720"/>
                </a:lnTo>
                <a:lnTo>
                  <a:pt x="3533530" y="41421"/>
                </a:lnTo>
                <a:lnTo>
                  <a:pt x="3558671" y="41421"/>
                </a:lnTo>
                <a:lnTo>
                  <a:pt x="3558671" y="56447"/>
                </a:lnTo>
                <a:cubicBezTo>
                  <a:pt x="3567597" y="44888"/>
                  <a:pt x="3578835" y="39109"/>
                  <a:pt x="3592385" y="39109"/>
                </a:cubicBezTo>
                <a:cubicBezTo>
                  <a:pt x="3598357" y="39109"/>
                  <a:pt x="3603816" y="40184"/>
                  <a:pt x="3608761" y="42336"/>
                </a:cubicBezTo>
                <a:cubicBezTo>
                  <a:pt x="3613706" y="44487"/>
                  <a:pt x="3617446" y="47232"/>
                  <a:pt x="3619983" y="50572"/>
                </a:cubicBezTo>
                <a:cubicBezTo>
                  <a:pt x="3622519" y="53911"/>
                  <a:pt x="3624285" y="57700"/>
                  <a:pt x="3625281" y="61938"/>
                </a:cubicBezTo>
                <a:cubicBezTo>
                  <a:pt x="3626276" y="66176"/>
                  <a:pt x="3626774" y="72245"/>
                  <a:pt x="3626774" y="80144"/>
                </a:cubicBezTo>
                <a:lnTo>
                  <a:pt x="3626774" y="143720"/>
                </a:lnTo>
                <a:close/>
                <a:moveTo>
                  <a:pt x="3651557" y="150270"/>
                </a:moveTo>
                <a:lnTo>
                  <a:pt x="3682478" y="154123"/>
                </a:lnTo>
                <a:cubicBezTo>
                  <a:pt x="3682991" y="157753"/>
                  <a:pt x="3684179" y="160249"/>
                  <a:pt x="3686042" y="161609"/>
                </a:cubicBezTo>
                <a:cubicBezTo>
                  <a:pt x="3688610" y="163554"/>
                  <a:pt x="3692656" y="164526"/>
                  <a:pt x="3698179" y="164526"/>
                </a:cubicBezTo>
                <a:cubicBezTo>
                  <a:pt x="3705243" y="164526"/>
                  <a:pt x="3710541" y="163458"/>
                  <a:pt x="3714073" y="161323"/>
                </a:cubicBezTo>
                <a:cubicBezTo>
                  <a:pt x="3716449" y="159900"/>
                  <a:pt x="3718247" y="157605"/>
                  <a:pt x="3719467" y="154436"/>
                </a:cubicBezTo>
                <a:cubicBezTo>
                  <a:pt x="3720302" y="152172"/>
                  <a:pt x="3720719" y="148001"/>
                  <a:pt x="3720719" y="141922"/>
                </a:cubicBezTo>
                <a:lnTo>
                  <a:pt x="3720719" y="126883"/>
                </a:lnTo>
                <a:cubicBezTo>
                  <a:pt x="3712628" y="138108"/>
                  <a:pt x="3702417" y="143720"/>
                  <a:pt x="3690087" y="143720"/>
                </a:cubicBezTo>
                <a:cubicBezTo>
                  <a:pt x="3676345" y="143720"/>
                  <a:pt x="3665460" y="137908"/>
                  <a:pt x="3657433" y="126284"/>
                </a:cubicBezTo>
                <a:cubicBezTo>
                  <a:pt x="3651139" y="117101"/>
                  <a:pt x="3647993" y="105670"/>
                  <a:pt x="3647993" y="91992"/>
                </a:cubicBezTo>
                <a:cubicBezTo>
                  <a:pt x="3647993" y="74846"/>
                  <a:pt x="3652119" y="61745"/>
                  <a:pt x="3660371" y="52691"/>
                </a:cubicBezTo>
                <a:cubicBezTo>
                  <a:pt x="3668623" y="43636"/>
                  <a:pt x="3678881" y="39109"/>
                  <a:pt x="3691147" y="39109"/>
                </a:cubicBezTo>
                <a:cubicBezTo>
                  <a:pt x="3703798" y="39109"/>
                  <a:pt x="3714233" y="44690"/>
                  <a:pt x="3722453" y="55851"/>
                </a:cubicBezTo>
                <a:lnTo>
                  <a:pt x="3722453" y="41421"/>
                </a:lnTo>
                <a:lnTo>
                  <a:pt x="3747787" y="41421"/>
                </a:lnTo>
                <a:lnTo>
                  <a:pt x="3747787" y="133280"/>
                </a:lnTo>
                <a:cubicBezTo>
                  <a:pt x="3747787" y="145361"/>
                  <a:pt x="3746792" y="154390"/>
                  <a:pt x="3744801" y="160366"/>
                </a:cubicBezTo>
                <a:cubicBezTo>
                  <a:pt x="3742810" y="166342"/>
                  <a:pt x="3740017" y="171033"/>
                  <a:pt x="3736421" y="174439"/>
                </a:cubicBezTo>
                <a:cubicBezTo>
                  <a:pt x="3732824" y="177846"/>
                  <a:pt x="3728024" y="180513"/>
                  <a:pt x="3722020" y="182440"/>
                </a:cubicBezTo>
                <a:cubicBezTo>
                  <a:pt x="3716015" y="184368"/>
                  <a:pt x="3708422" y="185333"/>
                  <a:pt x="3699238" y="185333"/>
                </a:cubicBezTo>
                <a:cubicBezTo>
                  <a:pt x="3681900" y="185333"/>
                  <a:pt x="3669602" y="182338"/>
                  <a:pt x="3662345" y="176347"/>
                </a:cubicBezTo>
                <a:cubicBezTo>
                  <a:pt x="3655089" y="170359"/>
                  <a:pt x="3651460" y="162767"/>
                  <a:pt x="3651460" y="153572"/>
                </a:cubicBezTo>
                <a:cubicBezTo>
                  <a:pt x="3651460" y="152665"/>
                  <a:pt x="3651493" y="151564"/>
                  <a:pt x="3651557" y="150270"/>
                </a:cubicBezTo>
                <a:moveTo>
                  <a:pt x="3675735" y="90451"/>
                </a:moveTo>
                <a:cubicBezTo>
                  <a:pt x="3675735" y="101272"/>
                  <a:pt x="3677838" y="109194"/>
                  <a:pt x="3682044" y="114219"/>
                </a:cubicBezTo>
                <a:cubicBezTo>
                  <a:pt x="3686250" y="119245"/>
                  <a:pt x="3691436" y="121757"/>
                  <a:pt x="3697601" y="121757"/>
                </a:cubicBezTo>
                <a:cubicBezTo>
                  <a:pt x="3704215" y="121757"/>
                  <a:pt x="3709802" y="119180"/>
                  <a:pt x="3714362" y="114027"/>
                </a:cubicBezTo>
                <a:cubicBezTo>
                  <a:pt x="3718921" y="108873"/>
                  <a:pt x="3721201" y="101239"/>
                  <a:pt x="3721201" y="91125"/>
                </a:cubicBezTo>
                <a:cubicBezTo>
                  <a:pt x="3721201" y="80561"/>
                  <a:pt x="3719018" y="72719"/>
                  <a:pt x="3714651" y="67597"/>
                </a:cubicBezTo>
                <a:cubicBezTo>
                  <a:pt x="3710284" y="62476"/>
                  <a:pt x="3704761" y="59915"/>
                  <a:pt x="3698083" y="59915"/>
                </a:cubicBezTo>
                <a:cubicBezTo>
                  <a:pt x="3691597" y="59915"/>
                  <a:pt x="3686250" y="62428"/>
                  <a:pt x="3682044" y="67453"/>
                </a:cubicBezTo>
                <a:cubicBezTo>
                  <a:pt x="3677838" y="72478"/>
                  <a:pt x="3675735" y="80144"/>
                  <a:pt x="3675735" y="904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DifferentDNN">
            <a:extLst xmlns:a="http://schemas.openxmlformats.org/drawingml/2006/main">
              <a:ext uri="{FF2B5EF4-FFF2-40B4-BE49-F238E27FC236}">
                <a16:creationId xmlns:a16="http://schemas.microsoft.com/office/drawing/2014/main" id="{9836B4A1-966F-463C-A654-75FD9A4E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58" y="844216"/>
            <a:ext cx="1050458" cy="128338"/>
          </a:xfrm>
          <a:custGeom xmlns:a="http://schemas.openxmlformats.org/drawingml/2006/main">
            <a:pathLst>
              <a:path w="1050458" h="128338">
                <a:moveTo>
                  <a:pt x="0" y="126304"/>
                </a:moveTo>
                <a:lnTo>
                  <a:pt x="0" y="2034"/>
                </a:lnTo>
                <a:lnTo>
                  <a:pt x="42808" y="2034"/>
                </a:lnTo>
                <a:cubicBezTo>
                  <a:pt x="52471" y="2034"/>
                  <a:pt x="59846" y="2628"/>
                  <a:pt x="64932" y="3815"/>
                </a:cubicBezTo>
                <a:cubicBezTo>
                  <a:pt x="72052" y="5453"/>
                  <a:pt x="78127" y="8420"/>
                  <a:pt x="83157" y="12715"/>
                </a:cubicBezTo>
                <a:cubicBezTo>
                  <a:pt x="89712" y="18253"/>
                  <a:pt x="94615" y="25331"/>
                  <a:pt x="97864" y="33949"/>
                </a:cubicBezTo>
                <a:cubicBezTo>
                  <a:pt x="101114" y="42567"/>
                  <a:pt x="102738" y="52415"/>
                  <a:pt x="102738" y="63491"/>
                </a:cubicBezTo>
                <a:cubicBezTo>
                  <a:pt x="102738" y="72928"/>
                  <a:pt x="101636" y="81292"/>
                  <a:pt x="99432" y="88582"/>
                </a:cubicBezTo>
                <a:cubicBezTo>
                  <a:pt x="97228" y="95872"/>
                  <a:pt x="94403" y="101905"/>
                  <a:pt x="90956" y="106680"/>
                </a:cubicBezTo>
                <a:cubicBezTo>
                  <a:pt x="87508" y="111455"/>
                  <a:pt x="83736" y="115213"/>
                  <a:pt x="79639" y="117954"/>
                </a:cubicBezTo>
                <a:cubicBezTo>
                  <a:pt x="75542" y="120695"/>
                  <a:pt x="70597" y="122772"/>
                  <a:pt x="64805" y="124184"/>
                </a:cubicBezTo>
                <a:cubicBezTo>
                  <a:pt x="59012" y="125597"/>
                  <a:pt x="52358" y="126304"/>
                  <a:pt x="44842" y="126304"/>
                </a:cubicBezTo>
                <a:lnTo>
                  <a:pt x="0" y="126304"/>
                </a:lnTo>
                <a:moveTo>
                  <a:pt x="16445" y="111639"/>
                </a:moveTo>
                <a:lnTo>
                  <a:pt x="42977" y="111639"/>
                </a:lnTo>
                <a:cubicBezTo>
                  <a:pt x="51171" y="111639"/>
                  <a:pt x="57600" y="110876"/>
                  <a:pt x="62262" y="109350"/>
                </a:cubicBezTo>
                <a:cubicBezTo>
                  <a:pt x="66924" y="107824"/>
                  <a:pt x="70640" y="105677"/>
                  <a:pt x="73409" y="102908"/>
                </a:cubicBezTo>
                <a:cubicBezTo>
                  <a:pt x="77308" y="99009"/>
                  <a:pt x="80346" y="93767"/>
                  <a:pt x="82521" y="87183"/>
                </a:cubicBezTo>
                <a:cubicBezTo>
                  <a:pt x="84697" y="80600"/>
                  <a:pt x="85785" y="72618"/>
                  <a:pt x="85785" y="63237"/>
                </a:cubicBezTo>
                <a:cubicBezTo>
                  <a:pt x="85785" y="50239"/>
                  <a:pt x="83651" y="40250"/>
                  <a:pt x="79385" y="33271"/>
                </a:cubicBezTo>
                <a:cubicBezTo>
                  <a:pt x="75118" y="26292"/>
                  <a:pt x="69933" y="21616"/>
                  <a:pt x="63830" y="19242"/>
                </a:cubicBezTo>
                <a:cubicBezTo>
                  <a:pt x="59422" y="17547"/>
                  <a:pt x="52330" y="16699"/>
                  <a:pt x="42553" y="16699"/>
                </a:cubicBezTo>
                <a:lnTo>
                  <a:pt x="16445" y="16699"/>
                </a:lnTo>
                <a:lnTo>
                  <a:pt x="16445" y="111639"/>
                </a:lnTo>
                <a:close/>
                <a:moveTo>
                  <a:pt x="124345" y="19666"/>
                </a:moveTo>
                <a:lnTo>
                  <a:pt x="124345" y="2034"/>
                </a:lnTo>
                <a:lnTo>
                  <a:pt x="139603" y="2034"/>
                </a:lnTo>
                <a:lnTo>
                  <a:pt x="139603" y="19666"/>
                </a:lnTo>
                <a:lnTo>
                  <a:pt x="124345" y="19666"/>
                </a:lnTo>
                <a:moveTo>
                  <a:pt x="124345" y="126304"/>
                </a:moveTo>
                <a:lnTo>
                  <a:pt x="124345" y="36281"/>
                </a:lnTo>
                <a:lnTo>
                  <a:pt x="139603" y="36281"/>
                </a:lnTo>
                <a:lnTo>
                  <a:pt x="139603" y="126304"/>
                </a:lnTo>
                <a:lnTo>
                  <a:pt x="124345" y="126304"/>
                </a:lnTo>
                <a:close/>
                <a:moveTo>
                  <a:pt x="167314" y="126304"/>
                </a:moveTo>
                <a:lnTo>
                  <a:pt x="167314" y="48148"/>
                </a:lnTo>
                <a:lnTo>
                  <a:pt x="153835" y="48148"/>
                </a:lnTo>
                <a:lnTo>
                  <a:pt x="153835" y="36281"/>
                </a:lnTo>
                <a:lnTo>
                  <a:pt x="167314" y="36281"/>
                </a:lnTo>
                <a:lnTo>
                  <a:pt x="167314" y="26723"/>
                </a:lnTo>
                <a:cubicBezTo>
                  <a:pt x="167314" y="20690"/>
                  <a:pt x="167850" y="16208"/>
                  <a:pt x="168924" y="13277"/>
                </a:cubicBezTo>
                <a:cubicBezTo>
                  <a:pt x="170393" y="9332"/>
                  <a:pt x="172979" y="6132"/>
                  <a:pt x="176680" y="3679"/>
                </a:cubicBezTo>
                <a:cubicBezTo>
                  <a:pt x="180382" y="1226"/>
                  <a:pt x="185567" y="0"/>
                  <a:pt x="192235" y="0"/>
                </a:cubicBezTo>
                <a:cubicBezTo>
                  <a:pt x="196530" y="0"/>
                  <a:pt x="201277" y="509"/>
                  <a:pt x="206476" y="1526"/>
                </a:cubicBezTo>
                <a:lnTo>
                  <a:pt x="204187" y="14834"/>
                </a:lnTo>
                <a:cubicBezTo>
                  <a:pt x="201023" y="14269"/>
                  <a:pt x="198028" y="13987"/>
                  <a:pt x="195202" y="13987"/>
                </a:cubicBezTo>
                <a:cubicBezTo>
                  <a:pt x="190568" y="13987"/>
                  <a:pt x="187290" y="14972"/>
                  <a:pt x="185369" y="16943"/>
                </a:cubicBezTo>
                <a:cubicBezTo>
                  <a:pt x="183448" y="18914"/>
                  <a:pt x="182487" y="22601"/>
                  <a:pt x="182487" y="28005"/>
                </a:cubicBezTo>
                <a:lnTo>
                  <a:pt x="182487" y="36281"/>
                </a:lnTo>
                <a:lnTo>
                  <a:pt x="200034" y="36281"/>
                </a:lnTo>
                <a:lnTo>
                  <a:pt x="200034" y="48148"/>
                </a:lnTo>
                <a:lnTo>
                  <a:pt x="182487" y="48148"/>
                </a:lnTo>
                <a:lnTo>
                  <a:pt x="182487" y="126304"/>
                </a:lnTo>
                <a:lnTo>
                  <a:pt x="167314" y="126304"/>
                </a:lnTo>
                <a:close/>
                <a:moveTo>
                  <a:pt x="216634" y="126304"/>
                </a:moveTo>
                <a:lnTo>
                  <a:pt x="216634" y="48148"/>
                </a:lnTo>
                <a:lnTo>
                  <a:pt x="203156" y="48148"/>
                </a:lnTo>
                <a:lnTo>
                  <a:pt x="203156" y="36281"/>
                </a:lnTo>
                <a:lnTo>
                  <a:pt x="216634" y="36281"/>
                </a:lnTo>
                <a:lnTo>
                  <a:pt x="216634" y="26723"/>
                </a:lnTo>
                <a:cubicBezTo>
                  <a:pt x="216634" y="20690"/>
                  <a:pt x="217171" y="16208"/>
                  <a:pt x="218245" y="13277"/>
                </a:cubicBezTo>
                <a:cubicBezTo>
                  <a:pt x="219714" y="9332"/>
                  <a:pt x="222300" y="6132"/>
                  <a:pt x="226001" y="3679"/>
                </a:cubicBezTo>
                <a:cubicBezTo>
                  <a:pt x="229703" y="1226"/>
                  <a:pt x="234888" y="0"/>
                  <a:pt x="241556" y="0"/>
                </a:cubicBezTo>
                <a:cubicBezTo>
                  <a:pt x="245851" y="0"/>
                  <a:pt x="250598" y="509"/>
                  <a:pt x="255797" y="1526"/>
                </a:cubicBezTo>
                <a:lnTo>
                  <a:pt x="253508" y="14834"/>
                </a:lnTo>
                <a:cubicBezTo>
                  <a:pt x="250344" y="14269"/>
                  <a:pt x="247349" y="13987"/>
                  <a:pt x="244523" y="13987"/>
                </a:cubicBezTo>
                <a:cubicBezTo>
                  <a:pt x="239889" y="13987"/>
                  <a:pt x="236611" y="14972"/>
                  <a:pt x="234690" y="16943"/>
                </a:cubicBezTo>
                <a:cubicBezTo>
                  <a:pt x="232769" y="18914"/>
                  <a:pt x="231808" y="22601"/>
                  <a:pt x="231808" y="28005"/>
                </a:cubicBezTo>
                <a:lnTo>
                  <a:pt x="231808" y="36281"/>
                </a:lnTo>
                <a:lnTo>
                  <a:pt x="249355" y="36281"/>
                </a:lnTo>
                <a:lnTo>
                  <a:pt x="249355" y="48148"/>
                </a:lnTo>
                <a:lnTo>
                  <a:pt x="231808" y="48148"/>
                </a:lnTo>
                <a:lnTo>
                  <a:pt x="231808" y="126304"/>
                </a:lnTo>
                <a:lnTo>
                  <a:pt x="216634" y="126304"/>
                </a:lnTo>
                <a:close/>
                <a:moveTo>
                  <a:pt x="323936" y="97313"/>
                </a:moveTo>
                <a:lnTo>
                  <a:pt x="339703" y="99263"/>
                </a:lnTo>
                <a:cubicBezTo>
                  <a:pt x="337217" y="108474"/>
                  <a:pt x="332611" y="115623"/>
                  <a:pt x="325886" y="120709"/>
                </a:cubicBezTo>
                <a:cubicBezTo>
                  <a:pt x="319161" y="125795"/>
                  <a:pt x="310571" y="128338"/>
                  <a:pt x="300117" y="128338"/>
                </a:cubicBezTo>
                <a:cubicBezTo>
                  <a:pt x="286949" y="128338"/>
                  <a:pt x="276509" y="124283"/>
                  <a:pt x="268795" y="116174"/>
                </a:cubicBezTo>
                <a:cubicBezTo>
                  <a:pt x="261081" y="108065"/>
                  <a:pt x="257224" y="96692"/>
                  <a:pt x="257224" y="82055"/>
                </a:cubicBezTo>
                <a:cubicBezTo>
                  <a:pt x="257224" y="66910"/>
                  <a:pt x="261124" y="55155"/>
                  <a:pt x="268922" y="46792"/>
                </a:cubicBezTo>
                <a:cubicBezTo>
                  <a:pt x="276721" y="38428"/>
                  <a:pt x="286836" y="34246"/>
                  <a:pt x="299269" y="34246"/>
                </a:cubicBezTo>
                <a:cubicBezTo>
                  <a:pt x="311306" y="34246"/>
                  <a:pt x="321139" y="38337"/>
                  <a:pt x="328768" y="46519"/>
                </a:cubicBezTo>
                <a:cubicBezTo>
                  <a:pt x="336397" y="54699"/>
                  <a:pt x="340212" y="66208"/>
                  <a:pt x="340212" y="81046"/>
                </a:cubicBezTo>
                <a:cubicBezTo>
                  <a:pt x="340212" y="81948"/>
                  <a:pt x="340183" y="83302"/>
                  <a:pt x="340127" y="85107"/>
                </a:cubicBezTo>
                <a:lnTo>
                  <a:pt x="272991" y="85107"/>
                </a:lnTo>
                <a:cubicBezTo>
                  <a:pt x="273556" y="94968"/>
                  <a:pt x="276353" y="102519"/>
                  <a:pt x="281383" y="107761"/>
                </a:cubicBezTo>
                <a:cubicBezTo>
                  <a:pt x="286413" y="113002"/>
                  <a:pt x="292685" y="115623"/>
                  <a:pt x="300201" y="115623"/>
                </a:cubicBezTo>
                <a:cubicBezTo>
                  <a:pt x="305796" y="115623"/>
                  <a:pt x="310571" y="114168"/>
                  <a:pt x="314527" y="111257"/>
                </a:cubicBezTo>
                <a:cubicBezTo>
                  <a:pt x="318483" y="108345"/>
                  <a:pt x="321619" y="103697"/>
                  <a:pt x="323936" y="97313"/>
                </a:cubicBezTo>
                <a:moveTo>
                  <a:pt x="273839" y="72392"/>
                </a:moveTo>
                <a:lnTo>
                  <a:pt x="324106" y="72392"/>
                </a:lnTo>
                <a:cubicBezTo>
                  <a:pt x="323428" y="64943"/>
                  <a:pt x="321506" y="59356"/>
                  <a:pt x="318342" y="55631"/>
                </a:cubicBezTo>
                <a:cubicBezTo>
                  <a:pt x="313482" y="49851"/>
                  <a:pt x="307181" y="46961"/>
                  <a:pt x="299439" y="46961"/>
                </a:cubicBezTo>
                <a:cubicBezTo>
                  <a:pt x="292431" y="46961"/>
                  <a:pt x="286540" y="49269"/>
                  <a:pt x="281764" y="53883"/>
                </a:cubicBezTo>
                <a:cubicBezTo>
                  <a:pt x="276989" y="58496"/>
                  <a:pt x="274347" y="64665"/>
                  <a:pt x="273839" y="72392"/>
                </a:cubicBezTo>
                <a:close/>
                <a:moveTo>
                  <a:pt x="358803" y="126304"/>
                </a:moveTo>
                <a:lnTo>
                  <a:pt x="358803" y="36281"/>
                </a:lnTo>
                <a:lnTo>
                  <a:pt x="372536" y="36281"/>
                </a:lnTo>
                <a:lnTo>
                  <a:pt x="372536" y="49843"/>
                </a:lnTo>
                <a:cubicBezTo>
                  <a:pt x="376040" y="43493"/>
                  <a:pt x="379275" y="39306"/>
                  <a:pt x="382242" y="37282"/>
                </a:cubicBezTo>
                <a:cubicBezTo>
                  <a:pt x="385209" y="35258"/>
                  <a:pt x="388472" y="34246"/>
                  <a:pt x="392032" y="34246"/>
                </a:cubicBezTo>
                <a:cubicBezTo>
                  <a:pt x="397175" y="34246"/>
                  <a:pt x="402402" y="35878"/>
                  <a:pt x="407714" y="39141"/>
                </a:cubicBezTo>
                <a:lnTo>
                  <a:pt x="402459" y="53234"/>
                </a:lnTo>
                <a:cubicBezTo>
                  <a:pt x="398729" y="51030"/>
                  <a:pt x="394999" y="49928"/>
                  <a:pt x="391269" y="49928"/>
                </a:cubicBezTo>
                <a:cubicBezTo>
                  <a:pt x="387935" y="49928"/>
                  <a:pt x="384940" y="50933"/>
                  <a:pt x="382284" y="52943"/>
                </a:cubicBezTo>
                <a:cubicBezTo>
                  <a:pt x="379628" y="54951"/>
                  <a:pt x="377735" y="57736"/>
                  <a:pt x="376605" y="61300"/>
                </a:cubicBezTo>
                <a:cubicBezTo>
                  <a:pt x="374909" y="66731"/>
                  <a:pt x="374062" y="72671"/>
                  <a:pt x="374062" y="79120"/>
                </a:cubicBezTo>
                <a:lnTo>
                  <a:pt x="374062" y="126304"/>
                </a:lnTo>
                <a:lnTo>
                  <a:pt x="358803" y="126304"/>
                </a:lnTo>
                <a:close/>
                <a:moveTo>
                  <a:pt x="477819" y="97313"/>
                </a:moveTo>
                <a:lnTo>
                  <a:pt x="493586" y="99263"/>
                </a:lnTo>
                <a:cubicBezTo>
                  <a:pt x="491099" y="108474"/>
                  <a:pt x="486493" y="115623"/>
                  <a:pt x="479769" y="120709"/>
                </a:cubicBezTo>
                <a:cubicBezTo>
                  <a:pt x="473044" y="125795"/>
                  <a:pt x="464454" y="128338"/>
                  <a:pt x="453999" y="128338"/>
                </a:cubicBezTo>
                <a:cubicBezTo>
                  <a:pt x="440832" y="128338"/>
                  <a:pt x="430391" y="124283"/>
                  <a:pt x="422678" y="116174"/>
                </a:cubicBezTo>
                <a:cubicBezTo>
                  <a:pt x="414964" y="108065"/>
                  <a:pt x="411107" y="96692"/>
                  <a:pt x="411107" y="82055"/>
                </a:cubicBezTo>
                <a:cubicBezTo>
                  <a:pt x="411107" y="66910"/>
                  <a:pt x="415006" y="55155"/>
                  <a:pt x="422805" y="46792"/>
                </a:cubicBezTo>
                <a:cubicBezTo>
                  <a:pt x="430603" y="38428"/>
                  <a:pt x="440719" y="34246"/>
                  <a:pt x="453151" y="34246"/>
                </a:cubicBezTo>
                <a:cubicBezTo>
                  <a:pt x="465188" y="34246"/>
                  <a:pt x="475022" y="38337"/>
                  <a:pt x="482651" y="46519"/>
                </a:cubicBezTo>
                <a:cubicBezTo>
                  <a:pt x="490280" y="54699"/>
                  <a:pt x="494094" y="66208"/>
                  <a:pt x="494094" y="81046"/>
                </a:cubicBezTo>
                <a:cubicBezTo>
                  <a:pt x="494094" y="81948"/>
                  <a:pt x="494066" y="83302"/>
                  <a:pt x="494009" y="85107"/>
                </a:cubicBezTo>
                <a:lnTo>
                  <a:pt x="426874" y="85107"/>
                </a:lnTo>
                <a:cubicBezTo>
                  <a:pt x="427439" y="94968"/>
                  <a:pt x="430236" y="102519"/>
                  <a:pt x="435266" y="107761"/>
                </a:cubicBezTo>
                <a:cubicBezTo>
                  <a:pt x="440295" y="113002"/>
                  <a:pt x="446568" y="115623"/>
                  <a:pt x="454084" y="115623"/>
                </a:cubicBezTo>
                <a:cubicBezTo>
                  <a:pt x="459679" y="115623"/>
                  <a:pt x="464454" y="114168"/>
                  <a:pt x="468410" y="111257"/>
                </a:cubicBezTo>
                <a:cubicBezTo>
                  <a:pt x="472365" y="108345"/>
                  <a:pt x="475502" y="103697"/>
                  <a:pt x="477819" y="97313"/>
                </a:cubicBezTo>
                <a:moveTo>
                  <a:pt x="427721" y="72392"/>
                </a:moveTo>
                <a:lnTo>
                  <a:pt x="477988" y="72392"/>
                </a:lnTo>
                <a:cubicBezTo>
                  <a:pt x="477310" y="64943"/>
                  <a:pt x="475389" y="59356"/>
                  <a:pt x="472224" y="55631"/>
                </a:cubicBezTo>
                <a:cubicBezTo>
                  <a:pt x="467364" y="49851"/>
                  <a:pt x="461063" y="46961"/>
                  <a:pt x="453321" y="46961"/>
                </a:cubicBezTo>
                <a:cubicBezTo>
                  <a:pt x="446314" y="46961"/>
                  <a:pt x="440422" y="49269"/>
                  <a:pt x="435647" y="53883"/>
                </a:cubicBezTo>
                <a:cubicBezTo>
                  <a:pt x="430872" y="58496"/>
                  <a:pt x="428230" y="64665"/>
                  <a:pt x="427721" y="72392"/>
                </a:cubicBezTo>
                <a:close/>
                <a:moveTo>
                  <a:pt x="512856" y="126304"/>
                </a:moveTo>
                <a:lnTo>
                  <a:pt x="512856" y="36281"/>
                </a:lnTo>
                <a:lnTo>
                  <a:pt x="526588" y="36281"/>
                </a:lnTo>
                <a:lnTo>
                  <a:pt x="526588" y="48996"/>
                </a:lnTo>
                <a:cubicBezTo>
                  <a:pt x="533200" y="39163"/>
                  <a:pt x="542750" y="34246"/>
                  <a:pt x="555239" y="34246"/>
                </a:cubicBezTo>
                <a:cubicBezTo>
                  <a:pt x="560664" y="34246"/>
                  <a:pt x="565652" y="35221"/>
                  <a:pt x="570201" y="37171"/>
                </a:cubicBezTo>
                <a:cubicBezTo>
                  <a:pt x="574750" y="39120"/>
                  <a:pt x="578155" y="41677"/>
                  <a:pt x="580415" y="44842"/>
                </a:cubicBezTo>
                <a:cubicBezTo>
                  <a:pt x="582676" y="48007"/>
                  <a:pt x="584258" y="51765"/>
                  <a:pt x="585162" y="56116"/>
                </a:cubicBezTo>
                <a:cubicBezTo>
                  <a:pt x="585727" y="58942"/>
                  <a:pt x="586010" y="63886"/>
                  <a:pt x="586010" y="70950"/>
                </a:cubicBezTo>
                <a:lnTo>
                  <a:pt x="586010" y="126304"/>
                </a:lnTo>
                <a:lnTo>
                  <a:pt x="570752" y="126304"/>
                </a:lnTo>
                <a:lnTo>
                  <a:pt x="570752" y="71486"/>
                </a:lnTo>
                <a:cubicBezTo>
                  <a:pt x="570752" y="65262"/>
                  <a:pt x="570158" y="60609"/>
                  <a:pt x="568972" y="57525"/>
                </a:cubicBezTo>
                <a:cubicBezTo>
                  <a:pt x="567785" y="54442"/>
                  <a:pt x="565680" y="51981"/>
                  <a:pt x="562656" y="50143"/>
                </a:cubicBezTo>
                <a:cubicBezTo>
                  <a:pt x="559633" y="48304"/>
                  <a:pt x="556087" y="47385"/>
                  <a:pt x="552018" y="47385"/>
                </a:cubicBezTo>
                <a:cubicBezTo>
                  <a:pt x="545519" y="47385"/>
                  <a:pt x="539910" y="49450"/>
                  <a:pt x="535192" y="53581"/>
                </a:cubicBezTo>
                <a:cubicBezTo>
                  <a:pt x="530473" y="57710"/>
                  <a:pt x="528114" y="65545"/>
                  <a:pt x="528114" y="77086"/>
                </a:cubicBezTo>
                <a:lnTo>
                  <a:pt x="528114" y="126304"/>
                </a:lnTo>
                <a:lnTo>
                  <a:pt x="512856" y="126304"/>
                </a:lnTo>
                <a:close/>
                <a:moveTo>
                  <a:pt x="642832" y="112826"/>
                </a:moveTo>
                <a:lnTo>
                  <a:pt x="645036" y="126304"/>
                </a:lnTo>
                <a:cubicBezTo>
                  <a:pt x="640741" y="127095"/>
                  <a:pt x="636898" y="127490"/>
                  <a:pt x="633507" y="127490"/>
                </a:cubicBezTo>
                <a:cubicBezTo>
                  <a:pt x="627969" y="127490"/>
                  <a:pt x="623674" y="126614"/>
                  <a:pt x="620623" y="124863"/>
                </a:cubicBezTo>
                <a:cubicBezTo>
                  <a:pt x="617571" y="123111"/>
                  <a:pt x="615424" y="120808"/>
                  <a:pt x="614180" y="117954"/>
                </a:cubicBezTo>
                <a:cubicBezTo>
                  <a:pt x="612937" y="115100"/>
                  <a:pt x="612315" y="109096"/>
                  <a:pt x="612315" y="99941"/>
                </a:cubicBezTo>
                <a:lnTo>
                  <a:pt x="612315" y="48148"/>
                </a:lnTo>
                <a:lnTo>
                  <a:pt x="601126" y="48148"/>
                </a:lnTo>
                <a:lnTo>
                  <a:pt x="601126" y="36281"/>
                </a:lnTo>
                <a:lnTo>
                  <a:pt x="612315" y="36281"/>
                </a:lnTo>
                <a:lnTo>
                  <a:pt x="612315" y="13926"/>
                </a:lnTo>
                <a:lnTo>
                  <a:pt x="627489" y="4747"/>
                </a:lnTo>
                <a:lnTo>
                  <a:pt x="627489" y="36281"/>
                </a:lnTo>
                <a:lnTo>
                  <a:pt x="642832" y="36281"/>
                </a:lnTo>
                <a:lnTo>
                  <a:pt x="642832" y="48148"/>
                </a:lnTo>
                <a:lnTo>
                  <a:pt x="627489" y="48148"/>
                </a:lnTo>
                <a:lnTo>
                  <a:pt x="627489" y="100789"/>
                </a:lnTo>
                <a:cubicBezTo>
                  <a:pt x="627489" y="105140"/>
                  <a:pt x="627757" y="107937"/>
                  <a:pt x="628294" y="109181"/>
                </a:cubicBezTo>
                <a:cubicBezTo>
                  <a:pt x="628831" y="110424"/>
                  <a:pt x="629707" y="111413"/>
                  <a:pt x="630922" y="112147"/>
                </a:cubicBezTo>
                <a:cubicBezTo>
                  <a:pt x="632137" y="112882"/>
                  <a:pt x="633875" y="113249"/>
                  <a:pt x="636135" y="113249"/>
                </a:cubicBezTo>
                <a:cubicBezTo>
                  <a:pt x="637831" y="113249"/>
                  <a:pt x="640063" y="113108"/>
                  <a:pt x="642832" y="112826"/>
                </a:cubicBezTo>
                <a:close/>
                <a:moveTo>
                  <a:pt x="700301" y="126304"/>
                </a:moveTo>
                <a:lnTo>
                  <a:pt x="700301" y="2034"/>
                </a:lnTo>
                <a:lnTo>
                  <a:pt x="743109" y="2034"/>
                </a:lnTo>
                <a:cubicBezTo>
                  <a:pt x="752772" y="2034"/>
                  <a:pt x="760147" y="2628"/>
                  <a:pt x="765233" y="3815"/>
                </a:cubicBezTo>
                <a:cubicBezTo>
                  <a:pt x="772353" y="5453"/>
                  <a:pt x="778428" y="8420"/>
                  <a:pt x="783458" y="12715"/>
                </a:cubicBezTo>
                <a:cubicBezTo>
                  <a:pt x="790013" y="18253"/>
                  <a:pt x="794916" y="25331"/>
                  <a:pt x="798165" y="33949"/>
                </a:cubicBezTo>
                <a:cubicBezTo>
                  <a:pt x="801415" y="42567"/>
                  <a:pt x="803039" y="52415"/>
                  <a:pt x="803039" y="63491"/>
                </a:cubicBezTo>
                <a:cubicBezTo>
                  <a:pt x="803039" y="72928"/>
                  <a:pt x="801937" y="81292"/>
                  <a:pt x="799733" y="88582"/>
                </a:cubicBezTo>
                <a:cubicBezTo>
                  <a:pt x="797529" y="95872"/>
                  <a:pt x="794704" y="101905"/>
                  <a:pt x="791257" y="106680"/>
                </a:cubicBezTo>
                <a:cubicBezTo>
                  <a:pt x="787809" y="111455"/>
                  <a:pt x="784037" y="115213"/>
                  <a:pt x="779940" y="117954"/>
                </a:cubicBezTo>
                <a:cubicBezTo>
                  <a:pt x="775843" y="120695"/>
                  <a:pt x="770898" y="122772"/>
                  <a:pt x="765106" y="124184"/>
                </a:cubicBezTo>
                <a:cubicBezTo>
                  <a:pt x="759313" y="125597"/>
                  <a:pt x="752659" y="126304"/>
                  <a:pt x="745143" y="126304"/>
                </a:cubicBezTo>
                <a:lnTo>
                  <a:pt x="700301" y="126304"/>
                </a:lnTo>
                <a:moveTo>
                  <a:pt x="716746" y="111639"/>
                </a:moveTo>
                <a:lnTo>
                  <a:pt x="743278" y="111639"/>
                </a:lnTo>
                <a:cubicBezTo>
                  <a:pt x="751472" y="111639"/>
                  <a:pt x="757901" y="110876"/>
                  <a:pt x="762563" y="109350"/>
                </a:cubicBezTo>
                <a:cubicBezTo>
                  <a:pt x="767225" y="107824"/>
                  <a:pt x="770941" y="105677"/>
                  <a:pt x="773710" y="102908"/>
                </a:cubicBezTo>
                <a:cubicBezTo>
                  <a:pt x="777609" y="99009"/>
                  <a:pt x="780647" y="93767"/>
                  <a:pt x="782822" y="87183"/>
                </a:cubicBezTo>
                <a:cubicBezTo>
                  <a:pt x="784998" y="80600"/>
                  <a:pt x="786086" y="72618"/>
                  <a:pt x="786086" y="63237"/>
                </a:cubicBezTo>
                <a:cubicBezTo>
                  <a:pt x="786086" y="50239"/>
                  <a:pt x="783952" y="40250"/>
                  <a:pt x="779686" y="33271"/>
                </a:cubicBezTo>
                <a:cubicBezTo>
                  <a:pt x="775419" y="26292"/>
                  <a:pt x="770234" y="21616"/>
                  <a:pt x="764131" y="19242"/>
                </a:cubicBezTo>
                <a:cubicBezTo>
                  <a:pt x="759723" y="17547"/>
                  <a:pt x="752631" y="16699"/>
                  <a:pt x="742854" y="16699"/>
                </a:cubicBezTo>
                <a:lnTo>
                  <a:pt x="716746" y="16699"/>
                </a:lnTo>
                <a:lnTo>
                  <a:pt x="716746" y="111639"/>
                </a:lnTo>
                <a:close/>
                <a:moveTo>
                  <a:pt x="826342" y="126304"/>
                </a:moveTo>
                <a:lnTo>
                  <a:pt x="826342" y="2034"/>
                </a:lnTo>
                <a:lnTo>
                  <a:pt x="843210" y="2034"/>
                </a:lnTo>
                <a:lnTo>
                  <a:pt x="908481" y="99602"/>
                </a:lnTo>
                <a:lnTo>
                  <a:pt x="908481" y="2034"/>
                </a:lnTo>
                <a:lnTo>
                  <a:pt x="924248" y="2034"/>
                </a:lnTo>
                <a:lnTo>
                  <a:pt x="924248" y="126304"/>
                </a:lnTo>
                <a:lnTo>
                  <a:pt x="907379" y="126304"/>
                </a:lnTo>
                <a:lnTo>
                  <a:pt x="842108" y="28651"/>
                </a:lnTo>
                <a:lnTo>
                  <a:pt x="842108" y="126304"/>
                </a:lnTo>
                <a:lnTo>
                  <a:pt x="826342" y="126304"/>
                </a:lnTo>
                <a:close/>
                <a:moveTo>
                  <a:pt x="952552" y="126304"/>
                </a:moveTo>
                <a:lnTo>
                  <a:pt x="952552" y="2034"/>
                </a:lnTo>
                <a:lnTo>
                  <a:pt x="969420" y="2034"/>
                </a:lnTo>
                <a:lnTo>
                  <a:pt x="1034691" y="99602"/>
                </a:lnTo>
                <a:lnTo>
                  <a:pt x="1034691" y="2034"/>
                </a:lnTo>
                <a:lnTo>
                  <a:pt x="1050458" y="2034"/>
                </a:lnTo>
                <a:lnTo>
                  <a:pt x="1050458" y="126304"/>
                </a:lnTo>
                <a:lnTo>
                  <a:pt x="1033589" y="126304"/>
                </a:lnTo>
                <a:lnTo>
                  <a:pt x="968318" y="28651"/>
                </a:lnTo>
                <a:lnTo>
                  <a:pt x="968318" y="126304"/>
                </a:lnTo>
                <a:lnTo>
                  <a:pt x="952552" y="1263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Architectures">
            <a:extLst xmlns:a="http://schemas.openxmlformats.org/drawingml/2006/main">
              <a:ext uri="{FF2B5EF4-FFF2-40B4-BE49-F238E27FC236}">
                <a16:creationId xmlns:a16="http://schemas.microsoft.com/office/drawing/2014/main" id="{72B42566-4C61-477E-94A6-180D5C6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16" y="1053360"/>
            <a:ext cx="1005704" cy="126304"/>
          </a:xfrm>
          <a:custGeom xmlns:a="http://schemas.openxmlformats.org/drawingml/2006/main">
            <a:pathLst>
              <a:path w="1005704" h="126304">
                <a:moveTo>
                  <a:pt x="0" y="124269"/>
                </a:moveTo>
                <a:lnTo>
                  <a:pt x="47724" y="0"/>
                </a:lnTo>
                <a:lnTo>
                  <a:pt x="65441" y="0"/>
                </a:lnTo>
                <a:lnTo>
                  <a:pt x="116301" y="124269"/>
                </a:lnTo>
                <a:lnTo>
                  <a:pt x="97567" y="124269"/>
                </a:lnTo>
                <a:lnTo>
                  <a:pt x="83072" y="86802"/>
                </a:lnTo>
                <a:lnTo>
                  <a:pt x="31110" y="86802"/>
                </a:lnTo>
                <a:lnTo>
                  <a:pt x="17462" y="124269"/>
                </a:lnTo>
                <a:lnTo>
                  <a:pt x="0" y="124269"/>
                </a:lnTo>
                <a:moveTo>
                  <a:pt x="35857" y="73239"/>
                </a:moveTo>
                <a:lnTo>
                  <a:pt x="77986" y="73239"/>
                </a:lnTo>
                <a:lnTo>
                  <a:pt x="65017" y="38824"/>
                </a:lnTo>
                <a:cubicBezTo>
                  <a:pt x="61061" y="28369"/>
                  <a:pt x="58122" y="19779"/>
                  <a:pt x="56201" y="13054"/>
                </a:cubicBezTo>
                <a:cubicBezTo>
                  <a:pt x="54619" y="21022"/>
                  <a:pt x="52386" y="28934"/>
                  <a:pt x="49504" y="36789"/>
                </a:cubicBezTo>
                <a:lnTo>
                  <a:pt x="35857" y="73239"/>
                </a:lnTo>
                <a:close/>
                <a:moveTo>
                  <a:pt x="127913" y="124269"/>
                </a:moveTo>
                <a:lnTo>
                  <a:pt x="127913" y="34246"/>
                </a:lnTo>
                <a:lnTo>
                  <a:pt x="141645" y="34246"/>
                </a:lnTo>
                <a:lnTo>
                  <a:pt x="141645" y="47809"/>
                </a:lnTo>
                <a:cubicBezTo>
                  <a:pt x="145149" y="41458"/>
                  <a:pt x="148384" y="37271"/>
                  <a:pt x="151351" y="35247"/>
                </a:cubicBezTo>
                <a:cubicBezTo>
                  <a:pt x="154318" y="33224"/>
                  <a:pt x="157581" y="32212"/>
                  <a:pt x="161141" y="32212"/>
                </a:cubicBezTo>
                <a:cubicBezTo>
                  <a:pt x="166284" y="32212"/>
                  <a:pt x="171511" y="33843"/>
                  <a:pt x="176823" y="37107"/>
                </a:cubicBezTo>
                <a:lnTo>
                  <a:pt x="171568" y="51200"/>
                </a:lnTo>
                <a:cubicBezTo>
                  <a:pt x="167838" y="48996"/>
                  <a:pt x="164108" y="47894"/>
                  <a:pt x="160379" y="47894"/>
                </a:cubicBezTo>
                <a:cubicBezTo>
                  <a:pt x="157044" y="47894"/>
                  <a:pt x="154049" y="48899"/>
                  <a:pt x="151393" y="50908"/>
                </a:cubicBezTo>
                <a:cubicBezTo>
                  <a:pt x="148737" y="52916"/>
                  <a:pt x="146844" y="55702"/>
                  <a:pt x="145714" y="59266"/>
                </a:cubicBezTo>
                <a:cubicBezTo>
                  <a:pt x="144018" y="64696"/>
                  <a:pt x="143171" y="70636"/>
                  <a:pt x="143171" y="77086"/>
                </a:cubicBezTo>
                <a:lnTo>
                  <a:pt x="143171" y="124269"/>
                </a:lnTo>
                <a:lnTo>
                  <a:pt x="127913" y="124269"/>
                </a:lnTo>
                <a:close/>
                <a:moveTo>
                  <a:pt x="244046" y="91210"/>
                </a:moveTo>
                <a:lnTo>
                  <a:pt x="259050" y="93160"/>
                </a:lnTo>
                <a:cubicBezTo>
                  <a:pt x="257411" y="103528"/>
                  <a:pt x="253215" y="111644"/>
                  <a:pt x="246462" y="117509"/>
                </a:cubicBezTo>
                <a:cubicBezTo>
                  <a:pt x="239709" y="123372"/>
                  <a:pt x="231416" y="126304"/>
                  <a:pt x="221583" y="126304"/>
                </a:cubicBezTo>
                <a:cubicBezTo>
                  <a:pt x="209263" y="126304"/>
                  <a:pt x="199359" y="122277"/>
                  <a:pt x="191871" y="114224"/>
                </a:cubicBezTo>
                <a:cubicBezTo>
                  <a:pt x="184384" y="106171"/>
                  <a:pt x="180640" y="94629"/>
                  <a:pt x="180640" y="79597"/>
                </a:cubicBezTo>
                <a:cubicBezTo>
                  <a:pt x="180640" y="69877"/>
                  <a:pt x="182250" y="61372"/>
                  <a:pt x="185472" y="54082"/>
                </a:cubicBezTo>
                <a:cubicBezTo>
                  <a:pt x="188693" y="46792"/>
                  <a:pt x="193595" y="41324"/>
                  <a:pt x="200179" y="37679"/>
                </a:cubicBezTo>
                <a:cubicBezTo>
                  <a:pt x="206762" y="34034"/>
                  <a:pt x="213925" y="32212"/>
                  <a:pt x="221667" y="32212"/>
                </a:cubicBezTo>
                <a:cubicBezTo>
                  <a:pt x="231444" y="32212"/>
                  <a:pt x="239440" y="34692"/>
                  <a:pt x="245657" y="39653"/>
                </a:cubicBezTo>
                <a:cubicBezTo>
                  <a:pt x="251873" y="44612"/>
                  <a:pt x="255857" y="51653"/>
                  <a:pt x="257609" y="60778"/>
                </a:cubicBezTo>
                <a:lnTo>
                  <a:pt x="242774" y="63067"/>
                </a:lnTo>
                <a:cubicBezTo>
                  <a:pt x="241362" y="57049"/>
                  <a:pt x="238861" y="52521"/>
                  <a:pt x="235272" y="49483"/>
                </a:cubicBezTo>
                <a:cubicBezTo>
                  <a:pt x="231684" y="46446"/>
                  <a:pt x="227347" y="44927"/>
                  <a:pt x="222261" y="44927"/>
                </a:cubicBezTo>
                <a:cubicBezTo>
                  <a:pt x="214575" y="44927"/>
                  <a:pt x="208331" y="47669"/>
                  <a:pt x="203527" y="53152"/>
                </a:cubicBezTo>
                <a:cubicBezTo>
                  <a:pt x="198724" y="58634"/>
                  <a:pt x="196322" y="67307"/>
                  <a:pt x="196322" y="79173"/>
                </a:cubicBezTo>
                <a:cubicBezTo>
                  <a:pt x="196322" y="91208"/>
                  <a:pt x="198639" y="99953"/>
                  <a:pt x="203273" y="105408"/>
                </a:cubicBezTo>
                <a:cubicBezTo>
                  <a:pt x="207907" y="110862"/>
                  <a:pt x="213953" y="113589"/>
                  <a:pt x="221413" y="113589"/>
                </a:cubicBezTo>
                <a:cubicBezTo>
                  <a:pt x="227403" y="113589"/>
                  <a:pt x="232405" y="111759"/>
                  <a:pt x="236417" y="108100"/>
                </a:cubicBezTo>
                <a:cubicBezTo>
                  <a:pt x="240429" y="104441"/>
                  <a:pt x="242972" y="98811"/>
                  <a:pt x="244046" y="91210"/>
                </a:cubicBezTo>
                <a:close/>
                <a:moveTo>
                  <a:pt x="272104" y="124269"/>
                </a:moveTo>
                <a:lnTo>
                  <a:pt x="272104" y="0"/>
                </a:lnTo>
                <a:lnTo>
                  <a:pt x="287362" y="0"/>
                </a:lnTo>
                <a:lnTo>
                  <a:pt x="287362" y="44588"/>
                </a:lnTo>
                <a:cubicBezTo>
                  <a:pt x="294483" y="36337"/>
                  <a:pt x="303468" y="32212"/>
                  <a:pt x="314318" y="32212"/>
                </a:cubicBezTo>
                <a:cubicBezTo>
                  <a:pt x="320987" y="32212"/>
                  <a:pt x="326779" y="33526"/>
                  <a:pt x="331696" y="36153"/>
                </a:cubicBezTo>
                <a:cubicBezTo>
                  <a:pt x="336612" y="38781"/>
                  <a:pt x="340130" y="42412"/>
                  <a:pt x="342249" y="47046"/>
                </a:cubicBezTo>
                <a:cubicBezTo>
                  <a:pt x="344368" y="51680"/>
                  <a:pt x="345428" y="58405"/>
                  <a:pt x="345428" y="67221"/>
                </a:cubicBezTo>
                <a:lnTo>
                  <a:pt x="345428" y="124269"/>
                </a:lnTo>
                <a:lnTo>
                  <a:pt x="330170" y="124269"/>
                </a:lnTo>
                <a:lnTo>
                  <a:pt x="330170" y="67221"/>
                </a:lnTo>
                <a:cubicBezTo>
                  <a:pt x="330170" y="59592"/>
                  <a:pt x="328517" y="54039"/>
                  <a:pt x="325211" y="50564"/>
                </a:cubicBezTo>
                <a:cubicBezTo>
                  <a:pt x="321905" y="47088"/>
                  <a:pt x="317229" y="45351"/>
                  <a:pt x="311182" y="45351"/>
                </a:cubicBezTo>
                <a:cubicBezTo>
                  <a:pt x="306661" y="45351"/>
                  <a:pt x="302408" y="46523"/>
                  <a:pt x="298424" y="48868"/>
                </a:cubicBezTo>
                <a:cubicBezTo>
                  <a:pt x="294440" y="51214"/>
                  <a:pt x="291601" y="54393"/>
                  <a:pt x="289905" y="58405"/>
                </a:cubicBezTo>
                <a:cubicBezTo>
                  <a:pt x="288210" y="62417"/>
                  <a:pt x="287362" y="67955"/>
                  <a:pt x="287362" y="75019"/>
                </a:cubicBezTo>
                <a:lnTo>
                  <a:pt x="287362" y="124269"/>
                </a:lnTo>
                <a:lnTo>
                  <a:pt x="272104" y="124269"/>
                </a:lnTo>
                <a:close/>
                <a:moveTo>
                  <a:pt x="368886" y="17632"/>
                </a:moveTo>
                <a:lnTo>
                  <a:pt x="368886" y="0"/>
                </a:lnTo>
                <a:lnTo>
                  <a:pt x="384144" y="0"/>
                </a:lnTo>
                <a:lnTo>
                  <a:pt x="384144" y="17632"/>
                </a:lnTo>
                <a:lnTo>
                  <a:pt x="368886" y="17632"/>
                </a:lnTo>
                <a:moveTo>
                  <a:pt x="368886" y="124269"/>
                </a:moveTo>
                <a:lnTo>
                  <a:pt x="368886" y="34246"/>
                </a:lnTo>
                <a:lnTo>
                  <a:pt x="384144" y="34246"/>
                </a:lnTo>
                <a:lnTo>
                  <a:pt x="384144" y="124269"/>
                </a:lnTo>
                <a:lnTo>
                  <a:pt x="368886" y="124269"/>
                </a:lnTo>
                <a:close/>
                <a:moveTo>
                  <a:pt x="441558" y="110791"/>
                </a:moveTo>
                <a:lnTo>
                  <a:pt x="443762" y="124269"/>
                </a:lnTo>
                <a:cubicBezTo>
                  <a:pt x="439467" y="125060"/>
                  <a:pt x="435624" y="125456"/>
                  <a:pt x="432233" y="125456"/>
                </a:cubicBezTo>
                <a:cubicBezTo>
                  <a:pt x="426695" y="125456"/>
                  <a:pt x="422400" y="124580"/>
                  <a:pt x="419349" y="122828"/>
                </a:cubicBezTo>
                <a:cubicBezTo>
                  <a:pt x="416297" y="121076"/>
                  <a:pt x="414150" y="118773"/>
                  <a:pt x="412906" y="115920"/>
                </a:cubicBezTo>
                <a:cubicBezTo>
                  <a:pt x="411663" y="113066"/>
                  <a:pt x="411042" y="107061"/>
                  <a:pt x="411042" y="97907"/>
                </a:cubicBezTo>
                <a:lnTo>
                  <a:pt x="411042" y="46114"/>
                </a:lnTo>
                <a:lnTo>
                  <a:pt x="399852" y="46114"/>
                </a:lnTo>
                <a:lnTo>
                  <a:pt x="399852" y="34246"/>
                </a:lnTo>
                <a:lnTo>
                  <a:pt x="411042" y="34246"/>
                </a:lnTo>
                <a:lnTo>
                  <a:pt x="411042" y="11891"/>
                </a:lnTo>
                <a:lnTo>
                  <a:pt x="426215" y="2713"/>
                </a:lnTo>
                <a:lnTo>
                  <a:pt x="426215" y="34246"/>
                </a:lnTo>
                <a:lnTo>
                  <a:pt x="441558" y="34246"/>
                </a:lnTo>
                <a:lnTo>
                  <a:pt x="441558" y="46114"/>
                </a:lnTo>
                <a:lnTo>
                  <a:pt x="426215" y="46114"/>
                </a:lnTo>
                <a:lnTo>
                  <a:pt x="426215" y="98754"/>
                </a:lnTo>
                <a:cubicBezTo>
                  <a:pt x="426215" y="103106"/>
                  <a:pt x="426483" y="105903"/>
                  <a:pt x="427020" y="107146"/>
                </a:cubicBezTo>
                <a:cubicBezTo>
                  <a:pt x="427557" y="108389"/>
                  <a:pt x="428433" y="109378"/>
                  <a:pt x="429648" y="110113"/>
                </a:cubicBezTo>
                <a:cubicBezTo>
                  <a:pt x="430863" y="110848"/>
                  <a:pt x="432601" y="111215"/>
                  <a:pt x="434861" y="111215"/>
                </a:cubicBezTo>
                <a:cubicBezTo>
                  <a:pt x="436557" y="111215"/>
                  <a:pt x="438789" y="111074"/>
                  <a:pt x="441558" y="110791"/>
                </a:cubicBezTo>
                <a:close/>
                <a:moveTo>
                  <a:pt x="517229" y="95279"/>
                </a:moveTo>
                <a:lnTo>
                  <a:pt x="532996" y="97228"/>
                </a:lnTo>
                <a:cubicBezTo>
                  <a:pt x="530510" y="106440"/>
                  <a:pt x="525904" y="113589"/>
                  <a:pt x="519179" y="118675"/>
                </a:cubicBezTo>
                <a:cubicBezTo>
                  <a:pt x="512454" y="123761"/>
                  <a:pt x="503864" y="126304"/>
                  <a:pt x="493410" y="126304"/>
                </a:cubicBezTo>
                <a:cubicBezTo>
                  <a:pt x="480243" y="126304"/>
                  <a:pt x="469802" y="122249"/>
                  <a:pt x="462088" y="114140"/>
                </a:cubicBezTo>
                <a:cubicBezTo>
                  <a:pt x="454374" y="106030"/>
                  <a:pt x="450517" y="94657"/>
                  <a:pt x="450517" y="80021"/>
                </a:cubicBezTo>
                <a:cubicBezTo>
                  <a:pt x="450517" y="64875"/>
                  <a:pt x="454417" y="53121"/>
                  <a:pt x="462215" y="44757"/>
                </a:cubicBezTo>
                <a:cubicBezTo>
                  <a:pt x="470014" y="36394"/>
                  <a:pt x="480130" y="32212"/>
                  <a:pt x="492562" y="32212"/>
                </a:cubicBezTo>
                <a:cubicBezTo>
                  <a:pt x="504599" y="32212"/>
                  <a:pt x="514432" y="36303"/>
                  <a:pt x="522061" y="44484"/>
                </a:cubicBezTo>
                <a:cubicBezTo>
                  <a:pt x="529690" y="52664"/>
                  <a:pt x="533505" y="64173"/>
                  <a:pt x="533505" y="79011"/>
                </a:cubicBezTo>
                <a:cubicBezTo>
                  <a:pt x="533505" y="79914"/>
                  <a:pt x="533477" y="81267"/>
                  <a:pt x="533420" y="83072"/>
                </a:cubicBezTo>
                <a:lnTo>
                  <a:pt x="466284" y="83072"/>
                </a:lnTo>
                <a:cubicBezTo>
                  <a:pt x="466849" y="92934"/>
                  <a:pt x="469647" y="100485"/>
                  <a:pt x="474676" y="105726"/>
                </a:cubicBezTo>
                <a:cubicBezTo>
                  <a:pt x="479706" y="110968"/>
                  <a:pt x="485978" y="113589"/>
                  <a:pt x="493495" y="113589"/>
                </a:cubicBezTo>
                <a:cubicBezTo>
                  <a:pt x="499089" y="113589"/>
                  <a:pt x="503864" y="112133"/>
                  <a:pt x="507820" y="109223"/>
                </a:cubicBezTo>
                <a:cubicBezTo>
                  <a:pt x="511776" y="106311"/>
                  <a:pt x="514912" y="101663"/>
                  <a:pt x="517229" y="95279"/>
                </a:cubicBezTo>
                <a:moveTo>
                  <a:pt x="467132" y="70357"/>
                </a:moveTo>
                <a:lnTo>
                  <a:pt x="517399" y="70357"/>
                </a:lnTo>
                <a:cubicBezTo>
                  <a:pt x="516721" y="62908"/>
                  <a:pt x="514799" y="57321"/>
                  <a:pt x="511635" y="53597"/>
                </a:cubicBezTo>
                <a:cubicBezTo>
                  <a:pt x="506775" y="47817"/>
                  <a:pt x="500474" y="44927"/>
                  <a:pt x="492732" y="44927"/>
                </a:cubicBezTo>
                <a:cubicBezTo>
                  <a:pt x="485724" y="44927"/>
                  <a:pt x="479833" y="47234"/>
                  <a:pt x="475058" y="51849"/>
                </a:cubicBezTo>
                <a:cubicBezTo>
                  <a:pt x="470282" y="56461"/>
                  <a:pt x="467640" y="62631"/>
                  <a:pt x="467132" y="70357"/>
                </a:cubicBezTo>
                <a:close/>
                <a:moveTo>
                  <a:pt x="611045" y="91210"/>
                </a:moveTo>
                <a:lnTo>
                  <a:pt x="626049" y="93160"/>
                </a:lnTo>
                <a:cubicBezTo>
                  <a:pt x="624410" y="103528"/>
                  <a:pt x="620214" y="111644"/>
                  <a:pt x="613461" y="117509"/>
                </a:cubicBezTo>
                <a:cubicBezTo>
                  <a:pt x="606707" y="123372"/>
                  <a:pt x="598414" y="126304"/>
                  <a:pt x="588581" y="126304"/>
                </a:cubicBezTo>
                <a:cubicBezTo>
                  <a:pt x="576262" y="126304"/>
                  <a:pt x="566358" y="122277"/>
                  <a:pt x="558870" y="114224"/>
                </a:cubicBezTo>
                <a:cubicBezTo>
                  <a:pt x="551383" y="106171"/>
                  <a:pt x="547639" y="94629"/>
                  <a:pt x="547639" y="79597"/>
                </a:cubicBezTo>
                <a:cubicBezTo>
                  <a:pt x="547639" y="69877"/>
                  <a:pt x="549249" y="61372"/>
                  <a:pt x="552470" y="54082"/>
                </a:cubicBezTo>
                <a:cubicBezTo>
                  <a:pt x="555692" y="46792"/>
                  <a:pt x="560594" y="41324"/>
                  <a:pt x="567178" y="37679"/>
                </a:cubicBezTo>
                <a:cubicBezTo>
                  <a:pt x="573761" y="34034"/>
                  <a:pt x="580924" y="32212"/>
                  <a:pt x="588666" y="32212"/>
                </a:cubicBezTo>
                <a:cubicBezTo>
                  <a:pt x="598443" y="32212"/>
                  <a:pt x="606439" y="34692"/>
                  <a:pt x="612655" y="39653"/>
                </a:cubicBezTo>
                <a:cubicBezTo>
                  <a:pt x="618872" y="44612"/>
                  <a:pt x="622856" y="51653"/>
                  <a:pt x="624608" y="60778"/>
                </a:cubicBezTo>
                <a:lnTo>
                  <a:pt x="609773" y="63067"/>
                </a:lnTo>
                <a:cubicBezTo>
                  <a:pt x="608360" y="57049"/>
                  <a:pt x="605860" y="52521"/>
                  <a:pt x="602271" y="49483"/>
                </a:cubicBezTo>
                <a:cubicBezTo>
                  <a:pt x="598683" y="46446"/>
                  <a:pt x="594346" y="44927"/>
                  <a:pt x="589259" y="44927"/>
                </a:cubicBezTo>
                <a:cubicBezTo>
                  <a:pt x="581574" y="44927"/>
                  <a:pt x="575329" y="47669"/>
                  <a:pt x="570526" y="53152"/>
                </a:cubicBezTo>
                <a:cubicBezTo>
                  <a:pt x="565722" y="58634"/>
                  <a:pt x="563321" y="67307"/>
                  <a:pt x="563321" y="79173"/>
                </a:cubicBezTo>
                <a:cubicBezTo>
                  <a:pt x="563321" y="91208"/>
                  <a:pt x="565638" y="99953"/>
                  <a:pt x="570272" y="105408"/>
                </a:cubicBezTo>
                <a:cubicBezTo>
                  <a:pt x="574906" y="110862"/>
                  <a:pt x="580952" y="113589"/>
                  <a:pt x="588412" y="113589"/>
                </a:cubicBezTo>
                <a:cubicBezTo>
                  <a:pt x="594402" y="113589"/>
                  <a:pt x="599403" y="111759"/>
                  <a:pt x="603416" y="108100"/>
                </a:cubicBezTo>
                <a:cubicBezTo>
                  <a:pt x="607428" y="104441"/>
                  <a:pt x="609971" y="98811"/>
                  <a:pt x="611045" y="91210"/>
                </a:cubicBezTo>
                <a:close/>
                <a:moveTo>
                  <a:pt x="672416" y="110791"/>
                </a:moveTo>
                <a:lnTo>
                  <a:pt x="674620" y="124269"/>
                </a:lnTo>
                <a:cubicBezTo>
                  <a:pt x="670326" y="125060"/>
                  <a:pt x="666483" y="125456"/>
                  <a:pt x="663092" y="125456"/>
                </a:cubicBezTo>
                <a:cubicBezTo>
                  <a:pt x="657554" y="125456"/>
                  <a:pt x="653259" y="124580"/>
                  <a:pt x="650207" y="122828"/>
                </a:cubicBezTo>
                <a:cubicBezTo>
                  <a:pt x="647156" y="121076"/>
                  <a:pt x="645008" y="118773"/>
                  <a:pt x="643765" y="115920"/>
                </a:cubicBezTo>
                <a:cubicBezTo>
                  <a:pt x="642522" y="113066"/>
                  <a:pt x="641900" y="107061"/>
                  <a:pt x="641900" y="97907"/>
                </a:cubicBezTo>
                <a:lnTo>
                  <a:pt x="641900" y="46114"/>
                </a:lnTo>
                <a:lnTo>
                  <a:pt x="630711" y="46114"/>
                </a:lnTo>
                <a:lnTo>
                  <a:pt x="630711" y="34246"/>
                </a:lnTo>
                <a:lnTo>
                  <a:pt x="641900" y="34246"/>
                </a:lnTo>
                <a:lnTo>
                  <a:pt x="641900" y="11891"/>
                </a:lnTo>
                <a:lnTo>
                  <a:pt x="657074" y="2713"/>
                </a:lnTo>
                <a:lnTo>
                  <a:pt x="657074" y="34246"/>
                </a:lnTo>
                <a:lnTo>
                  <a:pt x="672416" y="34246"/>
                </a:lnTo>
                <a:lnTo>
                  <a:pt x="672416" y="46114"/>
                </a:lnTo>
                <a:lnTo>
                  <a:pt x="657074" y="46114"/>
                </a:lnTo>
                <a:lnTo>
                  <a:pt x="657074" y="98754"/>
                </a:lnTo>
                <a:cubicBezTo>
                  <a:pt x="657074" y="103106"/>
                  <a:pt x="657342" y="105903"/>
                  <a:pt x="657879" y="107146"/>
                </a:cubicBezTo>
                <a:cubicBezTo>
                  <a:pt x="658416" y="108389"/>
                  <a:pt x="659292" y="109378"/>
                  <a:pt x="660507" y="110113"/>
                </a:cubicBezTo>
                <a:cubicBezTo>
                  <a:pt x="661722" y="110848"/>
                  <a:pt x="663459" y="111215"/>
                  <a:pt x="665720" y="111215"/>
                </a:cubicBezTo>
                <a:cubicBezTo>
                  <a:pt x="667415" y="111215"/>
                  <a:pt x="669647" y="111074"/>
                  <a:pt x="672416" y="110791"/>
                </a:cubicBezTo>
                <a:close/>
                <a:moveTo>
                  <a:pt x="745443" y="124269"/>
                </a:moveTo>
                <a:lnTo>
                  <a:pt x="745443" y="111046"/>
                </a:lnTo>
                <a:cubicBezTo>
                  <a:pt x="738435" y="121218"/>
                  <a:pt x="728913" y="126304"/>
                  <a:pt x="716876" y="126304"/>
                </a:cubicBezTo>
                <a:cubicBezTo>
                  <a:pt x="711564" y="126304"/>
                  <a:pt x="706605" y="125286"/>
                  <a:pt x="702000" y="123252"/>
                </a:cubicBezTo>
                <a:cubicBezTo>
                  <a:pt x="697394" y="121218"/>
                  <a:pt x="693975" y="118660"/>
                  <a:pt x="691743" y="115581"/>
                </a:cubicBezTo>
                <a:cubicBezTo>
                  <a:pt x="689510" y="112501"/>
                  <a:pt x="687942" y="108729"/>
                  <a:pt x="687038" y="104264"/>
                </a:cubicBezTo>
                <a:cubicBezTo>
                  <a:pt x="686416" y="101269"/>
                  <a:pt x="686106" y="96522"/>
                  <a:pt x="686106" y="90023"/>
                </a:cubicBezTo>
                <a:lnTo>
                  <a:pt x="686106" y="34246"/>
                </a:lnTo>
                <a:lnTo>
                  <a:pt x="701364" y="34246"/>
                </a:lnTo>
                <a:lnTo>
                  <a:pt x="701364" y="84174"/>
                </a:lnTo>
                <a:cubicBezTo>
                  <a:pt x="701364" y="92142"/>
                  <a:pt x="701675" y="97511"/>
                  <a:pt x="702296" y="100280"/>
                </a:cubicBezTo>
                <a:cubicBezTo>
                  <a:pt x="703257" y="104292"/>
                  <a:pt x="705291" y="107443"/>
                  <a:pt x="708400" y="109732"/>
                </a:cubicBezTo>
                <a:cubicBezTo>
                  <a:pt x="711508" y="112020"/>
                  <a:pt x="715350" y="113165"/>
                  <a:pt x="719928" y="113165"/>
                </a:cubicBezTo>
                <a:cubicBezTo>
                  <a:pt x="724505" y="113165"/>
                  <a:pt x="728800" y="111992"/>
                  <a:pt x="732813" y="109647"/>
                </a:cubicBezTo>
                <a:cubicBezTo>
                  <a:pt x="736825" y="107302"/>
                  <a:pt x="739665" y="104109"/>
                  <a:pt x="741332" y="100068"/>
                </a:cubicBezTo>
                <a:cubicBezTo>
                  <a:pt x="742999" y="96028"/>
                  <a:pt x="743832" y="90164"/>
                  <a:pt x="743832" y="82479"/>
                </a:cubicBezTo>
                <a:lnTo>
                  <a:pt x="743832" y="34246"/>
                </a:lnTo>
                <a:lnTo>
                  <a:pt x="759091" y="34246"/>
                </a:lnTo>
                <a:lnTo>
                  <a:pt x="759091" y="124269"/>
                </a:lnTo>
                <a:lnTo>
                  <a:pt x="745443" y="124269"/>
                </a:lnTo>
                <a:close/>
                <a:moveTo>
                  <a:pt x="782973" y="124269"/>
                </a:moveTo>
                <a:lnTo>
                  <a:pt x="782973" y="34246"/>
                </a:lnTo>
                <a:lnTo>
                  <a:pt x="796705" y="34246"/>
                </a:lnTo>
                <a:lnTo>
                  <a:pt x="796705" y="47809"/>
                </a:lnTo>
                <a:cubicBezTo>
                  <a:pt x="800209" y="41458"/>
                  <a:pt x="803444" y="37271"/>
                  <a:pt x="806411" y="35247"/>
                </a:cubicBezTo>
                <a:cubicBezTo>
                  <a:pt x="809378" y="33224"/>
                  <a:pt x="812641" y="32212"/>
                  <a:pt x="816201" y="32212"/>
                </a:cubicBezTo>
                <a:cubicBezTo>
                  <a:pt x="821344" y="32212"/>
                  <a:pt x="826571" y="33843"/>
                  <a:pt x="831883" y="37107"/>
                </a:cubicBezTo>
                <a:lnTo>
                  <a:pt x="826628" y="51200"/>
                </a:lnTo>
                <a:cubicBezTo>
                  <a:pt x="822898" y="48996"/>
                  <a:pt x="819168" y="47894"/>
                  <a:pt x="815439" y="47894"/>
                </a:cubicBezTo>
                <a:cubicBezTo>
                  <a:pt x="812104" y="47894"/>
                  <a:pt x="809109" y="48899"/>
                  <a:pt x="806453" y="50908"/>
                </a:cubicBezTo>
                <a:cubicBezTo>
                  <a:pt x="803797" y="52916"/>
                  <a:pt x="801904" y="55702"/>
                  <a:pt x="800774" y="59266"/>
                </a:cubicBezTo>
                <a:cubicBezTo>
                  <a:pt x="799078" y="64696"/>
                  <a:pt x="798231" y="70636"/>
                  <a:pt x="798231" y="77086"/>
                </a:cubicBezTo>
                <a:lnTo>
                  <a:pt x="798231" y="124269"/>
                </a:lnTo>
                <a:lnTo>
                  <a:pt x="782973" y="124269"/>
                </a:lnTo>
                <a:close/>
                <a:moveTo>
                  <a:pt x="901971" y="95279"/>
                </a:moveTo>
                <a:lnTo>
                  <a:pt x="917737" y="97228"/>
                </a:lnTo>
                <a:cubicBezTo>
                  <a:pt x="915251" y="106440"/>
                  <a:pt x="910645" y="113589"/>
                  <a:pt x="903920" y="118675"/>
                </a:cubicBezTo>
                <a:cubicBezTo>
                  <a:pt x="897195" y="123761"/>
                  <a:pt x="888606" y="126304"/>
                  <a:pt x="878151" y="126304"/>
                </a:cubicBezTo>
                <a:cubicBezTo>
                  <a:pt x="864984" y="126304"/>
                  <a:pt x="854543" y="122249"/>
                  <a:pt x="846829" y="114140"/>
                </a:cubicBezTo>
                <a:cubicBezTo>
                  <a:pt x="839115" y="106030"/>
                  <a:pt x="835258" y="94657"/>
                  <a:pt x="835258" y="80021"/>
                </a:cubicBezTo>
                <a:cubicBezTo>
                  <a:pt x="835258" y="64875"/>
                  <a:pt x="839158" y="53121"/>
                  <a:pt x="846956" y="44757"/>
                </a:cubicBezTo>
                <a:cubicBezTo>
                  <a:pt x="854755" y="36394"/>
                  <a:pt x="864871" y="32212"/>
                  <a:pt x="877303" y="32212"/>
                </a:cubicBezTo>
                <a:cubicBezTo>
                  <a:pt x="889340" y="32212"/>
                  <a:pt x="899173" y="36303"/>
                  <a:pt x="906802" y="44484"/>
                </a:cubicBezTo>
                <a:cubicBezTo>
                  <a:pt x="914431" y="52664"/>
                  <a:pt x="918246" y="64173"/>
                  <a:pt x="918246" y="79011"/>
                </a:cubicBezTo>
                <a:cubicBezTo>
                  <a:pt x="918246" y="79914"/>
                  <a:pt x="918218" y="81267"/>
                  <a:pt x="918161" y="83072"/>
                </a:cubicBezTo>
                <a:lnTo>
                  <a:pt x="851025" y="83072"/>
                </a:lnTo>
                <a:cubicBezTo>
                  <a:pt x="851590" y="92934"/>
                  <a:pt x="854388" y="100485"/>
                  <a:pt x="859417" y="105726"/>
                </a:cubicBezTo>
                <a:cubicBezTo>
                  <a:pt x="864447" y="110968"/>
                  <a:pt x="870720" y="113589"/>
                  <a:pt x="878236" y="113589"/>
                </a:cubicBezTo>
                <a:cubicBezTo>
                  <a:pt x="883830" y="113589"/>
                  <a:pt x="888606" y="112133"/>
                  <a:pt x="892561" y="109223"/>
                </a:cubicBezTo>
                <a:cubicBezTo>
                  <a:pt x="896517" y="106311"/>
                  <a:pt x="899654" y="101663"/>
                  <a:pt x="901971" y="95279"/>
                </a:cubicBezTo>
                <a:moveTo>
                  <a:pt x="851873" y="70357"/>
                </a:moveTo>
                <a:lnTo>
                  <a:pt x="902140" y="70357"/>
                </a:lnTo>
                <a:cubicBezTo>
                  <a:pt x="901462" y="62908"/>
                  <a:pt x="899541" y="57321"/>
                  <a:pt x="896376" y="53597"/>
                </a:cubicBezTo>
                <a:cubicBezTo>
                  <a:pt x="891516" y="47817"/>
                  <a:pt x="885215" y="44927"/>
                  <a:pt x="877473" y="44927"/>
                </a:cubicBezTo>
                <a:cubicBezTo>
                  <a:pt x="870465" y="44927"/>
                  <a:pt x="864574" y="47234"/>
                  <a:pt x="859799" y="51849"/>
                </a:cubicBezTo>
                <a:cubicBezTo>
                  <a:pt x="855023" y="56461"/>
                  <a:pt x="852382" y="62631"/>
                  <a:pt x="851873" y="70357"/>
                </a:cubicBezTo>
                <a:close/>
                <a:moveTo>
                  <a:pt x="930939" y="97313"/>
                </a:moveTo>
                <a:lnTo>
                  <a:pt x="946027" y="94940"/>
                </a:lnTo>
                <a:cubicBezTo>
                  <a:pt x="946875" y="100960"/>
                  <a:pt x="949234" y="105574"/>
                  <a:pt x="953105" y="108781"/>
                </a:cubicBezTo>
                <a:cubicBezTo>
                  <a:pt x="956976" y="111986"/>
                  <a:pt x="962387" y="113589"/>
                  <a:pt x="969338" y="113589"/>
                </a:cubicBezTo>
                <a:cubicBezTo>
                  <a:pt x="976346" y="113589"/>
                  <a:pt x="981545" y="112173"/>
                  <a:pt x="984936" y="109342"/>
                </a:cubicBezTo>
                <a:cubicBezTo>
                  <a:pt x="988326" y="106510"/>
                  <a:pt x="990022" y="103188"/>
                  <a:pt x="990022" y="99377"/>
                </a:cubicBezTo>
                <a:cubicBezTo>
                  <a:pt x="990022" y="95956"/>
                  <a:pt x="988524" y="93265"/>
                  <a:pt x="985529" y="91303"/>
                </a:cubicBezTo>
                <a:cubicBezTo>
                  <a:pt x="983438" y="89957"/>
                  <a:pt x="978239" y="88247"/>
                  <a:pt x="969932" y="86172"/>
                </a:cubicBezTo>
                <a:cubicBezTo>
                  <a:pt x="958742" y="83344"/>
                  <a:pt x="950986" y="80898"/>
                  <a:pt x="946663" y="78834"/>
                </a:cubicBezTo>
                <a:cubicBezTo>
                  <a:pt x="942340" y="76769"/>
                  <a:pt x="939062" y="73913"/>
                  <a:pt x="936830" y="70264"/>
                </a:cubicBezTo>
                <a:cubicBezTo>
                  <a:pt x="934598" y="66616"/>
                  <a:pt x="933482" y="62586"/>
                  <a:pt x="933482" y="58174"/>
                </a:cubicBezTo>
                <a:cubicBezTo>
                  <a:pt x="933482" y="54159"/>
                  <a:pt x="934400" y="50439"/>
                  <a:pt x="936237" y="47017"/>
                </a:cubicBezTo>
                <a:cubicBezTo>
                  <a:pt x="938073" y="43594"/>
                  <a:pt x="940574" y="40752"/>
                  <a:pt x="943739" y="38490"/>
                </a:cubicBezTo>
                <a:cubicBezTo>
                  <a:pt x="946112" y="36736"/>
                  <a:pt x="949347" y="35252"/>
                  <a:pt x="953444" y="34037"/>
                </a:cubicBezTo>
                <a:cubicBezTo>
                  <a:pt x="957542" y="32820"/>
                  <a:pt x="961935" y="32212"/>
                  <a:pt x="966626" y="32212"/>
                </a:cubicBezTo>
                <a:cubicBezTo>
                  <a:pt x="973690" y="32212"/>
                  <a:pt x="979892" y="33236"/>
                  <a:pt x="985232" y="35284"/>
                </a:cubicBezTo>
                <a:cubicBezTo>
                  <a:pt x="990573" y="37331"/>
                  <a:pt x="994514" y="40105"/>
                  <a:pt x="997057" y="43605"/>
                </a:cubicBezTo>
                <a:cubicBezTo>
                  <a:pt x="999600" y="47103"/>
                  <a:pt x="1001352" y="51782"/>
                  <a:pt x="1002313" y="57642"/>
                </a:cubicBezTo>
                <a:lnTo>
                  <a:pt x="987394" y="59676"/>
                </a:lnTo>
                <a:cubicBezTo>
                  <a:pt x="986716" y="55042"/>
                  <a:pt x="984752" y="51426"/>
                  <a:pt x="981503" y="48826"/>
                </a:cubicBezTo>
                <a:cubicBezTo>
                  <a:pt x="978253" y="46227"/>
                  <a:pt x="973662" y="44927"/>
                  <a:pt x="967728" y="44927"/>
                </a:cubicBezTo>
                <a:cubicBezTo>
                  <a:pt x="960720" y="44927"/>
                  <a:pt x="955719" y="46080"/>
                  <a:pt x="952724" y="48386"/>
                </a:cubicBezTo>
                <a:cubicBezTo>
                  <a:pt x="949729" y="50691"/>
                  <a:pt x="948231" y="53390"/>
                  <a:pt x="948231" y="56484"/>
                </a:cubicBezTo>
                <a:cubicBezTo>
                  <a:pt x="948231" y="58452"/>
                  <a:pt x="948853" y="60223"/>
                  <a:pt x="950096" y="61798"/>
                </a:cubicBezTo>
                <a:cubicBezTo>
                  <a:pt x="951339" y="63428"/>
                  <a:pt x="953289" y="64777"/>
                  <a:pt x="955945" y="65846"/>
                </a:cubicBezTo>
                <a:cubicBezTo>
                  <a:pt x="957471" y="66409"/>
                  <a:pt x="961964" y="67703"/>
                  <a:pt x="969423" y="69727"/>
                </a:cubicBezTo>
                <a:cubicBezTo>
                  <a:pt x="980217" y="72607"/>
                  <a:pt x="987747" y="74965"/>
                  <a:pt x="992014" y="76799"/>
                </a:cubicBezTo>
                <a:cubicBezTo>
                  <a:pt x="996280" y="78634"/>
                  <a:pt x="999629" y="81303"/>
                  <a:pt x="1002059" y="84805"/>
                </a:cubicBezTo>
                <a:cubicBezTo>
                  <a:pt x="1004489" y="88305"/>
                  <a:pt x="1005704" y="92652"/>
                  <a:pt x="1005704" y="97846"/>
                </a:cubicBezTo>
                <a:cubicBezTo>
                  <a:pt x="1005704" y="102928"/>
                  <a:pt x="1004220" y="107714"/>
                  <a:pt x="1001253" y="112203"/>
                </a:cubicBezTo>
                <a:cubicBezTo>
                  <a:pt x="998286" y="116690"/>
                  <a:pt x="994006" y="120162"/>
                  <a:pt x="988411" y="122619"/>
                </a:cubicBezTo>
                <a:cubicBezTo>
                  <a:pt x="982816" y="125075"/>
                  <a:pt x="976487" y="126304"/>
                  <a:pt x="969423" y="126304"/>
                </a:cubicBezTo>
                <a:cubicBezTo>
                  <a:pt x="957725" y="126304"/>
                  <a:pt x="948810" y="123867"/>
                  <a:pt x="942679" y="118992"/>
                </a:cubicBezTo>
                <a:cubicBezTo>
                  <a:pt x="936547" y="114118"/>
                  <a:pt x="932634" y="106892"/>
                  <a:pt x="930939" y="97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F2B46-FB3C-4534-8202-C9960BDD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9" y="710607"/>
            <a:ext cx="6811983" cy="2239097"/>
          </a:xfrm>
          <a:custGeom xmlns:a="http://schemas.openxmlformats.org/drawingml/2006/main">
            <a:pathLst>
              <a:path w="6811983" h="2239097" fill="none">
                <a:moveTo>
                  <a:pt x="0" y="39636"/>
                </a:moveTo>
                <a:cubicBezTo>
                  <a:pt x="0" y="17755"/>
                  <a:pt x="17739" y="0"/>
                  <a:pt x="39636" y="0"/>
                </a:cubicBezTo>
                <a:lnTo>
                  <a:pt x="6772346" y="0"/>
                </a:lnTo>
                <a:cubicBezTo>
                  <a:pt x="6794244" y="0"/>
                  <a:pt x="6811983" y="17755"/>
                  <a:pt x="6811983" y="39636"/>
                </a:cubicBezTo>
                <a:lnTo>
                  <a:pt x="6811983" y="2199460"/>
                </a:lnTo>
                <a:cubicBezTo>
                  <a:pt x="6811983" y="2221358"/>
                  <a:pt x="6794244" y="2239097"/>
                  <a:pt x="6772346" y="2239097"/>
                </a:cubicBezTo>
                <a:lnTo>
                  <a:pt x="39636" y="2239097"/>
                </a:lnTo>
                <a:cubicBezTo>
                  <a:pt x="17739" y="2239097"/>
                  <a:pt x="0" y="2221358"/>
                  <a:pt x="0" y="2199460"/>
                </a:cubicBezTo>
                <a:lnTo>
                  <a:pt x="0" y="396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660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E2AF8-F82C-40DC-A1E6-B72F1B43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" y="343674"/>
            <a:ext cx="10345219" cy="2702698"/>
          </a:xfrm>
          <a:custGeom xmlns:a="http://schemas.openxmlformats.org/drawingml/2006/main">
            <a:pathLst>
              <a:path w="10345219" h="2702698" fill="none">
                <a:moveTo>
                  <a:pt x="0" y="0"/>
                </a:moveTo>
                <a:lnTo>
                  <a:pt x="10345219" y="0"/>
                </a:lnTo>
                <a:lnTo>
                  <a:pt x="10345219" y="2702698"/>
                </a:lnTo>
                <a:lnTo>
                  <a:pt x="0" y="27026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989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AD7B9-340A-4103-82E3-EB7C1B70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093" y="1630908"/>
            <a:ext cx="526730" cy="505030"/>
          </a:xfrm>
          <a:custGeom xmlns:a="http://schemas.openxmlformats.org/drawingml/2006/main">
            <a:pathLst>
              <a:path w="526730" h="505030">
                <a:moveTo>
                  <a:pt x="0" y="126257"/>
                </a:moveTo>
                <a:lnTo>
                  <a:pt x="274215" y="126257"/>
                </a:lnTo>
                <a:lnTo>
                  <a:pt x="274215" y="0"/>
                </a:lnTo>
                <a:lnTo>
                  <a:pt x="526730" y="252515"/>
                </a:lnTo>
                <a:lnTo>
                  <a:pt x="274215" y="505030"/>
                </a:lnTo>
                <a:lnTo>
                  <a:pt x="274215" y="378772"/>
                </a:lnTo>
                <a:lnTo>
                  <a:pt x="0" y="378772"/>
                </a:lnTo>
                <a:lnTo>
                  <a:pt x="0" y="126257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8ACE9-344D-421B-8CD7-D476CD6C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093" y="1630908"/>
            <a:ext cx="526730" cy="505030"/>
          </a:xfrm>
          <a:custGeom xmlns:a="http://schemas.openxmlformats.org/drawingml/2006/main">
            <a:pathLst>
              <a:path w="526730" h="505030" fill="none">
                <a:moveTo>
                  <a:pt x="0" y="126257"/>
                </a:moveTo>
                <a:lnTo>
                  <a:pt x="274215" y="126257"/>
                </a:lnTo>
                <a:lnTo>
                  <a:pt x="274215" y="0"/>
                </a:lnTo>
                <a:lnTo>
                  <a:pt x="526730" y="252515"/>
                </a:lnTo>
                <a:lnTo>
                  <a:pt x="274215" y="505030"/>
                </a:lnTo>
                <a:lnTo>
                  <a:pt x="274215" y="378772"/>
                </a:lnTo>
                <a:lnTo>
                  <a:pt x="0" y="378772"/>
                </a:lnTo>
                <a:lnTo>
                  <a:pt x="0" y="1262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pic>
        <p:nvPicPr>
          <p:cNvPr id="1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01f0243c94280"/>
          <a:stretch xmlns:a="http://schemas.openxmlformats.org/drawingml/2006/main"/>
        </p:blipFill>
        <p:spPr>
          <a:xfrm xmlns:a="http://schemas.openxmlformats.org/drawingml/2006/main">
            <a:off x="13364703" y="1597371"/>
            <a:ext cx="1106328" cy="1027814"/>
          </a:xfrm>
          <a:prstGeom xmlns:a="http://schemas.openxmlformats.org/drawingml/2006/main" prst="rect">
            <a:avLst/>
          </a:prstGeom>
        </p:spPr>
      </p:pic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ED45B-2D0D-4036-B0EC-65879EB5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150" y="1674312"/>
            <a:ext cx="956795" cy="873938"/>
          </a:xfrm>
          <a:custGeom xmlns:a="http://schemas.openxmlformats.org/drawingml/2006/main">
            <a:pathLst>
              <a:path w="956795" h="873938">
                <a:moveTo>
                  <a:pt x="0" y="145656"/>
                </a:moveTo>
                <a:cubicBezTo>
                  <a:pt x="0" y="65217"/>
                  <a:pt x="65217" y="0"/>
                  <a:pt x="145656" y="0"/>
                </a:cubicBezTo>
                <a:lnTo>
                  <a:pt x="811138" y="0"/>
                </a:lnTo>
                <a:cubicBezTo>
                  <a:pt x="891578" y="0"/>
                  <a:pt x="956795" y="65217"/>
                  <a:pt x="956795" y="145656"/>
                </a:cubicBezTo>
                <a:lnTo>
                  <a:pt x="956795" y="728282"/>
                </a:lnTo>
                <a:cubicBezTo>
                  <a:pt x="956795" y="808722"/>
                  <a:pt x="891578" y="873938"/>
                  <a:pt x="811138" y="873938"/>
                </a:cubicBezTo>
                <a:lnTo>
                  <a:pt x="145656" y="873938"/>
                </a:lnTo>
                <a:cubicBezTo>
                  <a:pt x="65217" y="873938"/>
                  <a:pt x="0" y="808722"/>
                  <a:pt x="0" y="728282"/>
                </a:cubicBezTo>
                <a:lnTo>
                  <a:pt x="0" y="14565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294CC-44E8-46A0-9A79-DF5FCCB8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150" y="1674312"/>
            <a:ext cx="956795" cy="873938"/>
          </a:xfrm>
          <a:custGeom xmlns:a="http://schemas.openxmlformats.org/drawingml/2006/main">
            <a:pathLst>
              <a:path w="956795" h="873938" fill="none">
                <a:moveTo>
                  <a:pt x="0" y="145656"/>
                </a:moveTo>
                <a:cubicBezTo>
                  <a:pt x="0" y="65217"/>
                  <a:pt x="65217" y="0"/>
                  <a:pt x="145656" y="0"/>
                </a:cubicBezTo>
                <a:lnTo>
                  <a:pt x="811138" y="0"/>
                </a:lnTo>
                <a:cubicBezTo>
                  <a:pt x="891578" y="0"/>
                  <a:pt x="956795" y="65217"/>
                  <a:pt x="956795" y="145656"/>
                </a:cubicBezTo>
                <a:lnTo>
                  <a:pt x="956795" y="728282"/>
                </a:lnTo>
                <a:cubicBezTo>
                  <a:pt x="956795" y="808722"/>
                  <a:pt x="891578" y="873938"/>
                  <a:pt x="811138" y="873938"/>
                </a:cubicBezTo>
                <a:lnTo>
                  <a:pt x="145656" y="873938"/>
                </a:lnTo>
                <a:cubicBezTo>
                  <a:pt x="65217" y="873938"/>
                  <a:pt x="0" y="808722"/>
                  <a:pt x="0" y="728282"/>
                </a:cubicBezTo>
                <a:lnTo>
                  <a:pt x="0" y="1456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51ECA-7DC3-4D41-8F00-29DF26A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1841" y="343674"/>
            <a:ext cx="4164522" cy="2702698"/>
          </a:xfrm>
          <a:custGeom xmlns:a="http://schemas.openxmlformats.org/drawingml/2006/main">
            <a:pathLst>
              <a:path w="4164522" h="2702698" fill="none">
                <a:moveTo>
                  <a:pt x="0" y="0"/>
                </a:moveTo>
                <a:lnTo>
                  <a:pt x="4164522" y="0"/>
                </a:lnTo>
                <a:lnTo>
                  <a:pt x="4164522" y="2702698"/>
                </a:lnTo>
                <a:lnTo>
                  <a:pt x="0" y="27026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989" cap="flat">
            <a:solidFill>
              <a:srgbClr val="000000"/>
            </a:solidFill>
            <a:miter/>
          </a:ln>
        </p:spPr>
      </p:sp>
      <p:sp>
        <p:nvSpPr>
          <p:cNvPr id="115" name="Text Sniffer">
            <a:extLst xmlns:a="http://schemas.openxmlformats.org/drawingml/2006/main">
              <a:ext uri="{FF2B5EF4-FFF2-40B4-BE49-F238E27FC236}">
                <a16:creationId xmlns:a16="http://schemas.microsoft.com/office/drawing/2014/main" id="{91F68CB6-DBA2-4C5A-BAF9-721F1344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6754" y="619881"/>
            <a:ext cx="496188" cy="128508"/>
          </a:xfrm>
          <a:custGeom xmlns:a="http://schemas.openxmlformats.org/drawingml/2006/main">
            <a:pathLst>
              <a:path w="496188" h="128508">
                <a:moveTo>
                  <a:pt x="0" y="86463"/>
                </a:moveTo>
                <a:lnTo>
                  <a:pt x="15512" y="85107"/>
                </a:lnTo>
                <a:cubicBezTo>
                  <a:pt x="16247" y="91323"/>
                  <a:pt x="17957" y="96423"/>
                  <a:pt x="20641" y="100407"/>
                </a:cubicBezTo>
                <a:cubicBezTo>
                  <a:pt x="23325" y="104391"/>
                  <a:pt x="27493" y="107612"/>
                  <a:pt x="33144" y="110071"/>
                </a:cubicBezTo>
                <a:cubicBezTo>
                  <a:pt x="38795" y="112529"/>
                  <a:pt x="45153" y="113758"/>
                  <a:pt x="52217" y="113758"/>
                </a:cubicBezTo>
                <a:cubicBezTo>
                  <a:pt x="58490" y="113758"/>
                  <a:pt x="64028" y="112826"/>
                  <a:pt x="68831" y="110961"/>
                </a:cubicBezTo>
                <a:cubicBezTo>
                  <a:pt x="73635" y="109096"/>
                  <a:pt x="77209" y="106539"/>
                  <a:pt x="79554" y="103289"/>
                </a:cubicBezTo>
                <a:cubicBezTo>
                  <a:pt x="81900" y="100040"/>
                  <a:pt x="83072" y="96494"/>
                  <a:pt x="83072" y="92651"/>
                </a:cubicBezTo>
                <a:cubicBezTo>
                  <a:pt x="83072" y="88752"/>
                  <a:pt x="81942" y="85347"/>
                  <a:pt x="79682" y="82436"/>
                </a:cubicBezTo>
                <a:cubicBezTo>
                  <a:pt x="77421" y="79526"/>
                  <a:pt x="73691" y="77082"/>
                  <a:pt x="68492" y="75104"/>
                </a:cubicBezTo>
                <a:cubicBezTo>
                  <a:pt x="65158" y="73804"/>
                  <a:pt x="57783" y="71784"/>
                  <a:pt x="46368" y="69043"/>
                </a:cubicBezTo>
                <a:cubicBezTo>
                  <a:pt x="34952" y="66302"/>
                  <a:pt x="26956" y="63717"/>
                  <a:pt x="22379" y="61287"/>
                </a:cubicBezTo>
                <a:cubicBezTo>
                  <a:pt x="16445" y="58179"/>
                  <a:pt x="12023" y="54322"/>
                  <a:pt x="9113" y="49716"/>
                </a:cubicBezTo>
                <a:cubicBezTo>
                  <a:pt x="6202" y="45110"/>
                  <a:pt x="4747" y="39954"/>
                  <a:pt x="4747" y="34246"/>
                </a:cubicBezTo>
                <a:cubicBezTo>
                  <a:pt x="4747" y="27973"/>
                  <a:pt x="6527" y="22110"/>
                  <a:pt x="10087" y="16657"/>
                </a:cubicBezTo>
                <a:cubicBezTo>
                  <a:pt x="13648" y="11203"/>
                  <a:pt x="18847" y="7064"/>
                  <a:pt x="25685" y="4238"/>
                </a:cubicBezTo>
                <a:cubicBezTo>
                  <a:pt x="32522" y="1413"/>
                  <a:pt x="40123" y="0"/>
                  <a:pt x="48487" y="0"/>
                </a:cubicBezTo>
                <a:cubicBezTo>
                  <a:pt x="57698" y="0"/>
                  <a:pt x="65822" y="1483"/>
                  <a:pt x="72858" y="4450"/>
                </a:cubicBezTo>
                <a:cubicBezTo>
                  <a:pt x="79893" y="7417"/>
                  <a:pt x="85304" y="11783"/>
                  <a:pt x="89091" y="17547"/>
                </a:cubicBezTo>
                <a:cubicBezTo>
                  <a:pt x="92877" y="23311"/>
                  <a:pt x="94911" y="29838"/>
                  <a:pt x="95194" y="37128"/>
                </a:cubicBezTo>
                <a:lnTo>
                  <a:pt x="79427" y="38315"/>
                </a:lnTo>
                <a:cubicBezTo>
                  <a:pt x="78580" y="30432"/>
                  <a:pt x="75712" y="24477"/>
                  <a:pt x="70823" y="20450"/>
                </a:cubicBezTo>
                <a:cubicBezTo>
                  <a:pt x="65935" y="16424"/>
                  <a:pt x="58716" y="14410"/>
                  <a:pt x="49165" y="14410"/>
                </a:cubicBezTo>
                <a:cubicBezTo>
                  <a:pt x="39219" y="14410"/>
                  <a:pt x="31971" y="16235"/>
                  <a:pt x="27422" y="19883"/>
                </a:cubicBezTo>
                <a:cubicBezTo>
                  <a:pt x="22873" y="23530"/>
                  <a:pt x="20599" y="27926"/>
                  <a:pt x="20599" y="33073"/>
                </a:cubicBezTo>
                <a:cubicBezTo>
                  <a:pt x="20599" y="37541"/>
                  <a:pt x="22209" y="41216"/>
                  <a:pt x="25430" y="44100"/>
                </a:cubicBezTo>
                <a:cubicBezTo>
                  <a:pt x="28595" y="46986"/>
                  <a:pt x="36860" y="49941"/>
                  <a:pt x="50225" y="52966"/>
                </a:cubicBezTo>
                <a:cubicBezTo>
                  <a:pt x="63590" y="55992"/>
                  <a:pt x="72759" y="58635"/>
                  <a:pt x="77732" y="60898"/>
                </a:cubicBezTo>
                <a:cubicBezTo>
                  <a:pt x="84965" y="64234"/>
                  <a:pt x="90306" y="68461"/>
                  <a:pt x="93753" y="73581"/>
                </a:cubicBezTo>
                <a:cubicBezTo>
                  <a:pt x="97200" y="78699"/>
                  <a:pt x="98924" y="84594"/>
                  <a:pt x="98924" y="91268"/>
                </a:cubicBezTo>
                <a:cubicBezTo>
                  <a:pt x="98924" y="97884"/>
                  <a:pt x="97031" y="104118"/>
                  <a:pt x="93244" y="109973"/>
                </a:cubicBezTo>
                <a:cubicBezTo>
                  <a:pt x="89458" y="115825"/>
                  <a:pt x="84019" y="120378"/>
                  <a:pt x="76927" y="123631"/>
                </a:cubicBezTo>
                <a:cubicBezTo>
                  <a:pt x="69834" y="126882"/>
                  <a:pt x="61852" y="128508"/>
                  <a:pt x="52980" y="128508"/>
                </a:cubicBezTo>
                <a:cubicBezTo>
                  <a:pt x="41734" y="128508"/>
                  <a:pt x="32311" y="126869"/>
                  <a:pt x="24710" y="123591"/>
                </a:cubicBezTo>
                <a:cubicBezTo>
                  <a:pt x="17109" y="120313"/>
                  <a:pt x="11147" y="115383"/>
                  <a:pt x="6824" y="108799"/>
                </a:cubicBezTo>
                <a:cubicBezTo>
                  <a:pt x="2501" y="102216"/>
                  <a:pt x="226" y="94770"/>
                  <a:pt x="0" y="86463"/>
                </a:cubicBezTo>
                <a:close/>
                <a:moveTo>
                  <a:pt x="120047" y="126473"/>
                </a:moveTo>
                <a:lnTo>
                  <a:pt x="120047" y="36450"/>
                </a:lnTo>
                <a:lnTo>
                  <a:pt x="133780" y="36450"/>
                </a:lnTo>
                <a:lnTo>
                  <a:pt x="133780" y="49165"/>
                </a:lnTo>
                <a:cubicBezTo>
                  <a:pt x="140391" y="39332"/>
                  <a:pt x="149942" y="34416"/>
                  <a:pt x="162431" y="34416"/>
                </a:cubicBezTo>
                <a:cubicBezTo>
                  <a:pt x="167856" y="34416"/>
                  <a:pt x="172843" y="35390"/>
                  <a:pt x="177393" y="37340"/>
                </a:cubicBezTo>
                <a:cubicBezTo>
                  <a:pt x="181942" y="39290"/>
                  <a:pt x="185347" y="41847"/>
                  <a:pt x="187607" y="45012"/>
                </a:cubicBezTo>
                <a:cubicBezTo>
                  <a:pt x="189867" y="48176"/>
                  <a:pt x="191450" y="51934"/>
                  <a:pt x="192354" y="56286"/>
                </a:cubicBezTo>
                <a:cubicBezTo>
                  <a:pt x="192919" y="59111"/>
                  <a:pt x="193202" y="64056"/>
                  <a:pt x="193202" y="71120"/>
                </a:cubicBezTo>
                <a:lnTo>
                  <a:pt x="193202" y="126473"/>
                </a:lnTo>
                <a:lnTo>
                  <a:pt x="177944" y="126473"/>
                </a:lnTo>
                <a:lnTo>
                  <a:pt x="177944" y="71655"/>
                </a:lnTo>
                <a:cubicBezTo>
                  <a:pt x="177944" y="65432"/>
                  <a:pt x="177350" y="60778"/>
                  <a:pt x="176163" y="57695"/>
                </a:cubicBezTo>
                <a:cubicBezTo>
                  <a:pt x="174977" y="54611"/>
                  <a:pt x="172872" y="52151"/>
                  <a:pt x="169848" y="50312"/>
                </a:cubicBezTo>
                <a:cubicBezTo>
                  <a:pt x="166825" y="48474"/>
                  <a:pt x="163279" y="47555"/>
                  <a:pt x="159210" y="47555"/>
                </a:cubicBezTo>
                <a:cubicBezTo>
                  <a:pt x="152711" y="47555"/>
                  <a:pt x="147102" y="49620"/>
                  <a:pt x="142384" y="53751"/>
                </a:cubicBezTo>
                <a:cubicBezTo>
                  <a:pt x="137665" y="57879"/>
                  <a:pt x="135305" y="65714"/>
                  <a:pt x="135305" y="77255"/>
                </a:cubicBezTo>
                <a:lnTo>
                  <a:pt x="135305" y="126473"/>
                </a:lnTo>
                <a:lnTo>
                  <a:pt x="120047" y="126473"/>
                </a:lnTo>
                <a:close/>
                <a:moveTo>
                  <a:pt x="216795" y="19836"/>
                </a:moveTo>
                <a:lnTo>
                  <a:pt x="216795" y="2204"/>
                </a:lnTo>
                <a:lnTo>
                  <a:pt x="232053" y="2204"/>
                </a:lnTo>
                <a:lnTo>
                  <a:pt x="232053" y="19836"/>
                </a:lnTo>
                <a:lnTo>
                  <a:pt x="216795" y="19836"/>
                </a:lnTo>
                <a:moveTo>
                  <a:pt x="216795" y="126473"/>
                </a:moveTo>
                <a:lnTo>
                  <a:pt x="216795" y="36450"/>
                </a:lnTo>
                <a:lnTo>
                  <a:pt x="232053" y="36450"/>
                </a:lnTo>
                <a:lnTo>
                  <a:pt x="232053" y="126473"/>
                </a:lnTo>
                <a:lnTo>
                  <a:pt x="216795" y="126473"/>
                </a:lnTo>
                <a:close/>
                <a:moveTo>
                  <a:pt x="259798" y="126473"/>
                </a:moveTo>
                <a:lnTo>
                  <a:pt x="259798" y="48318"/>
                </a:lnTo>
                <a:lnTo>
                  <a:pt x="246320" y="48318"/>
                </a:lnTo>
                <a:lnTo>
                  <a:pt x="246320" y="36450"/>
                </a:lnTo>
                <a:lnTo>
                  <a:pt x="259798" y="36450"/>
                </a:lnTo>
                <a:lnTo>
                  <a:pt x="259798" y="26893"/>
                </a:lnTo>
                <a:cubicBezTo>
                  <a:pt x="259798" y="20860"/>
                  <a:pt x="260335" y="16378"/>
                  <a:pt x="261408" y="13446"/>
                </a:cubicBezTo>
                <a:cubicBezTo>
                  <a:pt x="262878" y="9501"/>
                  <a:pt x="265463" y="6302"/>
                  <a:pt x="269165" y="3849"/>
                </a:cubicBezTo>
                <a:cubicBezTo>
                  <a:pt x="272866" y="1396"/>
                  <a:pt x="278051" y="170"/>
                  <a:pt x="284720" y="170"/>
                </a:cubicBezTo>
                <a:cubicBezTo>
                  <a:pt x="289014" y="170"/>
                  <a:pt x="293761" y="678"/>
                  <a:pt x="298960" y="1695"/>
                </a:cubicBezTo>
                <a:lnTo>
                  <a:pt x="296672" y="15004"/>
                </a:lnTo>
                <a:cubicBezTo>
                  <a:pt x="293507" y="14439"/>
                  <a:pt x="290512" y="14156"/>
                  <a:pt x="287686" y="14156"/>
                </a:cubicBezTo>
                <a:cubicBezTo>
                  <a:pt x="283052" y="14156"/>
                  <a:pt x="279775" y="15142"/>
                  <a:pt x="277853" y="17112"/>
                </a:cubicBezTo>
                <a:cubicBezTo>
                  <a:pt x="275932" y="19083"/>
                  <a:pt x="274971" y="22771"/>
                  <a:pt x="274971" y="28175"/>
                </a:cubicBezTo>
                <a:lnTo>
                  <a:pt x="274971" y="36450"/>
                </a:lnTo>
                <a:lnTo>
                  <a:pt x="292518" y="36450"/>
                </a:lnTo>
                <a:lnTo>
                  <a:pt x="292518" y="48318"/>
                </a:lnTo>
                <a:lnTo>
                  <a:pt x="274971" y="48318"/>
                </a:lnTo>
                <a:lnTo>
                  <a:pt x="274971" y="126473"/>
                </a:lnTo>
                <a:lnTo>
                  <a:pt x="259798" y="126473"/>
                </a:lnTo>
                <a:close/>
                <a:moveTo>
                  <a:pt x="309135" y="126473"/>
                </a:moveTo>
                <a:lnTo>
                  <a:pt x="309135" y="48318"/>
                </a:lnTo>
                <a:lnTo>
                  <a:pt x="295657" y="48318"/>
                </a:lnTo>
                <a:lnTo>
                  <a:pt x="295657" y="36450"/>
                </a:lnTo>
                <a:lnTo>
                  <a:pt x="309135" y="36450"/>
                </a:lnTo>
                <a:lnTo>
                  <a:pt x="309135" y="26893"/>
                </a:lnTo>
                <a:cubicBezTo>
                  <a:pt x="309135" y="20860"/>
                  <a:pt x="309672" y="16378"/>
                  <a:pt x="310746" y="13446"/>
                </a:cubicBezTo>
                <a:cubicBezTo>
                  <a:pt x="312215" y="9501"/>
                  <a:pt x="314801" y="6302"/>
                  <a:pt x="318502" y="3849"/>
                </a:cubicBezTo>
                <a:cubicBezTo>
                  <a:pt x="322204" y="1396"/>
                  <a:pt x="327389" y="170"/>
                  <a:pt x="334057" y="170"/>
                </a:cubicBezTo>
                <a:cubicBezTo>
                  <a:pt x="338352" y="170"/>
                  <a:pt x="343099" y="678"/>
                  <a:pt x="348298" y="1695"/>
                </a:cubicBezTo>
                <a:lnTo>
                  <a:pt x="346009" y="15004"/>
                </a:lnTo>
                <a:cubicBezTo>
                  <a:pt x="342845" y="14439"/>
                  <a:pt x="339850" y="14156"/>
                  <a:pt x="337024" y="14156"/>
                </a:cubicBezTo>
                <a:cubicBezTo>
                  <a:pt x="332390" y="14156"/>
                  <a:pt x="329112" y="15142"/>
                  <a:pt x="327191" y="17112"/>
                </a:cubicBezTo>
                <a:cubicBezTo>
                  <a:pt x="325270" y="19083"/>
                  <a:pt x="324309" y="22771"/>
                  <a:pt x="324309" y="28175"/>
                </a:cubicBezTo>
                <a:lnTo>
                  <a:pt x="324309" y="36450"/>
                </a:lnTo>
                <a:lnTo>
                  <a:pt x="341856" y="36450"/>
                </a:lnTo>
                <a:lnTo>
                  <a:pt x="341856" y="48318"/>
                </a:lnTo>
                <a:lnTo>
                  <a:pt x="324309" y="48318"/>
                </a:lnTo>
                <a:lnTo>
                  <a:pt x="324309" y="126473"/>
                </a:lnTo>
                <a:lnTo>
                  <a:pt x="309135" y="126473"/>
                </a:lnTo>
                <a:close/>
                <a:moveTo>
                  <a:pt x="414459" y="97483"/>
                </a:moveTo>
                <a:lnTo>
                  <a:pt x="430226" y="99432"/>
                </a:lnTo>
                <a:cubicBezTo>
                  <a:pt x="427739" y="108644"/>
                  <a:pt x="423134" y="115792"/>
                  <a:pt x="416409" y="120879"/>
                </a:cubicBezTo>
                <a:cubicBezTo>
                  <a:pt x="409684" y="125965"/>
                  <a:pt x="401094" y="128508"/>
                  <a:pt x="390640" y="128508"/>
                </a:cubicBezTo>
                <a:cubicBezTo>
                  <a:pt x="377472" y="128508"/>
                  <a:pt x="367032" y="124453"/>
                  <a:pt x="359318" y="116343"/>
                </a:cubicBezTo>
                <a:cubicBezTo>
                  <a:pt x="351604" y="108234"/>
                  <a:pt x="347747" y="96861"/>
                  <a:pt x="347747" y="82225"/>
                </a:cubicBezTo>
                <a:cubicBezTo>
                  <a:pt x="347747" y="67079"/>
                  <a:pt x="351646" y="55325"/>
                  <a:pt x="359445" y="46961"/>
                </a:cubicBezTo>
                <a:cubicBezTo>
                  <a:pt x="367244" y="38597"/>
                  <a:pt x="377359" y="34416"/>
                  <a:pt x="389792" y="34416"/>
                </a:cubicBezTo>
                <a:cubicBezTo>
                  <a:pt x="401829" y="34416"/>
                  <a:pt x="411662" y="38507"/>
                  <a:pt x="419291" y="46688"/>
                </a:cubicBezTo>
                <a:cubicBezTo>
                  <a:pt x="426920" y="54868"/>
                  <a:pt x="430735" y="66377"/>
                  <a:pt x="430735" y="81215"/>
                </a:cubicBezTo>
                <a:cubicBezTo>
                  <a:pt x="430735" y="82118"/>
                  <a:pt x="430706" y="83471"/>
                  <a:pt x="430650" y="85276"/>
                </a:cubicBezTo>
                <a:lnTo>
                  <a:pt x="363514" y="85276"/>
                </a:lnTo>
                <a:cubicBezTo>
                  <a:pt x="364079" y="95137"/>
                  <a:pt x="366876" y="102689"/>
                  <a:pt x="371906" y="107930"/>
                </a:cubicBezTo>
                <a:cubicBezTo>
                  <a:pt x="376935" y="113172"/>
                  <a:pt x="383208" y="115792"/>
                  <a:pt x="390724" y="115792"/>
                </a:cubicBezTo>
                <a:cubicBezTo>
                  <a:pt x="396319" y="115792"/>
                  <a:pt x="401094" y="114337"/>
                  <a:pt x="405050" y="111427"/>
                </a:cubicBezTo>
                <a:cubicBezTo>
                  <a:pt x="409006" y="108515"/>
                  <a:pt x="412142" y="103867"/>
                  <a:pt x="414459" y="97483"/>
                </a:cubicBezTo>
                <a:moveTo>
                  <a:pt x="364362" y="72561"/>
                </a:moveTo>
                <a:lnTo>
                  <a:pt x="414629" y="72561"/>
                </a:lnTo>
                <a:cubicBezTo>
                  <a:pt x="413951" y="65112"/>
                  <a:pt x="412029" y="59525"/>
                  <a:pt x="408865" y="55801"/>
                </a:cubicBezTo>
                <a:cubicBezTo>
                  <a:pt x="404005" y="50021"/>
                  <a:pt x="397704" y="47131"/>
                  <a:pt x="389961" y="47131"/>
                </a:cubicBezTo>
                <a:cubicBezTo>
                  <a:pt x="382954" y="47131"/>
                  <a:pt x="377063" y="49438"/>
                  <a:pt x="372287" y="54053"/>
                </a:cubicBezTo>
                <a:cubicBezTo>
                  <a:pt x="367512" y="58665"/>
                  <a:pt x="364870" y="64835"/>
                  <a:pt x="364362" y="72561"/>
                </a:cubicBezTo>
                <a:close/>
                <a:moveTo>
                  <a:pt x="447278" y="126473"/>
                </a:moveTo>
                <a:lnTo>
                  <a:pt x="447278" y="36450"/>
                </a:lnTo>
                <a:lnTo>
                  <a:pt x="461010" y="36450"/>
                </a:lnTo>
                <a:lnTo>
                  <a:pt x="461010" y="50013"/>
                </a:lnTo>
                <a:cubicBezTo>
                  <a:pt x="464514" y="43662"/>
                  <a:pt x="467749" y="39475"/>
                  <a:pt x="470716" y="37451"/>
                </a:cubicBezTo>
                <a:cubicBezTo>
                  <a:pt x="473683" y="35428"/>
                  <a:pt x="476946" y="34416"/>
                  <a:pt x="480506" y="34416"/>
                </a:cubicBezTo>
                <a:cubicBezTo>
                  <a:pt x="485649" y="34416"/>
                  <a:pt x="490876" y="36047"/>
                  <a:pt x="496188" y="39311"/>
                </a:cubicBezTo>
                <a:lnTo>
                  <a:pt x="490933" y="53404"/>
                </a:lnTo>
                <a:cubicBezTo>
                  <a:pt x="487203" y="51200"/>
                  <a:pt x="483473" y="50098"/>
                  <a:pt x="479743" y="50098"/>
                </a:cubicBezTo>
                <a:cubicBezTo>
                  <a:pt x="476409" y="50098"/>
                  <a:pt x="473414" y="51102"/>
                  <a:pt x="470758" y="53112"/>
                </a:cubicBezTo>
                <a:cubicBezTo>
                  <a:pt x="468102" y="55120"/>
                  <a:pt x="466209" y="57906"/>
                  <a:pt x="465079" y="61470"/>
                </a:cubicBezTo>
                <a:cubicBezTo>
                  <a:pt x="463383" y="66900"/>
                  <a:pt x="462536" y="72840"/>
                  <a:pt x="462536" y="79289"/>
                </a:cubicBezTo>
                <a:lnTo>
                  <a:pt x="462536" y="126473"/>
                </a:lnTo>
                <a:lnTo>
                  <a:pt x="447278" y="1264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DDC443-FBEF-463C-AF1A-3720B729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5" y="787460"/>
            <a:ext cx="378203" cy="381153"/>
          </a:xfrm>
          <a:custGeom xmlns:a="http://schemas.openxmlformats.org/drawingml/2006/main">
            <a:pathLst>
              <a:path w="378203" h="381153">
                <a:moveTo>
                  <a:pt x="177329" y="260256"/>
                </a:moveTo>
                <a:lnTo>
                  <a:pt x="177329" y="363584"/>
                </a:lnTo>
                <a:cubicBezTo>
                  <a:pt x="177329" y="366264"/>
                  <a:pt x="177031" y="368944"/>
                  <a:pt x="177627" y="371327"/>
                </a:cubicBezTo>
                <a:cubicBezTo>
                  <a:pt x="178819" y="377878"/>
                  <a:pt x="183290" y="381153"/>
                  <a:pt x="189548" y="381153"/>
                </a:cubicBezTo>
                <a:cubicBezTo>
                  <a:pt x="195807" y="381153"/>
                  <a:pt x="199681" y="377580"/>
                  <a:pt x="200874" y="371327"/>
                </a:cubicBezTo>
                <a:cubicBezTo>
                  <a:pt x="201470" y="368647"/>
                  <a:pt x="201172" y="365669"/>
                  <a:pt x="201172" y="362691"/>
                </a:cubicBezTo>
                <a:lnTo>
                  <a:pt x="201172" y="155737"/>
                </a:lnTo>
                <a:cubicBezTo>
                  <a:pt x="201172" y="150079"/>
                  <a:pt x="202662" y="147101"/>
                  <a:pt x="207728" y="144124"/>
                </a:cubicBezTo>
                <a:cubicBezTo>
                  <a:pt x="224120" y="135488"/>
                  <a:pt x="231869" y="117324"/>
                  <a:pt x="227398" y="100053"/>
                </a:cubicBezTo>
                <a:cubicBezTo>
                  <a:pt x="222928" y="82484"/>
                  <a:pt x="207132" y="70573"/>
                  <a:pt x="188952" y="70573"/>
                </a:cubicBezTo>
                <a:cubicBezTo>
                  <a:pt x="171070" y="70573"/>
                  <a:pt x="155871" y="82484"/>
                  <a:pt x="151400" y="99755"/>
                </a:cubicBezTo>
                <a:cubicBezTo>
                  <a:pt x="146632" y="117324"/>
                  <a:pt x="154679" y="135488"/>
                  <a:pt x="171368" y="144421"/>
                </a:cubicBezTo>
                <a:cubicBezTo>
                  <a:pt x="176137" y="146804"/>
                  <a:pt x="177329" y="149781"/>
                  <a:pt x="177329" y="154546"/>
                </a:cubicBezTo>
                <a:cubicBezTo>
                  <a:pt x="177031" y="190279"/>
                  <a:pt x="177329" y="225416"/>
                  <a:pt x="177329" y="260256"/>
                </a:cubicBezTo>
                <a:moveTo>
                  <a:pt x="0" y="109879"/>
                </a:moveTo>
                <a:cubicBezTo>
                  <a:pt x="2086" y="125364"/>
                  <a:pt x="2384" y="141146"/>
                  <a:pt x="6557" y="155737"/>
                </a:cubicBezTo>
                <a:cubicBezTo>
                  <a:pt x="12219" y="175092"/>
                  <a:pt x="20564" y="193554"/>
                  <a:pt x="28313" y="212017"/>
                </a:cubicBezTo>
                <a:cubicBezTo>
                  <a:pt x="31293" y="219163"/>
                  <a:pt x="38744" y="220652"/>
                  <a:pt x="44705" y="217079"/>
                </a:cubicBezTo>
                <a:cubicBezTo>
                  <a:pt x="50665" y="213505"/>
                  <a:pt x="52454" y="207252"/>
                  <a:pt x="49175" y="200403"/>
                </a:cubicBezTo>
                <a:cubicBezTo>
                  <a:pt x="48281" y="198914"/>
                  <a:pt x="47387" y="197128"/>
                  <a:pt x="46493" y="195639"/>
                </a:cubicBezTo>
                <a:cubicBezTo>
                  <a:pt x="17882" y="137870"/>
                  <a:pt x="18180" y="80400"/>
                  <a:pt x="47983" y="23227"/>
                </a:cubicBezTo>
                <a:cubicBezTo>
                  <a:pt x="52752" y="13995"/>
                  <a:pt x="51858" y="7444"/>
                  <a:pt x="45003" y="3573"/>
                </a:cubicBezTo>
                <a:cubicBezTo>
                  <a:pt x="38446" y="0"/>
                  <a:pt x="31591" y="2680"/>
                  <a:pt x="26823" y="11315"/>
                </a:cubicBezTo>
                <a:cubicBezTo>
                  <a:pt x="9835" y="41986"/>
                  <a:pt x="1490" y="74742"/>
                  <a:pt x="0" y="109879"/>
                </a:cubicBezTo>
                <a:moveTo>
                  <a:pt x="378203" y="109582"/>
                </a:moveTo>
                <a:cubicBezTo>
                  <a:pt x="376116" y="94693"/>
                  <a:pt x="375818" y="79208"/>
                  <a:pt x="371646" y="65213"/>
                </a:cubicBezTo>
                <a:cubicBezTo>
                  <a:pt x="365983" y="46155"/>
                  <a:pt x="357936" y="27991"/>
                  <a:pt x="350188" y="9529"/>
                </a:cubicBezTo>
                <a:cubicBezTo>
                  <a:pt x="347803" y="3573"/>
                  <a:pt x="342439" y="1191"/>
                  <a:pt x="335882" y="2978"/>
                </a:cubicBezTo>
                <a:cubicBezTo>
                  <a:pt x="330219" y="4467"/>
                  <a:pt x="326941" y="8636"/>
                  <a:pt x="327239" y="14293"/>
                </a:cubicBezTo>
                <a:cubicBezTo>
                  <a:pt x="327537" y="17569"/>
                  <a:pt x="329027" y="20844"/>
                  <a:pt x="330517" y="23524"/>
                </a:cubicBezTo>
                <a:cubicBezTo>
                  <a:pt x="351082" y="61937"/>
                  <a:pt x="357340" y="102733"/>
                  <a:pt x="349293" y="145612"/>
                </a:cubicBezTo>
                <a:cubicBezTo>
                  <a:pt x="345717" y="164670"/>
                  <a:pt x="338564" y="182537"/>
                  <a:pt x="329325" y="199510"/>
                </a:cubicBezTo>
                <a:cubicBezTo>
                  <a:pt x="324557" y="208443"/>
                  <a:pt x="329027" y="218270"/>
                  <a:pt x="338266" y="218865"/>
                </a:cubicBezTo>
                <a:cubicBezTo>
                  <a:pt x="344823" y="219163"/>
                  <a:pt x="348399" y="214994"/>
                  <a:pt x="351380" y="209634"/>
                </a:cubicBezTo>
                <a:cubicBezTo>
                  <a:pt x="368666" y="178368"/>
                  <a:pt x="377308" y="145017"/>
                  <a:pt x="378203" y="109582"/>
                </a:cubicBezTo>
                <a:moveTo>
                  <a:pt x="327835" y="110773"/>
                </a:moveTo>
                <a:cubicBezTo>
                  <a:pt x="326941" y="102435"/>
                  <a:pt x="326643" y="94097"/>
                  <a:pt x="325451" y="86057"/>
                </a:cubicBezTo>
                <a:cubicBezTo>
                  <a:pt x="322769" y="67595"/>
                  <a:pt x="316808" y="50026"/>
                  <a:pt x="307271" y="34244"/>
                </a:cubicBezTo>
                <a:cubicBezTo>
                  <a:pt x="305185" y="30671"/>
                  <a:pt x="299522" y="27395"/>
                  <a:pt x="295648" y="27098"/>
                </a:cubicBezTo>
                <a:cubicBezTo>
                  <a:pt x="292369" y="26800"/>
                  <a:pt x="287005" y="30671"/>
                  <a:pt x="285813" y="33946"/>
                </a:cubicBezTo>
                <a:cubicBezTo>
                  <a:pt x="284322" y="37520"/>
                  <a:pt x="285515" y="43178"/>
                  <a:pt x="287303" y="47049"/>
                </a:cubicBezTo>
                <a:cubicBezTo>
                  <a:pt x="295350" y="62831"/>
                  <a:pt x="300714" y="78911"/>
                  <a:pt x="302502" y="96479"/>
                </a:cubicBezTo>
                <a:cubicBezTo>
                  <a:pt x="305185" y="123577"/>
                  <a:pt x="300118" y="149186"/>
                  <a:pt x="287005" y="173008"/>
                </a:cubicBezTo>
                <a:cubicBezTo>
                  <a:pt x="281938" y="182239"/>
                  <a:pt x="284621" y="190577"/>
                  <a:pt x="292965" y="192661"/>
                </a:cubicBezTo>
                <a:cubicBezTo>
                  <a:pt x="300714" y="194745"/>
                  <a:pt x="305185" y="190577"/>
                  <a:pt x="308463" y="184026"/>
                </a:cubicBezTo>
                <a:cubicBezTo>
                  <a:pt x="320980" y="161692"/>
                  <a:pt x="327239" y="137275"/>
                  <a:pt x="327835" y="110773"/>
                </a:cubicBezTo>
                <a:moveTo>
                  <a:pt x="50069" y="110177"/>
                </a:moveTo>
                <a:cubicBezTo>
                  <a:pt x="51858" y="122088"/>
                  <a:pt x="52156" y="133999"/>
                  <a:pt x="55434" y="145315"/>
                </a:cubicBezTo>
                <a:cubicBezTo>
                  <a:pt x="59606" y="159608"/>
                  <a:pt x="65567" y="173603"/>
                  <a:pt x="71826" y="187003"/>
                </a:cubicBezTo>
                <a:cubicBezTo>
                  <a:pt x="75104" y="193852"/>
                  <a:pt x="82257" y="195341"/>
                  <a:pt x="88515" y="192066"/>
                </a:cubicBezTo>
                <a:cubicBezTo>
                  <a:pt x="94178" y="188790"/>
                  <a:pt x="95966" y="182537"/>
                  <a:pt x="92986" y="175986"/>
                </a:cubicBezTo>
                <a:cubicBezTo>
                  <a:pt x="92092" y="173901"/>
                  <a:pt x="90900" y="171817"/>
                  <a:pt x="89708" y="169732"/>
                </a:cubicBezTo>
                <a:cubicBezTo>
                  <a:pt x="76296" y="143230"/>
                  <a:pt x="71826" y="114942"/>
                  <a:pt x="78084" y="85759"/>
                </a:cubicBezTo>
                <a:cubicBezTo>
                  <a:pt x="81065" y="72360"/>
                  <a:pt x="87025" y="59257"/>
                  <a:pt x="92092" y="46453"/>
                </a:cubicBezTo>
                <a:cubicBezTo>
                  <a:pt x="95966" y="36924"/>
                  <a:pt x="92688" y="28289"/>
                  <a:pt x="83747" y="27098"/>
                </a:cubicBezTo>
                <a:cubicBezTo>
                  <a:pt x="76594" y="26204"/>
                  <a:pt x="72720" y="30373"/>
                  <a:pt x="69739" y="36031"/>
                </a:cubicBezTo>
                <a:cubicBezTo>
                  <a:pt x="57520" y="59257"/>
                  <a:pt x="51261" y="83675"/>
                  <a:pt x="50069" y="110177"/>
                </a:cubicBezTo>
                <a:moveTo>
                  <a:pt x="101033" y="109879"/>
                </a:moveTo>
                <a:cubicBezTo>
                  <a:pt x="100735" y="128044"/>
                  <a:pt x="105205" y="144719"/>
                  <a:pt x="113848" y="160501"/>
                </a:cubicBezTo>
                <a:cubicBezTo>
                  <a:pt x="118021" y="168243"/>
                  <a:pt x="124875" y="170626"/>
                  <a:pt x="131134" y="167350"/>
                </a:cubicBezTo>
                <a:cubicBezTo>
                  <a:pt x="137691" y="163777"/>
                  <a:pt x="139181" y="157226"/>
                  <a:pt x="135307" y="149186"/>
                </a:cubicBezTo>
                <a:cubicBezTo>
                  <a:pt x="122193" y="123279"/>
                  <a:pt x="121895" y="97373"/>
                  <a:pt x="135307" y="71466"/>
                </a:cubicBezTo>
                <a:cubicBezTo>
                  <a:pt x="139479" y="63426"/>
                  <a:pt x="137691" y="56577"/>
                  <a:pt x="131432" y="53302"/>
                </a:cubicBezTo>
                <a:cubicBezTo>
                  <a:pt x="124577" y="49729"/>
                  <a:pt x="118021" y="52409"/>
                  <a:pt x="113550" y="60449"/>
                </a:cubicBezTo>
                <a:cubicBezTo>
                  <a:pt x="105205" y="75933"/>
                  <a:pt x="101033" y="92311"/>
                  <a:pt x="101033" y="109879"/>
                </a:cubicBezTo>
                <a:moveTo>
                  <a:pt x="277468" y="110177"/>
                </a:moveTo>
                <a:cubicBezTo>
                  <a:pt x="277468" y="92311"/>
                  <a:pt x="273295" y="75635"/>
                  <a:pt x="264652" y="60151"/>
                </a:cubicBezTo>
                <a:cubicBezTo>
                  <a:pt x="260480" y="52409"/>
                  <a:pt x="253923" y="50026"/>
                  <a:pt x="247367" y="53302"/>
                </a:cubicBezTo>
                <a:cubicBezTo>
                  <a:pt x="240810" y="56577"/>
                  <a:pt x="239320" y="63724"/>
                  <a:pt x="243194" y="71466"/>
                </a:cubicBezTo>
                <a:cubicBezTo>
                  <a:pt x="256606" y="97373"/>
                  <a:pt x="256606" y="123279"/>
                  <a:pt x="243194" y="149186"/>
                </a:cubicBezTo>
                <a:cubicBezTo>
                  <a:pt x="239022" y="157226"/>
                  <a:pt x="240512" y="163777"/>
                  <a:pt x="247068" y="167350"/>
                </a:cubicBezTo>
                <a:cubicBezTo>
                  <a:pt x="253625" y="170923"/>
                  <a:pt x="260480" y="168243"/>
                  <a:pt x="264950" y="160203"/>
                </a:cubicBezTo>
                <a:cubicBezTo>
                  <a:pt x="273295" y="144421"/>
                  <a:pt x="277766" y="127746"/>
                  <a:pt x="277468" y="11017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BBC03-87CF-4DC4-ABA2-7AAD3267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271" y="858633"/>
            <a:ext cx="85237" cy="310580"/>
          </a:xfrm>
          <a:custGeom xmlns:a="http://schemas.openxmlformats.org/drawingml/2006/main">
            <a:pathLst>
              <a:path w="85237" h="310580">
                <a:moveTo>
                  <a:pt x="30697" y="189088"/>
                </a:moveTo>
                <a:lnTo>
                  <a:pt x="30697" y="83973"/>
                </a:lnTo>
                <a:cubicBezTo>
                  <a:pt x="30697" y="78911"/>
                  <a:pt x="29505" y="76231"/>
                  <a:pt x="24737" y="73848"/>
                </a:cubicBezTo>
                <a:cubicBezTo>
                  <a:pt x="8047" y="64915"/>
                  <a:pt x="0" y="46751"/>
                  <a:pt x="4769" y="29182"/>
                </a:cubicBezTo>
                <a:cubicBezTo>
                  <a:pt x="9239" y="11911"/>
                  <a:pt x="24737" y="0"/>
                  <a:pt x="42321" y="0"/>
                </a:cubicBezTo>
                <a:cubicBezTo>
                  <a:pt x="60500" y="0"/>
                  <a:pt x="75998" y="11911"/>
                  <a:pt x="80767" y="29480"/>
                </a:cubicBezTo>
                <a:cubicBezTo>
                  <a:pt x="85237" y="46751"/>
                  <a:pt x="77786" y="64915"/>
                  <a:pt x="61097" y="73551"/>
                </a:cubicBezTo>
                <a:cubicBezTo>
                  <a:pt x="55732" y="76231"/>
                  <a:pt x="54540" y="79506"/>
                  <a:pt x="54540" y="85164"/>
                </a:cubicBezTo>
                <a:cubicBezTo>
                  <a:pt x="54838" y="154248"/>
                  <a:pt x="54540" y="223034"/>
                  <a:pt x="54540" y="292118"/>
                </a:cubicBezTo>
                <a:cubicBezTo>
                  <a:pt x="54540" y="295096"/>
                  <a:pt x="54838" y="297776"/>
                  <a:pt x="54242" y="300754"/>
                </a:cubicBezTo>
                <a:cubicBezTo>
                  <a:pt x="53050" y="307007"/>
                  <a:pt x="48877" y="310282"/>
                  <a:pt x="42917" y="310580"/>
                </a:cubicBezTo>
                <a:cubicBezTo>
                  <a:pt x="36360" y="310580"/>
                  <a:pt x="32187" y="307305"/>
                  <a:pt x="30995" y="300754"/>
                </a:cubicBezTo>
                <a:cubicBezTo>
                  <a:pt x="30399" y="298371"/>
                  <a:pt x="30697" y="295691"/>
                  <a:pt x="30697" y="293011"/>
                </a:cubicBezTo>
                <a:lnTo>
                  <a:pt x="30697" y="1890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24762-AC45-4B17-A71D-386A377C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640" y="787464"/>
            <a:ext cx="53050" cy="220056"/>
          </a:xfrm>
          <a:custGeom xmlns:a="http://schemas.openxmlformats.org/drawingml/2006/main">
            <a:pathLst>
              <a:path w="53050" h="220056">
                <a:moveTo>
                  <a:pt x="0" y="109879"/>
                </a:moveTo>
                <a:cubicBezTo>
                  <a:pt x="1490" y="74742"/>
                  <a:pt x="9835" y="41986"/>
                  <a:pt x="26823" y="11613"/>
                </a:cubicBezTo>
                <a:cubicBezTo>
                  <a:pt x="31591" y="2978"/>
                  <a:pt x="38446" y="0"/>
                  <a:pt x="45003" y="3871"/>
                </a:cubicBezTo>
                <a:cubicBezTo>
                  <a:pt x="51858" y="7742"/>
                  <a:pt x="52752" y="14293"/>
                  <a:pt x="47983" y="23524"/>
                </a:cubicBezTo>
                <a:cubicBezTo>
                  <a:pt x="18180" y="80399"/>
                  <a:pt x="17882" y="137870"/>
                  <a:pt x="47089" y="195341"/>
                </a:cubicBezTo>
                <a:cubicBezTo>
                  <a:pt x="47983" y="196830"/>
                  <a:pt x="48877" y="198616"/>
                  <a:pt x="49771" y="200105"/>
                </a:cubicBezTo>
                <a:cubicBezTo>
                  <a:pt x="53050" y="207252"/>
                  <a:pt x="51261" y="213505"/>
                  <a:pt x="45301" y="216781"/>
                </a:cubicBezTo>
                <a:cubicBezTo>
                  <a:pt x="39340" y="220056"/>
                  <a:pt x="31889" y="218865"/>
                  <a:pt x="28909" y="211719"/>
                </a:cubicBezTo>
                <a:cubicBezTo>
                  <a:pt x="20862" y="193257"/>
                  <a:pt x="12517" y="174794"/>
                  <a:pt x="7153" y="155439"/>
                </a:cubicBezTo>
                <a:cubicBezTo>
                  <a:pt x="2384" y="141146"/>
                  <a:pt x="2086" y="125066"/>
                  <a:pt x="0" y="1098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45068-273B-46DE-A3E6-BB8D353E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197" y="788654"/>
            <a:ext cx="53646" cy="217972"/>
          </a:xfrm>
          <a:custGeom xmlns:a="http://schemas.openxmlformats.org/drawingml/2006/main">
            <a:pathLst>
              <a:path w="53646" h="217972">
                <a:moveTo>
                  <a:pt x="53646" y="108390"/>
                </a:moveTo>
                <a:cubicBezTo>
                  <a:pt x="52454" y="144124"/>
                  <a:pt x="44109" y="177474"/>
                  <a:pt x="26823" y="208443"/>
                </a:cubicBezTo>
                <a:cubicBezTo>
                  <a:pt x="23843" y="213803"/>
                  <a:pt x="20266" y="217972"/>
                  <a:pt x="13709" y="217674"/>
                </a:cubicBezTo>
                <a:cubicBezTo>
                  <a:pt x="4470" y="217079"/>
                  <a:pt x="0" y="207550"/>
                  <a:pt x="4769" y="198319"/>
                </a:cubicBezTo>
                <a:cubicBezTo>
                  <a:pt x="14007" y="181345"/>
                  <a:pt x="20862" y="163479"/>
                  <a:pt x="24737" y="144421"/>
                </a:cubicBezTo>
                <a:cubicBezTo>
                  <a:pt x="33082" y="101542"/>
                  <a:pt x="26525" y="60746"/>
                  <a:pt x="5961" y="22333"/>
                </a:cubicBezTo>
                <a:cubicBezTo>
                  <a:pt x="4470" y="19355"/>
                  <a:pt x="2980" y="16080"/>
                  <a:pt x="2682" y="13102"/>
                </a:cubicBezTo>
                <a:cubicBezTo>
                  <a:pt x="2384" y="7444"/>
                  <a:pt x="5663" y="3276"/>
                  <a:pt x="11325" y="1787"/>
                </a:cubicBezTo>
                <a:cubicBezTo>
                  <a:pt x="17584" y="0"/>
                  <a:pt x="23246" y="2382"/>
                  <a:pt x="25631" y="8338"/>
                </a:cubicBezTo>
                <a:cubicBezTo>
                  <a:pt x="33082" y="26800"/>
                  <a:pt x="41426" y="44964"/>
                  <a:pt x="47089" y="64022"/>
                </a:cubicBezTo>
                <a:cubicBezTo>
                  <a:pt x="51261" y="78017"/>
                  <a:pt x="51858" y="93502"/>
                  <a:pt x="53646" y="10839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DB8BD-1615-45BC-9ACD-91D12E0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580" y="814857"/>
            <a:ext cx="45897" cy="167648"/>
          </a:xfrm>
          <a:custGeom xmlns:a="http://schemas.openxmlformats.org/drawingml/2006/main">
            <a:pathLst>
              <a:path w="45897" h="167648">
                <a:moveTo>
                  <a:pt x="45897" y="83377"/>
                </a:moveTo>
                <a:cubicBezTo>
                  <a:pt x="45301" y="109582"/>
                  <a:pt x="38744" y="134297"/>
                  <a:pt x="26525" y="157226"/>
                </a:cubicBezTo>
                <a:cubicBezTo>
                  <a:pt x="23246" y="163479"/>
                  <a:pt x="18478" y="167648"/>
                  <a:pt x="11027" y="165861"/>
                </a:cubicBezTo>
                <a:cubicBezTo>
                  <a:pt x="2682" y="163777"/>
                  <a:pt x="0" y="155141"/>
                  <a:pt x="5067" y="146208"/>
                </a:cubicBezTo>
                <a:cubicBezTo>
                  <a:pt x="18180" y="122088"/>
                  <a:pt x="23246" y="96777"/>
                  <a:pt x="20564" y="69680"/>
                </a:cubicBezTo>
                <a:cubicBezTo>
                  <a:pt x="18776" y="52111"/>
                  <a:pt x="13411" y="35733"/>
                  <a:pt x="5365" y="20249"/>
                </a:cubicBezTo>
                <a:cubicBezTo>
                  <a:pt x="3576" y="16378"/>
                  <a:pt x="2384" y="10720"/>
                  <a:pt x="3874" y="7147"/>
                </a:cubicBezTo>
                <a:cubicBezTo>
                  <a:pt x="5067" y="3871"/>
                  <a:pt x="10431" y="0"/>
                  <a:pt x="13709" y="298"/>
                </a:cubicBezTo>
                <a:cubicBezTo>
                  <a:pt x="17882" y="596"/>
                  <a:pt x="23246" y="3871"/>
                  <a:pt x="25333" y="7444"/>
                </a:cubicBezTo>
                <a:cubicBezTo>
                  <a:pt x="35168" y="23227"/>
                  <a:pt x="40830" y="40795"/>
                  <a:pt x="43513" y="59257"/>
                </a:cubicBezTo>
                <a:cubicBezTo>
                  <a:pt x="44705" y="67000"/>
                  <a:pt x="45301" y="75337"/>
                  <a:pt x="45897" y="833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2CF41-5585-4782-A5E6-8F7B949A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711" y="813963"/>
            <a:ext cx="46195" cy="169434"/>
          </a:xfrm>
          <a:custGeom xmlns:a="http://schemas.openxmlformats.org/drawingml/2006/main">
            <a:pathLst>
              <a:path w="46195" h="169434">
                <a:moveTo>
                  <a:pt x="0" y="83675"/>
                </a:moveTo>
                <a:cubicBezTo>
                  <a:pt x="1192" y="57471"/>
                  <a:pt x="7451" y="32755"/>
                  <a:pt x="19968" y="9827"/>
                </a:cubicBezTo>
                <a:cubicBezTo>
                  <a:pt x="22948" y="4169"/>
                  <a:pt x="26823" y="0"/>
                  <a:pt x="33976" y="893"/>
                </a:cubicBezTo>
                <a:cubicBezTo>
                  <a:pt x="42917" y="2084"/>
                  <a:pt x="46195" y="10720"/>
                  <a:pt x="42321" y="20249"/>
                </a:cubicBezTo>
                <a:cubicBezTo>
                  <a:pt x="36956" y="33053"/>
                  <a:pt x="30995" y="46155"/>
                  <a:pt x="28313" y="59555"/>
                </a:cubicBezTo>
                <a:cubicBezTo>
                  <a:pt x="22054" y="88737"/>
                  <a:pt x="26227" y="116728"/>
                  <a:pt x="39936" y="143528"/>
                </a:cubicBezTo>
                <a:cubicBezTo>
                  <a:pt x="41128" y="145612"/>
                  <a:pt x="42321" y="147697"/>
                  <a:pt x="43215" y="149781"/>
                </a:cubicBezTo>
                <a:cubicBezTo>
                  <a:pt x="46195" y="156630"/>
                  <a:pt x="44407" y="162586"/>
                  <a:pt x="38744" y="165861"/>
                </a:cubicBezTo>
                <a:cubicBezTo>
                  <a:pt x="32783" y="169434"/>
                  <a:pt x="25333" y="167946"/>
                  <a:pt x="22054" y="160799"/>
                </a:cubicBezTo>
                <a:cubicBezTo>
                  <a:pt x="15796" y="147101"/>
                  <a:pt x="9835" y="133404"/>
                  <a:pt x="5663" y="119110"/>
                </a:cubicBezTo>
                <a:cubicBezTo>
                  <a:pt x="2086" y="107497"/>
                  <a:pt x="1490" y="95288"/>
                  <a:pt x="0" y="8367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32FCE8-ED8A-41E9-8518-4BD6191D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2377" y="837486"/>
            <a:ext cx="38744" cy="121195"/>
          </a:xfrm>
          <a:custGeom xmlns:a="http://schemas.openxmlformats.org/drawingml/2006/main">
            <a:pathLst>
              <a:path w="38744" h="121195">
                <a:moveTo>
                  <a:pt x="298" y="59853"/>
                </a:moveTo>
                <a:cubicBezTo>
                  <a:pt x="298" y="42284"/>
                  <a:pt x="4470" y="25906"/>
                  <a:pt x="12815" y="10720"/>
                </a:cubicBezTo>
                <a:cubicBezTo>
                  <a:pt x="17286" y="2680"/>
                  <a:pt x="23843" y="0"/>
                  <a:pt x="30697" y="3573"/>
                </a:cubicBezTo>
                <a:cubicBezTo>
                  <a:pt x="36956" y="7147"/>
                  <a:pt x="38744" y="13995"/>
                  <a:pt x="34572" y="21738"/>
                </a:cubicBezTo>
                <a:cubicBezTo>
                  <a:pt x="21160" y="47644"/>
                  <a:pt x="21458" y="73551"/>
                  <a:pt x="34572" y="99457"/>
                </a:cubicBezTo>
                <a:cubicBezTo>
                  <a:pt x="38744" y="107497"/>
                  <a:pt x="36956" y="114048"/>
                  <a:pt x="30399" y="117621"/>
                </a:cubicBezTo>
                <a:cubicBezTo>
                  <a:pt x="23843" y="121195"/>
                  <a:pt x="17286" y="118515"/>
                  <a:pt x="13113" y="110773"/>
                </a:cubicBezTo>
                <a:cubicBezTo>
                  <a:pt x="4470" y="94693"/>
                  <a:pt x="0" y="78017"/>
                  <a:pt x="298" y="5985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CF295-0293-49D7-89C6-938DDF1A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666" y="837187"/>
            <a:ext cx="38744" cy="121195"/>
          </a:xfrm>
          <a:custGeom xmlns:a="http://schemas.openxmlformats.org/drawingml/2006/main">
            <a:pathLst>
              <a:path w="38744" h="121195">
                <a:moveTo>
                  <a:pt x="38446" y="60448"/>
                </a:moveTo>
                <a:cubicBezTo>
                  <a:pt x="38744" y="78315"/>
                  <a:pt x="34274" y="94990"/>
                  <a:pt x="25929" y="110475"/>
                </a:cubicBezTo>
                <a:cubicBezTo>
                  <a:pt x="21458" y="118515"/>
                  <a:pt x="14604" y="121195"/>
                  <a:pt x="8047" y="117621"/>
                </a:cubicBezTo>
                <a:cubicBezTo>
                  <a:pt x="1490" y="114048"/>
                  <a:pt x="0" y="107497"/>
                  <a:pt x="4172" y="99457"/>
                </a:cubicBezTo>
                <a:cubicBezTo>
                  <a:pt x="17584" y="73551"/>
                  <a:pt x="17584" y="47644"/>
                  <a:pt x="4172" y="21738"/>
                </a:cubicBezTo>
                <a:cubicBezTo>
                  <a:pt x="0" y="13995"/>
                  <a:pt x="1788" y="6849"/>
                  <a:pt x="8345" y="3573"/>
                </a:cubicBezTo>
                <a:cubicBezTo>
                  <a:pt x="14902" y="0"/>
                  <a:pt x="21458" y="2680"/>
                  <a:pt x="25631" y="10422"/>
                </a:cubicBezTo>
                <a:cubicBezTo>
                  <a:pt x="34274" y="25906"/>
                  <a:pt x="38446" y="42582"/>
                  <a:pt x="38446" y="604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9A334-C8C9-41E0-9D80-CD27DC4C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678" y="1845940"/>
            <a:ext cx="159795" cy="159795"/>
          </a:xfrm>
          <a:custGeom xmlns:a="http://schemas.openxmlformats.org/drawingml/2006/main">
            <a:pathLst>
              <a:path w="159795" h="159795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6EDC7-E3E0-4482-BDEF-044FAB31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678" y="1845941"/>
            <a:ext cx="159795" cy="159795"/>
          </a:xfrm>
          <a:custGeom xmlns:a="http://schemas.openxmlformats.org/drawingml/2006/main">
            <a:pathLst>
              <a:path w="159795" h="159795" fill="none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39246-01FC-4E0E-9C71-DDB7A6E1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678" y="2031380"/>
            <a:ext cx="159795" cy="159795"/>
          </a:xfrm>
          <a:custGeom xmlns:a="http://schemas.openxmlformats.org/drawingml/2006/main">
            <a:pathLst>
              <a:path w="159795" h="159795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3573B-4BA2-419A-A2DC-3B4ED8C7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678" y="2031380"/>
            <a:ext cx="159795" cy="159795"/>
          </a:xfrm>
          <a:custGeom xmlns:a="http://schemas.openxmlformats.org/drawingml/2006/main">
            <a:pathLst>
              <a:path w="159795" h="159795" fill="none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88B1D-A6FF-4DAE-9D72-5269824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678" y="2216821"/>
            <a:ext cx="159795" cy="159795"/>
          </a:xfrm>
          <a:custGeom xmlns:a="http://schemas.openxmlformats.org/drawingml/2006/main">
            <a:pathLst>
              <a:path w="159795" h="159795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DCEF9-A167-4532-89C3-8E3F9753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678" y="2216821"/>
            <a:ext cx="159795" cy="159795"/>
          </a:xfrm>
          <a:custGeom xmlns:a="http://schemas.openxmlformats.org/drawingml/2006/main">
            <a:pathLst>
              <a:path w="159795" h="159795" fill="none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CC842-998D-4F2D-896D-071CCFA4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677" y="1767029"/>
            <a:ext cx="159795" cy="159795"/>
          </a:xfrm>
          <a:custGeom xmlns:a="http://schemas.openxmlformats.org/drawingml/2006/main">
            <a:pathLst>
              <a:path w="159795" h="159795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F7FC4-8573-4B04-850B-3631DFCD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677" y="1767029"/>
            <a:ext cx="159795" cy="159795"/>
          </a:xfrm>
          <a:custGeom xmlns:a="http://schemas.openxmlformats.org/drawingml/2006/main">
            <a:pathLst>
              <a:path w="159795" h="159795" fill="none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F7ECD-CEBA-47AC-A06D-D5C5CDE1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677" y="1942606"/>
            <a:ext cx="159795" cy="159795"/>
          </a:xfrm>
          <a:custGeom xmlns:a="http://schemas.openxmlformats.org/drawingml/2006/main">
            <a:pathLst>
              <a:path w="159795" h="159795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7CCC1-D8BA-43B8-BAD2-96ED13CC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677" y="1942606"/>
            <a:ext cx="159795" cy="159795"/>
          </a:xfrm>
          <a:custGeom xmlns:a="http://schemas.openxmlformats.org/drawingml/2006/main">
            <a:pathLst>
              <a:path w="159795" h="159795" fill="none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7B242-44EA-43D3-A9E0-BBD058C9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677" y="2120155"/>
            <a:ext cx="159795" cy="157822"/>
          </a:xfrm>
          <a:custGeom xmlns:a="http://schemas.openxmlformats.org/drawingml/2006/main">
            <a:pathLst>
              <a:path w="159795" h="157822">
                <a:moveTo>
                  <a:pt x="0" y="78911"/>
                </a:moveTo>
                <a:cubicBezTo>
                  <a:pt x="0" y="35329"/>
                  <a:pt x="35773" y="0"/>
                  <a:pt x="79897" y="0"/>
                </a:cubicBezTo>
                <a:cubicBezTo>
                  <a:pt x="124022" y="0"/>
                  <a:pt x="159795" y="35329"/>
                  <a:pt x="159795" y="78911"/>
                </a:cubicBezTo>
                <a:cubicBezTo>
                  <a:pt x="159795" y="122493"/>
                  <a:pt x="124022" y="157822"/>
                  <a:pt x="79897" y="157822"/>
                </a:cubicBezTo>
                <a:cubicBezTo>
                  <a:pt x="35773" y="157822"/>
                  <a:pt x="0" y="122493"/>
                  <a:pt x="0" y="78911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6DC36-3367-491D-8B1C-3964E29E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677" y="2120155"/>
            <a:ext cx="159795" cy="157822"/>
          </a:xfrm>
          <a:custGeom xmlns:a="http://schemas.openxmlformats.org/drawingml/2006/main">
            <a:pathLst>
              <a:path w="159795" h="157822" fill="none">
                <a:moveTo>
                  <a:pt x="0" y="78911"/>
                </a:moveTo>
                <a:cubicBezTo>
                  <a:pt x="0" y="35329"/>
                  <a:pt x="35773" y="0"/>
                  <a:pt x="79897" y="0"/>
                </a:cubicBezTo>
                <a:cubicBezTo>
                  <a:pt x="124022" y="0"/>
                  <a:pt x="159795" y="35329"/>
                  <a:pt x="159795" y="78911"/>
                </a:cubicBezTo>
                <a:cubicBezTo>
                  <a:pt x="159795" y="122493"/>
                  <a:pt x="124022" y="157822"/>
                  <a:pt x="79897" y="157822"/>
                </a:cubicBezTo>
                <a:cubicBezTo>
                  <a:pt x="35773" y="157822"/>
                  <a:pt x="0" y="122493"/>
                  <a:pt x="0" y="789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62931-4CFD-4B60-8A94-9AA32CA3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677" y="2295732"/>
            <a:ext cx="159795" cy="159795"/>
          </a:xfrm>
          <a:custGeom xmlns:a="http://schemas.openxmlformats.org/drawingml/2006/main">
            <a:pathLst>
              <a:path w="159795" h="159795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A5A57-D79E-445E-8BA7-75CE232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6677" y="2295732"/>
            <a:ext cx="159795" cy="159795"/>
          </a:xfrm>
          <a:custGeom xmlns:a="http://schemas.openxmlformats.org/drawingml/2006/main">
            <a:pathLst>
              <a:path w="159795" h="159795" fill="none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1509E6-C1FC-41D2-8112-5A84497F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1924851"/>
            <a:ext cx="131567" cy="97241"/>
          </a:xfrm>
          <a:custGeom xmlns:a="http://schemas.openxmlformats.org/drawingml/2006/main">
            <a:pathLst>
              <a:path w="131567" h="97241" fill="none">
                <a:moveTo>
                  <a:pt x="0" y="0"/>
                </a:moveTo>
                <a:lnTo>
                  <a:pt x="131567" y="97241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4173A-A661-4435-BDDB-EB700322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1924851"/>
            <a:ext cx="131567" cy="273508"/>
          </a:xfrm>
          <a:custGeom xmlns:a="http://schemas.openxmlformats.org/drawingml/2006/main">
            <a:pathLst>
              <a:path w="131567" h="273508" fill="none">
                <a:moveTo>
                  <a:pt x="0" y="0"/>
                </a:moveTo>
                <a:lnTo>
                  <a:pt x="131567" y="273508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0053E-57CE-4CED-929B-7DEB31AB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1924851"/>
            <a:ext cx="131567" cy="449792"/>
          </a:xfrm>
          <a:custGeom xmlns:a="http://schemas.openxmlformats.org/drawingml/2006/main">
            <a:pathLst>
              <a:path w="131567" h="449792" fill="none">
                <a:moveTo>
                  <a:pt x="0" y="0"/>
                </a:moveTo>
                <a:lnTo>
                  <a:pt x="131567" y="449792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023CE-E0A2-4774-A506-ACC63EA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1845938"/>
            <a:ext cx="131567" cy="264417"/>
          </a:xfrm>
          <a:custGeom xmlns:a="http://schemas.openxmlformats.org/drawingml/2006/main">
            <a:pathLst>
              <a:path w="131567" h="264417" fill="none">
                <a:moveTo>
                  <a:pt x="0" y="264417"/>
                </a:moveTo>
                <a:lnTo>
                  <a:pt x="131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E7F50-284C-464E-A407-9A64B0FF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2023494"/>
            <a:ext cx="131567" cy="88134"/>
          </a:xfrm>
          <a:custGeom xmlns:a="http://schemas.openxmlformats.org/drawingml/2006/main">
            <a:pathLst>
              <a:path w="131567" h="88134" fill="none">
                <a:moveTo>
                  <a:pt x="0" y="88134"/>
                </a:moveTo>
                <a:lnTo>
                  <a:pt x="131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6B844-0A4C-481A-A0E6-6A38350B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2110291"/>
            <a:ext cx="131567" cy="88134"/>
          </a:xfrm>
          <a:custGeom xmlns:a="http://schemas.openxmlformats.org/drawingml/2006/main">
            <a:pathLst>
              <a:path w="131567" h="88134" fill="none">
                <a:moveTo>
                  <a:pt x="0" y="0"/>
                </a:moveTo>
                <a:lnTo>
                  <a:pt x="131567" y="88134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F9F0B-6C62-41AF-AD48-43C4A6C1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2110291"/>
            <a:ext cx="131567" cy="264417"/>
          </a:xfrm>
          <a:custGeom xmlns:a="http://schemas.openxmlformats.org/drawingml/2006/main">
            <a:pathLst>
              <a:path w="131567" h="264417" fill="none">
                <a:moveTo>
                  <a:pt x="0" y="0"/>
                </a:moveTo>
                <a:lnTo>
                  <a:pt x="131567" y="264417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E1FB3-2AEB-4962-9612-088BD9B2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1845938"/>
            <a:ext cx="131567" cy="449792"/>
          </a:xfrm>
          <a:custGeom xmlns:a="http://schemas.openxmlformats.org/drawingml/2006/main">
            <a:pathLst>
              <a:path w="131567" h="449792" fill="none">
                <a:moveTo>
                  <a:pt x="0" y="449792"/>
                </a:moveTo>
                <a:lnTo>
                  <a:pt x="131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07D79-14AF-4425-AFDC-92321DCC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2023496"/>
            <a:ext cx="131567" cy="273508"/>
          </a:xfrm>
          <a:custGeom xmlns:a="http://schemas.openxmlformats.org/drawingml/2006/main">
            <a:pathLst>
              <a:path w="131567" h="273508" fill="none">
                <a:moveTo>
                  <a:pt x="0" y="273508"/>
                </a:moveTo>
                <a:lnTo>
                  <a:pt x="131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A422F-0773-4AB6-96AE-F41D6DBB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2199065"/>
            <a:ext cx="131567" cy="97241"/>
          </a:xfrm>
          <a:custGeom xmlns:a="http://schemas.openxmlformats.org/drawingml/2006/main">
            <a:pathLst>
              <a:path w="131567" h="97241" fill="none">
                <a:moveTo>
                  <a:pt x="0" y="97241"/>
                </a:moveTo>
                <a:lnTo>
                  <a:pt x="131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3019E-35A8-4873-A5F4-ACDEB6D6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2295732"/>
            <a:ext cx="131567" cy="79042"/>
          </a:xfrm>
          <a:custGeom xmlns:a="http://schemas.openxmlformats.org/drawingml/2006/main">
            <a:pathLst>
              <a:path w="131567" h="79042" fill="none">
                <a:moveTo>
                  <a:pt x="0" y="0"/>
                </a:moveTo>
                <a:lnTo>
                  <a:pt x="131567" y="79042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5B214-A5CB-47C1-B7F2-438AA966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472" y="1845940"/>
            <a:ext cx="131567" cy="360310"/>
          </a:xfrm>
          <a:custGeom xmlns:a="http://schemas.openxmlformats.org/drawingml/2006/main">
            <a:pathLst>
              <a:path w="131567" h="360310" fill="none">
                <a:moveTo>
                  <a:pt x="0" y="0"/>
                </a:moveTo>
                <a:lnTo>
                  <a:pt x="131567" y="36031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87411D-1B36-414F-B784-F8110206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472" y="2023489"/>
            <a:ext cx="131567" cy="184027"/>
          </a:xfrm>
          <a:custGeom xmlns:a="http://schemas.openxmlformats.org/drawingml/2006/main">
            <a:pathLst>
              <a:path w="131567" h="184027" fill="none">
                <a:moveTo>
                  <a:pt x="0" y="0"/>
                </a:moveTo>
                <a:lnTo>
                  <a:pt x="131567" y="184027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6A623-2D2C-4D6B-8B4D-21F103D0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472" y="2199066"/>
            <a:ext cx="131567" cy="7760"/>
          </a:xfrm>
          <a:custGeom xmlns:a="http://schemas.openxmlformats.org/drawingml/2006/main">
            <a:pathLst>
              <a:path w="131567" h="7760" fill="none">
                <a:moveTo>
                  <a:pt x="0" y="0"/>
                </a:moveTo>
                <a:lnTo>
                  <a:pt x="131567" y="776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2B724-2769-49CB-8E2F-56868C59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472" y="2206957"/>
            <a:ext cx="131567" cy="168524"/>
          </a:xfrm>
          <a:custGeom xmlns:a="http://schemas.openxmlformats.org/drawingml/2006/main">
            <a:pathLst>
              <a:path w="131567" h="168524" fill="none">
                <a:moveTo>
                  <a:pt x="0" y="168524"/>
                </a:moveTo>
                <a:lnTo>
                  <a:pt x="131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36521-DC97-40FC-862C-BFD731B7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474" y="1845937"/>
            <a:ext cx="131567" cy="79042"/>
          </a:xfrm>
          <a:custGeom xmlns:a="http://schemas.openxmlformats.org/drawingml/2006/main">
            <a:pathLst>
              <a:path w="131567" h="79042" fill="none">
                <a:moveTo>
                  <a:pt x="0" y="79042"/>
                </a:moveTo>
                <a:lnTo>
                  <a:pt x="1315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0689D-A156-482D-B2A5-74D9CD84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8648" y="2128046"/>
            <a:ext cx="157822" cy="157822"/>
          </a:xfrm>
          <a:custGeom xmlns:a="http://schemas.openxmlformats.org/drawingml/2006/main">
            <a:pathLst>
              <a:path w="157822" h="157822">
                <a:moveTo>
                  <a:pt x="0" y="78911"/>
                </a:moveTo>
                <a:cubicBezTo>
                  <a:pt x="0" y="35329"/>
                  <a:pt x="35329" y="0"/>
                  <a:pt x="78911" y="0"/>
                </a:cubicBezTo>
                <a:cubicBezTo>
                  <a:pt x="122493" y="0"/>
                  <a:pt x="157822" y="35329"/>
                  <a:pt x="157822" y="78911"/>
                </a:cubicBezTo>
                <a:cubicBezTo>
                  <a:pt x="157822" y="122493"/>
                  <a:pt x="122493" y="157822"/>
                  <a:pt x="78911" y="157822"/>
                </a:cubicBezTo>
                <a:cubicBezTo>
                  <a:pt x="35329" y="157822"/>
                  <a:pt x="0" y="122493"/>
                  <a:pt x="0" y="78911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D6039-7F2D-432A-A209-BF53BF4C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8648" y="2128046"/>
            <a:ext cx="157822" cy="157822"/>
          </a:xfrm>
          <a:custGeom xmlns:a="http://schemas.openxmlformats.org/drawingml/2006/main">
            <a:pathLst>
              <a:path w="157822" h="157822" fill="none">
                <a:moveTo>
                  <a:pt x="0" y="78911"/>
                </a:moveTo>
                <a:cubicBezTo>
                  <a:pt x="0" y="35329"/>
                  <a:pt x="35329" y="0"/>
                  <a:pt x="78911" y="0"/>
                </a:cubicBezTo>
                <a:cubicBezTo>
                  <a:pt x="122493" y="0"/>
                  <a:pt x="157822" y="35329"/>
                  <a:pt x="157822" y="78911"/>
                </a:cubicBezTo>
                <a:cubicBezTo>
                  <a:pt x="157822" y="122493"/>
                  <a:pt x="122493" y="157822"/>
                  <a:pt x="78911" y="157822"/>
                </a:cubicBezTo>
                <a:cubicBezTo>
                  <a:pt x="35329" y="157822"/>
                  <a:pt x="0" y="122493"/>
                  <a:pt x="0" y="789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44B43-7BA1-4DCE-91F7-133F8C22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0620" y="1934714"/>
            <a:ext cx="159795" cy="159795"/>
          </a:xfrm>
          <a:custGeom xmlns:a="http://schemas.openxmlformats.org/drawingml/2006/main">
            <a:pathLst>
              <a:path w="159795" h="159795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8BD02-8F35-4D24-8604-9C95FDAC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0620" y="1934714"/>
            <a:ext cx="159795" cy="159795"/>
          </a:xfrm>
          <a:custGeom xmlns:a="http://schemas.openxmlformats.org/drawingml/2006/main">
            <a:pathLst>
              <a:path w="159795" h="159795" fill="none">
                <a:moveTo>
                  <a:pt x="0" y="79897"/>
                </a:moveTo>
                <a:cubicBezTo>
                  <a:pt x="0" y="35773"/>
                  <a:pt x="35773" y="0"/>
                  <a:pt x="79897" y="0"/>
                </a:cubicBezTo>
                <a:cubicBezTo>
                  <a:pt x="124022" y="0"/>
                  <a:pt x="159795" y="35773"/>
                  <a:pt x="159795" y="79897"/>
                </a:cubicBezTo>
                <a:cubicBezTo>
                  <a:pt x="159795" y="124022"/>
                  <a:pt x="124022" y="159795"/>
                  <a:pt x="79897" y="159795"/>
                </a:cubicBezTo>
                <a:cubicBezTo>
                  <a:pt x="35773" y="159795"/>
                  <a:pt x="0" y="124022"/>
                  <a:pt x="0" y="798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E324A-4EA8-4B79-BA7C-CFEA4438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472" y="1845940"/>
            <a:ext cx="135118" cy="168524"/>
          </a:xfrm>
          <a:custGeom xmlns:a="http://schemas.openxmlformats.org/drawingml/2006/main">
            <a:pathLst>
              <a:path w="135118" h="168524" fill="none">
                <a:moveTo>
                  <a:pt x="0" y="0"/>
                </a:moveTo>
                <a:lnTo>
                  <a:pt x="135118" y="168524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4B7C2-28EE-4714-A9BF-6D1EAA92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472" y="2015607"/>
            <a:ext cx="135118" cy="7743"/>
          </a:xfrm>
          <a:custGeom xmlns:a="http://schemas.openxmlformats.org/drawingml/2006/main">
            <a:pathLst>
              <a:path w="135118" h="7743" fill="none">
                <a:moveTo>
                  <a:pt x="0" y="7743"/>
                </a:moveTo>
                <a:lnTo>
                  <a:pt x="1351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37DD3-DFB5-4CF3-8F33-446240A9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472" y="2015598"/>
            <a:ext cx="135118" cy="184027"/>
          </a:xfrm>
          <a:custGeom xmlns:a="http://schemas.openxmlformats.org/drawingml/2006/main">
            <a:pathLst>
              <a:path w="135118" h="184027" fill="none">
                <a:moveTo>
                  <a:pt x="0" y="184027"/>
                </a:moveTo>
                <a:lnTo>
                  <a:pt x="1351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254BF-A1A0-4CEE-90EE-1CD4CC52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472" y="2015593"/>
            <a:ext cx="135118" cy="360310"/>
          </a:xfrm>
          <a:custGeom xmlns:a="http://schemas.openxmlformats.org/drawingml/2006/main">
            <a:pathLst>
              <a:path w="135118" h="360310" fill="none">
                <a:moveTo>
                  <a:pt x="0" y="360310"/>
                </a:moveTo>
                <a:lnTo>
                  <a:pt x="1351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220" cap="flat">
            <a:solidFill>
              <a:srgbClr val="000000"/>
            </a:solidFill>
            <a:miter/>
          </a:ln>
        </p:spPr>
      </p:sp>
      <p:pic>
        <p:nvPicPr>
          <p:cNvPr id="13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381f504eb4672"/>
          <a:stretch xmlns:a="http://schemas.openxmlformats.org/drawingml/2006/main"/>
        </p:blipFill>
        <p:spPr>
          <a:xfrm xmlns:a="http://schemas.openxmlformats.org/drawingml/2006/main">
            <a:off x="10707179" y="2218898"/>
            <a:ext cx="2097056" cy="220743"/>
          </a:xfrm>
          <a:prstGeom xmlns:a="http://schemas.openxmlformats.org/drawingml/2006/main" prst="rect">
            <a:avLst/>
          </a:prstGeom>
        </p:spPr>
      </p:pic>
      <p:sp>
        <p:nvSpPr>
          <p:cNvPr id="163" name="Text Reconstructed">
            <a:extLst xmlns:a="http://schemas.openxmlformats.org/drawingml/2006/main">
              <a:ext uri="{FF2B5EF4-FFF2-40B4-BE49-F238E27FC236}">
                <a16:creationId xmlns:a16="http://schemas.microsoft.com/office/drawing/2014/main" id="{DCC4C68C-F32C-4586-BD0C-FC7FCDDD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0444" y="2596239"/>
            <a:ext cx="1356106" cy="143527"/>
          </a:xfrm>
          <a:custGeom xmlns:a="http://schemas.openxmlformats.org/drawingml/2006/main">
            <a:pathLst>
              <a:path w="1356106" h="143527">
                <a:moveTo>
                  <a:pt x="0" y="141215"/>
                </a:moveTo>
                <a:lnTo>
                  <a:pt x="0" y="0"/>
                </a:lnTo>
                <a:lnTo>
                  <a:pt x="60012" y="0"/>
                </a:lnTo>
                <a:cubicBezTo>
                  <a:pt x="75103" y="0"/>
                  <a:pt x="86068" y="1268"/>
                  <a:pt x="92907" y="3805"/>
                </a:cubicBezTo>
                <a:cubicBezTo>
                  <a:pt x="99746" y="6342"/>
                  <a:pt x="105221" y="10853"/>
                  <a:pt x="109331" y="17339"/>
                </a:cubicBezTo>
                <a:cubicBezTo>
                  <a:pt x="113441" y="23825"/>
                  <a:pt x="115496" y="31242"/>
                  <a:pt x="115496" y="39590"/>
                </a:cubicBezTo>
                <a:cubicBezTo>
                  <a:pt x="115496" y="50186"/>
                  <a:pt x="112381" y="58936"/>
                  <a:pt x="106152" y="65839"/>
                </a:cubicBezTo>
                <a:cubicBezTo>
                  <a:pt x="99923" y="72743"/>
                  <a:pt x="90611" y="77094"/>
                  <a:pt x="78217" y="78892"/>
                </a:cubicBezTo>
                <a:cubicBezTo>
                  <a:pt x="84382" y="82488"/>
                  <a:pt x="89472" y="86437"/>
                  <a:pt x="93485" y="90740"/>
                </a:cubicBezTo>
                <a:cubicBezTo>
                  <a:pt x="97499" y="95042"/>
                  <a:pt x="102909" y="102684"/>
                  <a:pt x="109716" y="113666"/>
                </a:cubicBezTo>
                <a:lnTo>
                  <a:pt x="126959" y="141215"/>
                </a:lnTo>
                <a:lnTo>
                  <a:pt x="92859" y="141215"/>
                </a:lnTo>
                <a:lnTo>
                  <a:pt x="72245" y="110478"/>
                </a:lnTo>
                <a:cubicBezTo>
                  <a:pt x="64924" y="99501"/>
                  <a:pt x="59915" y="92584"/>
                  <a:pt x="57218" y="89728"/>
                </a:cubicBezTo>
                <a:cubicBezTo>
                  <a:pt x="54521" y="86871"/>
                  <a:pt x="51663" y="84912"/>
                  <a:pt x="48645" y="83852"/>
                </a:cubicBezTo>
                <a:cubicBezTo>
                  <a:pt x="45627" y="82793"/>
                  <a:pt x="40843" y="82263"/>
                  <a:pt x="34292" y="82263"/>
                </a:cubicBezTo>
                <a:lnTo>
                  <a:pt x="28513" y="82263"/>
                </a:lnTo>
                <a:lnTo>
                  <a:pt x="28513" y="141215"/>
                </a:lnTo>
                <a:lnTo>
                  <a:pt x="0" y="141215"/>
                </a:lnTo>
                <a:moveTo>
                  <a:pt x="28513" y="59723"/>
                </a:moveTo>
                <a:lnTo>
                  <a:pt x="49608" y="59723"/>
                </a:lnTo>
                <a:cubicBezTo>
                  <a:pt x="63287" y="59723"/>
                  <a:pt x="71828" y="59145"/>
                  <a:pt x="75231" y="57989"/>
                </a:cubicBezTo>
                <a:cubicBezTo>
                  <a:pt x="78635" y="56833"/>
                  <a:pt x="81300" y="54842"/>
                  <a:pt x="83226" y="52016"/>
                </a:cubicBezTo>
                <a:cubicBezTo>
                  <a:pt x="85153" y="49191"/>
                  <a:pt x="86116" y="45659"/>
                  <a:pt x="86116" y="41421"/>
                </a:cubicBezTo>
                <a:cubicBezTo>
                  <a:pt x="86116" y="36668"/>
                  <a:pt x="84848" y="32831"/>
                  <a:pt x="82311" y="29909"/>
                </a:cubicBezTo>
                <a:cubicBezTo>
                  <a:pt x="79775" y="26988"/>
                  <a:pt x="76194" y="25141"/>
                  <a:pt x="71571" y="24371"/>
                </a:cubicBezTo>
                <a:cubicBezTo>
                  <a:pt x="69259" y="24050"/>
                  <a:pt x="62323" y="23889"/>
                  <a:pt x="50764" y="23889"/>
                </a:cubicBezTo>
                <a:lnTo>
                  <a:pt x="28513" y="23889"/>
                </a:lnTo>
                <a:lnTo>
                  <a:pt x="28513" y="59723"/>
                </a:lnTo>
                <a:close/>
                <a:moveTo>
                  <a:pt x="200990" y="108657"/>
                </a:moveTo>
                <a:lnTo>
                  <a:pt x="227962" y="113280"/>
                </a:lnTo>
                <a:cubicBezTo>
                  <a:pt x="224494" y="123138"/>
                  <a:pt x="219019" y="130643"/>
                  <a:pt x="211538" y="135797"/>
                </a:cubicBezTo>
                <a:cubicBezTo>
                  <a:pt x="204057" y="140950"/>
                  <a:pt x="194697" y="143527"/>
                  <a:pt x="183459" y="143527"/>
                </a:cubicBezTo>
                <a:cubicBezTo>
                  <a:pt x="165670" y="143527"/>
                  <a:pt x="152506" y="137715"/>
                  <a:pt x="143965" y="126092"/>
                </a:cubicBezTo>
                <a:cubicBezTo>
                  <a:pt x="137222" y="116780"/>
                  <a:pt x="133851" y="105028"/>
                  <a:pt x="133851" y="90836"/>
                </a:cubicBezTo>
                <a:cubicBezTo>
                  <a:pt x="133851" y="73883"/>
                  <a:pt x="138282" y="60606"/>
                  <a:pt x="147144" y="51005"/>
                </a:cubicBezTo>
                <a:cubicBezTo>
                  <a:pt x="156006" y="41404"/>
                  <a:pt x="167212" y="36604"/>
                  <a:pt x="180762" y="36604"/>
                </a:cubicBezTo>
                <a:cubicBezTo>
                  <a:pt x="195981" y="36604"/>
                  <a:pt x="207990" y="41629"/>
                  <a:pt x="216788" y="51679"/>
                </a:cubicBezTo>
                <a:cubicBezTo>
                  <a:pt x="225586" y="61729"/>
                  <a:pt x="229792" y="77126"/>
                  <a:pt x="229407" y="97868"/>
                </a:cubicBezTo>
                <a:lnTo>
                  <a:pt x="161593" y="97868"/>
                </a:lnTo>
                <a:cubicBezTo>
                  <a:pt x="161785" y="105895"/>
                  <a:pt x="163969" y="112140"/>
                  <a:pt x="168143" y="116604"/>
                </a:cubicBezTo>
                <a:cubicBezTo>
                  <a:pt x="172317" y="121067"/>
                  <a:pt x="177519" y="123298"/>
                  <a:pt x="183748" y="123298"/>
                </a:cubicBezTo>
                <a:cubicBezTo>
                  <a:pt x="187986" y="123298"/>
                  <a:pt x="191550" y="122142"/>
                  <a:pt x="194440" y="119831"/>
                </a:cubicBezTo>
                <a:cubicBezTo>
                  <a:pt x="197330" y="117519"/>
                  <a:pt x="199513" y="113794"/>
                  <a:pt x="200990" y="108657"/>
                </a:cubicBezTo>
                <a:moveTo>
                  <a:pt x="202532" y="81300"/>
                </a:moveTo>
                <a:cubicBezTo>
                  <a:pt x="202339" y="73497"/>
                  <a:pt x="200316" y="67565"/>
                  <a:pt x="196463" y="63503"/>
                </a:cubicBezTo>
                <a:cubicBezTo>
                  <a:pt x="192610" y="59442"/>
                  <a:pt x="187922" y="57411"/>
                  <a:pt x="182399" y="57411"/>
                </a:cubicBezTo>
                <a:cubicBezTo>
                  <a:pt x="176491" y="57411"/>
                  <a:pt x="171611" y="59553"/>
                  <a:pt x="167758" y="63838"/>
                </a:cubicBezTo>
                <a:cubicBezTo>
                  <a:pt x="163905" y="68124"/>
                  <a:pt x="162010" y="73945"/>
                  <a:pt x="162074" y="81300"/>
                </a:cubicBezTo>
                <a:lnTo>
                  <a:pt x="202532" y="81300"/>
                </a:lnTo>
                <a:close/>
                <a:moveTo>
                  <a:pt x="341424" y="69163"/>
                </a:moveTo>
                <a:lnTo>
                  <a:pt x="314741" y="73979"/>
                </a:lnTo>
                <a:cubicBezTo>
                  <a:pt x="313842" y="68681"/>
                  <a:pt x="311803" y="64691"/>
                  <a:pt x="308624" y="62010"/>
                </a:cubicBezTo>
                <a:cubicBezTo>
                  <a:pt x="305446" y="59329"/>
                  <a:pt x="301320" y="57989"/>
                  <a:pt x="296246" y="57989"/>
                </a:cubicBezTo>
                <a:cubicBezTo>
                  <a:pt x="289504" y="57989"/>
                  <a:pt x="284125" y="60310"/>
                  <a:pt x="280112" y="64951"/>
                </a:cubicBezTo>
                <a:cubicBezTo>
                  <a:pt x="276098" y="69593"/>
                  <a:pt x="274091" y="77355"/>
                  <a:pt x="274091" y="88238"/>
                </a:cubicBezTo>
                <a:cubicBezTo>
                  <a:pt x="274091" y="100339"/>
                  <a:pt x="276130" y="108887"/>
                  <a:pt x="280208" y="113882"/>
                </a:cubicBezTo>
                <a:cubicBezTo>
                  <a:pt x="284286" y="118875"/>
                  <a:pt x="289760" y="121372"/>
                  <a:pt x="296632" y="121372"/>
                </a:cubicBezTo>
                <a:cubicBezTo>
                  <a:pt x="301769" y="121372"/>
                  <a:pt x="305975" y="119911"/>
                  <a:pt x="309251" y="116989"/>
                </a:cubicBezTo>
                <a:cubicBezTo>
                  <a:pt x="312526" y="114067"/>
                  <a:pt x="314838" y="109042"/>
                  <a:pt x="316186" y="101914"/>
                </a:cubicBezTo>
                <a:lnTo>
                  <a:pt x="342772" y="106537"/>
                </a:lnTo>
                <a:cubicBezTo>
                  <a:pt x="340011" y="118739"/>
                  <a:pt x="334713" y="127954"/>
                  <a:pt x="326878" y="134183"/>
                </a:cubicBezTo>
                <a:cubicBezTo>
                  <a:pt x="319044" y="140412"/>
                  <a:pt x="308544" y="143527"/>
                  <a:pt x="295380" y="143527"/>
                </a:cubicBezTo>
                <a:cubicBezTo>
                  <a:pt x="280417" y="143527"/>
                  <a:pt x="268488" y="138807"/>
                  <a:pt x="259594" y="129367"/>
                </a:cubicBezTo>
                <a:cubicBezTo>
                  <a:pt x="250700" y="119927"/>
                  <a:pt x="246253" y="106858"/>
                  <a:pt x="246253" y="90162"/>
                </a:cubicBezTo>
                <a:cubicBezTo>
                  <a:pt x="246253" y="73273"/>
                  <a:pt x="250716" y="60124"/>
                  <a:pt x="259642" y="50716"/>
                </a:cubicBezTo>
                <a:cubicBezTo>
                  <a:pt x="268569" y="41308"/>
                  <a:pt x="280642" y="36604"/>
                  <a:pt x="295861" y="36604"/>
                </a:cubicBezTo>
                <a:cubicBezTo>
                  <a:pt x="308319" y="36604"/>
                  <a:pt x="318225" y="39285"/>
                  <a:pt x="325578" y="44647"/>
                </a:cubicBezTo>
                <a:cubicBezTo>
                  <a:pt x="332931" y="50010"/>
                  <a:pt x="338213" y="58181"/>
                  <a:pt x="341424" y="69163"/>
                </a:cubicBezTo>
                <a:close/>
                <a:moveTo>
                  <a:pt x="356438" y="88621"/>
                </a:moveTo>
                <a:cubicBezTo>
                  <a:pt x="356438" y="79630"/>
                  <a:pt x="358654" y="70929"/>
                  <a:pt x="363085" y="62516"/>
                </a:cubicBezTo>
                <a:cubicBezTo>
                  <a:pt x="367516" y="54104"/>
                  <a:pt x="373793" y="47682"/>
                  <a:pt x="381917" y="43251"/>
                </a:cubicBezTo>
                <a:cubicBezTo>
                  <a:pt x="390040" y="38820"/>
                  <a:pt x="399111" y="36604"/>
                  <a:pt x="409129" y="36604"/>
                </a:cubicBezTo>
                <a:cubicBezTo>
                  <a:pt x="424606" y="36604"/>
                  <a:pt x="437289" y="41629"/>
                  <a:pt x="447178" y="51679"/>
                </a:cubicBezTo>
                <a:cubicBezTo>
                  <a:pt x="457068" y="61729"/>
                  <a:pt x="462012" y="74428"/>
                  <a:pt x="462012" y="89777"/>
                </a:cubicBezTo>
                <a:cubicBezTo>
                  <a:pt x="462012" y="105253"/>
                  <a:pt x="457019" y="118081"/>
                  <a:pt x="447034" y="128259"/>
                </a:cubicBezTo>
                <a:cubicBezTo>
                  <a:pt x="437048" y="138438"/>
                  <a:pt x="424477" y="143527"/>
                  <a:pt x="409322" y="143527"/>
                </a:cubicBezTo>
                <a:cubicBezTo>
                  <a:pt x="399946" y="143527"/>
                  <a:pt x="391004" y="141408"/>
                  <a:pt x="382495" y="137169"/>
                </a:cubicBezTo>
                <a:cubicBezTo>
                  <a:pt x="373986" y="132931"/>
                  <a:pt x="367516" y="126718"/>
                  <a:pt x="363085" y="118530"/>
                </a:cubicBezTo>
                <a:cubicBezTo>
                  <a:pt x="358654" y="110342"/>
                  <a:pt x="356438" y="100372"/>
                  <a:pt x="356438" y="88621"/>
                </a:cubicBezTo>
                <a:moveTo>
                  <a:pt x="384180" y="90066"/>
                </a:moveTo>
                <a:cubicBezTo>
                  <a:pt x="384180" y="100180"/>
                  <a:pt x="386589" y="107926"/>
                  <a:pt x="391405" y="113304"/>
                </a:cubicBezTo>
                <a:cubicBezTo>
                  <a:pt x="396221" y="118683"/>
                  <a:pt x="402161" y="121372"/>
                  <a:pt x="409225" y="121372"/>
                </a:cubicBezTo>
                <a:cubicBezTo>
                  <a:pt x="416289" y="121372"/>
                  <a:pt x="422213" y="118683"/>
                  <a:pt x="426998" y="113304"/>
                </a:cubicBezTo>
                <a:cubicBezTo>
                  <a:pt x="431782" y="107926"/>
                  <a:pt x="434174" y="100116"/>
                  <a:pt x="434174" y="89873"/>
                </a:cubicBezTo>
                <a:cubicBezTo>
                  <a:pt x="434174" y="79887"/>
                  <a:pt x="431782" y="72205"/>
                  <a:pt x="426998" y="66827"/>
                </a:cubicBezTo>
                <a:cubicBezTo>
                  <a:pt x="422213" y="61448"/>
                  <a:pt x="416289" y="58759"/>
                  <a:pt x="409225" y="58759"/>
                </a:cubicBezTo>
                <a:cubicBezTo>
                  <a:pt x="402161" y="58759"/>
                  <a:pt x="396221" y="61448"/>
                  <a:pt x="391405" y="66827"/>
                </a:cubicBezTo>
                <a:cubicBezTo>
                  <a:pt x="386589" y="72205"/>
                  <a:pt x="384180" y="79951"/>
                  <a:pt x="384180" y="90066"/>
                </a:cubicBezTo>
                <a:close/>
                <a:moveTo>
                  <a:pt x="576091" y="141215"/>
                </a:moveTo>
                <a:lnTo>
                  <a:pt x="549023" y="141215"/>
                </a:lnTo>
                <a:lnTo>
                  <a:pt x="549023" y="89066"/>
                </a:lnTo>
                <a:cubicBezTo>
                  <a:pt x="549023" y="78033"/>
                  <a:pt x="548445" y="70897"/>
                  <a:pt x="547289" y="67658"/>
                </a:cubicBezTo>
                <a:cubicBezTo>
                  <a:pt x="546133" y="64419"/>
                  <a:pt x="544255" y="61901"/>
                  <a:pt x="541654" y="60105"/>
                </a:cubicBezTo>
                <a:cubicBezTo>
                  <a:pt x="539053" y="58309"/>
                  <a:pt x="535923" y="57411"/>
                  <a:pt x="532262" y="57411"/>
                </a:cubicBezTo>
                <a:cubicBezTo>
                  <a:pt x="527574" y="57411"/>
                  <a:pt x="523368" y="58694"/>
                  <a:pt x="519643" y="61261"/>
                </a:cubicBezTo>
                <a:cubicBezTo>
                  <a:pt x="515919" y="63826"/>
                  <a:pt x="513366" y="67225"/>
                  <a:pt x="511985" y="71459"/>
                </a:cubicBezTo>
                <a:cubicBezTo>
                  <a:pt x="510605" y="75692"/>
                  <a:pt x="509914" y="83517"/>
                  <a:pt x="509914" y="94936"/>
                </a:cubicBezTo>
                <a:lnTo>
                  <a:pt x="509914" y="141215"/>
                </a:lnTo>
                <a:lnTo>
                  <a:pt x="482846" y="141215"/>
                </a:lnTo>
                <a:lnTo>
                  <a:pt x="482846" y="38916"/>
                </a:lnTo>
                <a:lnTo>
                  <a:pt x="507988" y="38916"/>
                </a:lnTo>
                <a:lnTo>
                  <a:pt x="507988" y="53943"/>
                </a:lnTo>
                <a:cubicBezTo>
                  <a:pt x="516914" y="42384"/>
                  <a:pt x="528152" y="36604"/>
                  <a:pt x="541702" y="36604"/>
                </a:cubicBezTo>
                <a:cubicBezTo>
                  <a:pt x="547674" y="36604"/>
                  <a:pt x="553133" y="37680"/>
                  <a:pt x="558078" y="39831"/>
                </a:cubicBezTo>
                <a:cubicBezTo>
                  <a:pt x="563022" y="41982"/>
                  <a:pt x="566763" y="44728"/>
                  <a:pt x="569300" y="48067"/>
                </a:cubicBezTo>
                <a:cubicBezTo>
                  <a:pt x="571836" y="51406"/>
                  <a:pt x="573602" y="55195"/>
                  <a:pt x="574598" y="59434"/>
                </a:cubicBezTo>
                <a:cubicBezTo>
                  <a:pt x="575593" y="63672"/>
                  <a:pt x="576091" y="69741"/>
                  <a:pt x="576091" y="77639"/>
                </a:cubicBezTo>
                <a:lnTo>
                  <a:pt x="576091" y="141215"/>
                </a:lnTo>
                <a:close/>
                <a:moveTo>
                  <a:pt x="593842" y="112124"/>
                </a:moveTo>
                <a:lnTo>
                  <a:pt x="621006" y="107886"/>
                </a:lnTo>
                <a:cubicBezTo>
                  <a:pt x="622162" y="113120"/>
                  <a:pt x="624506" y="117093"/>
                  <a:pt x="628038" y="119806"/>
                </a:cubicBezTo>
                <a:cubicBezTo>
                  <a:pt x="631570" y="122520"/>
                  <a:pt x="636515" y="123876"/>
                  <a:pt x="642872" y="123876"/>
                </a:cubicBezTo>
                <a:cubicBezTo>
                  <a:pt x="649872" y="123876"/>
                  <a:pt x="655138" y="122594"/>
                  <a:pt x="658670" y="120029"/>
                </a:cubicBezTo>
                <a:cubicBezTo>
                  <a:pt x="661046" y="118233"/>
                  <a:pt x="662234" y="115828"/>
                  <a:pt x="662234" y="112814"/>
                </a:cubicBezTo>
                <a:cubicBezTo>
                  <a:pt x="662234" y="110761"/>
                  <a:pt x="661592" y="109061"/>
                  <a:pt x="660307" y="107714"/>
                </a:cubicBezTo>
                <a:cubicBezTo>
                  <a:pt x="658959" y="106432"/>
                  <a:pt x="655940" y="105246"/>
                  <a:pt x="651253" y="104156"/>
                </a:cubicBezTo>
                <a:cubicBezTo>
                  <a:pt x="629419" y="99348"/>
                  <a:pt x="615580" y="94955"/>
                  <a:pt x="609736" y="90978"/>
                </a:cubicBezTo>
                <a:cubicBezTo>
                  <a:pt x="601644" y="85459"/>
                  <a:pt x="597599" y="77792"/>
                  <a:pt x="597599" y="67977"/>
                </a:cubicBezTo>
                <a:cubicBezTo>
                  <a:pt x="597599" y="59123"/>
                  <a:pt x="601098" y="51680"/>
                  <a:pt x="608098" y="45650"/>
                </a:cubicBezTo>
                <a:cubicBezTo>
                  <a:pt x="615098" y="39619"/>
                  <a:pt x="625951" y="36604"/>
                  <a:pt x="640657" y="36604"/>
                </a:cubicBezTo>
                <a:cubicBezTo>
                  <a:pt x="654656" y="36604"/>
                  <a:pt x="665059" y="38876"/>
                  <a:pt x="671867" y="43419"/>
                </a:cubicBezTo>
                <a:cubicBezTo>
                  <a:pt x="678674" y="47963"/>
                  <a:pt x="683362" y="54681"/>
                  <a:pt x="685930" y="63576"/>
                </a:cubicBezTo>
                <a:lnTo>
                  <a:pt x="660404" y="68392"/>
                </a:lnTo>
                <a:cubicBezTo>
                  <a:pt x="659312" y="64411"/>
                  <a:pt x="657241" y="61360"/>
                  <a:pt x="654191" y="59241"/>
                </a:cubicBezTo>
                <a:cubicBezTo>
                  <a:pt x="651140" y="57122"/>
                  <a:pt x="646789" y="56062"/>
                  <a:pt x="641138" y="56062"/>
                </a:cubicBezTo>
                <a:cubicBezTo>
                  <a:pt x="634010" y="56062"/>
                  <a:pt x="628905" y="57057"/>
                  <a:pt x="625822" y="59045"/>
                </a:cubicBezTo>
                <a:cubicBezTo>
                  <a:pt x="623767" y="60454"/>
                  <a:pt x="622740" y="62281"/>
                  <a:pt x="622740" y="64527"/>
                </a:cubicBezTo>
                <a:cubicBezTo>
                  <a:pt x="622740" y="66449"/>
                  <a:pt x="623639" y="68084"/>
                  <a:pt x="625437" y="69431"/>
                </a:cubicBezTo>
                <a:cubicBezTo>
                  <a:pt x="627877" y="71227"/>
                  <a:pt x="636306" y="73760"/>
                  <a:pt x="650723" y="77031"/>
                </a:cubicBezTo>
                <a:cubicBezTo>
                  <a:pt x="665140" y="80302"/>
                  <a:pt x="675206" y="84315"/>
                  <a:pt x="680921" y="89069"/>
                </a:cubicBezTo>
                <a:cubicBezTo>
                  <a:pt x="686572" y="93890"/>
                  <a:pt x="689398" y="100604"/>
                  <a:pt x="689398" y="109213"/>
                </a:cubicBezTo>
                <a:cubicBezTo>
                  <a:pt x="689398" y="118595"/>
                  <a:pt x="685481" y="126660"/>
                  <a:pt x="677646" y="133407"/>
                </a:cubicBezTo>
                <a:cubicBezTo>
                  <a:pt x="669812" y="140153"/>
                  <a:pt x="658220" y="143527"/>
                  <a:pt x="642872" y="143527"/>
                </a:cubicBezTo>
                <a:cubicBezTo>
                  <a:pt x="628937" y="143527"/>
                  <a:pt x="617907" y="140710"/>
                  <a:pt x="609784" y="135077"/>
                </a:cubicBezTo>
                <a:cubicBezTo>
                  <a:pt x="601660" y="129442"/>
                  <a:pt x="596346" y="121791"/>
                  <a:pt x="593842" y="112124"/>
                </a:cubicBezTo>
                <a:close/>
                <a:moveTo>
                  <a:pt x="760764" y="38916"/>
                </a:moveTo>
                <a:lnTo>
                  <a:pt x="760764" y="60493"/>
                </a:lnTo>
                <a:lnTo>
                  <a:pt x="742270" y="60493"/>
                </a:lnTo>
                <a:lnTo>
                  <a:pt x="742270" y="101655"/>
                </a:lnTo>
                <a:cubicBezTo>
                  <a:pt x="742270" y="109991"/>
                  <a:pt x="742446" y="114849"/>
                  <a:pt x="742799" y="116227"/>
                </a:cubicBezTo>
                <a:cubicBezTo>
                  <a:pt x="743153" y="117604"/>
                  <a:pt x="743955" y="118742"/>
                  <a:pt x="745207" y="119641"/>
                </a:cubicBezTo>
                <a:cubicBezTo>
                  <a:pt x="746460" y="120538"/>
                  <a:pt x="747985" y="120986"/>
                  <a:pt x="749783" y="120986"/>
                </a:cubicBezTo>
                <a:cubicBezTo>
                  <a:pt x="752288" y="120986"/>
                  <a:pt x="755916" y="120119"/>
                  <a:pt x="760668" y="118386"/>
                </a:cubicBezTo>
                <a:lnTo>
                  <a:pt x="762980" y="139463"/>
                </a:lnTo>
                <a:cubicBezTo>
                  <a:pt x="756686" y="142172"/>
                  <a:pt x="749558" y="143527"/>
                  <a:pt x="741595" y="143527"/>
                </a:cubicBezTo>
                <a:cubicBezTo>
                  <a:pt x="736715" y="143527"/>
                  <a:pt x="732316" y="142708"/>
                  <a:pt x="728398" y="141071"/>
                </a:cubicBezTo>
                <a:cubicBezTo>
                  <a:pt x="724481" y="139433"/>
                  <a:pt x="721607" y="137314"/>
                  <a:pt x="719777" y="134713"/>
                </a:cubicBezTo>
                <a:cubicBezTo>
                  <a:pt x="717947" y="132112"/>
                  <a:pt x="716679" y="128596"/>
                  <a:pt x="715972" y="124165"/>
                </a:cubicBezTo>
                <a:cubicBezTo>
                  <a:pt x="715394" y="121019"/>
                  <a:pt x="715105" y="114661"/>
                  <a:pt x="715105" y="105093"/>
                </a:cubicBezTo>
                <a:lnTo>
                  <a:pt x="715105" y="60493"/>
                </a:lnTo>
                <a:lnTo>
                  <a:pt x="702679" y="60493"/>
                </a:lnTo>
                <a:lnTo>
                  <a:pt x="702679" y="38916"/>
                </a:lnTo>
                <a:lnTo>
                  <a:pt x="715105" y="38916"/>
                </a:lnTo>
                <a:lnTo>
                  <a:pt x="715105" y="18495"/>
                </a:lnTo>
                <a:lnTo>
                  <a:pt x="742270" y="2504"/>
                </a:lnTo>
                <a:lnTo>
                  <a:pt x="742270" y="38916"/>
                </a:lnTo>
                <a:lnTo>
                  <a:pt x="760764" y="38916"/>
                </a:lnTo>
                <a:close/>
                <a:moveTo>
                  <a:pt x="804866" y="141215"/>
                </a:moveTo>
                <a:lnTo>
                  <a:pt x="777798" y="141215"/>
                </a:lnTo>
                <a:lnTo>
                  <a:pt x="777798" y="38916"/>
                </a:lnTo>
                <a:lnTo>
                  <a:pt x="802940" y="38916"/>
                </a:lnTo>
                <a:lnTo>
                  <a:pt x="802940" y="53461"/>
                </a:lnTo>
                <a:cubicBezTo>
                  <a:pt x="807242" y="46590"/>
                  <a:pt x="811111" y="42063"/>
                  <a:pt x="814547" y="39879"/>
                </a:cubicBezTo>
                <a:cubicBezTo>
                  <a:pt x="817983" y="37696"/>
                  <a:pt x="821884" y="36604"/>
                  <a:pt x="826251" y="36604"/>
                </a:cubicBezTo>
                <a:cubicBezTo>
                  <a:pt x="832416" y="36604"/>
                  <a:pt x="838356" y="38306"/>
                  <a:pt x="844071" y="41709"/>
                </a:cubicBezTo>
                <a:lnTo>
                  <a:pt x="835691" y="65310"/>
                </a:lnTo>
                <a:cubicBezTo>
                  <a:pt x="831131" y="62356"/>
                  <a:pt x="826893" y="60879"/>
                  <a:pt x="822976" y="60879"/>
                </a:cubicBezTo>
                <a:cubicBezTo>
                  <a:pt x="819187" y="60879"/>
                  <a:pt x="815976" y="61922"/>
                  <a:pt x="813343" y="64009"/>
                </a:cubicBezTo>
                <a:cubicBezTo>
                  <a:pt x="810710" y="66096"/>
                  <a:pt x="808639" y="69869"/>
                  <a:pt x="807130" y="75328"/>
                </a:cubicBezTo>
                <a:cubicBezTo>
                  <a:pt x="805621" y="80786"/>
                  <a:pt x="804866" y="92217"/>
                  <a:pt x="804866" y="109620"/>
                </a:cubicBezTo>
                <a:lnTo>
                  <a:pt x="804866" y="141215"/>
                </a:lnTo>
                <a:close/>
                <a:moveTo>
                  <a:pt x="923225" y="141215"/>
                </a:moveTo>
                <a:lnTo>
                  <a:pt x="923225" y="125899"/>
                </a:lnTo>
                <a:cubicBezTo>
                  <a:pt x="919501" y="131358"/>
                  <a:pt x="914604" y="135660"/>
                  <a:pt x="908535" y="138807"/>
                </a:cubicBezTo>
                <a:cubicBezTo>
                  <a:pt x="902467" y="141954"/>
                  <a:pt x="896061" y="143527"/>
                  <a:pt x="889318" y="143527"/>
                </a:cubicBezTo>
                <a:cubicBezTo>
                  <a:pt x="882447" y="143527"/>
                  <a:pt x="876282" y="142018"/>
                  <a:pt x="870824" y="139000"/>
                </a:cubicBezTo>
                <a:cubicBezTo>
                  <a:pt x="865365" y="135981"/>
                  <a:pt x="861416" y="131743"/>
                  <a:pt x="858975" y="126284"/>
                </a:cubicBezTo>
                <a:cubicBezTo>
                  <a:pt x="856535" y="120826"/>
                  <a:pt x="855315" y="113280"/>
                  <a:pt x="855315" y="103648"/>
                </a:cubicBezTo>
                <a:lnTo>
                  <a:pt x="855315" y="38916"/>
                </a:lnTo>
                <a:lnTo>
                  <a:pt x="882383" y="38916"/>
                </a:lnTo>
                <a:lnTo>
                  <a:pt x="882383" y="85815"/>
                </a:lnTo>
                <a:cubicBezTo>
                  <a:pt x="882383" y="100168"/>
                  <a:pt x="882880" y="108962"/>
                  <a:pt x="883876" y="112197"/>
                </a:cubicBezTo>
                <a:cubicBezTo>
                  <a:pt x="884871" y="115432"/>
                  <a:pt x="886685" y="117994"/>
                  <a:pt x="889318" y="119885"/>
                </a:cubicBezTo>
                <a:cubicBezTo>
                  <a:pt x="891951" y="121775"/>
                  <a:pt x="895291" y="122720"/>
                  <a:pt x="899336" y="122720"/>
                </a:cubicBezTo>
                <a:cubicBezTo>
                  <a:pt x="903960" y="122720"/>
                  <a:pt x="908102" y="121455"/>
                  <a:pt x="911762" y="118924"/>
                </a:cubicBezTo>
                <a:cubicBezTo>
                  <a:pt x="915423" y="116394"/>
                  <a:pt x="917927" y="113254"/>
                  <a:pt x="919276" y="109505"/>
                </a:cubicBezTo>
                <a:cubicBezTo>
                  <a:pt x="920624" y="105757"/>
                  <a:pt x="921299" y="96579"/>
                  <a:pt x="921299" y="81971"/>
                </a:cubicBezTo>
                <a:lnTo>
                  <a:pt x="921299" y="38916"/>
                </a:lnTo>
                <a:lnTo>
                  <a:pt x="948367" y="38916"/>
                </a:lnTo>
                <a:lnTo>
                  <a:pt x="948367" y="141215"/>
                </a:lnTo>
                <a:lnTo>
                  <a:pt x="923225" y="141215"/>
                </a:lnTo>
                <a:close/>
                <a:moveTo>
                  <a:pt x="1065430" y="69163"/>
                </a:moveTo>
                <a:lnTo>
                  <a:pt x="1038748" y="73979"/>
                </a:lnTo>
                <a:cubicBezTo>
                  <a:pt x="1037849" y="68681"/>
                  <a:pt x="1035810" y="64691"/>
                  <a:pt x="1032631" y="62010"/>
                </a:cubicBezTo>
                <a:cubicBezTo>
                  <a:pt x="1029452" y="59329"/>
                  <a:pt x="1025326" y="57989"/>
                  <a:pt x="1020253" y="57989"/>
                </a:cubicBezTo>
                <a:cubicBezTo>
                  <a:pt x="1013510" y="57989"/>
                  <a:pt x="1008132" y="60310"/>
                  <a:pt x="1004118" y="64951"/>
                </a:cubicBezTo>
                <a:cubicBezTo>
                  <a:pt x="1000105" y="69593"/>
                  <a:pt x="998098" y="77355"/>
                  <a:pt x="998098" y="88238"/>
                </a:cubicBezTo>
                <a:cubicBezTo>
                  <a:pt x="998098" y="100339"/>
                  <a:pt x="1000137" y="108887"/>
                  <a:pt x="1004215" y="113882"/>
                </a:cubicBezTo>
                <a:cubicBezTo>
                  <a:pt x="1008292" y="118875"/>
                  <a:pt x="1013767" y="121372"/>
                  <a:pt x="1020638" y="121372"/>
                </a:cubicBezTo>
                <a:cubicBezTo>
                  <a:pt x="1025776" y="121372"/>
                  <a:pt x="1029982" y="119911"/>
                  <a:pt x="1033257" y="116989"/>
                </a:cubicBezTo>
                <a:cubicBezTo>
                  <a:pt x="1036532" y="114067"/>
                  <a:pt x="1038844" y="109042"/>
                  <a:pt x="1040193" y="101914"/>
                </a:cubicBezTo>
                <a:lnTo>
                  <a:pt x="1066779" y="106537"/>
                </a:lnTo>
                <a:cubicBezTo>
                  <a:pt x="1064017" y="118739"/>
                  <a:pt x="1058719" y="127954"/>
                  <a:pt x="1050885" y="134183"/>
                </a:cubicBezTo>
                <a:cubicBezTo>
                  <a:pt x="1043050" y="140412"/>
                  <a:pt x="1032551" y="143527"/>
                  <a:pt x="1019386" y="143527"/>
                </a:cubicBezTo>
                <a:cubicBezTo>
                  <a:pt x="1004423" y="143527"/>
                  <a:pt x="992495" y="138807"/>
                  <a:pt x="983601" y="129367"/>
                </a:cubicBezTo>
                <a:cubicBezTo>
                  <a:pt x="974706" y="119927"/>
                  <a:pt x="970259" y="106858"/>
                  <a:pt x="970259" y="90162"/>
                </a:cubicBezTo>
                <a:cubicBezTo>
                  <a:pt x="970259" y="73273"/>
                  <a:pt x="974723" y="60124"/>
                  <a:pt x="983649" y="50716"/>
                </a:cubicBezTo>
                <a:cubicBezTo>
                  <a:pt x="992575" y="41308"/>
                  <a:pt x="1004648" y="36604"/>
                  <a:pt x="1019868" y="36604"/>
                </a:cubicBezTo>
                <a:cubicBezTo>
                  <a:pt x="1032326" y="36604"/>
                  <a:pt x="1042232" y="39285"/>
                  <a:pt x="1049584" y="44647"/>
                </a:cubicBezTo>
                <a:cubicBezTo>
                  <a:pt x="1056937" y="50010"/>
                  <a:pt x="1062219" y="58181"/>
                  <a:pt x="1065430" y="69163"/>
                </a:cubicBezTo>
                <a:close/>
                <a:moveTo>
                  <a:pt x="1133618" y="38916"/>
                </a:moveTo>
                <a:lnTo>
                  <a:pt x="1133618" y="60493"/>
                </a:lnTo>
                <a:lnTo>
                  <a:pt x="1115123" y="60493"/>
                </a:lnTo>
                <a:lnTo>
                  <a:pt x="1115123" y="101655"/>
                </a:lnTo>
                <a:cubicBezTo>
                  <a:pt x="1115123" y="109991"/>
                  <a:pt x="1115300" y="114849"/>
                  <a:pt x="1115653" y="116227"/>
                </a:cubicBezTo>
                <a:cubicBezTo>
                  <a:pt x="1116006" y="117604"/>
                  <a:pt x="1116809" y="118742"/>
                  <a:pt x="1118061" y="119641"/>
                </a:cubicBezTo>
                <a:cubicBezTo>
                  <a:pt x="1119313" y="120538"/>
                  <a:pt x="1120839" y="120986"/>
                  <a:pt x="1122637" y="120986"/>
                </a:cubicBezTo>
                <a:cubicBezTo>
                  <a:pt x="1125141" y="120986"/>
                  <a:pt x="1128770" y="120119"/>
                  <a:pt x="1133522" y="118386"/>
                </a:cubicBezTo>
                <a:lnTo>
                  <a:pt x="1135834" y="139463"/>
                </a:lnTo>
                <a:cubicBezTo>
                  <a:pt x="1129540" y="142172"/>
                  <a:pt x="1122412" y="143527"/>
                  <a:pt x="1114449" y="143527"/>
                </a:cubicBezTo>
                <a:cubicBezTo>
                  <a:pt x="1109568" y="143527"/>
                  <a:pt x="1105170" y="142708"/>
                  <a:pt x="1101252" y="141071"/>
                </a:cubicBezTo>
                <a:cubicBezTo>
                  <a:pt x="1097335" y="139433"/>
                  <a:pt x="1094461" y="137314"/>
                  <a:pt x="1092631" y="134713"/>
                </a:cubicBezTo>
                <a:cubicBezTo>
                  <a:pt x="1090801" y="132112"/>
                  <a:pt x="1089532" y="128596"/>
                  <a:pt x="1088826" y="124165"/>
                </a:cubicBezTo>
                <a:cubicBezTo>
                  <a:pt x="1088248" y="121019"/>
                  <a:pt x="1087959" y="114661"/>
                  <a:pt x="1087959" y="105093"/>
                </a:cubicBezTo>
                <a:lnTo>
                  <a:pt x="1087959" y="60493"/>
                </a:lnTo>
                <a:lnTo>
                  <a:pt x="1075533" y="60493"/>
                </a:lnTo>
                <a:lnTo>
                  <a:pt x="1075533" y="38916"/>
                </a:lnTo>
                <a:lnTo>
                  <a:pt x="1087959" y="38916"/>
                </a:lnTo>
                <a:lnTo>
                  <a:pt x="1087959" y="18495"/>
                </a:lnTo>
                <a:lnTo>
                  <a:pt x="1115123" y="2504"/>
                </a:lnTo>
                <a:lnTo>
                  <a:pt x="1115123" y="38916"/>
                </a:lnTo>
                <a:lnTo>
                  <a:pt x="1133618" y="38916"/>
                </a:lnTo>
                <a:close/>
                <a:moveTo>
                  <a:pt x="1211049" y="108657"/>
                </a:moveTo>
                <a:lnTo>
                  <a:pt x="1238021" y="113280"/>
                </a:lnTo>
                <a:cubicBezTo>
                  <a:pt x="1234553" y="123138"/>
                  <a:pt x="1229078" y="130643"/>
                  <a:pt x="1221597" y="135797"/>
                </a:cubicBezTo>
                <a:cubicBezTo>
                  <a:pt x="1214116" y="140950"/>
                  <a:pt x="1204756" y="143527"/>
                  <a:pt x="1193518" y="143527"/>
                </a:cubicBezTo>
                <a:cubicBezTo>
                  <a:pt x="1175729" y="143527"/>
                  <a:pt x="1162565" y="137715"/>
                  <a:pt x="1154024" y="126092"/>
                </a:cubicBezTo>
                <a:cubicBezTo>
                  <a:pt x="1147281" y="116780"/>
                  <a:pt x="1143909" y="105028"/>
                  <a:pt x="1143909" y="90836"/>
                </a:cubicBezTo>
                <a:cubicBezTo>
                  <a:pt x="1143909" y="73883"/>
                  <a:pt x="1148340" y="60606"/>
                  <a:pt x="1157202" y="51005"/>
                </a:cubicBezTo>
                <a:cubicBezTo>
                  <a:pt x="1166065" y="41404"/>
                  <a:pt x="1177271" y="36604"/>
                  <a:pt x="1190821" y="36604"/>
                </a:cubicBezTo>
                <a:cubicBezTo>
                  <a:pt x="1206040" y="36604"/>
                  <a:pt x="1218049" y="41629"/>
                  <a:pt x="1226847" y="51679"/>
                </a:cubicBezTo>
                <a:cubicBezTo>
                  <a:pt x="1235645" y="61729"/>
                  <a:pt x="1239851" y="77126"/>
                  <a:pt x="1239466" y="97868"/>
                </a:cubicBezTo>
                <a:lnTo>
                  <a:pt x="1171651" y="97868"/>
                </a:lnTo>
                <a:cubicBezTo>
                  <a:pt x="1171844" y="105895"/>
                  <a:pt x="1174028" y="112140"/>
                  <a:pt x="1178202" y="116604"/>
                </a:cubicBezTo>
                <a:cubicBezTo>
                  <a:pt x="1182376" y="121067"/>
                  <a:pt x="1187577" y="123298"/>
                  <a:pt x="1193807" y="123298"/>
                </a:cubicBezTo>
                <a:cubicBezTo>
                  <a:pt x="1198045" y="123298"/>
                  <a:pt x="1201609" y="122142"/>
                  <a:pt x="1204499" y="119831"/>
                </a:cubicBezTo>
                <a:cubicBezTo>
                  <a:pt x="1207389" y="117519"/>
                  <a:pt x="1209572" y="113794"/>
                  <a:pt x="1211049" y="108657"/>
                </a:cubicBezTo>
                <a:moveTo>
                  <a:pt x="1212590" y="81300"/>
                </a:moveTo>
                <a:cubicBezTo>
                  <a:pt x="1212398" y="73497"/>
                  <a:pt x="1210375" y="67565"/>
                  <a:pt x="1206522" y="63503"/>
                </a:cubicBezTo>
                <a:cubicBezTo>
                  <a:pt x="1202669" y="59442"/>
                  <a:pt x="1197981" y="57411"/>
                  <a:pt x="1192458" y="57411"/>
                </a:cubicBezTo>
                <a:cubicBezTo>
                  <a:pt x="1186550" y="57411"/>
                  <a:pt x="1181669" y="59553"/>
                  <a:pt x="1177816" y="63838"/>
                </a:cubicBezTo>
                <a:cubicBezTo>
                  <a:pt x="1173963" y="68124"/>
                  <a:pt x="1172069" y="73945"/>
                  <a:pt x="1172133" y="81300"/>
                </a:cubicBezTo>
                <a:lnTo>
                  <a:pt x="1212590" y="81300"/>
                </a:lnTo>
                <a:close/>
                <a:moveTo>
                  <a:pt x="1356106" y="141215"/>
                </a:moveTo>
                <a:lnTo>
                  <a:pt x="1330964" y="141215"/>
                </a:lnTo>
                <a:lnTo>
                  <a:pt x="1330964" y="126188"/>
                </a:lnTo>
                <a:cubicBezTo>
                  <a:pt x="1326790" y="132032"/>
                  <a:pt x="1321862" y="136383"/>
                  <a:pt x="1316178" y="139240"/>
                </a:cubicBezTo>
                <a:cubicBezTo>
                  <a:pt x="1310495" y="142098"/>
                  <a:pt x="1304763" y="143527"/>
                  <a:pt x="1298984" y="143527"/>
                </a:cubicBezTo>
                <a:cubicBezTo>
                  <a:pt x="1287232" y="143527"/>
                  <a:pt x="1277166" y="138791"/>
                  <a:pt x="1268785" y="129319"/>
                </a:cubicBezTo>
                <a:cubicBezTo>
                  <a:pt x="1260405" y="119847"/>
                  <a:pt x="1256215" y="106634"/>
                  <a:pt x="1256215" y="89680"/>
                </a:cubicBezTo>
                <a:cubicBezTo>
                  <a:pt x="1256215" y="72341"/>
                  <a:pt x="1260293" y="59161"/>
                  <a:pt x="1268448" y="50138"/>
                </a:cubicBezTo>
                <a:cubicBezTo>
                  <a:pt x="1276604" y="41115"/>
                  <a:pt x="1286911" y="36604"/>
                  <a:pt x="1299369" y="36604"/>
                </a:cubicBezTo>
                <a:cubicBezTo>
                  <a:pt x="1310800" y="36604"/>
                  <a:pt x="1320690" y="41356"/>
                  <a:pt x="1329038" y="50861"/>
                </a:cubicBezTo>
                <a:lnTo>
                  <a:pt x="1329038" y="0"/>
                </a:lnTo>
                <a:lnTo>
                  <a:pt x="1356106" y="0"/>
                </a:lnTo>
                <a:lnTo>
                  <a:pt x="1356106" y="141215"/>
                </a:lnTo>
                <a:moveTo>
                  <a:pt x="1283861" y="87901"/>
                </a:moveTo>
                <a:cubicBezTo>
                  <a:pt x="1283861" y="98802"/>
                  <a:pt x="1285370" y="106689"/>
                  <a:pt x="1288388" y="111561"/>
                </a:cubicBezTo>
                <a:cubicBezTo>
                  <a:pt x="1292755" y="118615"/>
                  <a:pt x="1298855" y="122142"/>
                  <a:pt x="1306690" y="122142"/>
                </a:cubicBezTo>
                <a:cubicBezTo>
                  <a:pt x="1312919" y="122142"/>
                  <a:pt x="1318217" y="119497"/>
                  <a:pt x="1322584" y="114207"/>
                </a:cubicBezTo>
                <a:cubicBezTo>
                  <a:pt x="1326951" y="108917"/>
                  <a:pt x="1329134" y="101015"/>
                  <a:pt x="1329134" y="90499"/>
                </a:cubicBezTo>
                <a:cubicBezTo>
                  <a:pt x="1329134" y="78763"/>
                  <a:pt x="1327015" y="70315"/>
                  <a:pt x="1322777" y="65153"/>
                </a:cubicBezTo>
                <a:cubicBezTo>
                  <a:pt x="1318538" y="59992"/>
                  <a:pt x="1313112" y="57411"/>
                  <a:pt x="1306497" y="57411"/>
                </a:cubicBezTo>
                <a:cubicBezTo>
                  <a:pt x="1300076" y="57411"/>
                  <a:pt x="1294697" y="59959"/>
                  <a:pt x="1290363" y="65057"/>
                </a:cubicBezTo>
                <a:cubicBezTo>
                  <a:pt x="1286028" y="70154"/>
                  <a:pt x="1283861" y="77769"/>
                  <a:pt x="1283861" y="87901"/>
                </a:cubicBez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Architecture">
            <a:extLst xmlns:a="http://schemas.openxmlformats.org/drawingml/2006/main">
              <a:ext uri="{FF2B5EF4-FFF2-40B4-BE49-F238E27FC236}">
                <a16:creationId xmlns:a16="http://schemas.microsoft.com/office/drawing/2014/main" id="{A179CF35-F417-4258-9939-1E105761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8443" y="2793516"/>
            <a:ext cx="1149743" cy="143527"/>
          </a:xfrm>
          <a:custGeom xmlns:a="http://schemas.openxmlformats.org/drawingml/2006/main">
            <a:pathLst>
              <a:path w="1149743" h="143527">
                <a:moveTo>
                  <a:pt x="141697" y="141215"/>
                </a:moveTo>
                <a:lnTo>
                  <a:pt x="110679" y="141215"/>
                </a:lnTo>
                <a:lnTo>
                  <a:pt x="98350" y="109042"/>
                </a:lnTo>
                <a:lnTo>
                  <a:pt x="41902" y="109042"/>
                </a:lnTo>
                <a:lnTo>
                  <a:pt x="30247" y="141215"/>
                </a:lnTo>
                <a:lnTo>
                  <a:pt x="0" y="141215"/>
                </a:lnTo>
                <a:lnTo>
                  <a:pt x="55003" y="0"/>
                </a:lnTo>
                <a:lnTo>
                  <a:pt x="85153" y="0"/>
                </a:lnTo>
                <a:lnTo>
                  <a:pt x="141697" y="141215"/>
                </a:lnTo>
                <a:moveTo>
                  <a:pt x="89199" y="85153"/>
                </a:moveTo>
                <a:lnTo>
                  <a:pt x="69741" y="32944"/>
                </a:lnTo>
                <a:lnTo>
                  <a:pt x="50668" y="85153"/>
                </a:lnTo>
                <a:lnTo>
                  <a:pt x="89199" y="85153"/>
                </a:lnTo>
                <a:close/>
                <a:moveTo>
                  <a:pt x="176193" y="141215"/>
                </a:moveTo>
                <a:lnTo>
                  <a:pt x="149125" y="141215"/>
                </a:lnTo>
                <a:lnTo>
                  <a:pt x="149125" y="38916"/>
                </a:lnTo>
                <a:lnTo>
                  <a:pt x="174267" y="38916"/>
                </a:lnTo>
                <a:lnTo>
                  <a:pt x="174267" y="53461"/>
                </a:lnTo>
                <a:cubicBezTo>
                  <a:pt x="178569" y="46590"/>
                  <a:pt x="182438" y="42063"/>
                  <a:pt x="185874" y="39879"/>
                </a:cubicBezTo>
                <a:cubicBezTo>
                  <a:pt x="189310" y="37696"/>
                  <a:pt x="193211" y="36604"/>
                  <a:pt x="197578" y="36604"/>
                </a:cubicBezTo>
                <a:cubicBezTo>
                  <a:pt x="203743" y="36604"/>
                  <a:pt x="209683" y="38306"/>
                  <a:pt x="215398" y="41709"/>
                </a:cubicBezTo>
                <a:lnTo>
                  <a:pt x="207018" y="65310"/>
                </a:lnTo>
                <a:cubicBezTo>
                  <a:pt x="202458" y="62356"/>
                  <a:pt x="198220" y="60879"/>
                  <a:pt x="194303" y="60879"/>
                </a:cubicBezTo>
                <a:cubicBezTo>
                  <a:pt x="190514" y="60879"/>
                  <a:pt x="187303" y="61922"/>
                  <a:pt x="184670" y="64009"/>
                </a:cubicBezTo>
                <a:cubicBezTo>
                  <a:pt x="182037" y="66096"/>
                  <a:pt x="179966" y="69869"/>
                  <a:pt x="178457" y="75328"/>
                </a:cubicBezTo>
                <a:cubicBezTo>
                  <a:pt x="176948" y="80786"/>
                  <a:pt x="176193" y="92217"/>
                  <a:pt x="176193" y="109620"/>
                </a:cubicBezTo>
                <a:lnTo>
                  <a:pt x="176193" y="141215"/>
                </a:lnTo>
                <a:close/>
                <a:moveTo>
                  <a:pt x="316417" y="69163"/>
                </a:moveTo>
                <a:lnTo>
                  <a:pt x="289734" y="73979"/>
                </a:lnTo>
                <a:cubicBezTo>
                  <a:pt x="288835" y="68681"/>
                  <a:pt x="286796" y="64691"/>
                  <a:pt x="283618" y="62010"/>
                </a:cubicBezTo>
                <a:cubicBezTo>
                  <a:pt x="280439" y="59329"/>
                  <a:pt x="276313" y="57989"/>
                  <a:pt x="271240" y="57989"/>
                </a:cubicBezTo>
                <a:cubicBezTo>
                  <a:pt x="264497" y="57989"/>
                  <a:pt x="259119" y="60310"/>
                  <a:pt x="255105" y="64951"/>
                </a:cubicBezTo>
                <a:cubicBezTo>
                  <a:pt x="251091" y="69593"/>
                  <a:pt x="249085" y="77355"/>
                  <a:pt x="249085" y="88238"/>
                </a:cubicBezTo>
                <a:cubicBezTo>
                  <a:pt x="249085" y="100339"/>
                  <a:pt x="251123" y="108887"/>
                  <a:pt x="255201" y="113882"/>
                </a:cubicBezTo>
                <a:cubicBezTo>
                  <a:pt x="259279" y="118875"/>
                  <a:pt x="264754" y="121372"/>
                  <a:pt x="271625" y="121372"/>
                </a:cubicBezTo>
                <a:cubicBezTo>
                  <a:pt x="276762" y="121372"/>
                  <a:pt x="280969" y="119911"/>
                  <a:pt x="284244" y="116989"/>
                </a:cubicBezTo>
                <a:cubicBezTo>
                  <a:pt x="287519" y="114067"/>
                  <a:pt x="289831" y="109042"/>
                  <a:pt x="291179" y="101914"/>
                </a:cubicBezTo>
                <a:lnTo>
                  <a:pt x="317766" y="106537"/>
                </a:lnTo>
                <a:cubicBezTo>
                  <a:pt x="315004" y="118739"/>
                  <a:pt x="309706" y="127954"/>
                  <a:pt x="301872" y="134183"/>
                </a:cubicBezTo>
                <a:cubicBezTo>
                  <a:pt x="294037" y="140412"/>
                  <a:pt x="283537" y="143527"/>
                  <a:pt x="270373" y="143527"/>
                </a:cubicBezTo>
                <a:cubicBezTo>
                  <a:pt x="255410" y="143527"/>
                  <a:pt x="243482" y="138807"/>
                  <a:pt x="234587" y="129367"/>
                </a:cubicBezTo>
                <a:cubicBezTo>
                  <a:pt x="225693" y="119927"/>
                  <a:pt x="221246" y="106858"/>
                  <a:pt x="221246" y="90162"/>
                </a:cubicBezTo>
                <a:cubicBezTo>
                  <a:pt x="221246" y="73273"/>
                  <a:pt x="225709" y="60124"/>
                  <a:pt x="234636" y="50716"/>
                </a:cubicBezTo>
                <a:cubicBezTo>
                  <a:pt x="243562" y="41308"/>
                  <a:pt x="255635" y="36604"/>
                  <a:pt x="270854" y="36604"/>
                </a:cubicBezTo>
                <a:cubicBezTo>
                  <a:pt x="283313" y="36604"/>
                  <a:pt x="293218" y="39285"/>
                  <a:pt x="300571" y="44647"/>
                </a:cubicBezTo>
                <a:cubicBezTo>
                  <a:pt x="307924" y="50010"/>
                  <a:pt x="313206" y="58181"/>
                  <a:pt x="316417" y="69163"/>
                </a:cubicBezTo>
                <a:close/>
                <a:moveTo>
                  <a:pt x="364665" y="0"/>
                </a:moveTo>
                <a:lnTo>
                  <a:pt x="364665" y="51992"/>
                </a:lnTo>
                <a:cubicBezTo>
                  <a:pt x="373399" y="41734"/>
                  <a:pt x="383834" y="36604"/>
                  <a:pt x="395972" y="36604"/>
                </a:cubicBezTo>
                <a:cubicBezTo>
                  <a:pt x="402201" y="36604"/>
                  <a:pt x="407820" y="37760"/>
                  <a:pt x="412829" y="40072"/>
                </a:cubicBezTo>
                <a:cubicBezTo>
                  <a:pt x="417838" y="42384"/>
                  <a:pt x="421611" y="45338"/>
                  <a:pt x="424147" y="48934"/>
                </a:cubicBezTo>
                <a:cubicBezTo>
                  <a:pt x="426684" y="52530"/>
                  <a:pt x="428418" y="56512"/>
                  <a:pt x="429349" y="60879"/>
                </a:cubicBezTo>
                <a:cubicBezTo>
                  <a:pt x="430280" y="65245"/>
                  <a:pt x="430746" y="72020"/>
                  <a:pt x="430746" y="81203"/>
                </a:cubicBezTo>
                <a:lnTo>
                  <a:pt x="430746" y="141215"/>
                </a:lnTo>
                <a:lnTo>
                  <a:pt x="403678" y="141215"/>
                </a:lnTo>
                <a:lnTo>
                  <a:pt x="403678" y="87239"/>
                </a:lnTo>
                <a:cubicBezTo>
                  <a:pt x="403678" y="76527"/>
                  <a:pt x="403164" y="69728"/>
                  <a:pt x="402137" y="66842"/>
                </a:cubicBezTo>
                <a:cubicBezTo>
                  <a:pt x="401109" y="63954"/>
                  <a:pt x="399295" y="61660"/>
                  <a:pt x="396694" y="59960"/>
                </a:cubicBezTo>
                <a:cubicBezTo>
                  <a:pt x="394093" y="58261"/>
                  <a:pt x="390834" y="57411"/>
                  <a:pt x="386917" y="57411"/>
                </a:cubicBezTo>
                <a:cubicBezTo>
                  <a:pt x="382422" y="57411"/>
                  <a:pt x="378408" y="58501"/>
                  <a:pt x="374876" y="60683"/>
                </a:cubicBezTo>
                <a:cubicBezTo>
                  <a:pt x="371344" y="62864"/>
                  <a:pt x="368759" y="66151"/>
                  <a:pt x="367122" y="70544"/>
                </a:cubicBezTo>
                <a:cubicBezTo>
                  <a:pt x="365484" y="74937"/>
                  <a:pt x="364665" y="81432"/>
                  <a:pt x="364665" y="90029"/>
                </a:cubicBezTo>
                <a:lnTo>
                  <a:pt x="364665" y="141215"/>
                </a:lnTo>
                <a:lnTo>
                  <a:pt x="337598" y="141215"/>
                </a:lnTo>
                <a:lnTo>
                  <a:pt x="337598" y="0"/>
                </a:lnTo>
                <a:lnTo>
                  <a:pt x="364665" y="0"/>
                </a:lnTo>
                <a:close/>
                <a:moveTo>
                  <a:pt x="458033" y="25045"/>
                </a:moveTo>
                <a:lnTo>
                  <a:pt x="458033" y="0"/>
                </a:lnTo>
                <a:lnTo>
                  <a:pt x="485100" y="0"/>
                </a:lnTo>
                <a:lnTo>
                  <a:pt x="485100" y="25045"/>
                </a:lnTo>
                <a:lnTo>
                  <a:pt x="458033" y="25045"/>
                </a:lnTo>
                <a:moveTo>
                  <a:pt x="458033" y="141215"/>
                </a:moveTo>
                <a:lnTo>
                  <a:pt x="458033" y="38916"/>
                </a:lnTo>
                <a:lnTo>
                  <a:pt x="485100" y="38916"/>
                </a:lnTo>
                <a:lnTo>
                  <a:pt x="485100" y="141215"/>
                </a:lnTo>
                <a:lnTo>
                  <a:pt x="458033" y="141215"/>
                </a:lnTo>
                <a:close/>
                <a:moveTo>
                  <a:pt x="560182" y="38916"/>
                </a:moveTo>
                <a:lnTo>
                  <a:pt x="560182" y="60493"/>
                </a:lnTo>
                <a:lnTo>
                  <a:pt x="541687" y="60493"/>
                </a:lnTo>
                <a:lnTo>
                  <a:pt x="541687" y="101655"/>
                </a:lnTo>
                <a:cubicBezTo>
                  <a:pt x="541687" y="109991"/>
                  <a:pt x="541863" y="114849"/>
                  <a:pt x="542217" y="116227"/>
                </a:cubicBezTo>
                <a:cubicBezTo>
                  <a:pt x="542570" y="117604"/>
                  <a:pt x="543373" y="118742"/>
                  <a:pt x="544625" y="119641"/>
                </a:cubicBezTo>
                <a:cubicBezTo>
                  <a:pt x="545877" y="120538"/>
                  <a:pt x="547402" y="120986"/>
                  <a:pt x="549200" y="120986"/>
                </a:cubicBezTo>
                <a:cubicBezTo>
                  <a:pt x="551705" y="120986"/>
                  <a:pt x="555333" y="120119"/>
                  <a:pt x="560085" y="118386"/>
                </a:cubicBezTo>
                <a:lnTo>
                  <a:pt x="562397" y="139463"/>
                </a:lnTo>
                <a:cubicBezTo>
                  <a:pt x="556104" y="142172"/>
                  <a:pt x="548976" y="143527"/>
                  <a:pt x="541013" y="143527"/>
                </a:cubicBezTo>
                <a:cubicBezTo>
                  <a:pt x="536132" y="143527"/>
                  <a:pt x="531733" y="142708"/>
                  <a:pt x="527816" y="141071"/>
                </a:cubicBezTo>
                <a:cubicBezTo>
                  <a:pt x="523898" y="139433"/>
                  <a:pt x="521025" y="137314"/>
                  <a:pt x="519195" y="134713"/>
                </a:cubicBezTo>
                <a:cubicBezTo>
                  <a:pt x="517364" y="132112"/>
                  <a:pt x="516096" y="128596"/>
                  <a:pt x="515390" y="124165"/>
                </a:cubicBezTo>
                <a:cubicBezTo>
                  <a:pt x="514812" y="121019"/>
                  <a:pt x="514523" y="114661"/>
                  <a:pt x="514523" y="105093"/>
                </a:cubicBezTo>
                <a:lnTo>
                  <a:pt x="514523" y="60493"/>
                </a:lnTo>
                <a:lnTo>
                  <a:pt x="502097" y="60493"/>
                </a:lnTo>
                <a:lnTo>
                  <a:pt x="502097" y="38916"/>
                </a:lnTo>
                <a:lnTo>
                  <a:pt x="514523" y="38916"/>
                </a:lnTo>
                <a:lnTo>
                  <a:pt x="514523" y="18495"/>
                </a:lnTo>
                <a:lnTo>
                  <a:pt x="541687" y="2504"/>
                </a:lnTo>
                <a:lnTo>
                  <a:pt x="541687" y="38916"/>
                </a:lnTo>
                <a:lnTo>
                  <a:pt x="560182" y="38916"/>
                </a:lnTo>
                <a:close/>
                <a:moveTo>
                  <a:pt x="637614" y="108657"/>
                </a:moveTo>
                <a:lnTo>
                  <a:pt x="664585" y="113280"/>
                </a:lnTo>
                <a:cubicBezTo>
                  <a:pt x="661117" y="123138"/>
                  <a:pt x="655643" y="130643"/>
                  <a:pt x="648161" y="135797"/>
                </a:cubicBezTo>
                <a:cubicBezTo>
                  <a:pt x="640680" y="140950"/>
                  <a:pt x="631320" y="143527"/>
                  <a:pt x="620082" y="143527"/>
                </a:cubicBezTo>
                <a:cubicBezTo>
                  <a:pt x="602294" y="143527"/>
                  <a:pt x="589129" y="137715"/>
                  <a:pt x="580588" y="126092"/>
                </a:cubicBezTo>
                <a:cubicBezTo>
                  <a:pt x="573845" y="116780"/>
                  <a:pt x="570474" y="105028"/>
                  <a:pt x="570474" y="90836"/>
                </a:cubicBezTo>
                <a:cubicBezTo>
                  <a:pt x="570474" y="73883"/>
                  <a:pt x="574905" y="60606"/>
                  <a:pt x="583767" y="51005"/>
                </a:cubicBezTo>
                <a:cubicBezTo>
                  <a:pt x="592629" y="41404"/>
                  <a:pt x="603835" y="36604"/>
                  <a:pt x="617385" y="36604"/>
                </a:cubicBezTo>
                <a:cubicBezTo>
                  <a:pt x="632605" y="36604"/>
                  <a:pt x="644613" y="41629"/>
                  <a:pt x="653411" y="51679"/>
                </a:cubicBezTo>
                <a:cubicBezTo>
                  <a:pt x="662209" y="61729"/>
                  <a:pt x="666415" y="77126"/>
                  <a:pt x="666030" y="97868"/>
                </a:cubicBezTo>
                <a:lnTo>
                  <a:pt x="598216" y="97868"/>
                </a:lnTo>
                <a:cubicBezTo>
                  <a:pt x="598409" y="105895"/>
                  <a:pt x="600592" y="112140"/>
                  <a:pt x="604766" y="116604"/>
                </a:cubicBezTo>
                <a:cubicBezTo>
                  <a:pt x="608940" y="121067"/>
                  <a:pt x="614142" y="123298"/>
                  <a:pt x="620371" y="123298"/>
                </a:cubicBezTo>
                <a:cubicBezTo>
                  <a:pt x="624609" y="123298"/>
                  <a:pt x="628173" y="122142"/>
                  <a:pt x="631063" y="119831"/>
                </a:cubicBezTo>
                <a:cubicBezTo>
                  <a:pt x="633953" y="117519"/>
                  <a:pt x="636137" y="113794"/>
                  <a:pt x="637614" y="108657"/>
                </a:cubicBezTo>
                <a:moveTo>
                  <a:pt x="639155" y="81300"/>
                </a:moveTo>
                <a:cubicBezTo>
                  <a:pt x="638962" y="73497"/>
                  <a:pt x="636939" y="67565"/>
                  <a:pt x="633086" y="63503"/>
                </a:cubicBezTo>
                <a:cubicBezTo>
                  <a:pt x="629233" y="59442"/>
                  <a:pt x="624545" y="57411"/>
                  <a:pt x="619022" y="57411"/>
                </a:cubicBezTo>
                <a:cubicBezTo>
                  <a:pt x="613114" y="57411"/>
                  <a:pt x="608234" y="59553"/>
                  <a:pt x="604381" y="63838"/>
                </a:cubicBezTo>
                <a:cubicBezTo>
                  <a:pt x="600528" y="68124"/>
                  <a:pt x="598633" y="73945"/>
                  <a:pt x="598698" y="81300"/>
                </a:cubicBezTo>
                <a:lnTo>
                  <a:pt x="639155" y="81300"/>
                </a:lnTo>
                <a:close/>
                <a:moveTo>
                  <a:pt x="778046" y="69163"/>
                </a:moveTo>
                <a:lnTo>
                  <a:pt x="751363" y="73979"/>
                </a:lnTo>
                <a:cubicBezTo>
                  <a:pt x="750464" y="68681"/>
                  <a:pt x="748425" y="64691"/>
                  <a:pt x="745246" y="62010"/>
                </a:cubicBezTo>
                <a:cubicBezTo>
                  <a:pt x="742067" y="59329"/>
                  <a:pt x="737941" y="57989"/>
                  <a:pt x="732868" y="57989"/>
                </a:cubicBezTo>
                <a:cubicBezTo>
                  <a:pt x="726125" y="57989"/>
                  <a:pt x="720747" y="60310"/>
                  <a:pt x="716734" y="64951"/>
                </a:cubicBezTo>
                <a:cubicBezTo>
                  <a:pt x="712720" y="69593"/>
                  <a:pt x="710713" y="77355"/>
                  <a:pt x="710713" y="88238"/>
                </a:cubicBezTo>
                <a:cubicBezTo>
                  <a:pt x="710713" y="100339"/>
                  <a:pt x="712752" y="108887"/>
                  <a:pt x="716830" y="113882"/>
                </a:cubicBezTo>
                <a:cubicBezTo>
                  <a:pt x="720908" y="118875"/>
                  <a:pt x="726382" y="121372"/>
                  <a:pt x="733254" y="121372"/>
                </a:cubicBezTo>
                <a:cubicBezTo>
                  <a:pt x="738391" y="121372"/>
                  <a:pt x="742597" y="119911"/>
                  <a:pt x="745872" y="116989"/>
                </a:cubicBezTo>
                <a:cubicBezTo>
                  <a:pt x="749147" y="114067"/>
                  <a:pt x="751459" y="109042"/>
                  <a:pt x="752808" y="101914"/>
                </a:cubicBezTo>
                <a:lnTo>
                  <a:pt x="779394" y="106537"/>
                </a:lnTo>
                <a:cubicBezTo>
                  <a:pt x="776633" y="118739"/>
                  <a:pt x="771335" y="127954"/>
                  <a:pt x="763500" y="134183"/>
                </a:cubicBezTo>
                <a:cubicBezTo>
                  <a:pt x="755666" y="140412"/>
                  <a:pt x="745166" y="143527"/>
                  <a:pt x="732001" y="143527"/>
                </a:cubicBezTo>
                <a:cubicBezTo>
                  <a:pt x="717039" y="143527"/>
                  <a:pt x="705110" y="138807"/>
                  <a:pt x="696216" y="129367"/>
                </a:cubicBezTo>
                <a:cubicBezTo>
                  <a:pt x="687322" y="119927"/>
                  <a:pt x="682875" y="106858"/>
                  <a:pt x="682875" y="90162"/>
                </a:cubicBezTo>
                <a:cubicBezTo>
                  <a:pt x="682875" y="73273"/>
                  <a:pt x="687338" y="60124"/>
                  <a:pt x="696264" y="50716"/>
                </a:cubicBezTo>
                <a:cubicBezTo>
                  <a:pt x="705190" y="41308"/>
                  <a:pt x="717263" y="36604"/>
                  <a:pt x="732483" y="36604"/>
                </a:cubicBezTo>
                <a:cubicBezTo>
                  <a:pt x="744941" y="36604"/>
                  <a:pt x="754847" y="39285"/>
                  <a:pt x="762200" y="44647"/>
                </a:cubicBezTo>
                <a:cubicBezTo>
                  <a:pt x="769553" y="50010"/>
                  <a:pt x="774835" y="58181"/>
                  <a:pt x="778046" y="69163"/>
                </a:cubicBezTo>
                <a:close/>
                <a:moveTo>
                  <a:pt x="846233" y="38916"/>
                </a:moveTo>
                <a:lnTo>
                  <a:pt x="846233" y="60493"/>
                </a:lnTo>
                <a:lnTo>
                  <a:pt x="827739" y="60493"/>
                </a:lnTo>
                <a:lnTo>
                  <a:pt x="827739" y="101655"/>
                </a:lnTo>
                <a:cubicBezTo>
                  <a:pt x="827739" y="109991"/>
                  <a:pt x="827915" y="114849"/>
                  <a:pt x="828268" y="116227"/>
                </a:cubicBezTo>
                <a:cubicBezTo>
                  <a:pt x="828622" y="117604"/>
                  <a:pt x="829424" y="118742"/>
                  <a:pt x="830677" y="119641"/>
                </a:cubicBezTo>
                <a:cubicBezTo>
                  <a:pt x="831929" y="120538"/>
                  <a:pt x="833454" y="120986"/>
                  <a:pt x="835252" y="120986"/>
                </a:cubicBezTo>
                <a:cubicBezTo>
                  <a:pt x="837757" y="120986"/>
                  <a:pt x="841385" y="120119"/>
                  <a:pt x="846137" y="118386"/>
                </a:cubicBezTo>
                <a:lnTo>
                  <a:pt x="848449" y="139463"/>
                </a:lnTo>
                <a:cubicBezTo>
                  <a:pt x="842155" y="142172"/>
                  <a:pt x="835027" y="143527"/>
                  <a:pt x="827064" y="143527"/>
                </a:cubicBezTo>
                <a:cubicBezTo>
                  <a:pt x="822184" y="143527"/>
                  <a:pt x="817785" y="142708"/>
                  <a:pt x="813868" y="141071"/>
                </a:cubicBezTo>
                <a:cubicBezTo>
                  <a:pt x="809950" y="139433"/>
                  <a:pt x="807076" y="137314"/>
                  <a:pt x="805246" y="134713"/>
                </a:cubicBezTo>
                <a:cubicBezTo>
                  <a:pt x="803416" y="132112"/>
                  <a:pt x="802148" y="128596"/>
                  <a:pt x="801441" y="124165"/>
                </a:cubicBezTo>
                <a:cubicBezTo>
                  <a:pt x="800863" y="121019"/>
                  <a:pt x="800574" y="114661"/>
                  <a:pt x="800574" y="105093"/>
                </a:cubicBezTo>
                <a:lnTo>
                  <a:pt x="800574" y="60493"/>
                </a:lnTo>
                <a:lnTo>
                  <a:pt x="788148" y="60493"/>
                </a:lnTo>
                <a:lnTo>
                  <a:pt x="788148" y="38916"/>
                </a:lnTo>
                <a:lnTo>
                  <a:pt x="800574" y="38916"/>
                </a:lnTo>
                <a:lnTo>
                  <a:pt x="800574" y="18495"/>
                </a:lnTo>
                <a:lnTo>
                  <a:pt x="827739" y="2504"/>
                </a:lnTo>
                <a:lnTo>
                  <a:pt x="827739" y="38916"/>
                </a:lnTo>
                <a:lnTo>
                  <a:pt x="846233" y="38916"/>
                </a:lnTo>
                <a:close/>
                <a:moveTo>
                  <a:pt x="931756" y="141215"/>
                </a:moveTo>
                <a:lnTo>
                  <a:pt x="931756" y="125899"/>
                </a:lnTo>
                <a:cubicBezTo>
                  <a:pt x="928031" y="131358"/>
                  <a:pt x="923135" y="135660"/>
                  <a:pt x="917066" y="138807"/>
                </a:cubicBezTo>
                <a:cubicBezTo>
                  <a:pt x="910997" y="141954"/>
                  <a:pt x="904592" y="143527"/>
                  <a:pt x="897849" y="143527"/>
                </a:cubicBezTo>
                <a:cubicBezTo>
                  <a:pt x="890978" y="143527"/>
                  <a:pt x="884813" y="142018"/>
                  <a:pt x="879354" y="139000"/>
                </a:cubicBezTo>
                <a:cubicBezTo>
                  <a:pt x="873896" y="135981"/>
                  <a:pt x="869946" y="131743"/>
                  <a:pt x="867506" y="126284"/>
                </a:cubicBezTo>
                <a:cubicBezTo>
                  <a:pt x="865066" y="120826"/>
                  <a:pt x="863845" y="113280"/>
                  <a:pt x="863845" y="103648"/>
                </a:cubicBezTo>
                <a:lnTo>
                  <a:pt x="863845" y="38916"/>
                </a:lnTo>
                <a:lnTo>
                  <a:pt x="890913" y="38916"/>
                </a:lnTo>
                <a:lnTo>
                  <a:pt x="890913" y="85815"/>
                </a:lnTo>
                <a:cubicBezTo>
                  <a:pt x="890913" y="100168"/>
                  <a:pt x="891411" y="108962"/>
                  <a:pt x="892406" y="112197"/>
                </a:cubicBezTo>
                <a:cubicBezTo>
                  <a:pt x="893402" y="115432"/>
                  <a:pt x="895216" y="117994"/>
                  <a:pt x="897849" y="119885"/>
                </a:cubicBezTo>
                <a:cubicBezTo>
                  <a:pt x="900482" y="121775"/>
                  <a:pt x="903821" y="122720"/>
                  <a:pt x="907867" y="122720"/>
                </a:cubicBezTo>
                <a:cubicBezTo>
                  <a:pt x="912491" y="122720"/>
                  <a:pt x="916633" y="121455"/>
                  <a:pt x="920293" y="118924"/>
                </a:cubicBezTo>
                <a:cubicBezTo>
                  <a:pt x="923953" y="116394"/>
                  <a:pt x="926458" y="113254"/>
                  <a:pt x="927806" y="109505"/>
                </a:cubicBezTo>
                <a:cubicBezTo>
                  <a:pt x="929155" y="105757"/>
                  <a:pt x="929829" y="96579"/>
                  <a:pt x="929829" y="81971"/>
                </a:cubicBezTo>
                <a:lnTo>
                  <a:pt x="929829" y="38916"/>
                </a:lnTo>
                <a:lnTo>
                  <a:pt x="956897" y="38916"/>
                </a:lnTo>
                <a:lnTo>
                  <a:pt x="956897" y="141215"/>
                </a:lnTo>
                <a:lnTo>
                  <a:pt x="931756" y="141215"/>
                </a:lnTo>
                <a:close/>
                <a:moveTo>
                  <a:pt x="1010675" y="141215"/>
                </a:moveTo>
                <a:lnTo>
                  <a:pt x="983607" y="141215"/>
                </a:lnTo>
                <a:lnTo>
                  <a:pt x="983607" y="38916"/>
                </a:lnTo>
                <a:lnTo>
                  <a:pt x="1008748" y="38916"/>
                </a:lnTo>
                <a:lnTo>
                  <a:pt x="1008748" y="53461"/>
                </a:lnTo>
                <a:cubicBezTo>
                  <a:pt x="1013051" y="46590"/>
                  <a:pt x="1016920" y="42063"/>
                  <a:pt x="1020356" y="39879"/>
                </a:cubicBezTo>
                <a:cubicBezTo>
                  <a:pt x="1023791" y="37696"/>
                  <a:pt x="1027693" y="36604"/>
                  <a:pt x="1032060" y="36604"/>
                </a:cubicBezTo>
                <a:cubicBezTo>
                  <a:pt x="1038224" y="36604"/>
                  <a:pt x="1044165" y="38306"/>
                  <a:pt x="1049880" y="41709"/>
                </a:cubicBezTo>
                <a:lnTo>
                  <a:pt x="1041500" y="65310"/>
                </a:lnTo>
                <a:cubicBezTo>
                  <a:pt x="1036940" y="62356"/>
                  <a:pt x="1032702" y="60879"/>
                  <a:pt x="1028784" y="60879"/>
                </a:cubicBezTo>
                <a:cubicBezTo>
                  <a:pt x="1024996" y="60879"/>
                  <a:pt x="1021785" y="61922"/>
                  <a:pt x="1019152" y="64009"/>
                </a:cubicBezTo>
                <a:cubicBezTo>
                  <a:pt x="1016519" y="66096"/>
                  <a:pt x="1014448" y="69869"/>
                  <a:pt x="1012939" y="75328"/>
                </a:cubicBezTo>
                <a:cubicBezTo>
                  <a:pt x="1011430" y="80786"/>
                  <a:pt x="1010675" y="92217"/>
                  <a:pt x="1010675" y="109620"/>
                </a:cubicBezTo>
                <a:lnTo>
                  <a:pt x="1010675" y="141215"/>
                </a:lnTo>
                <a:close/>
                <a:moveTo>
                  <a:pt x="1120942" y="108657"/>
                </a:moveTo>
                <a:lnTo>
                  <a:pt x="1147913" y="113280"/>
                </a:lnTo>
                <a:cubicBezTo>
                  <a:pt x="1144445" y="123138"/>
                  <a:pt x="1138971" y="130643"/>
                  <a:pt x="1131489" y="135797"/>
                </a:cubicBezTo>
                <a:cubicBezTo>
                  <a:pt x="1124008" y="140950"/>
                  <a:pt x="1114648" y="143527"/>
                  <a:pt x="1103410" y="143527"/>
                </a:cubicBezTo>
                <a:cubicBezTo>
                  <a:pt x="1085622" y="143527"/>
                  <a:pt x="1072457" y="137715"/>
                  <a:pt x="1063916" y="126092"/>
                </a:cubicBezTo>
                <a:cubicBezTo>
                  <a:pt x="1057173" y="116780"/>
                  <a:pt x="1053802" y="105028"/>
                  <a:pt x="1053802" y="90836"/>
                </a:cubicBezTo>
                <a:cubicBezTo>
                  <a:pt x="1053802" y="73883"/>
                  <a:pt x="1058233" y="60606"/>
                  <a:pt x="1067095" y="51005"/>
                </a:cubicBezTo>
                <a:cubicBezTo>
                  <a:pt x="1075957" y="41404"/>
                  <a:pt x="1087163" y="36604"/>
                  <a:pt x="1100713" y="36604"/>
                </a:cubicBezTo>
                <a:cubicBezTo>
                  <a:pt x="1115933" y="36604"/>
                  <a:pt x="1127941" y="41629"/>
                  <a:pt x="1136739" y="51679"/>
                </a:cubicBezTo>
                <a:cubicBezTo>
                  <a:pt x="1145537" y="61729"/>
                  <a:pt x="1149743" y="77126"/>
                  <a:pt x="1149358" y="97868"/>
                </a:cubicBezTo>
                <a:lnTo>
                  <a:pt x="1081544" y="97868"/>
                </a:lnTo>
                <a:cubicBezTo>
                  <a:pt x="1081737" y="105895"/>
                  <a:pt x="1083920" y="112140"/>
                  <a:pt x="1088094" y="116604"/>
                </a:cubicBezTo>
                <a:cubicBezTo>
                  <a:pt x="1092268" y="121067"/>
                  <a:pt x="1097470" y="123298"/>
                  <a:pt x="1103699" y="123298"/>
                </a:cubicBezTo>
                <a:cubicBezTo>
                  <a:pt x="1107938" y="123298"/>
                  <a:pt x="1111502" y="122142"/>
                  <a:pt x="1114391" y="119831"/>
                </a:cubicBezTo>
                <a:cubicBezTo>
                  <a:pt x="1117281" y="117519"/>
                  <a:pt x="1119465" y="113794"/>
                  <a:pt x="1120942" y="108657"/>
                </a:cubicBezTo>
                <a:moveTo>
                  <a:pt x="1122483" y="81300"/>
                </a:moveTo>
                <a:cubicBezTo>
                  <a:pt x="1122290" y="73497"/>
                  <a:pt x="1120267" y="67565"/>
                  <a:pt x="1116414" y="63503"/>
                </a:cubicBezTo>
                <a:cubicBezTo>
                  <a:pt x="1112561" y="59442"/>
                  <a:pt x="1107873" y="57411"/>
                  <a:pt x="1102351" y="57411"/>
                </a:cubicBezTo>
                <a:cubicBezTo>
                  <a:pt x="1096443" y="57411"/>
                  <a:pt x="1091562" y="59553"/>
                  <a:pt x="1087709" y="63838"/>
                </a:cubicBezTo>
                <a:cubicBezTo>
                  <a:pt x="1083856" y="68124"/>
                  <a:pt x="1081961" y="73945"/>
                  <a:pt x="1082026" y="81300"/>
                </a:cubicBezTo>
                <a:lnTo>
                  <a:pt x="1122483" y="81300"/>
                </a:ln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8532B-126D-4C88-8701-386E657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30" y="573861"/>
            <a:ext cx="1895959" cy="372270"/>
          </a:xfrm>
          <a:custGeom xmlns:a="http://schemas.openxmlformats.org/drawingml/2006/main">
            <a:pathLst>
              <a:path w="1895959" h="372270">
                <a:moveTo>
                  <a:pt x="1895591" y="372270"/>
                </a:moveTo>
                <a:lnTo>
                  <a:pt x="1894336" y="372270"/>
                </a:lnTo>
                <a:lnTo>
                  <a:pt x="1893089" y="372270"/>
                </a:lnTo>
                <a:lnTo>
                  <a:pt x="1891841" y="372270"/>
                </a:lnTo>
                <a:lnTo>
                  <a:pt x="1890601" y="372270"/>
                </a:lnTo>
                <a:lnTo>
                  <a:pt x="1889347" y="372270"/>
                </a:lnTo>
                <a:lnTo>
                  <a:pt x="1888107" y="372270"/>
                </a:lnTo>
                <a:lnTo>
                  <a:pt x="1886852" y="372270"/>
                </a:lnTo>
                <a:lnTo>
                  <a:pt x="1885612" y="372270"/>
                </a:lnTo>
                <a:lnTo>
                  <a:pt x="1884357" y="372270"/>
                </a:lnTo>
                <a:lnTo>
                  <a:pt x="1883110" y="372270"/>
                </a:lnTo>
                <a:lnTo>
                  <a:pt x="1881863" y="372270"/>
                </a:lnTo>
                <a:lnTo>
                  <a:pt x="1880615" y="372270"/>
                </a:lnTo>
                <a:lnTo>
                  <a:pt x="1879361" y="372270"/>
                </a:lnTo>
                <a:lnTo>
                  <a:pt x="1878113" y="372270"/>
                </a:lnTo>
                <a:lnTo>
                  <a:pt x="1876866" y="372270"/>
                </a:lnTo>
                <a:lnTo>
                  <a:pt x="1875619" y="372270"/>
                </a:lnTo>
                <a:lnTo>
                  <a:pt x="1874379" y="372270"/>
                </a:lnTo>
                <a:lnTo>
                  <a:pt x="1873124" y="372270"/>
                </a:lnTo>
                <a:lnTo>
                  <a:pt x="1871884" y="372270"/>
                </a:lnTo>
                <a:lnTo>
                  <a:pt x="1870629" y="372270"/>
                </a:lnTo>
                <a:lnTo>
                  <a:pt x="1869389" y="372270"/>
                </a:lnTo>
                <a:lnTo>
                  <a:pt x="1868142" y="372270"/>
                </a:lnTo>
                <a:lnTo>
                  <a:pt x="1866887" y="372270"/>
                </a:lnTo>
                <a:lnTo>
                  <a:pt x="1865648" y="372270"/>
                </a:lnTo>
                <a:lnTo>
                  <a:pt x="1864393" y="372270"/>
                </a:lnTo>
                <a:lnTo>
                  <a:pt x="1863145" y="372270"/>
                </a:lnTo>
                <a:lnTo>
                  <a:pt x="1861891" y="372270"/>
                </a:lnTo>
                <a:lnTo>
                  <a:pt x="1860651" y="372270"/>
                </a:lnTo>
                <a:lnTo>
                  <a:pt x="1859396" y="372270"/>
                </a:lnTo>
                <a:lnTo>
                  <a:pt x="1858156" y="372270"/>
                </a:lnTo>
                <a:lnTo>
                  <a:pt x="1856901" y="372270"/>
                </a:lnTo>
                <a:lnTo>
                  <a:pt x="1855661" y="372270"/>
                </a:lnTo>
                <a:lnTo>
                  <a:pt x="1854407" y="372270"/>
                </a:lnTo>
                <a:lnTo>
                  <a:pt x="1853159" y="372270"/>
                </a:lnTo>
                <a:lnTo>
                  <a:pt x="1851919" y="372270"/>
                </a:lnTo>
                <a:lnTo>
                  <a:pt x="1850665" y="372270"/>
                </a:lnTo>
                <a:lnTo>
                  <a:pt x="1849425" y="372270"/>
                </a:lnTo>
                <a:lnTo>
                  <a:pt x="1848162" y="372270"/>
                </a:lnTo>
                <a:lnTo>
                  <a:pt x="1846923" y="372270"/>
                </a:lnTo>
                <a:lnTo>
                  <a:pt x="1845668" y="372270"/>
                </a:lnTo>
                <a:lnTo>
                  <a:pt x="1844428" y="372270"/>
                </a:lnTo>
                <a:lnTo>
                  <a:pt x="1843173" y="372270"/>
                </a:lnTo>
                <a:lnTo>
                  <a:pt x="1841933" y="372270"/>
                </a:lnTo>
                <a:lnTo>
                  <a:pt x="1840679" y="372270"/>
                </a:lnTo>
                <a:lnTo>
                  <a:pt x="1839431" y="372270"/>
                </a:lnTo>
                <a:lnTo>
                  <a:pt x="1838191" y="372270"/>
                </a:lnTo>
                <a:lnTo>
                  <a:pt x="1836937" y="372270"/>
                </a:lnTo>
                <a:lnTo>
                  <a:pt x="1835697" y="372270"/>
                </a:lnTo>
                <a:lnTo>
                  <a:pt x="1834442" y="372270"/>
                </a:lnTo>
                <a:lnTo>
                  <a:pt x="1833202" y="372270"/>
                </a:lnTo>
                <a:lnTo>
                  <a:pt x="1831940" y="372270"/>
                </a:lnTo>
                <a:lnTo>
                  <a:pt x="1830700" y="372270"/>
                </a:lnTo>
                <a:lnTo>
                  <a:pt x="1829445" y="372270"/>
                </a:lnTo>
                <a:lnTo>
                  <a:pt x="1828198" y="372270"/>
                </a:lnTo>
                <a:lnTo>
                  <a:pt x="1826950" y="372270"/>
                </a:lnTo>
                <a:lnTo>
                  <a:pt x="1825703" y="372270"/>
                </a:lnTo>
                <a:lnTo>
                  <a:pt x="1824463" y="372270"/>
                </a:lnTo>
                <a:lnTo>
                  <a:pt x="1823209" y="372270"/>
                </a:lnTo>
                <a:lnTo>
                  <a:pt x="1821969" y="372270"/>
                </a:lnTo>
                <a:lnTo>
                  <a:pt x="1820714" y="372270"/>
                </a:lnTo>
                <a:lnTo>
                  <a:pt x="1819474" y="372270"/>
                </a:lnTo>
                <a:lnTo>
                  <a:pt x="1818219" y="372270"/>
                </a:lnTo>
                <a:lnTo>
                  <a:pt x="1816972" y="372270"/>
                </a:lnTo>
                <a:lnTo>
                  <a:pt x="1815717" y="372270"/>
                </a:lnTo>
                <a:lnTo>
                  <a:pt x="1814470" y="372270"/>
                </a:lnTo>
                <a:lnTo>
                  <a:pt x="1813222" y="372270"/>
                </a:lnTo>
                <a:lnTo>
                  <a:pt x="1811975" y="372270"/>
                </a:lnTo>
                <a:lnTo>
                  <a:pt x="1810728" y="372270"/>
                </a:lnTo>
                <a:lnTo>
                  <a:pt x="1809480" y="372270"/>
                </a:lnTo>
                <a:lnTo>
                  <a:pt x="1808241" y="372270"/>
                </a:lnTo>
                <a:lnTo>
                  <a:pt x="1806986" y="372270"/>
                </a:lnTo>
                <a:lnTo>
                  <a:pt x="1805746" y="372270"/>
                </a:lnTo>
                <a:lnTo>
                  <a:pt x="1804491" y="372270"/>
                </a:lnTo>
                <a:lnTo>
                  <a:pt x="1803251" y="372270"/>
                </a:lnTo>
                <a:lnTo>
                  <a:pt x="1802004" y="372270"/>
                </a:lnTo>
                <a:lnTo>
                  <a:pt x="1800749" y="372270"/>
                </a:lnTo>
                <a:lnTo>
                  <a:pt x="1799502" y="372270"/>
                </a:lnTo>
                <a:lnTo>
                  <a:pt x="1798247" y="372270"/>
                </a:lnTo>
                <a:lnTo>
                  <a:pt x="1797007" y="372270"/>
                </a:lnTo>
                <a:lnTo>
                  <a:pt x="1795752" y="372270"/>
                </a:lnTo>
                <a:lnTo>
                  <a:pt x="1794513" y="372270"/>
                </a:lnTo>
                <a:lnTo>
                  <a:pt x="1793258" y="372270"/>
                </a:lnTo>
                <a:lnTo>
                  <a:pt x="1792018" y="372270"/>
                </a:lnTo>
                <a:lnTo>
                  <a:pt x="1790763" y="372270"/>
                </a:lnTo>
                <a:lnTo>
                  <a:pt x="1789523" y="372270"/>
                </a:lnTo>
                <a:lnTo>
                  <a:pt x="1788268" y="372270"/>
                </a:lnTo>
                <a:lnTo>
                  <a:pt x="1787021" y="372270"/>
                </a:lnTo>
                <a:lnTo>
                  <a:pt x="1785766" y="372270"/>
                </a:lnTo>
                <a:lnTo>
                  <a:pt x="1784519" y="372270"/>
                </a:lnTo>
                <a:lnTo>
                  <a:pt x="1783279" y="372270"/>
                </a:lnTo>
                <a:lnTo>
                  <a:pt x="1782024" y="372270"/>
                </a:lnTo>
                <a:lnTo>
                  <a:pt x="1780785" y="372270"/>
                </a:lnTo>
                <a:lnTo>
                  <a:pt x="1779530" y="372270"/>
                </a:lnTo>
                <a:lnTo>
                  <a:pt x="1778290" y="372270"/>
                </a:lnTo>
                <a:lnTo>
                  <a:pt x="1777035" y="372270"/>
                </a:lnTo>
                <a:lnTo>
                  <a:pt x="1775795" y="372270"/>
                </a:lnTo>
                <a:lnTo>
                  <a:pt x="1774540" y="372270"/>
                </a:lnTo>
                <a:lnTo>
                  <a:pt x="1773293" y="372270"/>
                </a:lnTo>
                <a:lnTo>
                  <a:pt x="1772053" y="372270"/>
                </a:lnTo>
                <a:lnTo>
                  <a:pt x="1770798" y="372270"/>
                </a:lnTo>
                <a:lnTo>
                  <a:pt x="1769551" y="372270"/>
                </a:lnTo>
                <a:lnTo>
                  <a:pt x="1768296" y="372270"/>
                </a:lnTo>
                <a:lnTo>
                  <a:pt x="1767057" y="372270"/>
                </a:lnTo>
                <a:lnTo>
                  <a:pt x="1765802" y="372270"/>
                </a:lnTo>
                <a:lnTo>
                  <a:pt x="1764562" y="372270"/>
                </a:lnTo>
                <a:lnTo>
                  <a:pt x="1763307" y="372270"/>
                </a:lnTo>
                <a:lnTo>
                  <a:pt x="1762060" y="372270"/>
                </a:lnTo>
                <a:lnTo>
                  <a:pt x="1760812" y="372270"/>
                </a:lnTo>
                <a:lnTo>
                  <a:pt x="1759565" y="372270"/>
                </a:lnTo>
                <a:lnTo>
                  <a:pt x="1758325" y="372270"/>
                </a:lnTo>
                <a:lnTo>
                  <a:pt x="1757070" y="372270"/>
                </a:lnTo>
                <a:lnTo>
                  <a:pt x="1755831" y="372270"/>
                </a:lnTo>
                <a:lnTo>
                  <a:pt x="1754568" y="372270"/>
                </a:lnTo>
                <a:lnTo>
                  <a:pt x="1753328" y="372270"/>
                </a:lnTo>
                <a:lnTo>
                  <a:pt x="1752074" y="372270"/>
                </a:lnTo>
                <a:lnTo>
                  <a:pt x="1750834" y="372270"/>
                </a:lnTo>
                <a:lnTo>
                  <a:pt x="1749579" y="372270"/>
                </a:lnTo>
                <a:lnTo>
                  <a:pt x="1748332" y="372270"/>
                </a:lnTo>
                <a:lnTo>
                  <a:pt x="1747084" y="372270"/>
                </a:lnTo>
                <a:lnTo>
                  <a:pt x="1745837" y="372270"/>
                </a:lnTo>
                <a:lnTo>
                  <a:pt x="1744590" y="372270"/>
                </a:lnTo>
                <a:lnTo>
                  <a:pt x="1743342" y="372270"/>
                </a:lnTo>
                <a:lnTo>
                  <a:pt x="1742103" y="372270"/>
                </a:lnTo>
                <a:lnTo>
                  <a:pt x="1740848" y="372270"/>
                </a:lnTo>
                <a:lnTo>
                  <a:pt x="1739608" y="372270"/>
                </a:lnTo>
                <a:lnTo>
                  <a:pt x="1738346" y="372270"/>
                </a:lnTo>
                <a:lnTo>
                  <a:pt x="1737106" y="372270"/>
                </a:lnTo>
                <a:lnTo>
                  <a:pt x="1735851" y="372270"/>
                </a:lnTo>
                <a:lnTo>
                  <a:pt x="1734611" y="372270"/>
                </a:lnTo>
                <a:lnTo>
                  <a:pt x="1733364" y="372270"/>
                </a:lnTo>
                <a:lnTo>
                  <a:pt x="1732109" y="372270"/>
                </a:lnTo>
                <a:lnTo>
                  <a:pt x="1730869" y="372270"/>
                </a:lnTo>
                <a:lnTo>
                  <a:pt x="1729614" y="372270"/>
                </a:lnTo>
                <a:lnTo>
                  <a:pt x="1728375" y="372270"/>
                </a:lnTo>
                <a:lnTo>
                  <a:pt x="1727120" y="372270"/>
                </a:lnTo>
                <a:lnTo>
                  <a:pt x="1725880" y="372270"/>
                </a:lnTo>
                <a:lnTo>
                  <a:pt x="1724625" y="372270"/>
                </a:lnTo>
                <a:lnTo>
                  <a:pt x="1723378" y="372270"/>
                </a:lnTo>
                <a:lnTo>
                  <a:pt x="1722123" y="372270"/>
                </a:lnTo>
                <a:lnTo>
                  <a:pt x="1720883" y="372270"/>
                </a:lnTo>
                <a:lnTo>
                  <a:pt x="1719628" y="372270"/>
                </a:lnTo>
                <a:lnTo>
                  <a:pt x="1718381" y="372270"/>
                </a:lnTo>
                <a:lnTo>
                  <a:pt x="1717141" y="372270"/>
                </a:lnTo>
                <a:lnTo>
                  <a:pt x="1715886" y="372270"/>
                </a:lnTo>
                <a:lnTo>
                  <a:pt x="1714646" y="372270"/>
                </a:lnTo>
                <a:lnTo>
                  <a:pt x="1713392" y="372270"/>
                </a:lnTo>
                <a:lnTo>
                  <a:pt x="1712152" y="372270"/>
                </a:lnTo>
                <a:lnTo>
                  <a:pt x="1710897" y="372270"/>
                </a:lnTo>
                <a:lnTo>
                  <a:pt x="1709657" y="372270"/>
                </a:lnTo>
                <a:lnTo>
                  <a:pt x="1708402" y="372270"/>
                </a:lnTo>
                <a:lnTo>
                  <a:pt x="1707155" y="372270"/>
                </a:lnTo>
                <a:lnTo>
                  <a:pt x="1705900" y="372270"/>
                </a:lnTo>
                <a:lnTo>
                  <a:pt x="1704653" y="372270"/>
                </a:lnTo>
                <a:lnTo>
                  <a:pt x="1703413" y="372270"/>
                </a:lnTo>
                <a:lnTo>
                  <a:pt x="1702158" y="372270"/>
                </a:lnTo>
                <a:lnTo>
                  <a:pt x="1700918" y="372270"/>
                </a:lnTo>
                <a:lnTo>
                  <a:pt x="1699664" y="372270"/>
                </a:lnTo>
                <a:lnTo>
                  <a:pt x="1698424" y="372270"/>
                </a:lnTo>
                <a:lnTo>
                  <a:pt x="1697169" y="372270"/>
                </a:lnTo>
                <a:lnTo>
                  <a:pt x="1695922" y="372270"/>
                </a:lnTo>
                <a:lnTo>
                  <a:pt x="1694674" y="372270"/>
                </a:lnTo>
                <a:lnTo>
                  <a:pt x="1693427" y="372270"/>
                </a:lnTo>
                <a:lnTo>
                  <a:pt x="1692172" y="372270"/>
                </a:lnTo>
                <a:lnTo>
                  <a:pt x="1690925" y="372270"/>
                </a:lnTo>
                <a:lnTo>
                  <a:pt x="1689685" y="372270"/>
                </a:lnTo>
                <a:lnTo>
                  <a:pt x="1688430" y="372270"/>
                </a:lnTo>
                <a:lnTo>
                  <a:pt x="1687190" y="372270"/>
                </a:lnTo>
                <a:lnTo>
                  <a:pt x="1685936" y="372270"/>
                </a:lnTo>
                <a:lnTo>
                  <a:pt x="1684696" y="372270"/>
                </a:lnTo>
                <a:lnTo>
                  <a:pt x="1683441" y="372270"/>
                </a:lnTo>
                <a:lnTo>
                  <a:pt x="1682194" y="372270"/>
                </a:lnTo>
                <a:lnTo>
                  <a:pt x="1680946" y="372270"/>
                </a:lnTo>
                <a:lnTo>
                  <a:pt x="1679699" y="372270"/>
                </a:lnTo>
                <a:lnTo>
                  <a:pt x="1678452" y="372270"/>
                </a:lnTo>
                <a:lnTo>
                  <a:pt x="1677204" y="372270"/>
                </a:lnTo>
                <a:lnTo>
                  <a:pt x="1675957" y="372270"/>
                </a:lnTo>
                <a:lnTo>
                  <a:pt x="1674702" y="372270"/>
                </a:lnTo>
                <a:lnTo>
                  <a:pt x="1673462" y="372270"/>
                </a:lnTo>
                <a:lnTo>
                  <a:pt x="1672207" y="372270"/>
                </a:lnTo>
                <a:lnTo>
                  <a:pt x="1670968" y="372270"/>
                </a:lnTo>
                <a:lnTo>
                  <a:pt x="1669713" y="372270"/>
                </a:lnTo>
                <a:lnTo>
                  <a:pt x="1668473" y="372270"/>
                </a:lnTo>
                <a:lnTo>
                  <a:pt x="1667226" y="372270"/>
                </a:lnTo>
                <a:lnTo>
                  <a:pt x="1665971" y="372270"/>
                </a:lnTo>
                <a:lnTo>
                  <a:pt x="1664731" y="372270"/>
                </a:lnTo>
                <a:lnTo>
                  <a:pt x="1663476" y="372270"/>
                </a:lnTo>
                <a:lnTo>
                  <a:pt x="1662236" y="372270"/>
                </a:lnTo>
                <a:lnTo>
                  <a:pt x="1660974" y="372270"/>
                </a:lnTo>
                <a:lnTo>
                  <a:pt x="1659734" y="372270"/>
                </a:lnTo>
                <a:lnTo>
                  <a:pt x="1658479" y="372270"/>
                </a:lnTo>
                <a:lnTo>
                  <a:pt x="1657240" y="372270"/>
                </a:lnTo>
                <a:lnTo>
                  <a:pt x="1655985" y="372270"/>
                </a:lnTo>
                <a:lnTo>
                  <a:pt x="1654745" y="372270"/>
                </a:lnTo>
                <a:lnTo>
                  <a:pt x="1653490" y="372270"/>
                </a:lnTo>
                <a:lnTo>
                  <a:pt x="1652243" y="372270"/>
                </a:lnTo>
                <a:lnTo>
                  <a:pt x="1651003" y="372270"/>
                </a:lnTo>
                <a:lnTo>
                  <a:pt x="1649748" y="372270"/>
                </a:lnTo>
                <a:lnTo>
                  <a:pt x="1648508" y="372270"/>
                </a:lnTo>
                <a:lnTo>
                  <a:pt x="1647254" y="372270"/>
                </a:lnTo>
                <a:lnTo>
                  <a:pt x="1646014" y="372270"/>
                </a:lnTo>
                <a:lnTo>
                  <a:pt x="1644751" y="372270"/>
                </a:lnTo>
                <a:lnTo>
                  <a:pt x="1643512" y="372270"/>
                </a:lnTo>
                <a:lnTo>
                  <a:pt x="1642257" y="372270"/>
                </a:lnTo>
                <a:lnTo>
                  <a:pt x="1641017" y="372270"/>
                </a:lnTo>
                <a:lnTo>
                  <a:pt x="1639762" y="372270"/>
                </a:lnTo>
                <a:lnTo>
                  <a:pt x="1638515" y="372270"/>
                </a:lnTo>
                <a:lnTo>
                  <a:pt x="1637275" y="372270"/>
                </a:lnTo>
                <a:lnTo>
                  <a:pt x="1636020" y="372270"/>
                </a:lnTo>
                <a:lnTo>
                  <a:pt x="1634780" y="372270"/>
                </a:lnTo>
                <a:lnTo>
                  <a:pt x="1633525" y="372270"/>
                </a:lnTo>
                <a:lnTo>
                  <a:pt x="1632286" y="372270"/>
                </a:lnTo>
                <a:lnTo>
                  <a:pt x="1631031" y="372270"/>
                </a:lnTo>
                <a:lnTo>
                  <a:pt x="1629783" y="372270"/>
                </a:lnTo>
                <a:lnTo>
                  <a:pt x="1628529" y="372270"/>
                </a:lnTo>
                <a:lnTo>
                  <a:pt x="1627281" y="372270"/>
                </a:lnTo>
                <a:lnTo>
                  <a:pt x="1626034" y="372270"/>
                </a:lnTo>
                <a:lnTo>
                  <a:pt x="1624787" y="372270"/>
                </a:lnTo>
                <a:lnTo>
                  <a:pt x="1623547" y="372270"/>
                </a:lnTo>
                <a:lnTo>
                  <a:pt x="1622292" y="372270"/>
                </a:lnTo>
                <a:lnTo>
                  <a:pt x="1621052" y="372270"/>
                </a:lnTo>
                <a:lnTo>
                  <a:pt x="1619797" y="372270"/>
                </a:lnTo>
                <a:lnTo>
                  <a:pt x="1618558" y="372270"/>
                </a:lnTo>
                <a:lnTo>
                  <a:pt x="1617303" y="372270"/>
                </a:lnTo>
                <a:lnTo>
                  <a:pt x="1616063" y="372270"/>
                </a:lnTo>
                <a:lnTo>
                  <a:pt x="1614808" y="372270"/>
                </a:lnTo>
                <a:lnTo>
                  <a:pt x="1613561" y="372270"/>
                </a:lnTo>
                <a:lnTo>
                  <a:pt x="1612306" y="372270"/>
                </a:lnTo>
                <a:lnTo>
                  <a:pt x="1611059" y="372270"/>
                </a:lnTo>
                <a:lnTo>
                  <a:pt x="1609819" y="372270"/>
                </a:lnTo>
                <a:lnTo>
                  <a:pt x="1608564" y="372270"/>
                </a:lnTo>
                <a:lnTo>
                  <a:pt x="1607324" y="372270"/>
                </a:lnTo>
                <a:lnTo>
                  <a:pt x="1606069" y="372270"/>
                </a:lnTo>
                <a:lnTo>
                  <a:pt x="1604830" y="372270"/>
                </a:lnTo>
                <a:lnTo>
                  <a:pt x="1603575" y="372270"/>
                </a:lnTo>
                <a:lnTo>
                  <a:pt x="1602335" y="372270"/>
                </a:lnTo>
                <a:lnTo>
                  <a:pt x="1601088" y="372270"/>
                </a:lnTo>
                <a:lnTo>
                  <a:pt x="1599833" y="372270"/>
                </a:lnTo>
                <a:lnTo>
                  <a:pt x="1598578" y="372270"/>
                </a:lnTo>
                <a:lnTo>
                  <a:pt x="1597331" y="372270"/>
                </a:lnTo>
                <a:lnTo>
                  <a:pt x="1596091" y="372270"/>
                </a:lnTo>
                <a:lnTo>
                  <a:pt x="1594836" y="372270"/>
                </a:lnTo>
                <a:lnTo>
                  <a:pt x="1593596" y="372270"/>
                </a:lnTo>
                <a:lnTo>
                  <a:pt x="1592341" y="372270"/>
                </a:lnTo>
                <a:lnTo>
                  <a:pt x="1591102" y="372270"/>
                </a:lnTo>
                <a:lnTo>
                  <a:pt x="1589847" y="372270"/>
                </a:lnTo>
                <a:lnTo>
                  <a:pt x="1588607" y="372270"/>
                </a:lnTo>
                <a:lnTo>
                  <a:pt x="1587352" y="372270"/>
                </a:lnTo>
                <a:lnTo>
                  <a:pt x="1586105" y="372270"/>
                </a:lnTo>
                <a:lnTo>
                  <a:pt x="1584865" y="372270"/>
                </a:lnTo>
                <a:lnTo>
                  <a:pt x="1583610" y="372270"/>
                </a:lnTo>
                <a:lnTo>
                  <a:pt x="1582363" y="372270"/>
                </a:lnTo>
                <a:lnTo>
                  <a:pt x="1581108" y="372270"/>
                </a:lnTo>
                <a:lnTo>
                  <a:pt x="1579868" y="372270"/>
                </a:lnTo>
                <a:lnTo>
                  <a:pt x="1578613" y="372270"/>
                </a:lnTo>
                <a:lnTo>
                  <a:pt x="1577373" y="372270"/>
                </a:lnTo>
                <a:lnTo>
                  <a:pt x="1576119" y="372270"/>
                </a:lnTo>
                <a:lnTo>
                  <a:pt x="1574879" y="372270"/>
                </a:lnTo>
                <a:lnTo>
                  <a:pt x="1573624" y="372270"/>
                </a:lnTo>
                <a:lnTo>
                  <a:pt x="1572377" y="372270"/>
                </a:lnTo>
                <a:lnTo>
                  <a:pt x="1571137" y="372270"/>
                </a:lnTo>
                <a:lnTo>
                  <a:pt x="1569882" y="372270"/>
                </a:lnTo>
                <a:lnTo>
                  <a:pt x="1568642" y="372270"/>
                </a:lnTo>
                <a:lnTo>
                  <a:pt x="1567380" y="372270"/>
                </a:lnTo>
                <a:lnTo>
                  <a:pt x="1566140" y="372270"/>
                </a:lnTo>
                <a:lnTo>
                  <a:pt x="1564885" y="372270"/>
                </a:lnTo>
                <a:lnTo>
                  <a:pt x="1563645" y="372270"/>
                </a:lnTo>
                <a:lnTo>
                  <a:pt x="1562391" y="372270"/>
                </a:lnTo>
                <a:lnTo>
                  <a:pt x="1561143" y="372270"/>
                </a:lnTo>
                <a:lnTo>
                  <a:pt x="1559896" y="372270"/>
                </a:lnTo>
                <a:lnTo>
                  <a:pt x="1558649" y="372270"/>
                </a:lnTo>
                <a:lnTo>
                  <a:pt x="1557409" y="372270"/>
                </a:lnTo>
                <a:lnTo>
                  <a:pt x="1556154" y="372270"/>
                </a:lnTo>
                <a:lnTo>
                  <a:pt x="1554914" y="372270"/>
                </a:lnTo>
                <a:lnTo>
                  <a:pt x="1553659" y="372270"/>
                </a:lnTo>
                <a:lnTo>
                  <a:pt x="1552420" y="372270"/>
                </a:lnTo>
                <a:lnTo>
                  <a:pt x="1551157" y="372270"/>
                </a:lnTo>
                <a:lnTo>
                  <a:pt x="1549917" y="372270"/>
                </a:lnTo>
                <a:lnTo>
                  <a:pt x="1548663" y="372270"/>
                </a:lnTo>
                <a:lnTo>
                  <a:pt x="1547423" y="372270"/>
                </a:lnTo>
                <a:lnTo>
                  <a:pt x="1546168" y="372270"/>
                </a:lnTo>
                <a:lnTo>
                  <a:pt x="1544921" y="372270"/>
                </a:lnTo>
                <a:lnTo>
                  <a:pt x="1543681" y="372270"/>
                </a:lnTo>
                <a:lnTo>
                  <a:pt x="1542426" y="372270"/>
                </a:lnTo>
                <a:lnTo>
                  <a:pt x="1541186" y="372270"/>
                </a:lnTo>
                <a:lnTo>
                  <a:pt x="1539931" y="372270"/>
                </a:lnTo>
                <a:lnTo>
                  <a:pt x="1538691" y="372270"/>
                </a:lnTo>
                <a:lnTo>
                  <a:pt x="1537437" y="372270"/>
                </a:lnTo>
                <a:lnTo>
                  <a:pt x="1536189" y="372270"/>
                </a:lnTo>
                <a:lnTo>
                  <a:pt x="1534934" y="372270"/>
                </a:lnTo>
                <a:lnTo>
                  <a:pt x="1533695" y="372270"/>
                </a:lnTo>
                <a:lnTo>
                  <a:pt x="1532440" y="372270"/>
                </a:lnTo>
                <a:lnTo>
                  <a:pt x="1531192" y="372270"/>
                </a:lnTo>
                <a:lnTo>
                  <a:pt x="1529953" y="372270"/>
                </a:lnTo>
                <a:lnTo>
                  <a:pt x="1528698" y="372270"/>
                </a:lnTo>
                <a:lnTo>
                  <a:pt x="1527458" y="372270"/>
                </a:lnTo>
                <a:lnTo>
                  <a:pt x="1526203" y="372270"/>
                </a:lnTo>
                <a:lnTo>
                  <a:pt x="1524963" y="372270"/>
                </a:lnTo>
                <a:lnTo>
                  <a:pt x="1523709" y="372270"/>
                </a:lnTo>
                <a:lnTo>
                  <a:pt x="1522469" y="372270"/>
                </a:lnTo>
                <a:lnTo>
                  <a:pt x="1521214" y="372270"/>
                </a:lnTo>
                <a:lnTo>
                  <a:pt x="1519967" y="372270"/>
                </a:lnTo>
                <a:lnTo>
                  <a:pt x="1518712" y="372270"/>
                </a:lnTo>
                <a:lnTo>
                  <a:pt x="1517464" y="372270"/>
                </a:lnTo>
                <a:lnTo>
                  <a:pt x="1516225" y="372270"/>
                </a:lnTo>
                <a:lnTo>
                  <a:pt x="1514970" y="372270"/>
                </a:lnTo>
                <a:lnTo>
                  <a:pt x="1513730" y="372270"/>
                </a:lnTo>
                <a:lnTo>
                  <a:pt x="1512475" y="372270"/>
                </a:lnTo>
                <a:lnTo>
                  <a:pt x="1511235" y="372270"/>
                </a:lnTo>
                <a:lnTo>
                  <a:pt x="1509981" y="372270"/>
                </a:lnTo>
                <a:lnTo>
                  <a:pt x="1508741" y="372270"/>
                </a:lnTo>
                <a:lnTo>
                  <a:pt x="1507486" y="372270"/>
                </a:lnTo>
                <a:lnTo>
                  <a:pt x="1506239" y="372270"/>
                </a:lnTo>
                <a:lnTo>
                  <a:pt x="1504984" y="372270"/>
                </a:lnTo>
                <a:lnTo>
                  <a:pt x="1503736" y="372270"/>
                </a:lnTo>
                <a:lnTo>
                  <a:pt x="1502497" y="372270"/>
                </a:lnTo>
                <a:lnTo>
                  <a:pt x="1501242" y="372270"/>
                </a:lnTo>
                <a:lnTo>
                  <a:pt x="1500002" y="372270"/>
                </a:lnTo>
                <a:lnTo>
                  <a:pt x="1498747" y="372270"/>
                </a:lnTo>
                <a:lnTo>
                  <a:pt x="1497507" y="372270"/>
                </a:lnTo>
                <a:lnTo>
                  <a:pt x="1496252" y="372270"/>
                </a:lnTo>
                <a:lnTo>
                  <a:pt x="1495005" y="372270"/>
                </a:lnTo>
                <a:lnTo>
                  <a:pt x="1493758" y="372270"/>
                </a:lnTo>
                <a:lnTo>
                  <a:pt x="1492510" y="372270"/>
                </a:lnTo>
                <a:lnTo>
                  <a:pt x="1491271" y="372270"/>
                </a:lnTo>
                <a:lnTo>
                  <a:pt x="1490016" y="372270"/>
                </a:lnTo>
                <a:lnTo>
                  <a:pt x="1488769" y="372270"/>
                </a:lnTo>
                <a:lnTo>
                  <a:pt x="1487514" y="372270"/>
                </a:lnTo>
                <a:lnTo>
                  <a:pt x="1486274" y="372270"/>
                </a:lnTo>
                <a:lnTo>
                  <a:pt x="1485019" y="372270"/>
                </a:lnTo>
                <a:lnTo>
                  <a:pt x="1483779" y="372270"/>
                </a:lnTo>
                <a:lnTo>
                  <a:pt x="1482524" y="372270"/>
                </a:lnTo>
                <a:lnTo>
                  <a:pt x="1481285" y="372270"/>
                </a:lnTo>
                <a:lnTo>
                  <a:pt x="1480030" y="372270"/>
                </a:lnTo>
                <a:lnTo>
                  <a:pt x="1478782" y="372270"/>
                </a:lnTo>
                <a:lnTo>
                  <a:pt x="1477543" y="372270"/>
                </a:lnTo>
                <a:lnTo>
                  <a:pt x="1476288" y="372270"/>
                </a:lnTo>
                <a:lnTo>
                  <a:pt x="1475048" y="372270"/>
                </a:lnTo>
                <a:lnTo>
                  <a:pt x="1473786" y="372270"/>
                </a:lnTo>
                <a:lnTo>
                  <a:pt x="1472546" y="372270"/>
                </a:lnTo>
                <a:lnTo>
                  <a:pt x="1471291" y="372270"/>
                </a:lnTo>
                <a:lnTo>
                  <a:pt x="1470051" y="372270"/>
                </a:lnTo>
                <a:lnTo>
                  <a:pt x="1468796" y="372270"/>
                </a:lnTo>
                <a:lnTo>
                  <a:pt x="1467557" y="372270"/>
                </a:lnTo>
                <a:lnTo>
                  <a:pt x="1466302" y="372270"/>
                </a:lnTo>
                <a:lnTo>
                  <a:pt x="1465054" y="372270"/>
                </a:lnTo>
                <a:lnTo>
                  <a:pt x="1463815" y="372270"/>
                </a:lnTo>
                <a:lnTo>
                  <a:pt x="1462560" y="372270"/>
                </a:lnTo>
                <a:lnTo>
                  <a:pt x="1461320" y="372270"/>
                </a:lnTo>
                <a:lnTo>
                  <a:pt x="1460065" y="372270"/>
                </a:lnTo>
                <a:lnTo>
                  <a:pt x="1458825" y="372270"/>
                </a:lnTo>
                <a:lnTo>
                  <a:pt x="1457563" y="372270"/>
                </a:lnTo>
                <a:lnTo>
                  <a:pt x="1456323" y="372270"/>
                </a:lnTo>
                <a:lnTo>
                  <a:pt x="1455068" y="372270"/>
                </a:lnTo>
                <a:lnTo>
                  <a:pt x="1453828" y="372270"/>
                </a:lnTo>
                <a:lnTo>
                  <a:pt x="1452574" y="372270"/>
                </a:lnTo>
                <a:lnTo>
                  <a:pt x="1451326" y="372270"/>
                </a:lnTo>
                <a:lnTo>
                  <a:pt x="1450087" y="372270"/>
                </a:lnTo>
                <a:lnTo>
                  <a:pt x="1448832" y="372270"/>
                </a:lnTo>
                <a:lnTo>
                  <a:pt x="1447592" y="372270"/>
                </a:lnTo>
                <a:lnTo>
                  <a:pt x="1446337" y="372270"/>
                </a:lnTo>
                <a:lnTo>
                  <a:pt x="1445097" y="372270"/>
                </a:lnTo>
                <a:lnTo>
                  <a:pt x="1443842" y="372270"/>
                </a:lnTo>
                <a:lnTo>
                  <a:pt x="1442595" y="372270"/>
                </a:lnTo>
                <a:lnTo>
                  <a:pt x="1441340" y="372270"/>
                </a:lnTo>
                <a:lnTo>
                  <a:pt x="1440093" y="372270"/>
                </a:lnTo>
                <a:lnTo>
                  <a:pt x="1438846" y="372270"/>
                </a:lnTo>
                <a:lnTo>
                  <a:pt x="1437598" y="372270"/>
                </a:lnTo>
                <a:lnTo>
                  <a:pt x="1436358" y="372270"/>
                </a:lnTo>
                <a:lnTo>
                  <a:pt x="1435104" y="372270"/>
                </a:lnTo>
                <a:lnTo>
                  <a:pt x="1433864" y="372270"/>
                </a:lnTo>
                <a:lnTo>
                  <a:pt x="1432609" y="372270"/>
                </a:lnTo>
                <a:lnTo>
                  <a:pt x="1431369" y="372270"/>
                </a:lnTo>
                <a:lnTo>
                  <a:pt x="1430114" y="372270"/>
                </a:lnTo>
                <a:lnTo>
                  <a:pt x="1428867" y="372270"/>
                </a:lnTo>
                <a:lnTo>
                  <a:pt x="1427620" y="372270"/>
                </a:lnTo>
                <a:lnTo>
                  <a:pt x="1426365" y="372270"/>
                </a:lnTo>
                <a:lnTo>
                  <a:pt x="1425118" y="372270"/>
                </a:lnTo>
                <a:lnTo>
                  <a:pt x="1423870" y="372270"/>
                </a:lnTo>
                <a:lnTo>
                  <a:pt x="1422630" y="372270"/>
                </a:lnTo>
                <a:lnTo>
                  <a:pt x="1421376" y="372270"/>
                </a:lnTo>
                <a:lnTo>
                  <a:pt x="1420136" y="372270"/>
                </a:lnTo>
                <a:lnTo>
                  <a:pt x="1418881" y="372270"/>
                </a:lnTo>
                <a:lnTo>
                  <a:pt x="1417641" y="372270"/>
                </a:lnTo>
                <a:lnTo>
                  <a:pt x="1416386" y="372270"/>
                </a:lnTo>
                <a:lnTo>
                  <a:pt x="1415146" y="372270"/>
                </a:lnTo>
                <a:lnTo>
                  <a:pt x="1413892" y="372270"/>
                </a:lnTo>
                <a:lnTo>
                  <a:pt x="1412644" y="372270"/>
                </a:lnTo>
                <a:lnTo>
                  <a:pt x="1411390" y="372270"/>
                </a:lnTo>
                <a:lnTo>
                  <a:pt x="1410142" y="372270"/>
                </a:lnTo>
                <a:lnTo>
                  <a:pt x="1408902" y="372270"/>
                </a:lnTo>
                <a:lnTo>
                  <a:pt x="1407648" y="372270"/>
                </a:lnTo>
                <a:lnTo>
                  <a:pt x="1406408" y="372270"/>
                </a:lnTo>
                <a:lnTo>
                  <a:pt x="1405153" y="372270"/>
                </a:lnTo>
                <a:lnTo>
                  <a:pt x="1403913" y="372270"/>
                </a:lnTo>
                <a:lnTo>
                  <a:pt x="1402658" y="372270"/>
                </a:lnTo>
                <a:lnTo>
                  <a:pt x="1401418" y="372270"/>
                </a:lnTo>
                <a:lnTo>
                  <a:pt x="1400164" y="372270"/>
                </a:lnTo>
                <a:lnTo>
                  <a:pt x="1398916" y="372270"/>
                </a:lnTo>
                <a:lnTo>
                  <a:pt x="1397676" y="372270"/>
                </a:lnTo>
                <a:lnTo>
                  <a:pt x="1396422" y="372270"/>
                </a:lnTo>
                <a:lnTo>
                  <a:pt x="1395174" y="372270"/>
                </a:lnTo>
                <a:lnTo>
                  <a:pt x="1393919" y="372270"/>
                </a:lnTo>
                <a:lnTo>
                  <a:pt x="1392680" y="372270"/>
                </a:lnTo>
                <a:lnTo>
                  <a:pt x="1391425" y="372270"/>
                </a:lnTo>
                <a:lnTo>
                  <a:pt x="1390185" y="372270"/>
                </a:lnTo>
                <a:lnTo>
                  <a:pt x="1388930" y="372270"/>
                </a:lnTo>
                <a:lnTo>
                  <a:pt x="1387690" y="372270"/>
                </a:lnTo>
                <a:lnTo>
                  <a:pt x="1386436" y="372270"/>
                </a:lnTo>
                <a:lnTo>
                  <a:pt x="1385188" y="372270"/>
                </a:lnTo>
                <a:lnTo>
                  <a:pt x="1383948" y="372270"/>
                </a:lnTo>
                <a:lnTo>
                  <a:pt x="1382694" y="372270"/>
                </a:lnTo>
                <a:lnTo>
                  <a:pt x="1381454" y="372270"/>
                </a:lnTo>
                <a:lnTo>
                  <a:pt x="1380191" y="372270"/>
                </a:lnTo>
                <a:lnTo>
                  <a:pt x="1378952" y="372270"/>
                </a:lnTo>
                <a:lnTo>
                  <a:pt x="1377697" y="372270"/>
                </a:lnTo>
                <a:lnTo>
                  <a:pt x="1376457" y="372270"/>
                </a:lnTo>
                <a:lnTo>
                  <a:pt x="1375202" y="372270"/>
                </a:lnTo>
                <a:lnTo>
                  <a:pt x="1373955" y="372270"/>
                </a:lnTo>
                <a:lnTo>
                  <a:pt x="1372708" y="372270"/>
                </a:lnTo>
                <a:lnTo>
                  <a:pt x="1371460" y="372270"/>
                </a:lnTo>
                <a:lnTo>
                  <a:pt x="1370220" y="372270"/>
                </a:lnTo>
                <a:lnTo>
                  <a:pt x="1368966" y="372270"/>
                </a:lnTo>
                <a:lnTo>
                  <a:pt x="1367726" y="372270"/>
                </a:lnTo>
                <a:lnTo>
                  <a:pt x="1366471" y="372270"/>
                </a:lnTo>
                <a:lnTo>
                  <a:pt x="1365231" y="372270"/>
                </a:lnTo>
                <a:lnTo>
                  <a:pt x="1363969" y="372270"/>
                </a:lnTo>
                <a:lnTo>
                  <a:pt x="1362729" y="372270"/>
                </a:lnTo>
                <a:lnTo>
                  <a:pt x="1361474" y="372270"/>
                </a:lnTo>
                <a:lnTo>
                  <a:pt x="1360227" y="372270"/>
                </a:lnTo>
                <a:lnTo>
                  <a:pt x="1358979" y="372270"/>
                </a:lnTo>
                <a:lnTo>
                  <a:pt x="1357732" y="372270"/>
                </a:lnTo>
                <a:lnTo>
                  <a:pt x="1356492" y="372270"/>
                </a:lnTo>
                <a:lnTo>
                  <a:pt x="1355237" y="372270"/>
                </a:lnTo>
                <a:lnTo>
                  <a:pt x="1353998" y="372270"/>
                </a:lnTo>
                <a:lnTo>
                  <a:pt x="1352743" y="372270"/>
                </a:lnTo>
                <a:lnTo>
                  <a:pt x="1351503" y="372270"/>
                </a:lnTo>
                <a:lnTo>
                  <a:pt x="1350248" y="372270"/>
                </a:lnTo>
                <a:lnTo>
                  <a:pt x="1349001" y="372270"/>
                </a:lnTo>
                <a:lnTo>
                  <a:pt x="1347746" y="372270"/>
                </a:lnTo>
                <a:lnTo>
                  <a:pt x="1346506" y="372270"/>
                </a:lnTo>
                <a:lnTo>
                  <a:pt x="1345251" y="372270"/>
                </a:lnTo>
                <a:lnTo>
                  <a:pt x="1344004" y="372270"/>
                </a:lnTo>
                <a:lnTo>
                  <a:pt x="1342764" y="372270"/>
                </a:lnTo>
                <a:lnTo>
                  <a:pt x="1341509" y="372270"/>
                </a:lnTo>
                <a:lnTo>
                  <a:pt x="1340270" y="372270"/>
                </a:lnTo>
                <a:lnTo>
                  <a:pt x="1339015" y="372270"/>
                </a:lnTo>
                <a:lnTo>
                  <a:pt x="1337775" y="372270"/>
                </a:lnTo>
                <a:lnTo>
                  <a:pt x="1336520" y="372270"/>
                </a:lnTo>
                <a:lnTo>
                  <a:pt x="1335280" y="372270"/>
                </a:lnTo>
                <a:lnTo>
                  <a:pt x="1334026" y="372270"/>
                </a:lnTo>
                <a:lnTo>
                  <a:pt x="1332778" y="372270"/>
                </a:lnTo>
                <a:lnTo>
                  <a:pt x="1331523" y="372270"/>
                </a:lnTo>
                <a:lnTo>
                  <a:pt x="1330276" y="372270"/>
                </a:lnTo>
                <a:lnTo>
                  <a:pt x="1329036" y="372270"/>
                </a:lnTo>
                <a:lnTo>
                  <a:pt x="1327781" y="372270"/>
                </a:lnTo>
                <a:lnTo>
                  <a:pt x="1326542" y="372270"/>
                </a:lnTo>
                <a:lnTo>
                  <a:pt x="1325287" y="372270"/>
                </a:lnTo>
                <a:lnTo>
                  <a:pt x="1324047" y="372270"/>
                </a:lnTo>
                <a:lnTo>
                  <a:pt x="1322792" y="372270"/>
                </a:lnTo>
                <a:lnTo>
                  <a:pt x="1321552" y="372270"/>
                </a:lnTo>
                <a:lnTo>
                  <a:pt x="1320297" y="372270"/>
                </a:lnTo>
                <a:lnTo>
                  <a:pt x="1319050" y="372270"/>
                </a:lnTo>
                <a:lnTo>
                  <a:pt x="1317795" y="372270"/>
                </a:lnTo>
                <a:lnTo>
                  <a:pt x="1316548" y="372270"/>
                </a:lnTo>
                <a:lnTo>
                  <a:pt x="1315308" y="372270"/>
                </a:lnTo>
                <a:lnTo>
                  <a:pt x="1314053" y="372270"/>
                </a:lnTo>
                <a:lnTo>
                  <a:pt x="1312814" y="372270"/>
                </a:lnTo>
                <a:lnTo>
                  <a:pt x="1311559" y="372270"/>
                </a:lnTo>
                <a:lnTo>
                  <a:pt x="1310319" y="372270"/>
                </a:lnTo>
                <a:lnTo>
                  <a:pt x="1309064" y="372270"/>
                </a:lnTo>
                <a:lnTo>
                  <a:pt x="1307817" y="372270"/>
                </a:lnTo>
                <a:lnTo>
                  <a:pt x="1306569" y="372270"/>
                </a:lnTo>
                <a:lnTo>
                  <a:pt x="1305322" y="372270"/>
                </a:lnTo>
                <a:lnTo>
                  <a:pt x="1304082" y="372270"/>
                </a:lnTo>
                <a:lnTo>
                  <a:pt x="1302827" y="372270"/>
                </a:lnTo>
                <a:lnTo>
                  <a:pt x="1301580" y="372270"/>
                </a:lnTo>
                <a:lnTo>
                  <a:pt x="1300325" y="372270"/>
                </a:lnTo>
                <a:lnTo>
                  <a:pt x="1299085" y="372270"/>
                </a:lnTo>
                <a:lnTo>
                  <a:pt x="1297831" y="372270"/>
                </a:lnTo>
                <a:lnTo>
                  <a:pt x="1296591" y="372270"/>
                </a:lnTo>
                <a:lnTo>
                  <a:pt x="1295336" y="372270"/>
                </a:lnTo>
                <a:lnTo>
                  <a:pt x="1294089" y="372270"/>
                </a:lnTo>
                <a:lnTo>
                  <a:pt x="1292841" y="372270"/>
                </a:lnTo>
                <a:lnTo>
                  <a:pt x="1291594" y="372270"/>
                </a:lnTo>
                <a:lnTo>
                  <a:pt x="1290354" y="372270"/>
                </a:lnTo>
                <a:lnTo>
                  <a:pt x="1289099" y="372270"/>
                </a:lnTo>
                <a:lnTo>
                  <a:pt x="1287860" y="372270"/>
                </a:lnTo>
                <a:lnTo>
                  <a:pt x="1286597" y="372270"/>
                </a:lnTo>
                <a:lnTo>
                  <a:pt x="1285357" y="372270"/>
                </a:lnTo>
                <a:lnTo>
                  <a:pt x="1284103" y="372270"/>
                </a:lnTo>
                <a:lnTo>
                  <a:pt x="1282863" y="372270"/>
                </a:lnTo>
                <a:lnTo>
                  <a:pt x="1281608" y="372270"/>
                </a:lnTo>
                <a:lnTo>
                  <a:pt x="1280368" y="372270"/>
                </a:lnTo>
                <a:lnTo>
                  <a:pt x="1279113" y="372270"/>
                </a:lnTo>
                <a:lnTo>
                  <a:pt x="1277866" y="372270"/>
                </a:lnTo>
                <a:lnTo>
                  <a:pt x="1276626" y="372270"/>
                </a:lnTo>
                <a:lnTo>
                  <a:pt x="1275371" y="372270"/>
                </a:lnTo>
                <a:lnTo>
                  <a:pt x="1274132" y="372270"/>
                </a:lnTo>
                <a:lnTo>
                  <a:pt x="1272877" y="372270"/>
                </a:lnTo>
                <a:lnTo>
                  <a:pt x="1271637" y="372270"/>
                </a:lnTo>
                <a:lnTo>
                  <a:pt x="1270375" y="372270"/>
                </a:lnTo>
                <a:lnTo>
                  <a:pt x="1269135" y="372270"/>
                </a:lnTo>
                <a:lnTo>
                  <a:pt x="1267880" y="372270"/>
                </a:lnTo>
                <a:lnTo>
                  <a:pt x="1266640" y="372270"/>
                </a:lnTo>
                <a:lnTo>
                  <a:pt x="1265385" y="372270"/>
                </a:lnTo>
                <a:lnTo>
                  <a:pt x="1264138" y="372270"/>
                </a:lnTo>
                <a:lnTo>
                  <a:pt x="1262898" y="372270"/>
                </a:lnTo>
                <a:lnTo>
                  <a:pt x="1261643" y="372270"/>
                </a:lnTo>
                <a:lnTo>
                  <a:pt x="1260403" y="372270"/>
                </a:lnTo>
                <a:lnTo>
                  <a:pt x="1259149" y="372270"/>
                </a:lnTo>
                <a:lnTo>
                  <a:pt x="1257909" y="372270"/>
                </a:lnTo>
                <a:lnTo>
                  <a:pt x="1256654" y="372270"/>
                </a:lnTo>
                <a:lnTo>
                  <a:pt x="1255407" y="372270"/>
                </a:lnTo>
                <a:lnTo>
                  <a:pt x="1254152" y="372270"/>
                </a:lnTo>
                <a:lnTo>
                  <a:pt x="1252912" y="372270"/>
                </a:lnTo>
                <a:lnTo>
                  <a:pt x="1251657" y="372270"/>
                </a:lnTo>
                <a:lnTo>
                  <a:pt x="1250410" y="372270"/>
                </a:lnTo>
                <a:lnTo>
                  <a:pt x="1249170" y="372270"/>
                </a:lnTo>
                <a:lnTo>
                  <a:pt x="1247915" y="372270"/>
                </a:lnTo>
                <a:lnTo>
                  <a:pt x="1246675" y="372270"/>
                </a:lnTo>
                <a:lnTo>
                  <a:pt x="1245421" y="372270"/>
                </a:lnTo>
                <a:lnTo>
                  <a:pt x="1244181" y="372270"/>
                </a:lnTo>
                <a:lnTo>
                  <a:pt x="1242926" y="372270"/>
                </a:lnTo>
                <a:lnTo>
                  <a:pt x="1241679" y="372270"/>
                </a:lnTo>
                <a:lnTo>
                  <a:pt x="1240431" y="372270"/>
                </a:lnTo>
                <a:lnTo>
                  <a:pt x="1239176" y="372270"/>
                </a:lnTo>
                <a:lnTo>
                  <a:pt x="1237929" y="372270"/>
                </a:lnTo>
                <a:lnTo>
                  <a:pt x="1236682" y="372270"/>
                </a:lnTo>
                <a:lnTo>
                  <a:pt x="1235435" y="372270"/>
                </a:lnTo>
                <a:lnTo>
                  <a:pt x="1234187" y="372270"/>
                </a:lnTo>
                <a:lnTo>
                  <a:pt x="1232947" y="372270"/>
                </a:lnTo>
                <a:lnTo>
                  <a:pt x="1231693" y="372270"/>
                </a:lnTo>
                <a:lnTo>
                  <a:pt x="1230453" y="372270"/>
                </a:lnTo>
                <a:lnTo>
                  <a:pt x="1229198" y="372270"/>
                </a:lnTo>
                <a:lnTo>
                  <a:pt x="1227958" y="372270"/>
                </a:lnTo>
                <a:lnTo>
                  <a:pt x="1226703" y="372270"/>
                </a:lnTo>
                <a:lnTo>
                  <a:pt x="1225456" y="372270"/>
                </a:lnTo>
                <a:lnTo>
                  <a:pt x="1224201" y="372270"/>
                </a:lnTo>
                <a:lnTo>
                  <a:pt x="1222954" y="372270"/>
                </a:lnTo>
                <a:lnTo>
                  <a:pt x="1221714" y="372270"/>
                </a:lnTo>
                <a:lnTo>
                  <a:pt x="1220459" y="372270"/>
                </a:lnTo>
                <a:lnTo>
                  <a:pt x="1219219" y="372270"/>
                </a:lnTo>
                <a:lnTo>
                  <a:pt x="1217964" y="372270"/>
                </a:lnTo>
                <a:lnTo>
                  <a:pt x="1216725" y="372270"/>
                </a:lnTo>
                <a:lnTo>
                  <a:pt x="1215470" y="372270"/>
                </a:lnTo>
                <a:lnTo>
                  <a:pt x="1214230" y="372270"/>
                </a:lnTo>
                <a:lnTo>
                  <a:pt x="1212975" y="372270"/>
                </a:lnTo>
                <a:lnTo>
                  <a:pt x="1211728" y="372270"/>
                </a:lnTo>
                <a:lnTo>
                  <a:pt x="1210488" y="372270"/>
                </a:lnTo>
                <a:lnTo>
                  <a:pt x="1209233" y="372270"/>
                </a:lnTo>
                <a:lnTo>
                  <a:pt x="1207986" y="372270"/>
                </a:lnTo>
                <a:lnTo>
                  <a:pt x="1206731" y="372270"/>
                </a:lnTo>
                <a:lnTo>
                  <a:pt x="1205491" y="372270"/>
                </a:lnTo>
                <a:lnTo>
                  <a:pt x="1204236" y="372270"/>
                </a:lnTo>
                <a:lnTo>
                  <a:pt x="1202997" y="372270"/>
                </a:lnTo>
                <a:lnTo>
                  <a:pt x="1201742" y="372270"/>
                </a:lnTo>
                <a:lnTo>
                  <a:pt x="1200502" y="372270"/>
                </a:lnTo>
                <a:lnTo>
                  <a:pt x="1199247" y="372270"/>
                </a:lnTo>
                <a:lnTo>
                  <a:pt x="1198000" y="372270"/>
                </a:lnTo>
                <a:lnTo>
                  <a:pt x="1196760" y="372270"/>
                </a:lnTo>
                <a:lnTo>
                  <a:pt x="1195505" y="372270"/>
                </a:lnTo>
                <a:lnTo>
                  <a:pt x="1194265" y="372270"/>
                </a:lnTo>
                <a:lnTo>
                  <a:pt x="1193003" y="372270"/>
                </a:lnTo>
                <a:lnTo>
                  <a:pt x="1191763" y="372270"/>
                </a:lnTo>
                <a:lnTo>
                  <a:pt x="1190508" y="372270"/>
                </a:lnTo>
                <a:lnTo>
                  <a:pt x="1189269" y="372270"/>
                </a:lnTo>
                <a:lnTo>
                  <a:pt x="1188014" y="372270"/>
                </a:lnTo>
                <a:lnTo>
                  <a:pt x="1186774" y="372270"/>
                </a:lnTo>
                <a:lnTo>
                  <a:pt x="1185519" y="372270"/>
                </a:lnTo>
                <a:lnTo>
                  <a:pt x="1184272" y="372270"/>
                </a:lnTo>
                <a:lnTo>
                  <a:pt x="1183032" y="372270"/>
                </a:lnTo>
                <a:lnTo>
                  <a:pt x="1181777" y="372270"/>
                </a:lnTo>
                <a:lnTo>
                  <a:pt x="1180537" y="372270"/>
                </a:lnTo>
                <a:lnTo>
                  <a:pt x="1179282" y="372270"/>
                </a:lnTo>
                <a:lnTo>
                  <a:pt x="1178043" y="372270"/>
                </a:lnTo>
                <a:lnTo>
                  <a:pt x="1176780" y="372270"/>
                </a:lnTo>
                <a:lnTo>
                  <a:pt x="1175541" y="372270"/>
                </a:lnTo>
                <a:lnTo>
                  <a:pt x="1174286" y="372270"/>
                </a:lnTo>
                <a:lnTo>
                  <a:pt x="1173038" y="372270"/>
                </a:lnTo>
                <a:lnTo>
                  <a:pt x="1171791" y="372270"/>
                </a:lnTo>
                <a:lnTo>
                  <a:pt x="1170544" y="372270"/>
                </a:lnTo>
                <a:lnTo>
                  <a:pt x="1169296" y="372270"/>
                </a:lnTo>
                <a:lnTo>
                  <a:pt x="1168049" y="372270"/>
                </a:lnTo>
                <a:lnTo>
                  <a:pt x="1166809" y="372270"/>
                </a:lnTo>
                <a:lnTo>
                  <a:pt x="1165554" y="372270"/>
                </a:lnTo>
                <a:lnTo>
                  <a:pt x="1164315" y="372270"/>
                </a:lnTo>
                <a:lnTo>
                  <a:pt x="1163060" y="372270"/>
                </a:lnTo>
                <a:lnTo>
                  <a:pt x="1161812" y="372270"/>
                </a:lnTo>
                <a:lnTo>
                  <a:pt x="1160558" y="372270"/>
                </a:lnTo>
                <a:lnTo>
                  <a:pt x="1159318" y="372270"/>
                </a:lnTo>
                <a:lnTo>
                  <a:pt x="1158063" y="372270"/>
                </a:lnTo>
                <a:lnTo>
                  <a:pt x="1156816" y="372270"/>
                </a:lnTo>
                <a:lnTo>
                  <a:pt x="1155576" y="372270"/>
                </a:lnTo>
                <a:lnTo>
                  <a:pt x="1154321" y="372270"/>
                </a:lnTo>
                <a:lnTo>
                  <a:pt x="1153081" y="372270"/>
                </a:lnTo>
                <a:lnTo>
                  <a:pt x="1151826" y="372270"/>
                </a:lnTo>
                <a:lnTo>
                  <a:pt x="1150587" y="372270"/>
                </a:lnTo>
                <a:lnTo>
                  <a:pt x="1149332" y="372270"/>
                </a:lnTo>
                <a:lnTo>
                  <a:pt x="1148092" y="372270"/>
                </a:lnTo>
                <a:lnTo>
                  <a:pt x="1146845" y="372270"/>
                </a:lnTo>
                <a:lnTo>
                  <a:pt x="1145590" y="372270"/>
                </a:lnTo>
                <a:lnTo>
                  <a:pt x="1144335" y="372270"/>
                </a:lnTo>
                <a:lnTo>
                  <a:pt x="1143088" y="372270"/>
                </a:lnTo>
                <a:lnTo>
                  <a:pt x="1141848" y="372270"/>
                </a:lnTo>
                <a:lnTo>
                  <a:pt x="1140593" y="372270"/>
                </a:lnTo>
                <a:lnTo>
                  <a:pt x="1139353" y="372270"/>
                </a:lnTo>
                <a:lnTo>
                  <a:pt x="1138098" y="372270"/>
                </a:lnTo>
                <a:lnTo>
                  <a:pt x="1136859" y="372270"/>
                </a:lnTo>
                <a:lnTo>
                  <a:pt x="1135604" y="372270"/>
                </a:lnTo>
                <a:lnTo>
                  <a:pt x="1134364" y="372270"/>
                </a:lnTo>
                <a:lnTo>
                  <a:pt x="1133109" y="372270"/>
                </a:lnTo>
                <a:lnTo>
                  <a:pt x="1131862" y="372270"/>
                </a:lnTo>
                <a:lnTo>
                  <a:pt x="1130607" y="372270"/>
                </a:lnTo>
                <a:lnTo>
                  <a:pt x="1129360" y="372270"/>
                </a:lnTo>
                <a:lnTo>
                  <a:pt x="1128120" y="372270"/>
                </a:lnTo>
                <a:lnTo>
                  <a:pt x="1126865" y="372270"/>
                </a:lnTo>
                <a:lnTo>
                  <a:pt x="1125625" y="372270"/>
                </a:lnTo>
                <a:lnTo>
                  <a:pt x="1124370" y="372270"/>
                </a:lnTo>
                <a:lnTo>
                  <a:pt x="1123130" y="372270"/>
                </a:lnTo>
                <a:lnTo>
                  <a:pt x="1121876" y="372270"/>
                </a:lnTo>
                <a:lnTo>
                  <a:pt x="1120636" y="372270"/>
                </a:lnTo>
                <a:lnTo>
                  <a:pt x="1119381" y="372270"/>
                </a:lnTo>
                <a:lnTo>
                  <a:pt x="1118134" y="372270"/>
                </a:lnTo>
                <a:lnTo>
                  <a:pt x="1116894" y="372270"/>
                </a:lnTo>
                <a:lnTo>
                  <a:pt x="1115639" y="372270"/>
                </a:lnTo>
                <a:lnTo>
                  <a:pt x="1114392" y="372270"/>
                </a:lnTo>
                <a:lnTo>
                  <a:pt x="1113137" y="372270"/>
                </a:lnTo>
                <a:lnTo>
                  <a:pt x="1111897" y="372270"/>
                </a:lnTo>
                <a:lnTo>
                  <a:pt x="1110642" y="372270"/>
                </a:lnTo>
                <a:lnTo>
                  <a:pt x="1109402" y="372270"/>
                </a:lnTo>
                <a:lnTo>
                  <a:pt x="1108148" y="372270"/>
                </a:lnTo>
                <a:lnTo>
                  <a:pt x="1106900" y="372270"/>
                </a:lnTo>
                <a:lnTo>
                  <a:pt x="1105653" y="372270"/>
                </a:lnTo>
                <a:lnTo>
                  <a:pt x="1104406" y="372270"/>
                </a:lnTo>
                <a:lnTo>
                  <a:pt x="1103158" y="372270"/>
                </a:lnTo>
                <a:lnTo>
                  <a:pt x="1101911" y="372270"/>
                </a:lnTo>
                <a:lnTo>
                  <a:pt x="1100671" y="372270"/>
                </a:lnTo>
                <a:lnTo>
                  <a:pt x="1099409" y="372270"/>
                </a:lnTo>
                <a:lnTo>
                  <a:pt x="1098169" y="372270"/>
                </a:lnTo>
                <a:lnTo>
                  <a:pt x="1096914" y="372270"/>
                </a:lnTo>
                <a:lnTo>
                  <a:pt x="1095674" y="372270"/>
                </a:lnTo>
                <a:lnTo>
                  <a:pt x="1094420" y="372270"/>
                </a:lnTo>
                <a:lnTo>
                  <a:pt x="1093180" y="372270"/>
                </a:lnTo>
                <a:lnTo>
                  <a:pt x="1091932" y="372270"/>
                </a:lnTo>
                <a:lnTo>
                  <a:pt x="1090678" y="372270"/>
                </a:lnTo>
                <a:lnTo>
                  <a:pt x="1089438" y="372270"/>
                </a:lnTo>
                <a:lnTo>
                  <a:pt x="1088183" y="372270"/>
                </a:lnTo>
                <a:lnTo>
                  <a:pt x="1086943" y="372270"/>
                </a:lnTo>
                <a:lnTo>
                  <a:pt x="1085688" y="372270"/>
                </a:lnTo>
                <a:lnTo>
                  <a:pt x="1084448" y="372270"/>
                </a:lnTo>
                <a:lnTo>
                  <a:pt x="1083186" y="372270"/>
                </a:lnTo>
                <a:lnTo>
                  <a:pt x="1081946" y="372270"/>
                </a:lnTo>
                <a:lnTo>
                  <a:pt x="1080691" y="372270"/>
                </a:lnTo>
                <a:lnTo>
                  <a:pt x="1079452" y="372270"/>
                </a:lnTo>
                <a:lnTo>
                  <a:pt x="1078197" y="372270"/>
                </a:lnTo>
                <a:lnTo>
                  <a:pt x="1076950" y="372270"/>
                </a:lnTo>
                <a:lnTo>
                  <a:pt x="1075710" y="372270"/>
                </a:lnTo>
                <a:lnTo>
                  <a:pt x="1074455" y="372270"/>
                </a:lnTo>
                <a:lnTo>
                  <a:pt x="1073215" y="372270"/>
                </a:lnTo>
                <a:lnTo>
                  <a:pt x="1071960" y="372270"/>
                </a:lnTo>
                <a:lnTo>
                  <a:pt x="1070720" y="372270"/>
                </a:lnTo>
                <a:lnTo>
                  <a:pt x="1069466" y="372270"/>
                </a:lnTo>
                <a:lnTo>
                  <a:pt x="1068218" y="372270"/>
                </a:lnTo>
                <a:lnTo>
                  <a:pt x="1066963" y="372270"/>
                </a:lnTo>
                <a:lnTo>
                  <a:pt x="1065724" y="372270"/>
                </a:lnTo>
                <a:lnTo>
                  <a:pt x="1064469" y="372270"/>
                </a:lnTo>
                <a:lnTo>
                  <a:pt x="1063221" y="372270"/>
                </a:lnTo>
                <a:lnTo>
                  <a:pt x="1061982" y="372270"/>
                </a:lnTo>
                <a:lnTo>
                  <a:pt x="1060727" y="372270"/>
                </a:lnTo>
                <a:lnTo>
                  <a:pt x="1059487" y="372270"/>
                </a:lnTo>
                <a:lnTo>
                  <a:pt x="1058232" y="372270"/>
                </a:lnTo>
                <a:lnTo>
                  <a:pt x="1056992" y="372270"/>
                </a:lnTo>
                <a:lnTo>
                  <a:pt x="1055738" y="372270"/>
                </a:lnTo>
                <a:lnTo>
                  <a:pt x="1054490" y="372270"/>
                </a:lnTo>
                <a:lnTo>
                  <a:pt x="1053243" y="372270"/>
                </a:lnTo>
                <a:lnTo>
                  <a:pt x="1051988" y="372270"/>
                </a:lnTo>
                <a:lnTo>
                  <a:pt x="1050741" y="372270"/>
                </a:lnTo>
                <a:lnTo>
                  <a:pt x="1049493" y="372270"/>
                </a:lnTo>
                <a:lnTo>
                  <a:pt x="1048254" y="372270"/>
                </a:lnTo>
                <a:lnTo>
                  <a:pt x="1046999" y="372270"/>
                </a:lnTo>
                <a:lnTo>
                  <a:pt x="1045759" y="372270"/>
                </a:lnTo>
                <a:lnTo>
                  <a:pt x="1044504" y="372270"/>
                </a:lnTo>
                <a:lnTo>
                  <a:pt x="1043264" y="372270"/>
                </a:lnTo>
                <a:lnTo>
                  <a:pt x="1042009" y="372270"/>
                </a:lnTo>
                <a:lnTo>
                  <a:pt x="1040762" y="372270"/>
                </a:lnTo>
                <a:lnTo>
                  <a:pt x="1039515" y="372270"/>
                </a:lnTo>
                <a:lnTo>
                  <a:pt x="1038268" y="372270"/>
                </a:lnTo>
                <a:lnTo>
                  <a:pt x="1037013" y="372270"/>
                </a:lnTo>
                <a:lnTo>
                  <a:pt x="1035765" y="372270"/>
                </a:lnTo>
                <a:lnTo>
                  <a:pt x="1034518" y="372270"/>
                </a:lnTo>
                <a:lnTo>
                  <a:pt x="1033271" y="372270"/>
                </a:lnTo>
                <a:lnTo>
                  <a:pt x="1032031" y="372270"/>
                </a:lnTo>
                <a:lnTo>
                  <a:pt x="1030776" y="372270"/>
                </a:lnTo>
                <a:lnTo>
                  <a:pt x="1029536" y="372270"/>
                </a:lnTo>
                <a:lnTo>
                  <a:pt x="1028281" y="372270"/>
                </a:lnTo>
                <a:lnTo>
                  <a:pt x="1027042" y="372270"/>
                </a:lnTo>
                <a:lnTo>
                  <a:pt x="1025794" y="372270"/>
                </a:lnTo>
                <a:lnTo>
                  <a:pt x="1024539" y="372270"/>
                </a:lnTo>
                <a:lnTo>
                  <a:pt x="1023300" y="372270"/>
                </a:lnTo>
                <a:lnTo>
                  <a:pt x="1022045" y="372270"/>
                </a:lnTo>
                <a:lnTo>
                  <a:pt x="1020797" y="372270"/>
                </a:lnTo>
                <a:lnTo>
                  <a:pt x="1019543" y="372270"/>
                </a:lnTo>
                <a:lnTo>
                  <a:pt x="1018303" y="372270"/>
                </a:lnTo>
                <a:lnTo>
                  <a:pt x="1017048" y="372270"/>
                </a:lnTo>
                <a:lnTo>
                  <a:pt x="1015808" y="372270"/>
                </a:lnTo>
                <a:lnTo>
                  <a:pt x="1014553" y="372270"/>
                </a:lnTo>
                <a:lnTo>
                  <a:pt x="1013314" y="372270"/>
                </a:lnTo>
                <a:lnTo>
                  <a:pt x="1012059" y="372270"/>
                </a:lnTo>
                <a:lnTo>
                  <a:pt x="1010811" y="372270"/>
                </a:lnTo>
                <a:lnTo>
                  <a:pt x="1009572" y="372270"/>
                </a:lnTo>
                <a:lnTo>
                  <a:pt x="1008317" y="372270"/>
                </a:lnTo>
                <a:lnTo>
                  <a:pt x="1007077" y="372270"/>
                </a:lnTo>
                <a:lnTo>
                  <a:pt x="1005815" y="372270"/>
                </a:lnTo>
                <a:lnTo>
                  <a:pt x="1004575" y="372270"/>
                </a:lnTo>
                <a:lnTo>
                  <a:pt x="1003320" y="372270"/>
                </a:lnTo>
                <a:lnTo>
                  <a:pt x="1002080" y="372270"/>
                </a:lnTo>
                <a:lnTo>
                  <a:pt x="1000825" y="372270"/>
                </a:lnTo>
                <a:lnTo>
                  <a:pt x="999586" y="372270"/>
                </a:lnTo>
                <a:lnTo>
                  <a:pt x="998331" y="372270"/>
                </a:lnTo>
                <a:lnTo>
                  <a:pt x="997083" y="372270"/>
                </a:lnTo>
                <a:lnTo>
                  <a:pt x="995844" y="372270"/>
                </a:lnTo>
                <a:lnTo>
                  <a:pt x="994589" y="372270"/>
                </a:lnTo>
                <a:lnTo>
                  <a:pt x="993349" y="372270"/>
                </a:lnTo>
                <a:lnTo>
                  <a:pt x="992094" y="372270"/>
                </a:lnTo>
                <a:lnTo>
                  <a:pt x="990854" y="372270"/>
                </a:lnTo>
                <a:lnTo>
                  <a:pt x="989592" y="372270"/>
                </a:lnTo>
                <a:lnTo>
                  <a:pt x="988352" y="372270"/>
                </a:lnTo>
                <a:lnTo>
                  <a:pt x="987097" y="372270"/>
                </a:lnTo>
                <a:lnTo>
                  <a:pt x="985850" y="372270"/>
                </a:lnTo>
                <a:lnTo>
                  <a:pt x="984603" y="372270"/>
                </a:lnTo>
                <a:lnTo>
                  <a:pt x="983355" y="372270"/>
                </a:lnTo>
                <a:lnTo>
                  <a:pt x="982116" y="372270"/>
                </a:lnTo>
                <a:lnTo>
                  <a:pt x="980861" y="372270"/>
                </a:lnTo>
                <a:lnTo>
                  <a:pt x="979621" y="372270"/>
                </a:lnTo>
                <a:lnTo>
                  <a:pt x="978366" y="372270"/>
                </a:lnTo>
                <a:lnTo>
                  <a:pt x="977126" y="372270"/>
                </a:lnTo>
                <a:lnTo>
                  <a:pt x="975871" y="372270"/>
                </a:lnTo>
                <a:lnTo>
                  <a:pt x="974624" y="372270"/>
                </a:lnTo>
                <a:lnTo>
                  <a:pt x="973369" y="372270"/>
                </a:lnTo>
                <a:lnTo>
                  <a:pt x="972122" y="372270"/>
                </a:lnTo>
                <a:lnTo>
                  <a:pt x="970875" y="372270"/>
                </a:lnTo>
                <a:lnTo>
                  <a:pt x="969627" y="372270"/>
                </a:lnTo>
                <a:lnTo>
                  <a:pt x="968387" y="372270"/>
                </a:lnTo>
                <a:lnTo>
                  <a:pt x="967133" y="372270"/>
                </a:lnTo>
                <a:lnTo>
                  <a:pt x="965893" y="372270"/>
                </a:lnTo>
                <a:lnTo>
                  <a:pt x="964638" y="372270"/>
                </a:lnTo>
                <a:lnTo>
                  <a:pt x="963398" y="372270"/>
                </a:lnTo>
                <a:lnTo>
                  <a:pt x="962143" y="372270"/>
                </a:lnTo>
                <a:lnTo>
                  <a:pt x="960904" y="372270"/>
                </a:lnTo>
                <a:lnTo>
                  <a:pt x="959656" y="372270"/>
                </a:lnTo>
                <a:lnTo>
                  <a:pt x="958401" y="372270"/>
                </a:lnTo>
                <a:lnTo>
                  <a:pt x="957154" y="372270"/>
                </a:lnTo>
                <a:lnTo>
                  <a:pt x="955899" y="372270"/>
                </a:lnTo>
                <a:lnTo>
                  <a:pt x="954659" y="372270"/>
                </a:lnTo>
                <a:lnTo>
                  <a:pt x="953405" y="372270"/>
                </a:lnTo>
                <a:lnTo>
                  <a:pt x="952165" y="372270"/>
                </a:lnTo>
                <a:lnTo>
                  <a:pt x="950910" y="372270"/>
                </a:lnTo>
                <a:lnTo>
                  <a:pt x="949670" y="372270"/>
                </a:lnTo>
                <a:lnTo>
                  <a:pt x="948415" y="372270"/>
                </a:lnTo>
                <a:lnTo>
                  <a:pt x="947175" y="372270"/>
                </a:lnTo>
                <a:lnTo>
                  <a:pt x="945921" y="372270"/>
                </a:lnTo>
                <a:lnTo>
                  <a:pt x="944673" y="372270"/>
                </a:lnTo>
                <a:lnTo>
                  <a:pt x="943418" y="372270"/>
                </a:lnTo>
                <a:lnTo>
                  <a:pt x="942171" y="372270"/>
                </a:lnTo>
                <a:lnTo>
                  <a:pt x="940931" y="372270"/>
                </a:lnTo>
                <a:lnTo>
                  <a:pt x="939677" y="372270"/>
                </a:lnTo>
                <a:lnTo>
                  <a:pt x="938437" y="372270"/>
                </a:lnTo>
                <a:lnTo>
                  <a:pt x="937182" y="372270"/>
                </a:lnTo>
                <a:lnTo>
                  <a:pt x="935942" y="372270"/>
                </a:lnTo>
                <a:lnTo>
                  <a:pt x="934687" y="372270"/>
                </a:lnTo>
                <a:lnTo>
                  <a:pt x="933447" y="372270"/>
                </a:lnTo>
                <a:lnTo>
                  <a:pt x="932193" y="372270"/>
                </a:lnTo>
                <a:lnTo>
                  <a:pt x="930945" y="372270"/>
                </a:lnTo>
                <a:lnTo>
                  <a:pt x="929705" y="372270"/>
                </a:lnTo>
                <a:lnTo>
                  <a:pt x="928451" y="372270"/>
                </a:lnTo>
                <a:lnTo>
                  <a:pt x="927203" y="372270"/>
                </a:lnTo>
                <a:lnTo>
                  <a:pt x="925948" y="372270"/>
                </a:lnTo>
                <a:lnTo>
                  <a:pt x="924709" y="372270"/>
                </a:lnTo>
                <a:lnTo>
                  <a:pt x="923454" y="372270"/>
                </a:lnTo>
                <a:lnTo>
                  <a:pt x="922214" y="372270"/>
                </a:lnTo>
                <a:lnTo>
                  <a:pt x="920959" y="372270"/>
                </a:lnTo>
                <a:lnTo>
                  <a:pt x="919712" y="372270"/>
                </a:lnTo>
                <a:lnTo>
                  <a:pt x="918465" y="372270"/>
                </a:lnTo>
                <a:lnTo>
                  <a:pt x="917217" y="372270"/>
                </a:lnTo>
                <a:lnTo>
                  <a:pt x="915977" y="372270"/>
                </a:lnTo>
                <a:lnTo>
                  <a:pt x="914723" y="372270"/>
                </a:lnTo>
                <a:lnTo>
                  <a:pt x="913483" y="372270"/>
                </a:lnTo>
                <a:lnTo>
                  <a:pt x="912220" y="372270"/>
                </a:lnTo>
                <a:lnTo>
                  <a:pt x="910981" y="372270"/>
                </a:lnTo>
                <a:lnTo>
                  <a:pt x="909726" y="372270"/>
                </a:lnTo>
                <a:lnTo>
                  <a:pt x="908486" y="372270"/>
                </a:lnTo>
                <a:lnTo>
                  <a:pt x="907231" y="372270"/>
                </a:lnTo>
                <a:lnTo>
                  <a:pt x="905984" y="372270"/>
                </a:lnTo>
                <a:lnTo>
                  <a:pt x="904736" y="372270"/>
                </a:lnTo>
                <a:lnTo>
                  <a:pt x="903489" y="372270"/>
                </a:lnTo>
                <a:lnTo>
                  <a:pt x="902249" y="372270"/>
                </a:lnTo>
                <a:lnTo>
                  <a:pt x="900995" y="372270"/>
                </a:lnTo>
                <a:lnTo>
                  <a:pt x="899755" y="372270"/>
                </a:lnTo>
                <a:lnTo>
                  <a:pt x="898500" y="372270"/>
                </a:lnTo>
                <a:lnTo>
                  <a:pt x="897260" y="372270"/>
                </a:lnTo>
                <a:lnTo>
                  <a:pt x="895998" y="372270"/>
                </a:lnTo>
                <a:lnTo>
                  <a:pt x="894758" y="372270"/>
                </a:lnTo>
                <a:lnTo>
                  <a:pt x="893503" y="372270"/>
                </a:lnTo>
                <a:lnTo>
                  <a:pt x="892263" y="372270"/>
                </a:lnTo>
                <a:lnTo>
                  <a:pt x="891016" y="372270"/>
                </a:lnTo>
                <a:lnTo>
                  <a:pt x="889761" y="372270"/>
                </a:lnTo>
                <a:lnTo>
                  <a:pt x="888521" y="372270"/>
                </a:lnTo>
                <a:lnTo>
                  <a:pt x="887266" y="372270"/>
                </a:lnTo>
                <a:lnTo>
                  <a:pt x="886027" y="372270"/>
                </a:lnTo>
                <a:lnTo>
                  <a:pt x="884772" y="372270"/>
                </a:lnTo>
                <a:lnTo>
                  <a:pt x="883532" y="372270"/>
                </a:lnTo>
                <a:lnTo>
                  <a:pt x="882277" y="372270"/>
                </a:lnTo>
                <a:lnTo>
                  <a:pt x="881030" y="372270"/>
                </a:lnTo>
                <a:lnTo>
                  <a:pt x="879775" y="372270"/>
                </a:lnTo>
                <a:lnTo>
                  <a:pt x="878535" y="372270"/>
                </a:lnTo>
                <a:lnTo>
                  <a:pt x="877280" y="372270"/>
                </a:lnTo>
                <a:lnTo>
                  <a:pt x="876033" y="372270"/>
                </a:lnTo>
                <a:lnTo>
                  <a:pt x="874793" y="372270"/>
                </a:lnTo>
                <a:lnTo>
                  <a:pt x="873538" y="372270"/>
                </a:lnTo>
                <a:lnTo>
                  <a:pt x="872299" y="372270"/>
                </a:lnTo>
                <a:lnTo>
                  <a:pt x="871044" y="372270"/>
                </a:lnTo>
                <a:lnTo>
                  <a:pt x="869804" y="372270"/>
                </a:lnTo>
                <a:lnTo>
                  <a:pt x="868549" y="372270"/>
                </a:lnTo>
                <a:lnTo>
                  <a:pt x="867309" y="372270"/>
                </a:lnTo>
                <a:lnTo>
                  <a:pt x="866054" y="372270"/>
                </a:lnTo>
                <a:lnTo>
                  <a:pt x="864807" y="372270"/>
                </a:lnTo>
                <a:lnTo>
                  <a:pt x="863552" y="372270"/>
                </a:lnTo>
                <a:lnTo>
                  <a:pt x="862305" y="372270"/>
                </a:lnTo>
                <a:lnTo>
                  <a:pt x="861065" y="372270"/>
                </a:lnTo>
                <a:lnTo>
                  <a:pt x="859810" y="372270"/>
                </a:lnTo>
                <a:lnTo>
                  <a:pt x="858571" y="372270"/>
                </a:lnTo>
                <a:lnTo>
                  <a:pt x="857316" y="372270"/>
                </a:lnTo>
                <a:lnTo>
                  <a:pt x="856076" y="372270"/>
                </a:lnTo>
                <a:lnTo>
                  <a:pt x="854821" y="372270"/>
                </a:lnTo>
                <a:lnTo>
                  <a:pt x="853574" y="372270"/>
                </a:lnTo>
                <a:lnTo>
                  <a:pt x="852326" y="372270"/>
                </a:lnTo>
                <a:lnTo>
                  <a:pt x="851079" y="372270"/>
                </a:lnTo>
                <a:lnTo>
                  <a:pt x="849824" y="372270"/>
                </a:lnTo>
                <a:lnTo>
                  <a:pt x="848577" y="372270"/>
                </a:lnTo>
                <a:lnTo>
                  <a:pt x="847337" y="372270"/>
                </a:lnTo>
                <a:lnTo>
                  <a:pt x="846082" y="372270"/>
                </a:lnTo>
                <a:lnTo>
                  <a:pt x="844842" y="372270"/>
                </a:lnTo>
                <a:lnTo>
                  <a:pt x="843588" y="372270"/>
                </a:lnTo>
                <a:lnTo>
                  <a:pt x="842348" y="372270"/>
                </a:lnTo>
                <a:lnTo>
                  <a:pt x="841093" y="372270"/>
                </a:lnTo>
                <a:lnTo>
                  <a:pt x="839853" y="372270"/>
                </a:lnTo>
                <a:lnTo>
                  <a:pt x="838598" y="372270"/>
                </a:lnTo>
                <a:lnTo>
                  <a:pt x="837351" y="372270"/>
                </a:lnTo>
                <a:lnTo>
                  <a:pt x="836111" y="372270"/>
                </a:lnTo>
                <a:lnTo>
                  <a:pt x="834856" y="372270"/>
                </a:lnTo>
                <a:lnTo>
                  <a:pt x="833609" y="372270"/>
                </a:lnTo>
                <a:lnTo>
                  <a:pt x="832354" y="372270"/>
                </a:lnTo>
                <a:lnTo>
                  <a:pt x="831114" y="372270"/>
                </a:lnTo>
                <a:lnTo>
                  <a:pt x="829860" y="372270"/>
                </a:lnTo>
                <a:lnTo>
                  <a:pt x="828620" y="372270"/>
                </a:lnTo>
                <a:lnTo>
                  <a:pt x="827365" y="372270"/>
                </a:lnTo>
                <a:lnTo>
                  <a:pt x="826125" y="372270"/>
                </a:lnTo>
                <a:lnTo>
                  <a:pt x="824878" y="372270"/>
                </a:lnTo>
                <a:lnTo>
                  <a:pt x="823623" y="372270"/>
                </a:lnTo>
                <a:lnTo>
                  <a:pt x="822383" y="372270"/>
                </a:lnTo>
                <a:lnTo>
                  <a:pt x="821128" y="372270"/>
                </a:lnTo>
                <a:lnTo>
                  <a:pt x="819889" y="372270"/>
                </a:lnTo>
                <a:lnTo>
                  <a:pt x="818626" y="372270"/>
                </a:lnTo>
                <a:lnTo>
                  <a:pt x="817386" y="372270"/>
                </a:lnTo>
                <a:lnTo>
                  <a:pt x="816132" y="372270"/>
                </a:lnTo>
                <a:lnTo>
                  <a:pt x="814892" y="372270"/>
                </a:lnTo>
                <a:lnTo>
                  <a:pt x="813637" y="372270"/>
                </a:lnTo>
                <a:lnTo>
                  <a:pt x="812397" y="372270"/>
                </a:lnTo>
                <a:lnTo>
                  <a:pt x="811142" y="372270"/>
                </a:lnTo>
                <a:lnTo>
                  <a:pt x="809895" y="372270"/>
                </a:lnTo>
                <a:lnTo>
                  <a:pt x="808655" y="372270"/>
                </a:lnTo>
                <a:lnTo>
                  <a:pt x="807400" y="372270"/>
                </a:lnTo>
                <a:lnTo>
                  <a:pt x="806160" y="372270"/>
                </a:lnTo>
                <a:lnTo>
                  <a:pt x="804906" y="372270"/>
                </a:lnTo>
                <a:lnTo>
                  <a:pt x="803666" y="372270"/>
                </a:lnTo>
                <a:lnTo>
                  <a:pt x="802404" y="372270"/>
                </a:lnTo>
                <a:lnTo>
                  <a:pt x="801164" y="372270"/>
                </a:lnTo>
                <a:lnTo>
                  <a:pt x="799909" y="372270"/>
                </a:lnTo>
                <a:lnTo>
                  <a:pt x="798669" y="372270"/>
                </a:lnTo>
                <a:lnTo>
                  <a:pt x="797414" y="372270"/>
                </a:lnTo>
                <a:lnTo>
                  <a:pt x="796167" y="372270"/>
                </a:lnTo>
                <a:lnTo>
                  <a:pt x="794927" y="372270"/>
                </a:lnTo>
                <a:lnTo>
                  <a:pt x="793672" y="372270"/>
                </a:lnTo>
                <a:lnTo>
                  <a:pt x="792432" y="372270"/>
                </a:lnTo>
                <a:lnTo>
                  <a:pt x="791178" y="372270"/>
                </a:lnTo>
                <a:lnTo>
                  <a:pt x="789938" y="372270"/>
                </a:lnTo>
                <a:lnTo>
                  <a:pt x="788683" y="372270"/>
                </a:lnTo>
                <a:lnTo>
                  <a:pt x="787436" y="372270"/>
                </a:lnTo>
                <a:lnTo>
                  <a:pt x="786181" y="372270"/>
                </a:lnTo>
                <a:lnTo>
                  <a:pt x="784933" y="372270"/>
                </a:lnTo>
                <a:lnTo>
                  <a:pt x="783686" y="372270"/>
                </a:lnTo>
                <a:lnTo>
                  <a:pt x="782439" y="372270"/>
                </a:lnTo>
                <a:lnTo>
                  <a:pt x="781199" y="372270"/>
                </a:lnTo>
                <a:lnTo>
                  <a:pt x="779944" y="372270"/>
                </a:lnTo>
                <a:lnTo>
                  <a:pt x="778704" y="372270"/>
                </a:lnTo>
                <a:lnTo>
                  <a:pt x="777450" y="372270"/>
                </a:lnTo>
                <a:lnTo>
                  <a:pt x="776210" y="372270"/>
                </a:lnTo>
                <a:lnTo>
                  <a:pt x="774955" y="372270"/>
                </a:lnTo>
                <a:lnTo>
                  <a:pt x="773715" y="372270"/>
                </a:lnTo>
                <a:lnTo>
                  <a:pt x="772460" y="372270"/>
                </a:lnTo>
                <a:lnTo>
                  <a:pt x="771213" y="372270"/>
                </a:lnTo>
                <a:lnTo>
                  <a:pt x="769958" y="372270"/>
                </a:lnTo>
                <a:lnTo>
                  <a:pt x="768711" y="372270"/>
                </a:lnTo>
                <a:lnTo>
                  <a:pt x="767471" y="372270"/>
                </a:lnTo>
                <a:lnTo>
                  <a:pt x="766216" y="372270"/>
                </a:lnTo>
                <a:lnTo>
                  <a:pt x="764976" y="372270"/>
                </a:lnTo>
                <a:lnTo>
                  <a:pt x="763722" y="372270"/>
                </a:lnTo>
                <a:lnTo>
                  <a:pt x="762482" y="372270"/>
                </a:lnTo>
                <a:lnTo>
                  <a:pt x="761227" y="372270"/>
                </a:lnTo>
                <a:lnTo>
                  <a:pt x="759987" y="372270"/>
                </a:lnTo>
                <a:lnTo>
                  <a:pt x="758740" y="372270"/>
                </a:lnTo>
                <a:lnTo>
                  <a:pt x="757485" y="372270"/>
                </a:lnTo>
                <a:lnTo>
                  <a:pt x="756230" y="372270"/>
                </a:lnTo>
                <a:lnTo>
                  <a:pt x="754983" y="372270"/>
                </a:lnTo>
                <a:lnTo>
                  <a:pt x="753743" y="372270"/>
                </a:lnTo>
                <a:lnTo>
                  <a:pt x="752488" y="372270"/>
                </a:lnTo>
                <a:lnTo>
                  <a:pt x="751248" y="372270"/>
                </a:lnTo>
                <a:lnTo>
                  <a:pt x="749993" y="372270"/>
                </a:lnTo>
                <a:lnTo>
                  <a:pt x="748754" y="372270"/>
                </a:lnTo>
                <a:lnTo>
                  <a:pt x="747499" y="372270"/>
                </a:lnTo>
                <a:lnTo>
                  <a:pt x="746259" y="372270"/>
                </a:lnTo>
                <a:lnTo>
                  <a:pt x="745004" y="372270"/>
                </a:lnTo>
                <a:lnTo>
                  <a:pt x="743757" y="372270"/>
                </a:lnTo>
                <a:lnTo>
                  <a:pt x="742517" y="372270"/>
                </a:lnTo>
                <a:lnTo>
                  <a:pt x="741262" y="372270"/>
                </a:lnTo>
                <a:lnTo>
                  <a:pt x="740015" y="372270"/>
                </a:lnTo>
                <a:lnTo>
                  <a:pt x="738760" y="372270"/>
                </a:lnTo>
                <a:lnTo>
                  <a:pt x="737520" y="372270"/>
                </a:lnTo>
                <a:lnTo>
                  <a:pt x="736265" y="372270"/>
                </a:lnTo>
                <a:lnTo>
                  <a:pt x="735026" y="372270"/>
                </a:lnTo>
                <a:lnTo>
                  <a:pt x="733771" y="372270"/>
                </a:lnTo>
                <a:lnTo>
                  <a:pt x="732531" y="372270"/>
                </a:lnTo>
                <a:lnTo>
                  <a:pt x="731276" y="372270"/>
                </a:lnTo>
                <a:lnTo>
                  <a:pt x="730029" y="372270"/>
                </a:lnTo>
                <a:lnTo>
                  <a:pt x="728789" y="372270"/>
                </a:lnTo>
                <a:lnTo>
                  <a:pt x="727534" y="372270"/>
                </a:lnTo>
                <a:lnTo>
                  <a:pt x="726294" y="372270"/>
                </a:lnTo>
                <a:lnTo>
                  <a:pt x="725032" y="372270"/>
                </a:lnTo>
                <a:lnTo>
                  <a:pt x="723792" y="372270"/>
                </a:lnTo>
                <a:lnTo>
                  <a:pt x="722537" y="372270"/>
                </a:lnTo>
                <a:lnTo>
                  <a:pt x="721298" y="372270"/>
                </a:lnTo>
                <a:lnTo>
                  <a:pt x="720043" y="372270"/>
                </a:lnTo>
                <a:lnTo>
                  <a:pt x="718795" y="372270"/>
                </a:lnTo>
                <a:lnTo>
                  <a:pt x="717548" y="372270"/>
                </a:lnTo>
                <a:lnTo>
                  <a:pt x="716301" y="372270"/>
                </a:lnTo>
                <a:lnTo>
                  <a:pt x="715061" y="372270"/>
                </a:lnTo>
                <a:lnTo>
                  <a:pt x="713806" y="372270"/>
                </a:lnTo>
                <a:lnTo>
                  <a:pt x="712566" y="372270"/>
                </a:lnTo>
                <a:lnTo>
                  <a:pt x="711311" y="372270"/>
                </a:lnTo>
                <a:lnTo>
                  <a:pt x="710072" y="372270"/>
                </a:lnTo>
                <a:lnTo>
                  <a:pt x="708809" y="372270"/>
                </a:lnTo>
                <a:lnTo>
                  <a:pt x="707569" y="372270"/>
                </a:lnTo>
                <a:lnTo>
                  <a:pt x="706315" y="372270"/>
                </a:lnTo>
                <a:lnTo>
                  <a:pt x="705075" y="372270"/>
                </a:lnTo>
                <a:lnTo>
                  <a:pt x="703820" y="372270"/>
                </a:lnTo>
                <a:lnTo>
                  <a:pt x="702573" y="372270"/>
                </a:lnTo>
                <a:lnTo>
                  <a:pt x="701333" y="372270"/>
                </a:lnTo>
                <a:lnTo>
                  <a:pt x="700078" y="372270"/>
                </a:lnTo>
                <a:lnTo>
                  <a:pt x="698838" y="372270"/>
                </a:lnTo>
                <a:lnTo>
                  <a:pt x="697583" y="372270"/>
                </a:lnTo>
                <a:lnTo>
                  <a:pt x="696344" y="372270"/>
                </a:lnTo>
                <a:lnTo>
                  <a:pt x="695089" y="372270"/>
                </a:lnTo>
                <a:lnTo>
                  <a:pt x="693841" y="372270"/>
                </a:lnTo>
                <a:lnTo>
                  <a:pt x="692587" y="372270"/>
                </a:lnTo>
                <a:lnTo>
                  <a:pt x="691347" y="372270"/>
                </a:lnTo>
                <a:lnTo>
                  <a:pt x="690092" y="372270"/>
                </a:lnTo>
                <a:lnTo>
                  <a:pt x="688845" y="372270"/>
                </a:lnTo>
                <a:lnTo>
                  <a:pt x="687605" y="372270"/>
                </a:lnTo>
                <a:lnTo>
                  <a:pt x="686350" y="372270"/>
                </a:lnTo>
                <a:lnTo>
                  <a:pt x="685110" y="372270"/>
                </a:lnTo>
                <a:lnTo>
                  <a:pt x="683855" y="372270"/>
                </a:lnTo>
                <a:lnTo>
                  <a:pt x="682616" y="372270"/>
                </a:lnTo>
                <a:lnTo>
                  <a:pt x="681361" y="372270"/>
                </a:lnTo>
                <a:lnTo>
                  <a:pt x="680121" y="372270"/>
                </a:lnTo>
                <a:lnTo>
                  <a:pt x="678866" y="372270"/>
                </a:lnTo>
                <a:lnTo>
                  <a:pt x="677619" y="372270"/>
                </a:lnTo>
                <a:lnTo>
                  <a:pt x="676364" y="372270"/>
                </a:lnTo>
                <a:lnTo>
                  <a:pt x="675117" y="372270"/>
                </a:lnTo>
                <a:lnTo>
                  <a:pt x="673877" y="372270"/>
                </a:lnTo>
                <a:lnTo>
                  <a:pt x="672622" y="372270"/>
                </a:lnTo>
                <a:lnTo>
                  <a:pt x="671382" y="372270"/>
                </a:lnTo>
                <a:lnTo>
                  <a:pt x="670127" y="372270"/>
                </a:lnTo>
                <a:lnTo>
                  <a:pt x="668887" y="372270"/>
                </a:lnTo>
                <a:lnTo>
                  <a:pt x="667633" y="372270"/>
                </a:lnTo>
                <a:lnTo>
                  <a:pt x="666385" y="372270"/>
                </a:lnTo>
                <a:lnTo>
                  <a:pt x="665138" y="372270"/>
                </a:lnTo>
                <a:lnTo>
                  <a:pt x="663891" y="372270"/>
                </a:lnTo>
                <a:lnTo>
                  <a:pt x="662636" y="372270"/>
                </a:lnTo>
                <a:lnTo>
                  <a:pt x="661389" y="372270"/>
                </a:lnTo>
                <a:lnTo>
                  <a:pt x="660149" y="372270"/>
                </a:lnTo>
                <a:lnTo>
                  <a:pt x="658894" y="372270"/>
                </a:lnTo>
                <a:lnTo>
                  <a:pt x="657654" y="372270"/>
                </a:lnTo>
                <a:lnTo>
                  <a:pt x="656399" y="372270"/>
                </a:lnTo>
                <a:lnTo>
                  <a:pt x="655159" y="372270"/>
                </a:lnTo>
                <a:lnTo>
                  <a:pt x="653905" y="372270"/>
                </a:lnTo>
                <a:lnTo>
                  <a:pt x="652657" y="372270"/>
                </a:lnTo>
                <a:lnTo>
                  <a:pt x="651410" y="372270"/>
                </a:lnTo>
                <a:lnTo>
                  <a:pt x="650163" y="372270"/>
                </a:lnTo>
                <a:lnTo>
                  <a:pt x="648923" y="372270"/>
                </a:lnTo>
                <a:lnTo>
                  <a:pt x="647668" y="372270"/>
                </a:lnTo>
                <a:lnTo>
                  <a:pt x="646421" y="372270"/>
                </a:lnTo>
                <a:lnTo>
                  <a:pt x="645166" y="372270"/>
                </a:lnTo>
                <a:lnTo>
                  <a:pt x="643926" y="372270"/>
                </a:lnTo>
                <a:lnTo>
                  <a:pt x="642671" y="372270"/>
                </a:lnTo>
                <a:lnTo>
                  <a:pt x="641431" y="372270"/>
                </a:lnTo>
                <a:lnTo>
                  <a:pt x="640177" y="372270"/>
                </a:lnTo>
                <a:lnTo>
                  <a:pt x="638937" y="372270"/>
                </a:lnTo>
                <a:lnTo>
                  <a:pt x="637682" y="372270"/>
                </a:lnTo>
                <a:lnTo>
                  <a:pt x="636435" y="372270"/>
                </a:lnTo>
                <a:lnTo>
                  <a:pt x="635195" y="372270"/>
                </a:lnTo>
                <a:lnTo>
                  <a:pt x="633940" y="372270"/>
                </a:lnTo>
                <a:lnTo>
                  <a:pt x="632700" y="372270"/>
                </a:lnTo>
                <a:lnTo>
                  <a:pt x="631438" y="372270"/>
                </a:lnTo>
                <a:lnTo>
                  <a:pt x="630198" y="372270"/>
                </a:lnTo>
                <a:lnTo>
                  <a:pt x="628943" y="372270"/>
                </a:lnTo>
                <a:lnTo>
                  <a:pt x="627703" y="372270"/>
                </a:lnTo>
                <a:lnTo>
                  <a:pt x="626449" y="372270"/>
                </a:lnTo>
                <a:lnTo>
                  <a:pt x="625209" y="372270"/>
                </a:lnTo>
                <a:lnTo>
                  <a:pt x="623954" y="372270"/>
                </a:lnTo>
                <a:lnTo>
                  <a:pt x="622707" y="372270"/>
                </a:lnTo>
                <a:lnTo>
                  <a:pt x="621467" y="372270"/>
                </a:lnTo>
                <a:lnTo>
                  <a:pt x="620212" y="372270"/>
                </a:lnTo>
                <a:lnTo>
                  <a:pt x="618972" y="372270"/>
                </a:lnTo>
                <a:lnTo>
                  <a:pt x="617717" y="372270"/>
                </a:lnTo>
                <a:lnTo>
                  <a:pt x="616477" y="372270"/>
                </a:lnTo>
                <a:lnTo>
                  <a:pt x="615215" y="372270"/>
                </a:lnTo>
                <a:lnTo>
                  <a:pt x="613975" y="372270"/>
                </a:lnTo>
                <a:lnTo>
                  <a:pt x="612720" y="372270"/>
                </a:lnTo>
                <a:lnTo>
                  <a:pt x="611481" y="372270"/>
                </a:lnTo>
                <a:lnTo>
                  <a:pt x="610226" y="372270"/>
                </a:lnTo>
                <a:lnTo>
                  <a:pt x="608978" y="372270"/>
                </a:lnTo>
                <a:lnTo>
                  <a:pt x="607739" y="372270"/>
                </a:lnTo>
                <a:lnTo>
                  <a:pt x="606484" y="372270"/>
                </a:lnTo>
                <a:lnTo>
                  <a:pt x="605244" y="372270"/>
                </a:lnTo>
                <a:lnTo>
                  <a:pt x="603989" y="372270"/>
                </a:lnTo>
                <a:lnTo>
                  <a:pt x="602749" y="372270"/>
                </a:lnTo>
                <a:lnTo>
                  <a:pt x="601495" y="372270"/>
                </a:lnTo>
                <a:lnTo>
                  <a:pt x="600247" y="372270"/>
                </a:lnTo>
                <a:lnTo>
                  <a:pt x="598992" y="372270"/>
                </a:lnTo>
                <a:lnTo>
                  <a:pt x="597745" y="372270"/>
                </a:lnTo>
                <a:lnTo>
                  <a:pt x="596498" y="372270"/>
                </a:lnTo>
                <a:lnTo>
                  <a:pt x="595250" y="372270"/>
                </a:lnTo>
                <a:lnTo>
                  <a:pt x="594011" y="372270"/>
                </a:lnTo>
                <a:lnTo>
                  <a:pt x="592756" y="372270"/>
                </a:lnTo>
                <a:lnTo>
                  <a:pt x="591516" y="372270"/>
                </a:lnTo>
                <a:lnTo>
                  <a:pt x="590261" y="372270"/>
                </a:lnTo>
                <a:lnTo>
                  <a:pt x="589021" y="372270"/>
                </a:lnTo>
                <a:lnTo>
                  <a:pt x="587767" y="372270"/>
                </a:lnTo>
                <a:lnTo>
                  <a:pt x="586519" y="372270"/>
                </a:lnTo>
                <a:lnTo>
                  <a:pt x="585272" y="372270"/>
                </a:lnTo>
                <a:lnTo>
                  <a:pt x="584017" y="372270"/>
                </a:lnTo>
                <a:lnTo>
                  <a:pt x="582770" y="372270"/>
                </a:lnTo>
                <a:lnTo>
                  <a:pt x="581522" y="372270"/>
                </a:lnTo>
                <a:lnTo>
                  <a:pt x="580283" y="372270"/>
                </a:lnTo>
                <a:lnTo>
                  <a:pt x="579028" y="372270"/>
                </a:lnTo>
                <a:lnTo>
                  <a:pt x="577788" y="372270"/>
                </a:lnTo>
                <a:lnTo>
                  <a:pt x="576533" y="372270"/>
                </a:lnTo>
                <a:lnTo>
                  <a:pt x="575293" y="372270"/>
                </a:lnTo>
                <a:lnTo>
                  <a:pt x="574038" y="372270"/>
                </a:lnTo>
                <a:lnTo>
                  <a:pt x="572799" y="372270"/>
                </a:lnTo>
                <a:lnTo>
                  <a:pt x="571544" y="372270"/>
                </a:lnTo>
                <a:lnTo>
                  <a:pt x="570296" y="372270"/>
                </a:lnTo>
                <a:lnTo>
                  <a:pt x="569049" y="372270"/>
                </a:lnTo>
                <a:lnTo>
                  <a:pt x="567794" y="372270"/>
                </a:lnTo>
                <a:lnTo>
                  <a:pt x="566555" y="372270"/>
                </a:lnTo>
                <a:lnTo>
                  <a:pt x="565300" y="372270"/>
                </a:lnTo>
                <a:lnTo>
                  <a:pt x="564060" y="372270"/>
                </a:lnTo>
                <a:lnTo>
                  <a:pt x="562805" y="372270"/>
                </a:lnTo>
                <a:lnTo>
                  <a:pt x="561565" y="372270"/>
                </a:lnTo>
                <a:lnTo>
                  <a:pt x="560310" y="372270"/>
                </a:lnTo>
                <a:lnTo>
                  <a:pt x="559071" y="372270"/>
                </a:lnTo>
                <a:lnTo>
                  <a:pt x="557816" y="372270"/>
                </a:lnTo>
                <a:lnTo>
                  <a:pt x="556568" y="372270"/>
                </a:lnTo>
                <a:lnTo>
                  <a:pt x="555329" y="372270"/>
                </a:lnTo>
                <a:lnTo>
                  <a:pt x="554074" y="372270"/>
                </a:lnTo>
                <a:lnTo>
                  <a:pt x="552826" y="372270"/>
                </a:lnTo>
                <a:lnTo>
                  <a:pt x="551572" y="372270"/>
                </a:lnTo>
                <a:lnTo>
                  <a:pt x="550332" y="372270"/>
                </a:lnTo>
                <a:lnTo>
                  <a:pt x="549077" y="372270"/>
                </a:lnTo>
                <a:lnTo>
                  <a:pt x="547837" y="372270"/>
                </a:lnTo>
                <a:lnTo>
                  <a:pt x="546582" y="372270"/>
                </a:lnTo>
                <a:lnTo>
                  <a:pt x="545343" y="372270"/>
                </a:lnTo>
                <a:lnTo>
                  <a:pt x="544088" y="372270"/>
                </a:lnTo>
                <a:lnTo>
                  <a:pt x="542840" y="372270"/>
                </a:lnTo>
                <a:lnTo>
                  <a:pt x="541601" y="372270"/>
                </a:lnTo>
                <a:lnTo>
                  <a:pt x="540346" y="372270"/>
                </a:lnTo>
                <a:lnTo>
                  <a:pt x="539106" y="372270"/>
                </a:lnTo>
                <a:lnTo>
                  <a:pt x="537844" y="372270"/>
                </a:lnTo>
                <a:lnTo>
                  <a:pt x="536604" y="372270"/>
                </a:lnTo>
                <a:lnTo>
                  <a:pt x="535349" y="372270"/>
                </a:lnTo>
                <a:lnTo>
                  <a:pt x="534109" y="372270"/>
                </a:lnTo>
                <a:lnTo>
                  <a:pt x="532854" y="372270"/>
                </a:lnTo>
                <a:lnTo>
                  <a:pt x="531607" y="372270"/>
                </a:lnTo>
                <a:lnTo>
                  <a:pt x="530360" y="372270"/>
                </a:lnTo>
                <a:lnTo>
                  <a:pt x="529112" y="372270"/>
                </a:lnTo>
                <a:lnTo>
                  <a:pt x="527873" y="372270"/>
                </a:lnTo>
                <a:lnTo>
                  <a:pt x="526618" y="372270"/>
                </a:lnTo>
                <a:lnTo>
                  <a:pt x="525378" y="372270"/>
                </a:lnTo>
                <a:lnTo>
                  <a:pt x="524123" y="372270"/>
                </a:lnTo>
                <a:lnTo>
                  <a:pt x="522883" y="372270"/>
                </a:lnTo>
                <a:lnTo>
                  <a:pt x="521621" y="372270"/>
                </a:lnTo>
                <a:lnTo>
                  <a:pt x="520381" y="372270"/>
                </a:lnTo>
                <a:lnTo>
                  <a:pt x="519126" y="372270"/>
                </a:lnTo>
                <a:lnTo>
                  <a:pt x="517879" y="372270"/>
                </a:lnTo>
                <a:lnTo>
                  <a:pt x="516632" y="372270"/>
                </a:lnTo>
                <a:lnTo>
                  <a:pt x="515384" y="372270"/>
                </a:lnTo>
                <a:lnTo>
                  <a:pt x="514144" y="372270"/>
                </a:lnTo>
                <a:lnTo>
                  <a:pt x="512890" y="372270"/>
                </a:lnTo>
                <a:lnTo>
                  <a:pt x="511650" y="372270"/>
                </a:lnTo>
                <a:lnTo>
                  <a:pt x="510395" y="372270"/>
                </a:lnTo>
                <a:lnTo>
                  <a:pt x="509155" y="372270"/>
                </a:lnTo>
                <a:lnTo>
                  <a:pt x="507900" y="372270"/>
                </a:lnTo>
                <a:lnTo>
                  <a:pt x="506653" y="372270"/>
                </a:lnTo>
                <a:lnTo>
                  <a:pt x="505398" y="372270"/>
                </a:lnTo>
                <a:lnTo>
                  <a:pt x="504158" y="372270"/>
                </a:lnTo>
                <a:lnTo>
                  <a:pt x="502911" y="372270"/>
                </a:lnTo>
                <a:lnTo>
                  <a:pt x="501656" y="372270"/>
                </a:lnTo>
                <a:lnTo>
                  <a:pt x="500416" y="372270"/>
                </a:lnTo>
                <a:lnTo>
                  <a:pt x="499162" y="372270"/>
                </a:lnTo>
                <a:lnTo>
                  <a:pt x="497922" y="372270"/>
                </a:lnTo>
                <a:lnTo>
                  <a:pt x="496667" y="372270"/>
                </a:lnTo>
                <a:lnTo>
                  <a:pt x="495427" y="372270"/>
                </a:lnTo>
                <a:lnTo>
                  <a:pt x="494172" y="372270"/>
                </a:lnTo>
                <a:lnTo>
                  <a:pt x="492932" y="372270"/>
                </a:lnTo>
                <a:lnTo>
                  <a:pt x="491678" y="372270"/>
                </a:lnTo>
                <a:lnTo>
                  <a:pt x="490430" y="372270"/>
                </a:lnTo>
                <a:lnTo>
                  <a:pt x="489175" y="372270"/>
                </a:lnTo>
                <a:lnTo>
                  <a:pt x="487928" y="372270"/>
                </a:lnTo>
                <a:lnTo>
                  <a:pt x="486688" y="372270"/>
                </a:lnTo>
                <a:lnTo>
                  <a:pt x="485434" y="372270"/>
                </a:lnTo>
                <a:lnTo>
                  <a:pt x="484194" y="372270"/>
                </a:lnTo>
                <a:lnTo>
                  <a:pt x="482939" y="372270"/>
                </a:lnTo>
                <a:lnTo>
                  <a:pt x="481699" y="372270"/>
                </a:lnTo>
                <a:lnTo>
                  <a:pt x="480444" y="372270"/>
                </a:lnTo>
                <a:lnTo>
                  <a:pt x="479204" y="372270"/>
                </a:lnTo>
                <a:lnTo>
                  <a:pt x="477950" y="372270"/>
                </a:lnTo>
                <a:lnTo>
                  <a:pt x="476702" y="372270"/>
                </a:lnTo>
                <a:lnTo>
                  <a:pt x="475455" y="372270"/>
                </a:lnTo>
                <a:lnTo>
                  <a:pt x="474200" y="372270"/>
                </a:lnTo>
                <a:lnTo>
                  <a:pt x="472960" y="372270"/>
                </a:lnTo>
                <a:lnTo>
                  <a:pt x="471705" y="372270"/>
                </a:lnTo>
                <a:lnTo>
                  <a:pt x="470466" y="372270"/>
                </a:lnTo>
                <a:lnTo>
                  <a:pt x="469211" y="372270"/>
                </a:lnTo>
                <a:lnTo>
                  <a:pt x="467971" y="372270"/>
                </a:lnTo>
                <a:lnTo>
                  <a:pt x="466716" y="372270"/>
                </a:lnTo>
                <a:lnTo>
                  <a:pt x="465469" y="372270"/>
                </a:lnTo>
                <a:lnTo>
                  <a:pt x="464222" y="372270"/>
                </a:lnTo>
                <a:lnTo>
                  <a:pt x="462974" y="372270"/>
                </a:lnTo>
                <a:lnTo>
                  <a:pt x="461727" y="372270"/>
                </a:lnTo>
                <a:lnTo>
                  <a:pt x="460480" y="372270"/>
                </a:lnTo>
                <a:lnTo>
                  <a:pt x="459232" y="372270"/>
                </a:lnTo>
                <a:lnTo>
                  <a:pt x="457985" y="372270"/>
                </a:lnTo>
                <a:lnTo>
                  <a:pt x="456738" y="372270"/>
                </a:lnTo>
                <a:lnTo>
                  <a:pt x="455483" y="372270"/>
                </a:lnTo>
                <a:lnTo>
                  <a:pt x="454243" y="372270"/>
                </a:lnTo>
                <a:lnTo>
                  <a:pt x="452988" y="372270"/>
                </a:lnTo>
                <a:lnTo>
                  <a:pt x="451741" y="372270"/>
                </a:lnTo>
                <a:lnTo>
                  <a:pt x="450493" y="372270"/>
                </a:lnTo>
                <a:lnTo>
                  <a:pt x="449246" y="372270"/>
                </a:lnTo>
                <a:lnTo>
                  <a:pt x="447999" y="372270"/>
                </a:lnTo>
                <a:lnTo>
                  <a:pt x="446752" y="372270"/>
                </a:lnTo>
                <a:lnTo>
                  <a:pt x="445504" y="372270"/>
                </a:lnTo>
                <a:lnTo>
                  <a:pt x="444257" y="372270"/>
                </a:lnTo>
                <a:lnTo>
                  <a:pt x="443010" y="372270"/>
                </a:lnTo>
                <a:lnTo>
                  <a:pt x="441755" y="372270"/>
                </a:lnTo>
                <a:lnTo>
                  <a:pt x="440515" y="372270"/>
                </a:lnTo>
                <a:lnTo>
                  <a:pt x="439268" y="372270"/>
                </a:lnTo>
                <a:lnTo>
                  <a:pt x="438020" y="372270"/>
                </a:lnTo>
                <a:lnTo>
                  <a:pt x="436773" y="372270"/>
                </a:lnTo>
                <a:lnTo>
                  <a:pt x="435518" y="372270"/>
                </a:lnTo>
                <a:lnTo>
                  <a:pt x="434271" y="372270"/>
                </a:lnTo>
                <a:lnTo>
                  <a:pt x="433023" y="372270"/>
                </a:lnTo>
                <a:lnTo>
                  <a:pt x="431776" y="372270"/>
                </a:lnTo>
                <a:lnTo>
                  <a:pt x="430529" y="372270"/>
                </a:lnTo>
                <a:lnTo>
                  <a:pt x="429282" y="372270"/>
                </a:lnTo>
                <a:lnTo>
                  <a:pt x="428034" y="372270"/>
                </a:lnTo>
                <a:lnTo>
                  <a:pt x="426787" y="372270"/>
                </a:lnTo>
                <a:lnTo>
                  <a:pt x="425540" y="372270"/>
                </a:lnTo>
                <a:lnTo>
                  <a:pt x="424292" y="372270"/>
                </a:lnTo>
                <a:lnTo>
                  <a:pt x="423045" y="372270"/>
                </a:lnTo>
                <a:lnTo>
                  <a:pt x="421790" y="372270"/>
                </a:lnTo>
                <a:lnTo>
                  <a:pt x="420550" y="372270"/>
                </a:lnTo>
                <a:lnTo>
                  <a:pt x="419295" y="372270"/>
                </a:lnTo>
                <a:lnTo>
                  <a:pt x="418048" y="372270"/>
                </a:lnTo>
                <a:lnTo>
                  <a:pt x="416801" y="372270"/>
                </a:lnTo>
                <a:lnTo>
                  <a:pt x="415553" y="372270"/>
                </a:lnTo>
                <a:lnTo>
                  <a:pt x="414306" y="372270"/>
                </a:lnTo>
                <a:lnTo>
                  <a:pt x="413059" y="372270"/>
                </a:lnTo>
                <a:lnTo>
                  <a:pt x="411812" y="372270"/>
                </a:lnTo>
                <a:lnTo>
                  <a:pt x="410564" y="372270"/>
                </a:lnTo>
                <a:lnTo>
                  <a:pt x="409317" y="372270"/>
                </a:lnTo>
                <a:lnTo>
                  <a:pt x="408062" y="372270"/>
                </a:lnTo>
                <a:lnTo>
                  <a:pt x="406822" y="372270"/>
                </a:lnTo>
                <a:lnTo>
                  <a:pt x="405567" y="372270"/>
                </a:lnTo>
                <a:lnTo>
                  <a:pt x="404328" y="372270"/>
                </a:lnTo>
                <a:lnTo>
                  <a:pt x="403073" y="372270"/>
                </a:lnTo>
                <a:lnTo>
                  <a:pt x="401833" y="372270"/>
                </a:lnTo>
                <a:lnTo>
                  <a:pt x="400578" y="372270"/>
                </a:lnTo>
                <a:lnTo>
                  <a:pt x="399331" y="372270"/>
                </a:lnTo>
                <a:lnTo>
                  <a:pt x="398083" y="372270"/>
                </a:lnTo>
                <a:lnTo>
                  <a:pt x="396829" y="372270"/>
                </a:lnTo>
                <a:lnTo>
                  <a:pt x="395589" y="372270"/>
                </a:lnTo>
                <a:lnTo>
                  <a:pt x="394334" y="372270"/>
                </a:lnTo>
                <a:lnTo>
                  <a:pt x="393094" y="372270"/>
                </a:lnTo>
                <a:lnTo>
                  <a:pt x="391839" y="372270"/>
                </a:lnTo>
                <a:lnTo>
                  <a:pt x="390600" y="372270"/>
                </a:lnTo>
                <a:lnTo>
                  <a:pt x="389345" y="372270"/>
                </a:lnTo>
                <a:lnTo>
                  <a:pt x="388105" y="372270"/>
                </a:lnTo>
                <a:lnTo>
                  <a:pt x="386850" y="372270"/>
                </a:lnTo>
                <a:lnTo>
                  <a:pt x="385610" y="372270"/>
                </a:lnTo>
                <a:lnTo>
                  <a:pt x="384355" y="372270"/>
                </a:lnTo>
                <a:lnTo>
                  <a:pt x="383108" y="372270"/>
                </a:lnTo>
                <a:lnTo>
                  <a:pt x="381861" y="372270"/>
                </a:lnTo>
                <a:lnTo>
                  <a:pt x="380606" y="372270"/>
                </a:lnTo>
                <a:lnTo>
                  <a:pt x="379366" y="372270"/>
                </a:lnTo>
                <a:lnTo>
                  <a:pt x="378111" y="372270"/>
                </a:lnTo>
                <a:lnTo>
                  <a:pt x="376871" y="372270"/>
                </a:lnTo>
                <a:lnTo>
                  <a:pt x="375617" y="372270"/>
                </a:lnTo>
                <a:lnTo>
                  <a:pt x="374377" y="372270"/>
                </a:lnTo>
                <a:lnTo>
                  <a:pt x="373122" y="372270"/>
                </a:lnTo>
                <a:lnTo>
                  <a:pt x="371882" y="372270"/>
                </a:lnTo>
                <a:lnTo>
                  <a:pt x="370627" y="372270"/>
                </a:lnTo>
                <a:lnTo>
                  <a:pt x="369380" y="372270"/>
                </a:lnTo>
                <a:lnTo>
                  <a:pt x="368133" y="372270"/>
                </a:lnTo>
                <a:lnTo>
                  <a:pt x="366885" y="372270"/>
                </a:lnTo>
                <a:lnTo>
                  <a:pt x="365638" y="372270"/>
                </a:lnTo>
                <a:lnTo>
                  <a:pt x="364391" y="372270"/>
                </a:lnTo>
                <a:lnTo>
                  <a:pt x="363143" y="372270"/>
                </a:lnTo>
                <a:lnTo>
                  <a:pt x="361889" y="372270"/>
                </a:lnTo>
                <a:lnTo>
                  <a:pt x="360649" y="372270"/>
                </a:lnTo>
                <a:lnTo>
                  <a:pt x="359394" y="372270"/>
                </a:lnTo>
                <a:lnTo>
                  <a:pt x="358154" y="372270"/>
                </a:lnTo>
                <a:lnTo>
                  <a:pt x="356899" y="372270"/>
                </a:lnTo>
                <a:lnTo>
                  <a:pt x="355652" y="372270"/>
                </a:lnTo>
                <a:lnTo>
                  <a:pt x="354405" y="372270"/>
                </a:lnTo>
                <a:lnTo>
                  <a:pt x="353157" y="372270"/>
                </a:lnTo>
                <a:lnTo>
                  <a:pt x="351910" y="372270"/>
                </a:lnTo>
                <a:lnTo>
                  <a:pt x="350663" y="372270"/>
                </a:lnTo>
                <a:lnTo>
                  <a:pt x="349415" y="372270"/>
                </a:lnTo>
                <a:lnTo>
                  <a:pt x="348168" y="372270"/>
                </a:lnTo>
                <a:lnTo>
                  <a:pt x="346921" y="372270"/>
                </a:lnTo>
                <a:lnTo>
                  <a:pt x="345673" y="372270"/>
                </a:lnTo>
                <a:lnTo>
                  <a:pt x="344426" y="372270"/>
                </a:lnTo>
                <a:lnTo>
                  <a:pt x="343171" y="372270"/>
                </a:lnTo>
                <a:lnTo>
                  <a:pt x="341924" y="372270"/>
                </a:lnTo>
                <a:lnTo>
                  <a:pt x="340677" y="372270"/>
                </a:lnTo>
                <a:lnTo>
                  <a:pt x="339429" y="372270"/>
                </a:lnTo>
                <a:lnTo>
                  <a:pt x="338182" y="372270"/>
                </a:lnTo>
                <a:lnTo>
                  <a:pt x="336935" y="372270"/>
                </a:lnTo>
                <a:lnTo>
                  <a:pt x="335687" y="372270"/>
                </a:lnTo>
                <a:lnTo>
                  <a:pt x="334440" y="372270"/>
                </a:lnTo>
                <a:lnTo>
                  <a:pt x="333193" y="372270"/>
                </a:lnTo>
                <a:lnTo>
                  <a:pt x="331945" y="372270"/>
                </a:lnTo>
                <a:lnTo>
                  <a:pt x="330691" y="372270"/>
                </a:lnTo>
                <a:lnTo>
                  <a:pt x="329451" y="372270"/>
                </a:lnTo>
                <a:lnTo>
                  <a:pt x="328196" y="372270"/>
                </a:lnTo>
                <a:lnTo>
                  <a:pt x="326949" y="372270"/>
                </a:lnTo>
                <a:lnTo>
                  <a:pt x="325701" y="372270"/>
                </a:lnTo>
                <a:lnTo>
                  <a:pt x="324454" y="372270"/>
                </a:lnTo>
                <a:lnTo>
                  <a:pt x="323207" y="372270"/>
                </a:lnTo>
                <a:lnTo>
                  <a:pt x="321959" y="372270"/>
                </a:lnTo>
                <a:lnTo>
                  <a:pt x="320712" y="372270"/>
                </a:lnTo>
                <a:lnTo>
                  <a:pt x="319465" y="372270"/>
                </a:lnTo>
                <a:lnTo>
                  <a:pt x="318217" y="372270"/>
                </a:lnTo>
                <a:lnTo>
                  <a:pt x="316970" y="372270"/>
                </a:lnTo>
                <a:lnTo>
                  <a:pt x="315723" y="372270"/>
                </a:lnTo>
                <a:lnTo>
                  <a:pt x="314468" y="372270"/>
                </a:lnTo>
                <a:lnTo>
                  <a:pt x="313228" y="372270"/>
                </a:lnTo>
                <a:lnTo>
                  <a:pt x="311973" y="372270"/>
                </a:lnTo>
                <a:lnTo>
                  <a:pt x="310733" y="372270"/>
                </a:lnTo>
                <a:lnTo>
                  <a:pt x="309479" y="372270"/>
                </a:lnTo>
                <a:lnTo>
                  <a:pt x="308239" y="372270"/>
                </a:lnTo>
                <a:lnTo>
                  <a:pt x="306984" y="372270"/>
                </a:lnTo>
                <a:lnTo>
                  <a:pt x="305737" y="372270"/>
                </a:lnTo>
                <a:lnTo>
                  <a:pt x="304489" y="372270"/>
                </a:lnTo>
                <a:lnTo>
                  <a:pt x="303242" y="372270"/>
                </a:lnTo>
                <a:lnTo>
                  <a:pt x="301995" y="372270"/>
                </a:lnTo>
                <a:lnTo>
                  <a:pt x="300740" y="372270"/>
                </a:lnTo>
                <a:lnTo>
                  <a:pt x="299500" y="372270"/>
                </a:lnTo>
                <a:lnTo>
                  <a:pt x="298245" y="372270"/>
                </a:lnTo>
                <a:lnTo>
                  <a:pt x="297005" y="372270"/>
                </a:lnTo>
                <a:lnTo>
                  <a:pt x="295750" y="372270"/>
                </a:lnTo>
                <a:lnTo>
                  <a:pt x="294511" y="372270"/>
                </a:lnTo>
                <a:lnTo>
                  <a:pt x="293256" y="372270"/>
                </a:lnTo>
                <a:lnTo>
                  <a:pt x="292016" y="372270"/>
                </a:lnTo>
                <a:lnTo>
                  <a:pt x="290761" y="372270"/>
                </a:lnTo>
                <a:lnTo>
                  <a:pt x="289514" y="372270"/>
                </a:lnTo>
                <a:lnTo>
                  <a:pt x="288267" y="372270"/>
                </a:lnTo>
                <a:lnTo>
                  <a:pt x="287012" y="372270"/>
                </a:lnTo>
                <a:lnTo>
                  <a:pt x="285772" y="372270"/>
                </a:lnTo>
                <a:lnTo>
                  <a:pt x="284517" y="372270"/>
                </a:lnTo>
                <a:lnTo>
                  <a:pt x="283277" y="372270"/>
                </a:lnTo>
                <a:lnTo>
                  <a:pt x="282022" y="372270"/>
                </a:lnTo>
                <a:lnTo>
                  <a:pt x="280783" y="372270"/>
                </a:lnTo>
                <a:lnTo>
                  <a:pt x="279528" y="372270"/>
                </a:lnTo>
                <a:lnTo>
                  <a:pt x="278280" y="372270"/>
                </a:lnTo>
                <a:lnTo>
                  <a:pt x="277033" y="372270"/>
                </a:lnTo>
                <a:lnTo>
                  <a:pt x="275786" y="372270"/>
                </a:lnTo>
                <a:lnTo>
                  <a:pt x="274538" y="372270"/>
                </a:lnTo>
                <a:lnTo>
                  <a:pt x="273291" y="372270"/>
                </a:lnTo>
                <a:lnTo>
                  <a:pt x="272044" y="372270"/>
                </a:lnTo>
                <a:lnTo>
                  <a:pt x="270797" y="372270"/>
                </a:lnTo>
                <a:lnTo>
                  <a:pt x="269549" y="372270"/>
                </a:lnTo>
                <a:lnTo>
                  <a:pt x="268294" y="372270"/>
                </a:lnTo>
                <a:lnTo>
                  <a:pt x="267055" y="372270"/>
                </a:lnTo>
                <a:lnTo>
                  <a:pt x="265800" y="372270"/>
                </a:lnTo>
                <a:lnTo>
                  <a:pt x="264552" y="372270"/>
                </a:lnTo>
                <a:lnTo>
                  <a:pt x="263305" y="372270"/>
                </a:lnTo>
                <a:lnTo>
                  <a:pt x="262058" y="372270"/>
                </a:lnTo>
                <a:lnTo>
                  <a:pt x="260810" y="372270"/>
                </a:lnTo>
                <a:lnTo>
                  <a:pt x="259563" y="372270"/>
                </a:lnTo>
                <a:lnTo>
                  <a:pt x="258316" y="372270"/>
                </a:lnTo>
                <a:lnTo>
                  <a:pt x="257068" y="372270"/>
                </a:lnTo>
                <a:lnTo>
                  <a:pt x="255821" y="372270"/>
                </a:lnTo>
                <a:lnTo>
                  <a:pt x="254574" y="372270"/>
                </a:lnTo>
                <a:lnTo>
                  <a:pt x="253327" y="372270"/>
                </a:lnTo>
                <a:lnTo>
                  <a:pt x="252079" y="372270"/>
                </a:lnTo>
                <a:lnTo>
                  <a:pt x="250832" y="372270"/>
                </a:lnTo>
                <a:lnTo>
                  <a:pt x="249585" y="372270"/>
                </a:lnTo>
                <a:lnTo>
                  <a:pt x="248330" y="372270"/>
                </a:lnTo>
                <a:lnTo>
                  <a:pt x="247082" y="372270"/>
                </a:lnTo>
                <a:lnTo>
                  <a:pt x="245835" y="372270"/>
                </a:lnTo>
                <a:lnTo>
                  <a:pt x="244588" y="372270"/>
                </a:lnTo>
                <a:lnTo>
                  <a:pt x="243340" y="372270"/>
                </a:lnTo>
                <a:lnTo>
                  <a:pt x="242093" y="372270"/>
                </a:lnTo>
                <a:lnTo>
                  <a:pt x="240846" y="372270"/>
                </a:lnTo>
                <a:lnTo>
                  <a:pt x="239598" y="372270"/>
                </a:lnTo>
                <a:lnTo>
                  <a:pt x="238351" y="372270"/>
                </a:lnTo>
                <a:lnTo>
                  <a:pt x="237104" y="372270"/>
                </a:lnTo>
                <a:lnTo>
                  <a:pt x="235856" y="372270"/>
                </a:lnTo>
                <a:lnTo>
                  <a:pt x="234602" y="372270"/>
                </a:lnTo>
                <a:lnTo>
                  <a:pt x="233362" y="372270"/>
                </a:lnTo>
                <a:lnTo>
                  <a:pt x="232107" y="372270"/>
                </a:lnTo>
                <a:lnTo>
                  <a:pt x="230867" y="372270"/>
                </a:lnTo>
                <a:lnTo>
                  <a:pt x="229612" y="372270"/>
                </a:lnTo>
                <a:lnTo>
                  <a:pt x="228365" y="372270"/>
                </a:lnTo>
                <a:lnTo>
                  <a:pt x="227118" y="372270"/>
                </a:lnTo>
                <a:lnTo>
                  <a:pt x="225870" y="372270"/>
                </a:lnTo>
                <a:lnTo>
                  <a:pt x="224623" y="372270"/>
                </a:lnTo>
                <a:lnTo>
                  <a:pt x="223376" y="372270"/>
                </a:lnTo>
                <a:lnTo>
                  <a:pt x="222128" y="372270"/>
                </a:lnTo>
                <a:lnTo>
                  <a:pt x="220874" y="372270"/>
                </a:lnTo>
                <a:lnTo>
                  <a:pt x="219634" y="372270"/>
                </a:lnTo>
                <a:lnTo>
                  <a:pt x="218379" y="372270"/>
                </a:lnTo>
                <a:lnTo>
                  <a:pt x="217139" y="372270"/>
                </a:lnTo>
                <a:lnTo>
                  <a:pt x="215884" y="372270"/>
                </a:lnTo>
                <a:lnTo>
                  <a:pt x="214645" y="372270"/>
                </a:lnTo>
                <a:lnTo>
                  <a:pt x="213390" y="372270"/>
                </a:lnTo>
                <a:lnTo>
                  <a:pt x="212142" y="372270"/>
                </a:lnTo>
                <a:lnTo>
                  <a:pt x="210895" y="372270"/>
                </a:lnTo>
                <a:lnTo>
                  <a:pt x="209640" y="372270"/>
                </a:lnTo>
                <a:lnTo>
                  <a:pt x="208400" y="372270"/>
                </a:lnTo>
                <a:lnTo>
                  <a:pt x="207146" y="372270"/>
                </a:lnTo>
                <a:lnTo>
                  <a:pt x="205906" y="372270"/>
                </a:lnTo>
                <a:lnTo>
                  <a:pt x="204651" y="372270"/>
                </a:lnTo>
                <a:lnTo>
                  <a:pt x="203411" y="372270"/>
                </a:lnTo>
                <a:lnTo>
                  <a:pt x="202156" y="372270"/>
                </a:lnTo>
                <a:lnTo>
                  <a:pt x="200916" y="372270"/>
                </a:lnTo>
                <a:lnTo>
                  <a:pt x="199662" y="372270"/>
                </a:lnTo>
                <a:lnTo>
                  <a:pt x="198414" y="372270"/>
                </a:lnTo>
                <a:lnTo>
                  <a:pt x="197167" y="372270"/>
                </a:lnTo>
                <a:lnTo>
                  <a:pt x="195920" y="372270"/>
                </a:lnTo>
                <a:lnTo>
                  <a:pt x="194672" y="372270"/>
                </a:lnTo>
                <a:lnTo>
                  <a:pt x="193418" y="372270"/>
                </a:lnTo>
                <a:lnTo>
                  <a:pt x="192178" y="372270"/>
                </a:lnTo>
                <a:lnTo>
                  <a:pt x="190923" y="372270"/>
                </a:lnTo>
                <a:lnTo>
                  <a:pt x="189683" y="372270"/>
                </a:lnTo>
                <a:lnTo>
                  <a:pt x="188428" y="372270"/>
                </a:lnTo>
                <a:lnTo>
                  <a:pt x="187188" y="372270"/>
                </a:lnTo>
                <a:lnTo>
                  <a:pt x="185934" y="372270"/>
                </a:lnTo>
                <a:lnTo>
                  <a:pt x="184694" y="372270"/>
                </a:lnTo>
                <a:lnTo>
                  <a:pt x="183439" y="372270"/>
                </a:lnTo>
                <a:lnTo>
                  <a:pt x="182192" y="372270"/>
                </a:lnTo>
                <a:lnTo>
                  <a:pt x="180944" y="372270"/>
                </a:lnTo>
                <a:lnTo>
                  <a:pt x="179697" y="372270"/>
                </a:lnTo>
                <a:lnTo>
                  <a:pt x="178450" y="372270"/>
                </a:lnTo>
                <a:lnTo>
                  <a:pt x="177202" y="372270"/>
                </a:lnTo>
                <a:lnTo>
                  <a:pt x="175955" y="372270"/>
                </a:lnTo>
                <a:lnTo>
                  <a:pt x="174700" y="372270"/>
                </a:lnTo>
                <a:lnTo>
                  <a:pt x="173460" y="372270"/>
                </a:lnTo>
                <a:lnTo>
                  <a:pt x="172206" y="372270"/>
                </a:lnTo>
                <a:lnTo>
                  <a:pt x="170966" y="372270"/>
                </a:lnTo>
                <a:lnTo>
                  <a:pt x="169711" y="372270"/>
                </a:lnTo>
                <a:lnTo>
                  <a:pt x="168464" y="372270"/>
                </a:lnTo>
                <a:lnTo>
                  <a:pt x="167216" y="372270"/>
                </a:lnTo>
                <a:lnTo>
                  <a:pt x="165969" y="372270"/>
                </a:lnTo>
                <a:lnTo>
                  <a:pt x="164722" y="372270"/>
                </a:lnTo>
                <a:lnTo>
                  <a:pt x="163474" y="372270"/>
                </a:lnTo>
                <a:lnTo>
                  <a:pt x="162227" y="372270"/>
                </a:lnTo>
                <a:lnTo>
                  <a:pt x="160980" y="372270"/>
                </a:lnTo>
                <a:lnTo>
                  <a:pt x="159732" y="372270"/>
                </a:lnTo>
                <a:lnTo>
                  <a:pt x="158485" y="372270"/>
                </a:lnTo>
                <a:lnTo>
                  <a:pt x="157238" y="372270"/>
                </a:lnTo>
                <a:lnTo>
                  <a:pt x="155983" y="372270"/>
                </a:lnTo>
                <a:lnTo>
                  <a:pt x="154736" y="372270"/>
                </a:lnTo>
                <a:lnTo>
                  <a:pt x="153488" y="372270"/>
                </a:lnTo>
                <a:lnTo>
                  <a:pt x="152241" y="372270"/>
                </a:lnTo>
                <a:lnTo>
                  <a:pt x="150994" y="372270"/>
                </a:lnTo>
                <a:lnTo>
                  <a:pt x="149746" y="372270"/>
                </a:lnTo>
                <a:lnTo>
                  <a:pt x="148499" y="372270"/>
                </a:lnTo>
                <a:lnTo>
                  <a:pt x="147252" y="372270"/>
                </a:lnTo>
                <a:lnTo>
                  <a:pt x="146004" y="372270"/>
                </a:lnTo>
                <a:lnTo>
                  <a:pt x="144757" y="372270"/>
                </a:lnTo>
                <a:lnTo>
                  <a:pt x="143502" y="372270"/>
                </a:lnTo>
                <a:lnTo>
                  <a:pt x="142262" y="372270"/>
                </a:lnTo>
                <a:lnTo>
                  <a:pt x="141007" y="372270"/>
                </a:lnTo>
                <a:lnTo>
                  <a:pt x="139768" y="372270"/>
                </a:lnTo>
                <a:lnTo>
                  <a:pt x="138513" y="372270"/>
                </a:lnTo>
                <a:lnTo>
                  <a:pt x="137265" y="372270"/>
                </a:lnTo>
                <a:lnTo>
                  <a:pt x="136018" y="372270"/>
                </a:lnTo>
                <a:lnTo>
                  <a:pt x="134771" y="372270"/>
                </a:lnTo>
                <a:lnTo>
                  <a:pt x="133524" y="372270"/>
                </a:lnTo>
                <a:lnTo>
                  <a:pt x="132276" y="372270"/>
                </a:lnTo>
                <a:lnTo>
                  <a:pt x="131029" y="372270"/>
                </a:lnTo>
                <a:lnTo>
                  <a:pt x="129774" y="372270"/>
                </a:lnTo>
                <a:lnTo>
                  <a:pt x="128534" y="372270"/>
                </a:lnTo>
                <a:lnTo>
                  <a:pt x="127279" y="372270"/>
                </a:lnTo>
                <a:lnTo>
                  <a:pt x="126040" y="372270"/>
                </a:lnTo>
                <a:lnTo>
                  <a:pt x="124785" y="372270"/>
                </a:lnTo>
                <a:lnTo>
                  <a:pt x="123545" y="372270"/>
                </a:lnTo>
                <a:lnTo>
                  <a:pt x="122290" y="372270"/>
                </a:lnTo>
                <a:lnTo>
                  <a:pt x="121043" y="372270"/>
                </a:lnTo>
                <a:lnTo>
                  <a:pt x="119795" y="372270"/>
                </a:lnTo>
                <a:lnTo>
                  <a:pt x="118548" y="372270"/>
                </a:lnTo>
                <a:lnTo>
                  <a:pt x="117301" y="372270"/>
                </a:lnTo>
                <a:lnTo>
                  <a:pt x="116054" y="372270"/>
                </a:lnTo>
                <a:lnTo>
                  <a:pt x="114806" y="372270"/>
                </a:lnTo>
                <a:lnTo>
                  <a:pt x="113551" y="372270"/>
                </a:lnTo>
                <a:lnTo>
                  <a:pt x="112312" y="372270"/>
                </a:lnTo>
                <a:lnTo>
                  <a:pt x="111057" y="372270"/>
                </a:lnTo>
                <a:lnTo>
                  <a:pt x="109817" y="372270"/>
                </a:lnTo>
                <a:lnTo>
                  <a:pt x="108562" y="372270"/>
                </a:lnTo>
                <a:lnTo>
                  <a:pt x="107322" y="372270"/>
                </a:lnTo>
                <a:lnTo>
                  <a:pt x="106067" y="372270"/>
                </a:lnTo>
                <a:lnTo>
                  <a:pt x="104828" y="372270"/>
                </a:lnTo>
                <a:lnTo>
                  <a:pt x="103573" y="372270"/>
                </a:lnTo>
                <a:lnTo>
                  <a:pt x="102325" y="372270"/>
                </a:lnTo>
                <a:lnTo>
                  <a:pt x="101078" y="372270"/>
                </a:lnTo>
                <a:lnTo>
                  <a:pt x="99823" y="372270"/>
                </a:lnTo>
                <a:lnTo>
                  <a:pt x="98583" y="372270"/>
                </a:lnTo>
                <a:lnTo>
                  <a:pt x="97329" y="372270"/>
                </a:lnTo>
                <a:lnTo>
                  <a:pt x="96089" y="372270"/>
                </a:lnTo>
                <a:lnTo>
                  <a:pt x="94834" y="372270"/>
                </a:lnTo>
                <a:lnTo>
                  <a:pt x="93594" y="372270"/>
                </a:lnTo>
                <a:lnTo>
                  <a:pt x="92339" y="372270"/>
                </a:lnTo>
                <a:lnTo>
                  <a:pt x="91100" y="372270"/>
                </a:lnTo>
                <a:lnTo>
                  <a:pt x="89845" y="372270"/>
                </a:lnTo>
                <a:lnTo>
                  <a:pt x="88597" y="372270"/>
                </a:lnTo>
                <a:lnTo>
                  <a:pt x="87350" y="372270"/>
                </a:lnTo>
                <a:lnTo>
                  <a:pt x="86103" y="372270"/>
                </a:lnTo>
                <a:lnTo>
                  <a:pt x="84855" y="372270"/>
                </a:lnTo>
                <a:lnTo>
                  <a:pt x="83608" y="372270"/>
                </a:lnTo>
                <a:lnTo>
                  <a:pt x="82361" y="372270"/>
                </a:lnTo>
                <a:lnTo>
                  <a:pt x="81106" y="372270"/>
                </a:lnTo>
                <a:lnTo>
                  <a:pt x="79866" y="372270"/>
                </a:lnTo>
                <a:lnTo>
                  <a:pt x="78611" y="372270"/>
                </a:lnTo>
                <a:lnTo>
                  <a:pt x="77364" y="372270"/>
                </a:lnTo>
                <a:lnTo>
                  <a:pt x="76117" y="372270"/>
                </a:lnTo>
                <a:lnTo>
                  <a:pt x="74869" y="372270"/>
                </a:lnTo>
                <a:lnTo>
                  <a:pt x="73622" y="372270"/>
                </a:lnTo>
                <a:lnTo>
                  <a:pt x="72375" y="372270"/>
                </a:lnTo>
                <a:lnTo>
                  <a:pt x="71127" y="372270"/>
                </a:lnTo>
                <a:lnTo>
                  <a:pt x="69880" y="372270"/>
                </a:lnTo>
                <a:lnTo>
                  <a:pt x="68633" y="372270"/>
                </a:lnTo>
                <a:lnTo>
                  <a:pt x="67385" y="372270"/>
                </a:lnTo>
                <a:lnTo>
                  <a:pt x="66138" y="372270"/>
                </a:lnTo>
                <a:lnTo>
                  <a:pt x="64891" y="372270"/>
                </a:lnTo>
                <a:lnTo>
                  <a:pt x="63636" y="372270"/>
                </a:lnTo>
                <a:lnTo>
                  <a:pt x="62389" y="372270"/>
                </a:lnTo>
                <a:lnTo>
                  <a:pt x="61141" y="372270"/>
                </a:lnTo>
                <a:lnTo>
                  <a:pt x="59894" y="372270"/>
                </a:lnTo>
                <a:lnTo>
                  <a:pt x="58647" y="372270"/>
                </a:lnTo>
                <a:lnTo>
                  <a:pt x="57399" y="372270"/>
                </a:lnTo>
                <a:lnTo>
                  <a:pt x="56152" y="372270"/>
                </a:lnTo>
                <a:lnTo>
                  <a:pt x="54905" y="372270"/>
                </a:lnTo>
                <a:lnTo>
                  <a:pt x="53657" y="372270"/>
                </a:lnTo>
                <a:lnTo>
                  <a:pt x="52410" y="372270"/>
                </a:lnTo>
                <a:lnTo>
                  <a:pt x="51163" y="372270"/>
                </a:lnTo>
                <a:lnTo>
                  <a:pt x="49915" y="372270"/>
                </a:lnTo>
                <a:lnTo>
                  <a:pt x="48668" y="372270"/>
                </a:lnTo>
                <a:lnTo>
                  <a:pt x="47413" y="372270"/>
                </a:lnTo>
                <a:lnTo>
                  <a:pt x="46173" y="372270"/>
                </a:lnTo>
                <a:lnTo>
                  <a:pt x="44919" y="372270"/>
                </a:lnTo>
                <a:lnTo>
                  <a:pt x="43671" y="372270"/>
                </a:lnTo>
                <a:lnTo>
                  <a:pt x="42424" y="372270"/>
                </a:lnTo>
                <a:lnTo>
                  <a:pt x="41177" y="372270"/>
                </a:lnTo>
                <a:lnTo>
                  <a:pt x="39929" y="372270"/>
                </a:lnTo>
                <a:lnTo>
                  <a:pt x="38682" y="372270"/>
                </a:lnTo>
                <a:lnTo>
                  <a:pt x="37435" y="372270"/>
                </a:lnTo>
                <a:lnTo>
                  <a:pt x="36187" y="372270"/>
                </a:lnTo>
                <a:lnTo>
                  <a:pt x="34940" y="372270"/>
                </a:lnTo>
                <a:lnTo>
                  <a:pt x="33685" y="372270"/>
                </a:lnTo>
                <a:lnTo>
                  <a:pt x="32445" y="372270"/>
                </a:lnTo>
                <a:lnTo>
                  <a:pt x="31191" y="372270"/>
                </a:lnTo>
                <a:lnTo>
                  <a:pt x="29943" y="372270"/>
                </a:lnTo>
                <a:lnTo>
                  <a:pt x="28696" y="372270"/>
                </a:lnTo>
                <a:lnTo>
                  <a:pt x="27456" y="372270"/>
                </a:lnTo>
                <a:lnTo>
                  <a:pt x="26201" y="372270"/>
                </a:lnTo>
                <a:lnTo>
                  <a:pt x="24961" y="372270"/>
                </a:lnTo>
                <a:lnTo>
                  <a:pt x="23707" y="372270"/>
                </a:lnTo>
                <a:lnTo>
                  <a:pt x="22459" y="372270"/>
                </a:lnTo>
                <a:lnTo>
                  <a:pt x="21212" y="372270"/>
                </a:lnTo>
                <a:lnTo>
                  <a:pt x="19957" y="372270"/>
                </a:lnTo>
                <a:lnTo>
                  <a:pt x="18717" y="372270"/>
                </a:lnTo>
                <a:lnTo>
                  <a:pt x="17463" y="372270"/>
                </a:lnTo>
                <a:lnTo>
                  <a:pt x="16223" y="372270"/>
                </a:lnTo>
                <a:lnTo>
                  <a:pt x="14968" y="372270"/>
                </a:lnTo>
                <a:lnTo>
                  <a:pt x="13728" y="372270"/>
                </a:lnTo>
                <a:lnTo>
                  <a:pt x="12473" y="372270"/>
                </a:lnTo>
                <a:lnTo>
                  <a:pt x="11226" y="372270"/>
                </a:lnTo>
                <a:lnTo>
                  <a:pt x="9979" y="372270"/>
                </a:lnTo>
                <a:lnTo>
                  <a:pt x="8731" y="372270"/>
                </a:lnTo>
                <a:lnTo>
                  <a:pt x="7484" y="372270"/>
                </a:lnTo>
                <a:lnTo>
                  <a:pt x="6237" y="372270"/>
                </a:lnTo>
                <a:lnTo>
                  <a:pt x="4989" y="372270"/>
                </a:lnTo>
                <a:lnTo>
                  <a:pt x="3734" y="372270"/>
                </a:lnTo>
                <a:lnTo>
                  <a:pt x="2495" y="372270"/>
                </a:lnTo>
                <a:lnTo>
                  <a:pt x="1240" y="372270"/>
                </a:lnTo>
                <a:lnTo>
                  <a:pt x="0" y="372270"/>
                </a:lnTo>
                <a:lnTo>
                  <a:pt x="0" y="316044"/>
                </a:lnTo>
                <a:lnTo>
                  <a:pt x="1240" y="245600"/>
                </a:lnTo>
                <a:lnTo>
                  <a:pt x="2495" y="152525"/>
                </a:lnTo>
                <a:lnTo>
                  <a:pt x="3734" y="100822"/>
                </a:lnTo>
                <a:lnTo>
                  <a:pt x="4989" y="96949"/>
                </a:lnTo>
                <a:lnTo>
                  <a:pt x="6237" y="99531"/>
                </a:lnTo>
                <a:lnTo>
                  <a:pt x="7484" y="98233"/>
                </a:lnTo>
                <a:lnTo>
                  <a:pt x="8731" y="96949"/>
                </a:lnTo>
                <a:lnTo>
                  <a:pt x="9979" y="95650"/>
                </a:lnTo>
                <a:lnTo>
                  <a:pt x="11226" y="96949"/>
                </a:lnTo>
                <a:lnTo>
                  <a:pt x="12473" y="96949"/>
                </a:lnTo>
                <a:lnTo>
                  <a:pt x="13728" y="98233"/>
                </a:lnTo>
                <a:lnTo>
                  <a:pt x="14968" y="96949"/>
                </a:lnTo>
                <a:lnTo>
                  <a:pt x="16223" y="95650"/>
                </a:lnTo>
                <a:lnTo>
                  <a:pt x="17463" y="94359"/>
                </a:lnTo>
                <a:lnTo>
                  <a:pt x="18717" y="94359"/>
                </a:lnTo>
                <a:lnTo>
                  <a:pt x="19957" y="95650"/>
                </a:lnTo>
                <a:lnTo>
                  <a:pt x="21212" y="94359"/>
                </a:lnTo>
                <a:lnTo>
                  <a:pt x="22459" y="95650"/>
                </a:lnTo>
                <a:lnTo>
                  <a:pt x="23707" y="95650"/>
                </a:lnTo>
                <a:lnTo>
                  <a:pt x="24961" y="99531"/>
                </a:lnTo>
                <a:lnTo>
                  <a:pt x="26201" y="85312"/>
                </a:lnTo>
                <a:lnTo>
                  <a:pt x="27456" y="58166"/>
                </a:lnTo>
                <a:lnTo>
                  <a:pt x="28696" y="25848"/>
                </a:lnTo>
                <a:lnTo>
                  <a:pt x="29943" y="7748"/>
                </a:lnTo>
                <a:lnTo>
                  <a:pt x="31191" y="7748"/>
                </a:lnTo>
                <a:lnTo>
                  <a:pt x="32445" y="7748"/>
                </a:lnTo>
                <a:lnTo>
                  <a:pt x="33685" y="7748"/>
                </a:lnTo>
                <a:lnTo>
                  <a:pt x="34940" y="6464"/>
                </a:lnTo>
                <a:lnTo>
                  <a:pt x="36187" y="6464"/>
                </a:lnTo>
                <a:lnTo>
                  <a:pt x="37435" y="6464"/>
                </a:lnTo>
                <a:lnTo>
                  <a:pt x="38682" y="7748"/>
                </a:lnTo>
                <a:lnTo>
                  <a:pt x="39929" y="6464"/>
                </a:lnTo>
                <a:lnTo>
                  <a:pt x="41177" y="6464"/>
                </a:lnTo>
                <a:lnTo>
                  <a:pt x="42424" y="6464"/>
                </a:lnTo>
                <a:lnTo>
                  <a:pt x="43671" y="7748"/>
                </a:lnTo>
                <a:lnTo>
                  <a:pt x="44919" y="7748"/>
                </a:lnTo>
                <a:lnTo>
                  <a:pt x="46173" y="6464"/>
                </a:lnTo>
                <a:lnTo>
                  <a:pt x="47413" y="6464"/>
                </a:lnTo>
                <a:lnTo>
                  <a:pt x="48668" y="6464"/>
                </a:lnTo>
                <a:lnTo>
                  <a:pt x="49915" y="7748"/>
                </a:lnTo>
                <a:lnTo>
                  <a:pt x="51163" y="7748"/>
                </a:lnTo>
                <a:lnTo>
                  <a:pt x="52410" y="7748"/>
                </a:lnTo>
                <a:lnTo>
                  <a:pt x="53657" y="7748"/>
                </a:lnTo>
                <a:lnTo>
                  <a:pt x="54905" y="7748"/>
                </a:lnTo>
                <a:lnTo>
                  <a:pt x="56152" y="7748"/>
                </a:lnTo>
                <a:lnTo>
                  <a:pt x="57399" y="7748"/>
                </a:lnTo>
                <a:lnTo>
                  <a:pt x="58647" y="7748"/>
                </a:lnTo>
                <a:lnTo>
                  <a:pt x="59894" y="7748"/>
                </a:lnTo>
                <a:lnTo>
                  <a:pt x="61141" y="7748"/>
                </a:lnTo>
                <a:lnTo>
                  <a:pt x="62389" y="9046"/>
                </a:lnTo>
                <a:lnTo>
                  <a:pt x="63636" y="6464"/>
                </a:lnTo>
                <a:lnTo>
                  <a:pt x="64891" y="3874"/>
                </a:lnTo>
                <a:lnTo>
                  <a:pt x="66138" y="0"/>
                </a:lnTo>
                <a:lnTo>
                  <a:pt x="67385" y="0"/>
                </a:lnTo>
                <a:lnTo>
                  <a:pt x="68633" y="0"/>
                </a:lnTo>
                <a:lnTo>
                  <a:pt x="69880" y="0"/>
                </a:lnTo>
                <a:lnTo>
                  <a:pt x="71127" y="0"/>
                </a:lnTo>
                <a:lnTo>
                  <a:pt x="72375" y="0"/>
                </a:lnTo>
                <a:lnTo>
                  <a:pt x="73622" y="0"/>
                </a:lnTo>
                <a:lnTo>
                  <a:pt x="74869" y="0"/>
                </a:lnTo>
                <a:lnTo>
                  <a:pt x="76117" y="0"/>
                </a:lnTo>
                <a:lnTo>
                  <a:pt x="77364" y="0"/>
                </a:lnTo>
                <a:lnTo>
                  <a:pt x="78611" y="0"/>
                </a:lnTo>
                <a:lnTo>
                  <a:pt x="79866" y="0"/>
                </a:lnTo>
                <a:lnTo>
                  <a:pt x="81106" y="0"/>
                </a:lnTo>
                <a:lnTo>
                  <a:pt x="82361" y="0"/>
                </a:lnTo>
                <a:lnTo>
                  <a:pt x="83608" y="0"/>
                </a:lnTo>
                <a:lnTo>
                  <a:pt x="84855" y="0"/>
                </a:lnTo>
                <a:lnTo>
                  <a:pt x="86103" y="0"/>
                </a:lnTo>
                <a:lnTo>
                  <a:pt x="87350" y="0"/>
                </a:lnTo>
                <a:lnTo>
                  <a:pt x="88597" y="0"/>
                </a:lnTo>
                <a:lnTo>
                  <a:pt x="89845" y="0"/>
                </a:lnTo>
                <a:lnTo>
                  <a:pt x="91100" y="0"/>
                </a:lnTo>
                <a:lnTo>
                  <a:pt x="92339" y="0"/>
                </a:lnTo>
                <a:lnTo>
                  <a:pt x="93594" y="0"/>
                </a:lnTo>
                <a:lnTo>
                  <a:pt x="94834" y="0"/>
                </a:lnTo>
                <a:lnTo>
                  <a:pt x="96089" y="0"/>
                </a:lnTo>
                <a:lnTo>
                  <a:pt x="97329" y="1291"/>
                </a:lnTo>
                <a:lnTo>
                  <a:pt x="98583" y="15510"/>
                </a:lnTo>
                <a:lnTo>
                  <a:pt x="99823" y="31020"/>
                </a:lnTo>
                <a:lnTo>
                  <a:pt x="101078" y="33603"/>
                </a:lnTo>
                <a:lnTo>
                  <a:pt x="102325" y="20682"/>
                </a:lnTo>
                <a:lnTo>
                  <a:pt x="103573" y="5172"/>
                </a:lnTo>
                <a:lnTo>
                  <a:pt x="104828" y="2583"/>
                </a:lnTo>
                <a:lnTo>
                  <a:pt x="106067" y="2583"/>
                </a:lnTo>
                <a:lnTo>
                  <a:pt x="107322" y="3874"/>
                </a:lnTo>
                <a:lnTo>
                  <a:pt x="108562" y="3874"/>
                </a:lnTo>
                <a:lnTo>
                  <a:pt x="109817" y="3874"/>
                </a:lnTo>
                <a:lnTo>
                  <a:pt x="111057" y="3874"/>
                </a:lnTo>
                <a:lnTo>
                  <a:pt x="112312" y="3874"/>
                </a:lnTo>
                <a:lnTo>
                  <a:pt x="113551" y="3874"/>
                </a:lnTo>
                <a:lnTo>
                  <a:pt x="114806" y="3874"/>
                </a:lnTo>
                <a:lnTo>
                  <a:pt x="116054" y="3874"/>
                </a:lnTo>
                <a:lnTo>
                  <a:pt x="117301" y="3874"/>
                </a:lnTo>
                <a:lnTo>
                  <a:pt x="118548" y="3874"/>
                </a:lnTo>
                <a:lnTo>
                  <a:pt x="119795" y="3874"/>
                </a:lnTo>
                <a:lnTo>
                  <a:pt x="121043" y="3874"/>
                </a:lnTo>
                <a:lnTo>
                  <a:pt x="122290" y="2583"/>
                </a:lnTo>
                <a:lnTo>
                  <a:pt x="123545" y="2583"/>
                </a:lnTo>
                <a:lnTo>
                  <a:pt x="124785" y="2583"/>
                </a:lnTo>
                <a:lnTo>
                  <a:pt x="126040" y="3874"/>
                </a:lnTo>
                <a:lnTo>
                  <a:pt x="127279" y="3874"/>
                </a:lnTo>
                <a:lnTo>
                  <a:pt x="128534" y="3874"/>
                </a:lnTo>
                <a:lnTo>
                  <a:pt x="129774" y="3874"/>
                </a:lnTo>
                <a:lnTo>
                  <a:pt x="131029" y="7748"/>
                </a:lnTo>
                <a:lnTo>
                  <a:pt x="132276" y="9046"/>
                </a:lnTo>
                <a:lnTo>
                  <a:pt x="133524" y="9046"/>
                </a:lnTo>
                <a:lnTo>
                  <a:pt x="134771" y="5172"/>
                </a:lnTo>
                <a:lnTo>
                  <a:pt x="136018" y="2583"/>
                </a:lnTo>
                <a:lnTo>
                  <a:pt x="137265" y="2583"/>
                </a:lnTo>
                <a:lnTo>
                  <a:pt x="138513" y="2583"/>
                </a:lnTo>
                <a:lnTo>
                  <a:pt x="139768" y="21974"/>
                </a:lnTo>
                <a:lnTo>
                  <a:pt x="141007" y="107286"/>
                </a:lnTo>
                <a:lnTo>
                  <a:pt x="142262" y="192599"/>
                </a:lnTo>
                <a:lnTo>
                  <a:pt x="143502" y="258520"/>
                </a:lnTo>
                <a:lnTo>
                  <a:pt x="144757" y="257229"/>
                </a:lnTo>
                <a:lnTo>
                  <a:pt x="146004" y="255937"/>
                </a:lnTo>
                <a:lnTo>
                  <a:pt x="147252" y="258520"/>
                </a:lnTo>
                <a:lnTo>
                  <a:pt x="148499" y="261110"/>
                </a:lnTo>
                <a:lnTo>
                  <a:pt x="149746" y="262401"/>
                </a:lnTo>
                <a:lnTo>
                  <a:pt x="150994" y="259811"/>
                </a:lnTo>
                <a:lnTo>
                  <a:pt x="152241" y="257229"/>
                </a:lnTo>
                <a:lnTo>
                  <a:pt x="153488" y="255937"/>
                </a:lnTo>
                <a:lnTo>
                  <a:pt x="154736" y="255937"/>
                </a:lnTo>
                <a:lnTo>
                  <a:pt x="155983" y="255937"/>
                </a:lnTo>
                <a:lnTo>
                  <a:pt x="157238" y="255937"/>
                </a:lnTo>
                <a:lnTo>
                  <a:pt x="158485" y="257229"/>
                </a:lnTo>
                <a:lnTo>
                  <a:pt x="159732" y="259811"/>
                </a:lnTo>
                <a:lnTo>
                  <a:pt x="160980" y="261110"/>
                </a:lnTo>
                <a:lnTo>
                  <a:pt x="162227" y="261110"/>
                </a:lnTo>
                <a:lnTo>
                  <a:pt x="163474" y="259811"/>
                </a:lnTo>
                <a:lnTo>
                  <a:pt x="164722" y="258520"/>
                </a:lnTo>
                <a:lnTo>
                  <a:pt x="165969" y="257229"/>
                </a:lnTo>
                <a:lnTo>
                  <a:pt x="167216" y="255937"/>
                </a:lnTo>
                <a:lnTo>
                  <a:pt x="168464" y="255937"/>
                </a:lnTo>
                <a:lnTo>
                  <a:pt x="169711" y="258520"/>
                </a:lnTo>
                <a:lnTo>
                  <a:pt x="170966" y="209400"/>
                </a:lnTo>
                <a:lnTo>
                  <a:pt x="172206" y="125379"/>
                </a:lnTo>
                <a:lnTo>
                  <a:pt x="173460" y="38775"/>
                </a:lnTo>
                <a:lnTo>
                  <a:pt x="174700" y="3874"/>
                </a:lnTo>
                <a:lnTo>
                  <a:pt x="175955" y="3874"/>
                </a:lnTo>
                <a:lnTo>
                  <a:pt x="177202" y="3874"/>
                </a:lnTo>
                <a:lnTo>
                  <a:pt x="178450" y="5172"/>
                </a:lnTo>
                <a:lnTo>
                  <a:pt x="179697" y="7748"/>
                </a:lnTo>
                <a:lnTo>
                  <a:pt x="180944" y="6464"/>
                </a:lnTo>
                <a:lnTo>
                  <a:pt x="182192" y="3874"/>
                </a:lnTo>
                <a:lnTo>
                  <a:pt x="183439" y="0"/>
                </a:lnTo>
                <a:lnTo>
                  <a:pt x="184694" y="0"/>
                </a:lnTo>
                <a:lnTo>
                  <a:pt x="185934" y="0"/>
                </a:lnTo>
                <a:lnTo>
                  <a:pt x="187188" y="0"/>
                </a:lnTo>
                <a:lnTo>
                  <a:pt x="188428" y="3874"/>
                </a:lnTo>
                <a:lnTo>
                  <a:pt x="189683" y="5172"/>
                </a:lnTo>
                <a:lnTo>
                  <a:pt x="190923" y="5172"/>
                </a:lnTo>
                <a:lnTo>
                  <a:pt x="192178" y="1291"/>
                </a:lnTo>
                <a:lnTo>
                  <a:pt x="193418" y="0"/>
                </a:lnTo>
                <a:lnTo>
                  <a:pt x="194672" y="0"/>
                </a:lnTo>
                <a:lnTo>
                  <a:pt x="195920" y="0"/>
                </a:lnTo>
                <a:lnTo>
                  <a:pt x="197167" y="14219"/>
                </a:lnTo>
                <a:lnTo>
                  <a:pt x="198414" y="120206"/>
                </a:lnTo>
                <a:lnTo>
                  <a:pt x="199662" y="222327"/>
                </a:lnTo>
                <a:lnTo>
                  <a:pt x="200916" y="311514"/>
                </a:lnTo>
                <a:lnTo>
                  <a:pt x="202156" y="307640"/>
                </a:lnTo>
                <a:lnTo>
                  <a:pt x="203411" y="307640"/>
                </a:lnTo>
                <a:lnTo>
                  <a:pt x="204651" y="306341"/>
                </a:lnTo>
                <a:lnTo>
                  <a:pt x="205906" y="306341"/>
                </a:lnTo>
                <a:lnTo>
                  <a:pt x="207146" y="305057"/>
                </a:lnTo>
                <a:lnTo>
                  <a:pt x="208400" y="294712"/>
                </a:lnTo>
                <a:lnTo>
                  <a:pt x="209640" y="292130"/>
                </a:lnTo>
                <a:lnTo>
                  <a:pt x="210895" y="293421"/>
                </a:lnTo>
                <a:lnTo>
                  <a:pt x="212142" y="303766"/>
                </a:lnTo>
                <a:lnTo>
                  <a:pt x="213390" y="305057"/>
                </a:lnTo>
                <a:lnTo>
                  <a:pt x="214645" y="303766"/>
                </a:lnTo>
                <a:lnTo>
                  <a:pt x="215884" y="303766"/>
                </a:lnTo>
                <a:lnTo>
                  <a:pt x="217139" y="305057"/>
                </a:lnTo>
                <a:lnTo>
                  <a:pt x="218379" y="299885"/>
                </a:lnTo>
                <a:lnTo>
                  <a:pt x="219634" y="294712"/>
                </a:lnTo>
                <a:lnTo>
                  <a:pt x="220874" y="293421"/>
                </a:lnTo>
                <a:lnTo>
                  <a:pt x="222128" y="299885"/>
                </a:lnTo>
                <a:lnTo>
                  <a:pt x="223376" y="302467"/>
                </a:lnTo>
                <a:lnTo>
                  <a:pt x="224623" y="303766"/>
                </a:lnTo>
                <a:lnTo>
                  <a:pt x="225870" y="305057"/>
                </a:lnTo>
                <a:lnTo>
                  <a:pt x="227118" y="308931"/>
                </a:lnTo>
                <a:lnTo>
                  <a:pt x="228365" y="298594"/>
                </a:lnTo>
                <a:lnTo>
                  <a:pt x="229612" y="297302"/>
                </a:lnTo>
                <a:lnTo>
                  <a:pt x="230867" y="294712"/>
                </a:lnTo>
                <a:lnTo>
                  <a:pt x="232107" y="305057"/>
                </a:lnTo>
                <a:lnTo>
                  <a:pt x="233362" y="305057"/>
                </a:lnTo>
                <a:lnTo>
                  <a:pt x="234602" y="306341"/>
                </a:lnTo>
                <a:lnTo>
                  <a:pt x="235856" y="306341"/>
                </a:lnTo>
                <a:lnTo>
                  <a:pt x="237104" y="305057"/>
                </a:lnTo>
                <a:lnTo>
                  <a:pt x="238351" y="293421"/>
                </a:lnTo>
                <a:lnTo>
                  <a:pt x="239598" y="293421"/>
                </a:lnTo>
                <a:lnTo>
                  <a:pt x="240846" y="294712"/>
                </a:lnTo>
                <a:lnTo>
                  <a:pt x="242093" y="306341"/>
                </a:lnTo>
                <a:lnTo>
                  <a:pt x="243340" y="306341"/>
                </a:lnTo>
                <a:lnTo>
                  <a:pt x="244588" y="306341"/>
                </a:lnTo>
                <a:lnTo>
                  <a:pt x="245835" y="306341"/>
                </a:lnTo>
                <a:lnTo>
                  <a:pt x="247082" y="298594"/>
                </a:lnTo>
                <a:lnTo>
                  <a:pt x="248330" y="293421"/>
                </a:lnTo>
                <a:lnTo>
                  <a:pt x="249585" y="294712"/>
                </a:lnTo>
                <a:lnTo>
                  <a:pt x="250832" y="302467"/>
                </a:lnTo>
                <a:lnTo>
                  <a:pt x="252079" y="306341"/>
                </a:lnTo>
                <a:lnTo>
                  <a:pt x="253327" y="305057"/>
                </a:lnTo>
                <a:lnTo>
                  <a:pt x="254574" y="302467"/>
                </a:lnTo>
                <a:lnTo>
                  <a:pt x="255821" y="294712"/>
                </a:lnTo>
                <a:lnTo>
                  <a:pt x="257068" y="293421"/>
                </a:lnTo>
                <a:lnTo>
                  <a:pt x="258316" y="294712"/>
                </a:lnTo>
                <a:lnTo>
                  <a:pt x="259563" y="302467"/>
                </a:lnTo>
                <a:lnTo>
                  <a:pt x="260810" y="303766"/>
                </a:lnTo>
                <a:lnTo>
                  <a:pt x="262058" y="302467"/>
                </a:lnTo>
                <a:lnTo>
                  <a:pt x="263305" y="303766"/>
                </a:lnTo>
                <a:lnTo>
                  <a:pt x="264552" y="293421"/>
                </a:lnTo>
                <a:lnTo>
                  <a:pt x="265800" y="294712"/>
                </a:lnTo>
                <a:lnTo>
                  <a:pt x="267055" y="293421"/>
                </a:lnTo>
                <a:lnTo>
                  <a:pt x="268294" y="302467"/>
                </a:lnTo>
                <a:lnTo>
                  <a:pt x="269549" y="301176"/>
                </a:lnTo>
                <a:lnTo>
                  <a:pt x="270797" y="301176"/>
                </a:lnTo>
                <a:lnTo>
                  <a:pt x="272044" y="301176"/>
                </a:lnTo>
                <a:lnTo>
                  <a:pt x="273291" y="293421"/>
                </a:lnTo>
                <a:lnTo>
                  <a:pt x="274538" y="293421"/>
                </a:lnTo>
                <a:lnTo>
                  <a:pt x="275786" y="293421"/>
                </a:lnTo>
                <a:lnTo>
                  <a:pt x="277033" y="301176"/>
                </a:lnTo>
                <a:lnTo>
                  <a:pt x="278280" y="299885"/>
                </a:lnTo>
                <a:lnTo>
                  <a:pt x="279528" y="299885"/>
                </a:lnTo>
                <a:lnTo>
                  <a:pt x="280783" y="297302"/>
                </a:lnTo>
                <a:lnTo>
                  <a:pt x="282022" y="292130"/>
                </a:lnTo>
                <a:lnTo>
                  <a:pt x="283277" y="292130"/>
                </a:lnTo>
                <a:lnTo>
                  <a:pt x="284517" y="296004"/>
                </a:lnTo>
                <a:lnTo>
                  <a:pt x="285772" y="299885"/>
                </a:lnTo>
                <a:lnTo>
                  <a:pt x="287012" y="299885"/>
                </a:lnTo>
                <a:lnTo>
                  <a:pt x="288267" y="301176"/>
                </a:lnTo>
                <a:lnTo>
                  <a:pt x="289514" y="301176"/>
                </a:lnTo>
                <a:lnTo>
                  <a:pt x="290761" y="296004"/>
                </a:lnTo>
                <a:lnTo>
                  <a:pt x="292016" y="296004"/>
                </a:lnTo>
                <a:lnTo>
                  <a:pt x="293256" y="297302"/>
                </a:lnTo>
                <a:lnTo>
                  <a:pt x="294511" y="302467"/>
                </a:lnTo>
                <a:lnTo>
                  <a:pt x="295750" y="302467"/>
                </a:lnTo>
                <a:lnTo>
                  <a:pt x="297005" y="305057"/>
                </a:lnTo>
                <a:lnTo>
                  <a:pt x="298245" y="301176"/>
                </a:lnTo>
                <a:lnTo>
                  <a:pt x="299500" y="297302"/>
                </a:lnTo>
                <a:lnTo>
                  <a:pt x="300740" y="294712"/>
                </a:lnTo>
                <a:lnTo>
                  <a:pt x="301995" y="299885"/>
                </a:lnTo>
                <a:lnTo>
                  <a:pt x="303242" y="303766"/>
                </a:lnTo>
                <a:lnTo>
                  <a:pt x="304489" y="306341"/>
                </a:lnTo>
                <a:lnTo>
                  <a:pt x="305737" y="302467"/>
                </a:lnTo>
                <a:lnTo>
                  <a:pt x="306984" y="290831"/>
                </a:lnTo>
                <a:lnTo>
                  <a:pt x="308239" y="274030"/>
                </a:lnTo>
                <a:lnTo>
                  <a:pt x="309479" y="277911"/>
                </a:lnTo>
                <a:lnTo>
                  <a:pt x="310733" y="289547"/>
                </a:lnTo>
                <a:lnTo>
                  <a:pt x="311973" y="306341"/>
                </a:lnTo>
                <a:lnTo>
                  <a:pt x="313228" y="306341"/>
                </a:lnTo>
                <a:lnTo>
                  <a:pt x="314468" y="305057"/>
                </a:lnTo>
                <a:lnTo>
                  <a:pt x="315723" y="302467"/>
                </a:lnTo>
                <a:lnTo>
                  <a:pt x="316970" y="293421"/>
                </a:lnTo>
                <a:lnTo>
                  <a:pt x="318217" y="293421"/>
                </a:lnTo>
                <a:lnTo>
                  <a:pt x="319465" y="296004"/>
                </a:lnTo>
                <a:lnTo>
                  <a:pt x="320712" y="303766"/>
                </a:lnTo>
                <a:lnTo>
                  <a:pt x="321959" y="302467"/>
                </a:lnTo>
                <a:lnTo>
                  <a:pt x="323207" y="301176"/>
                </a:lnTo>
                <a:lnTo>
                  <a:pt x="324454" y="294712"/>
                </a:lnTo>
                <a:lnTo>
                  <a:pt x="325701" y="292130"/>
                </a:lnTo>
                <a:lnTo>
                  <a:pt x="326949" y="292130"/>
                </a:lnTo>
                <a:lnTo>
                  <a:pt x="328196" y="298594"/>
                </a:lnTo>
                <a:lnTo>
                  <a:pt x="329451" y="298594"/>
                </a:lnTo>
                <a:lnTo>
                  <a:pt x="330691" y="297302"/>
                </a:lnTo>
                <a:lnTo>
                  <a:pt x="331945" y="297302"/>
                </a:lnTo>
                <a:lnTo>
                  <a:pt x="333193" y="290831"/>
                </a:lnTo>
                <a:lnTo>
                  <a:pt x="334440" y="290831"/>
                </a:lnTo>
                <a:lnTo>
                  <a:pt x="335687" y="289547"/>
                </a:lnTo>
                <a:lnTo>
                  <a:pt x="336935" y="296004"/>
                </a:lnTo>
                <a:lnTo>
                  <a:pt x="338182" y="294712"/>
                </a:lnTo>
                <a:lnTo>
                  <a:pt x="339429" y="294712"/>
                </a:lnTo>
                <a:lnTo>
                  <a:pt x="340677" y="298594"/>
                </a:lnTo>
                <a:lnTo>
                  <a:pt x="341924" y="292130"/>
                </a:lnTo>
                <a:lnTo>
                  <a:pt x="343171" y="292130"/>
                </a:lnTo>
                <a:lnTo>
                  <a:pt x="344426" y="290831"/>
                </a:lnTo>
                <a:lnTo>
                  <a:pt x="345673" y="296004"/>
                </a:lnTo>
                <a:lnTo>
                  <a:pt x="346921" y="297302"/>
                </a:lnTo>
                <a:lnTo>
                  <a:pt x="348168" y="298594"/>
                </a:lnTo>
                <a:lnTo>
                  <a:pt x="349415" y="299885"/>
                </a:lnTo>
                <a:lnTo>
                  <a:pt x="350663" y="294712"/>
                </a:lnTo>
                <a:lnTo>
                  <a:pt x="351910" y="296004"/>
                </a:lnTo>
                <a:lnTo>
                  <a:pt x="353157" y="297302"/>
                </a:lnTo>
                <a:lnTo>
                  <a:pt x="354405" y="302467"/>
                </a:lnTo>
                <a:lnTo>
                  <a:pt x="355652" y="302467"/>
                </a:lnTo>
                <a:lnTo>
                  <a:pt x="356899" y="305057"/>
                </a:lnTo>
                <a:lnTo>
                  <a:pt x="358154" y="299885"/>
                </a:lnTo>
                <a:lnTo>
                  <a:pt x="359394" y="296004"/>
                </a:lnTo>
                <a:lnTo>
                  <a:pt x="360649" y="292130"/>
                </a:lnTo>
                <a:lnTo>
                  <a:pt x="361889" y="298594"/>
                </a:lnTo>
                <a:lnTo>
                  <a:pt x="363143" y="302467"/>
                </a:lnTo>
                <a:lnTo>
                  <a:pt x="364391" y="306341"/>
                </a:lnTo>
                <a:lnTo>
                  <a:pt x="365638" y="306341"/>
                </a:lnTo>
                <a:lnTo>
                  <a:pt x="366885" y="298594"/>
                </a:lnTo>
                <a:lnTo>
                  <a:pt x="368133" y="293421"/>
                </a:lnTo>
                <a:lnTo>
                  <a:pt x="369380" y="293421"/>
                </a:lnTo>
                <a:lnTo>
                  <a:pt x="370627" y="301176"/>
                </a:lnTo>
                <a:lnTo>
                  <a:pt x="371882" y="306341"/>
                </a:lnTo>
                <a:lnTo>
                  <a:pt x="373122" y="306341"/>
                </a:lnTo>
                <a:lnTo>
                  <a:pt x="374377" y="306341"/>
                </a:lnTo>
                <a:lnTo>
                  <a:pt x="375617" y="303766"/>
                </a:lnTo>
                <a:lnTo>
                  <a:pt x="376871" y="292130"/>
                </a:lnTo>
                <a:lnTo>
                  <a:pt x="378111" y="292130"/>
                </a:lnTo>
                <a:lnTo>
                  <a:pt x="379366" y="294712"/>
                </a:lnTo>
                <a:lnTo>
                  <a:pt x="380606" y="305057"/>
                </a:lnTo>
                <a:lnTo>
                  <a:pt x="381861" y="305057"/>
                </a:lnTo>
                <a:lnTo>
                  <a:pt x="383108" y="302467"/>
                </a:lnTo>
                <a:lnTo>
                  <a:pt x="384355" y="301176"/>
                </a:lnTo>
                <a:lnTo>
                  <a:pt x="385610" y="292130"/>
                </a:lnTo>
                <a:lnTo>
                  <a:pt x="386850" y="293421"/>
                </a:lnTo>
                <a:lnTo>
                  <a:pt x="388105" y="296004"/>
                </a:lnTo>
                <a:lnTo>
                  <a:pt x="389345" y="303766"/>
                </a:lnTo>
                <a:lnTo>
                  <a:pt x="390600" y="302467"/>
                </a:lnTo>
                <a:lnTo>
                  <a:pt x="391839" y="302467"/>
                </a:lnTo>
                <a:lnTo>
                  <a:pt x="393094" y="293421"/>
                </a:lnTo>
                <a:lnTo>
                  <a:pt x="394334" y="294712"/>
                </a:lnTo>
                <a:lnTo>
                  <a:pt x="395589" y="293421"/>
                </a:lnTo>
                <a:lnTo>
                  <a:pt x="396829" y="302467"/>
                </a:lnTo>
                <a:lnTo>
                  <a:pt x="398083" y="299885"/>
                </a:lnTo>
                <a:lnTo>
                  <a:pt x="399331" y="299885"/>
                </a:lnTo>
                <a:lnTo>
                  <a:pt x="400578" y="299885"/>
                </a:lnTo>
                <a:lnTo>
                  <a:pt x="401833" y="290831"/>
                </a:lnTo>
                <a:lnTo>
                  <a:pt x="403073" y="290831"/>
                </a:lnTo>
                <a:lnTo>
                  <a:pt x="404328" y="290831"/>
                </a:lnTo>
                <a:lnTo>
                  <a:pt x="405567" y="299885"/>
                </a:lnTo>
                <a:lnTo>
                  <a:pt x="406822" y="299885"/>
                </a:lnTo>
                <a:lnTo>
                  <a:pt x="408062" y="301176"/>
                </a:lnTo>
                <a:lnTo>
                  <a:pt x="409317" y="305057"/>
                </a:lnTo>
                <a:lnTo>
                  <a:pt x="410564" y="296004"/>
                </a:lnTo>
                <a:lnTo>
                  <a:pt x="411812" y="296004"/>
                </a:lnTo>
                <a:lnTo>
                  <a:pt x="413059" y="293421"/>
                </a:lnTo>
                <a:lnTo>
                  <a:pt x="414306" y="303766"/>
                </a:lnTo>
                <a:lnTo>
                  <a:pt x="415553" y="303766"/>
                </a:lnTo>
                <a:lnTo>
                  <a:pt x="416801" y="306341"/>
                </a:lnTo>
                <a:lnTo>
                  <a:pt x="418048" y="307640"/>
                </a:lnTo>
                <a:lnTo>
                  <a:pt x="419295" y="296004"/>
                </a:lnTo>
                <a:lnTo>
                  <a:pt x="420550" y="296004"/>
                </a:lnTo>
                <a:lnTo>
                  <a:pt x="421790" y="296004"/>
                </a:lnTo>
                <a:lnTo>
                  <a:pt x="423045" y="307640"/>
                </a:lnTo>
                <a:lnTo>
                  <a:pt x="424292" y="307640"/>
                </a:lnTo>
                <a:lnTo>
                  <a:pt x="425540" y="306341"/>
                </a:lnTo>
                <a:lnTo>
                  <a:pt x="426787" y="305057"/>
                </a:lnTo>
                <a:lnTo>
                  <a:pt x="428034" y="293421"/>
                </a:lnTo>
                <a:lnTo>
                  <a:pt x="429282" y="293421"/>
                </a:lnTo>
                <a:lnTo>
                  <a:pt x="430529" y="294712"/>
                </a:lnTo>
                <a:lnTo>
                  <a:pt x="431776" y="305057"/>
                </a:lnTo>
                <a:lnTo>
                  <a:pt x="433023" y="305057"/>
                </a:lnTo>
                <a:lnTo>
                  <a:pt x="434271" y="301176"/>
                </a:lnTo>
                <a:lnTo>
                  <a:pt x="435518" y="294712"/>
                </a:lnTo>
                <a:lnTo>
                  <a:pt x="436773" y="293421"/>
                </a:lnTo>
                <a:lnTo>
                  <a:pt x="438020" y="296004"/>
                </a:lnTo>
                <a:lnTo>
                  <a:pt x="439268" y="302467"/>
                </a:lnTo>
                <a:lnTo>
                  <a:pt x="440515" y="303766"/>
                </a:lnTo>
                <a:lnTo>
                  <a:pt x="441755" y="299885"/>
                </a:lnTo>
                <a:lnTo>
                  <a:pt x="443010" y="297302"/>
                </a:lnTo>
                <a:lnTo>
                  <a:pt x="444257" y="289547"/>
                </a:lnTo>
                <a:lnTo>
                  <a:pt x="445504" y="293421"/>
                </a:lnTo>
                <a:lnTo>
                  <a:pt x="446752" y="296004"/>
                </a:lnTo>
                <a:lnTo>
                  <a:pt x="447999" y="303766"/>
                </a:lnTo>
                <a:lnTo>
                  <a:pt x="449246" y="299885"/>
                </a:lnTo>
                <a:lnTo>
                  <a:pt x="450493" y="298594"/>
                </a:lnTo>
                <a:lnTo>
                  <a:pt x="451741" y="288256"/>
                </a:lnTo>
                <a:lnTo>
                  <a:pt x="452988" y="290831"/>
                </a:lnTo>
                <a:lnTo>
                  <a:pt x="454243" y="292130"/>
                </a:lnTo>
                <a:lnTo>
                  <a:pt x="455483" y="299885"/>
                </a:lnTo>
                <a:lnTo>
                  <a:pt x="456738" y="244301"/>
                </a:lnTo>
                <a:lnTo>
                  <a:pt x="457985" y="146061"/>
                </a:lnTo>
                <a:lnTo>
                  <a:pt x="459232" y="49120"/>
                </a:lnTo>
                <a:lnTo>
                  <a:pt x="460480" y="7748"/>
                </a:lnTo>
                <a:lnTo>
                  <a:pt x="461727" y="7748"/>
                </a:lnTo>
                <a:lnTo>
                  <a:pt x="462974" y="7748"/>
                </a:lnTo>
                <a:lnTo>
                  <a:pt x="464222" y="7748"/>
                </a:lnTo>
                <a:lnTo>
                  <a:pt x="465469" y="6464"/>
                </a:lnTo>
                <a:lnTo>
                  <a:pt x="466716" y="5172"/>
                </a:lnTo>
                <a:lnTo>
                  <a:pt x="467971" y="3874"/>
                </a:lnTo>
                <a:lnTo>
                  <a:pt x="469211" y="3874"/>
                </a:lnTo>
                <a:lnTo>
                  <a:pt x="470466" y="5172"/>
                </a:lnTo>
                <a:lnTo>
                  <a:pt x="471705" y="6464"/>
                </a:lnTo>
                <a:lnTo>
                  <a:pt x="472960" y="7748"/>
                </a:lnTo>
                <a:lnTo>
                  <a:pt x="474200" y="7748"/>
                </a:lnTo>
                <a:lnTo>
                  <a:pt x="475455" y="7748"/>
                </a:lnTo>
                <a:lnTo>
                  <a:pt x="476702" y="6464"/>
                </a:lnTo>
                <a:lnTo>
                  <a:pt x="477950" y="5172"/>
                </a:lnTo>
                <a:lnTo>
                  <a:pt x="479204" y="5172"/>
                </a:lnTo>
                <a:lnTo>
                  <a:pt x="480444" y="5172"/>
                </a:lnTo>
                <a:lnTo>
                  <a:pt x="481699" y="5172"/>
                </a:lnTo>
                <a:lnTo>
                  <a:pt x="482939" y="3874"/>
                </a:lnTo>
                <a:lnTo>
                  <a:pt x="484194" y="3874"/>
                </a:lnTo>
                <a:lnTo>
                  <a:pt x="485434" y="3874"/>
                </a:lnTo>
                <a:lnTo>
                  <a:pt x="486688" y="3874"/>
                </a:lnTo>
                <a:lnTo>
                  <a:pt x="487928" y="5172"/>
                </a:lnTo>
                <a:lnTo>
                  <a:pt x="489175" y="6464"/>
                </a:lnTo>
                <a:lnTo>
                  <a:pt x="490430" y="7748"/>
                </a:lnTo>
                <a:lnTo>
                  <a:pt x="491678" y="7748"/>
                </a:lnTo>
                <a:lnTo>
                  <a:pt x="492932" y="7748"/>
                </a:lnTo>
                <a:lnTo>
                  <a:pt x="494172" y="7748"/>
                </a:lnTo>
                <a:lnTo>
                  <a:pt x="495427" y="7748"/>
                </a:lnTo>
                <a:lnTo>
                  <a:pt x="496667" y="6464"/>
                </a:lnTo>
                <a:lnTo>
                  <a:pt x="497922" y="6464"/>
                </a:lnTo>
                <a:lnTo>
                  <a:pt x="499162" y="5172"/>
                </a:lnTo>
                <a:lnTo>
                  <a:pt x="500416" y="5172"/>
                </a:lnTo>
                <a:lnTo>
                  <a:pt x="501656" y="5172"/>
                </a:lnTo>
                <a:lnTo>
                  <a:pt x="502911" y="6464"/>
                </a:lnTo>
                <a:lnTo>
                  <a:pt x="504158" y="6464"/>
                </a:lnTo>
                <a:lnTo>
                  <a:pt x="505398" y="6464"/>
                </a:lnTo>
                <a:lnTo>
                  <a:pt x="506653" y="5172"/>
                </a:lnTo>
                <a:lnTo>
                  <a:pt x="507900" y="6464"/>
                </a:lnTo>
                <a:lnTo>
                  <a:pt x="509155" y="6464"/>
                </a:lnTo>
                <a:lnTo>
                  <a:pt x="510395" y="7748"/>
                </a:lnTo>
                <a:lnTo>
                  <a:pt x="511650" y="7748"/>
                </a:lnTo>
                <a:lnTo>
                  <a:pt x="512890" y="6464"/>
                </a:lnTo>
                <a:lnTo>
                  <a:pt x="514144" y="14219"/>
                </a:lnTo>
                <a:lnTo>
                  <a:pt x="515384" y="25848"/>
                </a:lnTo>
                <a:lnTo>
                  <a:pt x="516632" y="33603"/>
                </a:lnTo>
                <a:lnTo>
                  <a:pt x="517879" y="25848"/>
                </a:lnTo>
                <a:lnTo>
                  <a:pt x="519126" y="14219"/>
                </a:lnTo>
                <a:lnTo>
                  <a:pt x="520381" y="7748"/>
                </a:lnTo>
                <a:lnTo>
                  <a:pt x="521621" y="7748"/>
                </a:lnTo>
                <a:lnTo>
                  <a:pt x="522883" y="7748"/>
                </a:lnTo>
                <a:lnTo>
                  <a:pt x="524123" y="6464"/>
                </a:lnTo>
                <a:lnTo>
                  <a:pt x="525378" y="6464"/>
                </a:lnTo>
                <a:lnTo>
                  <a:pt x="526618" y="6464"/>
                </a:lnTo>
                <a:lnTo>
                  <a:pt x="527873" y="6464"/>
                </a:lnTo>
                <a:lnTo>
                  <a:pt x="529112" y="7748"/>
                </a:lnTo>
                <a:lnTo>
                  <a:pt x="530360" y="5172"/>
                </a:lnTo>
                <a:lnTo>
                  <a:pt x="531607" y="3874"/>
                </a:lnTo>
                <a:lnTo>
                  <a:pt x="532854" y="0"/>
                </a:lnTo>
                <a:lnTo>
                  <a:pt x="534109" y="0"/>
                </a:lnTo>
                <a:lnTo>
                  <a:pt x="535349" y="0"/>
                </a:lnTo>
                <a:lnTo>
                  <a:pt x="536604" y="0"/>
                </a:lnTo>
                <a:lnTo>
                  <a:pt x="537844" y="0"/>
                </a:lnTo>
                <a:lnTo>
                  <a:pt x="539106" y="0"/>
                </a:lnTo>
                <a:lnTo>
                  <a:pt x="540346" y="0"/>
                </a:lnTo>
                <a:lnTo>
                  <a:pt x="541601" y="0"/>
                </a:lnTo>
                <a:lnTo>
                  <a:pt x="542840" y="0"/>
                </a:lnTo>
                <a:lnTo>
                  <a:pt x="544088" y="1291"/>
                </a:lnTo>
                <a:lnTo>
                  <a:pt x="545343" y="1291"/>
                </a:lnTo>
                <a:lnTo>
                  <a:pt x="546582" y="1291"/>
                </a:lnTo>
                <a:lnTo>
                  <a:pt x="547837" y="0"/>
                </a:lnTo>
                <a:lnTo>
                  <a:pt x="549077" y="0"/>
                </a:lnTo>
                <a:lnTo>
                  <a:pt x="550332" y="0"/>
                </a:lnTo>
                <a:lnTo>
                  <a:pt x="551572" y="0"/>
                </a:lnTo>
                <a:lnTo>
                  <a:pt x="552826" y="0"/>
                </a:lnTo>
                <a:lnTo>
                  <a:pt x="554074" y="0"/>
                </a:lnTo>
                <a:lnTo>
                  <a:pt x="555329" y="0"/>
                </a:lnTo>
                <a:lnTo>
                  <a:pt x="556568" y="0"/>
                </a:lnTo>
                <a:lnTo>
                  <a:pt x="557816" y="0"/>
                </a:lnTo>
                <a:lnTo>
                  <a:pt x="559071" y="0"/>
                </a:lnTo>
                <a:lnTo>
                  <a:pt x="560310" y="0"/>
                </a:lnTo>
                <a:lnTo>
                  <a:pt x="561565" y="0"/>
                </a:lnTo>
                <a:lnTo>
                  <a:pt x="562805" y="0"/>
                </a:lnTo>
                <a:lnTo>
                  <a:pt x="564060" y="0"/>
                </a:lnTo>
                <a:lnTo>
                  <a:pt x="565300" y="0"/>
                </a:lnTo>
                <a:lnTo>
                  <a:pt x="566555" y="0"/>
                </a:lnTo>
                <a:lnTo>
                  <a:pt x="567794" y="0"/>
                </a:lnTo>
                <a:lnTo>
                  <a:pt x="569049" y="0"/>
                </a:lnTo>
                <a:lnTo>
                  <a:pt x="570296" y="0"/>
                </a:lnTo>
                <a:lnTo>
                  <a:pt x="571544" y="0"/>
                </a:lnTo>
                <a:lnTo>
                  <a:pt x="572799" y="0"/>
                </a:lnTo>
                <a:lnTo>
                  <a:pt x="574038" y="0"/>
                </a:lnTo>
                <a:lnTo>
                  <a:pt x="575293" y="0"/>
                </a:lnTo>
                <a:lnTo>
                  <a:pt x="576533" y="0"/>
                </a:lnTo>
                <a:lnTo>
                  <a:pt x="577788" y="0"/>
                </a:lnTo>
                <a:lnTo>
                  <a:pt x="579028" y="0"/>
                </a:lnTo>
                <a:lnTo>
                  <a:pt x="580283" y="0"/>
                </a:lnTo>
                <a:lnTo>
                  <a:pt x="581522" y="0"/>
                </a:lnTo>
                <a:lnTo>
                  <a:pt x="582770" y="0"/>
                </a:lnTo>
                <a:lnTo>
                  <a:pt x="584017" y="0"/>
                </a:lnTo>
                <a:lnTo>
                  <a:pt x="585272" y="0"/>
                </a:lnTo>
                <a:lnTo>
                  <a:pt x="586519" y="0"/>
                </a:lnTo>
                <a:lnTo>
                  <a:pt x="587767" y="0"/>
                </a:lnTo>
                <a:lnTo>
                  <a:pt x="589021" y="0"/>
                </a:lnTo>
                <a:lnTo>
                  <a:pt x="590261" y="0"/>
                </a:lnTo>
                <a:lnTo>
                  <a:pt x="591516" y="0"/>
                </a:lnTo>
                <a:lnTo>
                  <a:pt x="592756" y="0"/>
                </a:lnTo>
                <a:lnTo>
                  <a:pt x="594011" y="0"/>
                </a:lnTo>
                <a:lnTo>
                  <a:pt x="595250" y="0"/>
                </a:lnTo>
                <a:lnTo>
                  <a:pt x="596498" y="0"/>
                </a:lnTo>
                <a:lnTo>
                  <a:pt x="597745" y="0"/>
                </a:lnTo>
                <a:lnTo>
                  <a:pt x="598992" y="0"/>
                </a:lnTo>
                <a:lnTo>
                  <a:pt x="600247" y="5172"/>
                </a:lnTo>
                <a:lnTo>
                  <a:pt x="601495" y="7748"/>
                </a:lnTo>
                <a:lnTo>
                  <a:pt x="602749" y="10338"/>
                </a:lnTo>
                <a:lnTo>
                  <a:pt x="603989" y="7748"/>
                </a:lnTo>
                <a:lnTo>
                  <a:pt x="605244" y="7748"/>
                </a:lnTo>
                <a:lnTo>
                  <a:pt x="606484" y="7748"/>
                </a:lnTo>
                <a:lnTo>
                  <a:pt x="607739" y="7748"/>
                </a:lnTo>
                <a:lnTo>
                  <a:pt x="608978" y="7748"/>
                </a:lnTo>
                <a:lnTo>
                  <a:pt x="610226" y="7748"/>
                </a:lnTo>
                <a:lnTo>
                  <a:pt x="611481" y="7748"/>
                </a:lnTo>
                <a:lnTo>
                  <a:pt x="612720" y="7748"/>
                </a:lnTo>
                <a:lnTo>
                  <a:pt x="613975" y="7748"/>
                </a:lnTo>
                <a:lnTo>
                  <a:pt x="615215" y="7748"/>
                </a:lnTo>
                <a:lnTo>
                  <a:pt x="616477" y="7748"/>
                </a:lnTo>
                <a:lnTo>
                  <a:pt x="617717" y="7748"/>
                </a:lnTo>
                <a:lnTo>
                  <a:pt x="618972" y="7748"/>
                </a:lnTo>
                <a:lnTo>
                  <a:pt x="620212" y="7748"/>
                </a:lnTo>
                <a:lnTo>
                  <a:pt x="621467" y="7748"/>
                </a:lnTo>
                <a:lnTo>
                  <a:pt x="622707" y="7748"/>
                </a:lnTo>
                <a:lnTo>
                  <a:pt x="623954" y="7748"/>
                </a:lnTo>
                <a:lnTo>
                  <a:pt x="625209" y="7748"/>
                </a:lnTo>
                <a:lnTo>
                  <a:pt x="626449" y="7748"/>
                </a:lnTo>
                <a:lnTo>
                  <a:pt x="627703" y="7748"/>
                </a:lnTo>
                <a:lnTo>
                  <a:pt x="628943" y="7748"/>
                </a:lnTo>
                <a:lnTo>
                  <a:pt x="630198" y="7748"/>
                </a:lnTo>
                <a:lnTo>
                  <a:pt x="631438" y="7748"/>
                </a:lnTo>
                <a:lnTo>
                  <a:pt x="632700" y="7748"/>
                </a:lnTo>
                <a:lnTo>
                  <a:pt x="633940" y="7748"/>
                </a:lnTo>
                <a:lnTo>
                  <a:pt x="635195" y="7748"/>
                </a:lnTo>
                <a:lnTo>
                  <a:pt x="636435" y="7748"/>
                </a:lnTo>
                <a:lnTo>
                  <a:pt x="637682" y="7748"/>
                </a:lnTo>
                <a:lnTo>
                  <a:pt x="638937" y="7748"/>
                </a:lnTo>
                <a:lnTo>
                  <a:pt x="640177" y="7748"/>
                </a:lnTo>
                <a:lnTo>
                  <a:pt x="641431" y="7748"/>
                </a:lnTo>
                <a:lnTo>
                  <a:pt x="642671" y="7748"/>
                </a:lnTo>
                <a:lnTo>
                  <a:pt x="643926" y="7748"/>
                </a:lnTo>
                <a:lnTo>
                  <a:pt x="645166" y="7748"/>
                </a:lnTo>
                <a:lnTo>
                  <a:pt x="646421" y="7748"/>
                </a:lnTo>
                <a:lnTo>
                  <a:pt x="647668" y="7748"/>
                </a:lnTo>
                <a:lnTo>
                  <a:pt x="648923" y="7748"/>
                </a:lnTo>
                <a:lnTo>
                  <a:pt x="650163" y="7748"/>
                </a:lnTo>
                <a:lnTo>
                  <a:pt x="651410" y="7748"/>
                </a:lnTo>
                <a:lnTo>
                  <a:pt x="652657" y="7748"/>
                </a:lnTo>
                <a:lnTo>
                  <a:pt x="653905" y="7748"/>
                </a:lnTo>
                <a:lnTo>
                  <a:pt x="655159" y="7748"/>
                </a:lnTo>
                <a:lnTo>
                  <a:pt x="656399" y="7748"/>
                </a:lnTo>
                <a:lnTo>
                  <a:pt x="657654" y="7748"/>
                </a:lnTo>
                <a:lnTo>
                  <a:pt x="658894" y="7748"/>
                </a:lnTo>
                <a:lnTo>
                  <a:pt x="660149" y="7748"/>
                </a:lnTo>
                <a:lnTo>
                  <a:pt x="661389" y="7748"/>
                </a:lnTo>
                <a:lnTo>
                  <a:pt x="662636" y="7748"/>
                </a:lnTo>
                <a:lnTo>
                  <a:pt x="663891" y="7748"/>
                </a:lnTo>
                <a:lnTo>
                  <a:pt x="665138" y="7748"/>
                </a:lnTo>
                <a:lnTo>
                  <a:pt x="666385" y="7748"/>
                </a:lnTo>
                <a:lnTo>
                  <a:pt x="667633" y="7748"/>
                </a:lnTo>
                <a:lnTo>
                  <a:pt x="668887" y="7748"/>
                </a:lnTo>
                <a:lnTo>
                  <a:pt x="670127" y="7748"/>
                </a:lnTo>
                <a:lnTo>
                  <a:pt x="671382" y="7748"/>
                </a:lnTo>
                <a:lnTo>
                  <a:pt x="672622" y="52994"/>
                </a:lnTo>
                <a:lnTo>
                  <a:pt x="673877" y="126677"/>
                </a:lnTo>
                <a:lnTo>
                  <a:pt x="675117" y="195181"/>
                </a:lnTo>
                <a:lnTo>
                  <a:pt x="676364" y="222327"/>
                </a:lnTo>
                <a:lnTo>
                  <a:pt x="677619" y="241711"/>
                </a:lnTo>
                <a:lnTo>
                  <a:pt x="678866" y="259811"/>
                </a:lnTo>
                <a:lnTo>
                  <a:pt x="680121" y="275321"/>
                </a:lnTo>
                <a:lnTo>
                  <a:pt x="681361" y="274030"/>
                </a:lnTo>
                <a:lnTo>
                  <a:pt x="682616" y="272739"/>
                </a:lnTo>
                <a:lnTo>
                  <a:pt x="683855" y="271447"/>
                </a:lnTo>
                <a:lnTo>
                  <a:pt x="685110" y="271447"/>
                </a:lnTo>
                <a:lnTo>
                  <a:pt x="686350" y="271447"/>
                </a:lnTo>
                <a:lnTo>
                  <a:pt x="687605" y="272739"/>
                </a:lnTo>
                <a:lnTo>
                  <a:pt x="688845" y="271447"/>
                </a:lnTo>
                <a:lnTo>
                  <a:pt x="690092" y="271447"/>
                </a:lnTo>
                <a:lnTo>
                  <a:pt x="691347" y="275321"/>
                </a:lnTo>
                <a:lnTo>
                  <a:pt x="692587" y="272739"/>
                </a:lnTo>
                <a:lnTo>
                  <a:pt x="693841" y="271447"/>
                </a:lnTo>
                <a:lnTo>
                  <a:pt x="695089" y="272739"/>
                </a:lnTo>
                <a:lnTo>
                  <a:pt x="696344" y="270156"/>
                </a:lnTo>
                <a:lnTo>
                  <a:pt x="697583" y="270156"/>
                </a:lnTo>
                <a:lnTo>
                  <a:pt x="698838" y="270156"/>
                </a:lnTo>
                <a:lnTo>
                  <a:pt x="700078" y="268857"/>
                </a:lnTo>
                <a:lnTo>
                  <a:pt x="701333" y="268857"/>
                </a:lnTo>
                <a:lnTo>
                  <a:pt x="702573" y="267574"/>
                </a:lnTo>
                <a:lnTo>
                  <a:pt x="703820" y="268857"/>
                </a:lnTo>
                <a:lnTo>
                  <a:pt x="705075" y="270156"/>
                </a:lnTo>
                <a:lnTo>
                  <a:pt x="706315" y="270156"/>
                </a:lnTo>
                <a:lnTo>
                  <a:pt x="707569" y="268857"/>
                </a:lnTo>
                <a:lnTo>
                  <a:pt x="708809" y="270156"/>
                </a:lnTo>
                <a:lnTo>
                  <a:pt x="710072" y="271447"/>
                </a:lnTo>
                <a:lnTo>
                  <a:pt x="711311" y="271447"/>
                </a:lnTo>
                <a:lnTo>
                  <a:pt x="712566" y="271447"/>
                </a:lnTo>
                <a:lnTo>
                  <a:pt x="713806" y="271447"/>
                </a:lnTo>
                <a:lnTo>
                  <a:pt x="715061" y="272739"/>
                </a:lnTo>
                <a:lnTo>
                  <a:pt x="716301" y="272739"/>
                </a:lnTo>
                <a:lnTo>
                  <a:pt x="717548" y="271447"/>
                </a:lnTo>
                <a:lnTo>
                  <a:pt x="718795" y="271447"/>
                </a:lnTo>
                <a:lnTo>
                  <a:pt x="720043" y="271447"/>
                </a:lnTo>
                <a:lnTo>
                  <a:pt x="721298" y="270156"/>
                </a:lnTo>
                <a:lnTo>
                  <a:pt x="722537" y="261110"/>
                </a:lnTo>
                <a:lnTo>
                  <a:pt x="723792" y="252056"/>
                </a:lnTo>
                <a:lnTo>
                  <a:pt x="725032" y="250765"/>
                </a:lnTo>
                <a:lnTo>
                  <a:pt x="726294" y="259811"/>
                </a:lnTo>
                <a:lnTo>
                  <a:pt x="727534" y="270156"/>
                </a:lnTo>
                <a:lnTo>
                  <a:pt x="728789" y="270156"/>
                </a:lnTo>
                <a:lnTo>
                  <a:pt x="730029" y="270156"/>
                </a:lnTo>
                <a:lnTo>
                  <a:pt x="731276" y="271447"/>
                </a:lnTo>
                <a:lnTo>
                  <a:pt x="732531" y="270156"/>
                </a:lnTo>
                <a:lnTo>
                  <a:pt x="733771" y="268857"/>
                </a:lnTo>
                <a:lnTo>
                  <a:pt x="735026" y="271447"/>
                </a:lnTo>
                <a:lnTo>
                  <a:pt x="736265" y="270156"/>
                </a:lnTo>
                <a:lnTo>
                  <a:pt x="737520" y="270156"/>
                </a:lnTo>
                <a:lnTo>
                  <a:pt x="738760" y="271447"/>
                </a:lnTo>
                <a:lnTo>
                  <a:pt x="740015" y="268857"/>
                </a:lnTo>
                <a:lnTo>
                  <a:pt x="741262" y="268857"/>
                </a:lnTo>
                <a:lnTo>
                  <a:pt x="742517" y="267574"/>
                </a:lnTo>
                <a:lnTo>
                  <a:pt x="743757" y="267574"/>
                </a:lnTo>
                <a:lnTo>
                  <a:pt x="745004" y="268857"/>
                </a:lnTo>
                <a:lnTo>
                  <a:pt x="746259" y="268857"/>
                </a:lnTo>
                <a:lnTo>
                  <a:pt x="747499" y="268857"/>
                </a:lnTo>
                <a:lnTo>
                  <a:pt x="748754" y="268857"/>
                </a:lnTo>
                <a:lnTo>
                  <a:pt x="749993" y="268857"/>
                </a:lnTo>
                <a:lnTo>
                  <a:pt x="751248" y="268857"/>
                </a:lnTo>
                <a:lnTo>
                  <a:pt x="752488" y="268857"/>
                </a:lnTo>
                <a:lnTo>
                  <a:pt x="753743" y="268857"/>
                </a:lnTo>
                <a:lnTo>
                  <a:pt x="754983" y="268857"/>
                </a:lnTo>
                <a:lnTo>
                  <a:pt x="756230" y="268857"/>
                </a:lnTo>
                <a:lnTo>
                  <a:pt x="757485" y="268857"/>
                </a:lnTo>
                <a:lnTo>
                  <a:pt x="758740" y="268857"/>
                </a:lnTo>
                <a:lnTo>
                  <a:pt x="759987" y="270156"/>
                </a:lnTo>
                <a:lnTo>
                  <a:pt x="761227" y="270156"/>
                </a:lnTo>
                <a:lnTo>
                  <a:pt x="762482" y="270156"/>
                </a:lnTo>
                <a:lnTo>
                  <a:pt x="763722" y="270156"/>
                </a:lnTo>
                <a:lnTo>
                  <a:pt x="764976" y="268857"/>
                </a:lnTo>
                <a:lnTo>
                  <a:pt x="766216" y="268857"/>
                </a:lnTo>
                <a:lnTo>
                  <a:pt x="767471" y="270156"/>
                </a:lnTo>
                <a:lnTo>
                  <a:pt x="768711" y="270156"/>
                </a:lnTo>
                <a:lnTo>
                  <a:pt x="769958" y="270156"/>
                </a:lnTo>
                <a:lnTo>
                  <a:pt x="771213" y="270156"/>
                </a:lnTo>
                <a:lnTo>
                  <a:pt x="772460" y="268857"/>
                </a:lnTo>
                <a:lnTo>
                  <a:pt x="773715" y="268857"/>
                </a:lnTo>
                <a:lnTo>
                  <a:pt x="774955" y="270156"/>
                </a:lnTo>
                <a:lnTo>
                  <a:pt x="776210" y="268857"/>
                </a:lnTo>
                <a:lnTo>
                  <a:pt x="777450" y="267574"/>
                </a:lnTo>
                <a:lnTo>
                  <a:pt x="778704" y="268857"/>
                </a:lnTo>
                <a:lnTo>
                  <a:pt x="779944" y="266275"/>
                </a:lnTo>
                <a:lnTo>
                  <a:pt x="781199" y="266275"/>
                </a:lnTo>
                <a:lnTo>
                  <a:pt x="782439" y="267574"/>
                </a:lnTo>
                <a:lnTo>
                  <a:pt x="783686" y="264984"/>
                </a:lnTo>
                <a:lnTo>
                  <a:pt x="784933" y="266275"/>
                </a:lnTo>
                <a:lnTo>
                  <a:pt x="786181" y="266275"/>
                </a:lnTo>
                <a:lnTo>
                  <a:pt x="787436" y="266275"/>
                </a:lnTo>
                <a:lnTo>
                  <a:pt x="788683" y="266275"/>
                </a:lnTo>
                <a:lnTo>
                  <a:pt x="789938" y="264984"/>
                </a:lnTo>
                <a:lnTo>
                  <a:pt x="791178" y="264984"/>
                </a:lnTo>
                <a:lnTo>
                  <a:pt x="792432" y="264984"/>
                </a:lnTo>
                <a:lnTo>
                  <a:pt x="793672" y="264984"/>
                </a:lnTo>
                <a:lnTo>
                  <a:pt x="794927" y="264984"/>
                </a:lnTo>
                <a:lnTo>
                  <a:pt x="796167" y="264984"/>
                </a:lnTo>
                <a:lnTo>
                  <a:pt x="797414" y="264984"/>
                </a:lnTo>
                <a:lnTo>
                  <a:pt x="798669" y="263692"/>
                </a:lnTo>
                <a:lnTo>
                  <a:pt x="799909" y="266275"/>
                </a:lnTo>
                <a:lnTo>
                  <a:pt x="801164" y="266275"/>
                </a:lnTo>
                <a:lnTo>
                  <a:pt x="802404" y="266275"/>
                </a:lnTo>
                <a:lnTo>
                  <a:pt x="803666" y="264984"/>
                </a:lnTo>
                <a:lnTo>
                  <a:pt x="804906" y="262401"/>
                </a:lnTo>
                <a:lnTo>
                  <a:pt x="806160" y="263692"/>
                </a:lnTo>
                <a:lnTo>
                  <a:pt x="807400" y="263692"/>
                </a:lnTo>
                <a:lnTo>
                  <a:pt x="808655" y="263692"/>
                </a:lnTo>
                <a:lnTo>
                  <a:pt x="809895" y="263692"/>
                </a:lnTo>
                <a:lnTo>
                  <a:pt x="811142" y="263692"/>
                </a:lnTo>
                <a:lnTo>
                  <a:pt x="812397" y="262401"/>
                </a:lnTo>
                <a:lnTo>
                  <a:pt x="813637" y="262401"/>
                </a:lnTo>
                <a:lnTo>
                  <a:pt x="814892" y="262401"/>
                </a:lnTo>
                <a:lnTo>
                  <a:pt x="816132" y="262401"/>
                </a:lnTo>
                <a:lnTo>
                  <a:pt x="817386" y="262401"/>
                </a:lnTo>
                <a:lnTo>
                  <a:pt x="818626" y="263692"/>
                </a:lnTo>
                <a:lnTo>
                  <a:pt x="819889" y="262401"/>
                </a:lnTo>
                <a:lnTo>
                  <a:pt x="821128" y="261110"/>
                </a:lnTo>
                <a:lnTo>
                  <a:pt x="822383" y="263692"/>
                </a:lnTo>
                <a:lnTo>
                  <a:pt x="823623" y="262401"/>
                </a:lnTo>
                <a:lnTo>
                  <a:pt x="824878" y="263692"/>
                </a:lnTo>
                <a:lnTo>
                  <a:pt x="826125" y="263692"/>
                </a:lnTo>
                <a:lnTo>
                  <a:pt x="827365" y="261110"/>
                </a:lnTo>
                <a:lnTo>
                  <a:pt x="828620" y="259811"/>
                </a:lnTo>
                <a:lnTo>
                  <a:pt x="829860" y="259811"/>
                </a:lnTo>
                <a:lnTo>
                  <a:pt x="831114" y="259811"/>
                </a:lnTo>
                <a:lnTo>
                  <a:pt x="832354" y="261110"/>
                </a:lnTo>
                <a:lnTo>
                  <a:pt x="833609" y="261110"/>
                </a:lnTo>
                <a:lnTo>
                  <a:pt x="834856" y="259811"/>
                </a:lnTo>
                <a:lnTo>
                  <a:pt x="836111" y="259811"/>
                </a:lnTo>
                <a:lnTo>
                  <a:pt x="837351" y="259811"/>
                </a:lnTo>
                <a:lnTo>
                  <a:pt x="838598" y="259811"/>
                </a:lnTo>
                <a:lnTo>
                  <a:pt x="839853" y="261110"/>
                </a:lnTo>
                <a:lnTo>
                  <a:pt x="841093" y="259811"/>
                </a:lnTo>
                <a:lnTo>
                  <a:pt x="842348" y="259811"/>
                </a:lnTo>
                <a:lnTo>
                  <a:pt x="843588" y="259811"/>
                </a:lnTo>
                <a:lnTo>
                  <a:pt x="844842" y="259811"/>
                </a:lnTo>
                <a:lnTo>
                  <a:pt x="846082" y="259811"/>
                </a:lnTo>
                <a:lnTo>
                  <a:pt x="847337" y="259811"/>
                </a:lnTo>
                <a:lnTo>
                  <a:pt x="848577" y="258520"/>
                </a:lnTo>
                <a:lnTo>
                  <a:pt x="849824" y="259811"/>
                </a:lnTo>
                <a:lnTo>
                  <a:pt x="851079" y="258520"/>
                </a:lnTo>
                <a:lnTo>
                  <a:pt x="852326" y="258520"/>
                </a:lnTo>
                <a:lnTo>
                  <a:pt x="853574" y="258520"/>
                </a:lnTo>
                <a:lnTo>
                  <a:pt x="854821" y="259811"/>
                </a:lnTo>
                <a:lnTo>
                  <a:pt x="856076" y="258520"/>
                </a:lnTo>
                <a:lnTo>
                  <a:pt x="857316" y="259811"/>
                </a:lnTo>
                <a:lnTo>
                  <a:pt x="858571" y="259811"/>
                </a:lnTo>
                <a:lnTo>
                  <a:pt x="859810" y="259811"/>
                </a:lnTo>
                <a:lnTo>
                  <a:pt x="861065" y="258520"/>
                </a:lnTo>
                <a:lnTo>
                  <a:pt x="862305" y="258520"/>
                </a:lnTo>
                <a:lnTo>
                  <a:pt x="863552" y="257229"/>
                </a:lnTo>
                <a:lnTo>
                  <a:pt x="864807" y="257229"/>
                </a:lnTo>
                <a:lnTo>
                  <a:pt x="866054" y="259811"/>
                </a:lnTo>
                <a:lnTo>
                  <a:pt x="867309" y="257229"/>
                </a:lnTo>
                <a:lnTo>
                  <a:pt x="868549" y="257229"/>
                </a:lnTo>
                <a:lnTo>
                  <a:pt x="869804" y="258520"/>
                </a:lnTo>
                <a:lnTo>
                  <a:pt x="871044" y="257229"/>
                </a:lnTo>
                <a:lnTo>
                  <a:pt x="872299" y="257229"/>
                </a:lnTo>
                <a:lnTo>
                  <a:pt x="873538" y="257229"/>
                </a:lnTo>
                <a:lnTo>
                  <a:pt x="874793" y="258520"/>
                </a:lnTo>
                <a:lnTo>
                  <a:pt x="876033" y="258520"/>
                </a:lnTo>
                <a:lnTo>
                  <a:pt x="877280" y="258520"/>
                </a:lnTo>
                <a:lnTo>
                  <a:pt x="878535" y="257229"/>
                </a:lnTo>
                <a:lnTo>
                  <a:pt x="879775" y="257229"/>
                </a:lnTo>
                <a:lnTo>
                  <a:pt x="881030" y="257229"/>
                </a:lnTo>
                <a:lnTo>
                  <a:pt x="882277" y="257229"/>
                </a:lnTo>
                <a:lnTo>
                  <a:pt x="883532" y="258520"/>
                </a:lnTo>
                <a:lnTo>
                  <a:pt x="884772" y="258520"/>
                </a:lnTo>
                <a:lnTo>
                  <a:pt x="886027" y="259811"/>
                </a:lnTo>
                <a:lnTo>
                  <a:pt x="887266" y="258520"/>
                </a:lnTo>
                <a:lnTo>
                  <a:pt x="888521" y="258520"/>
                </a:lnTo>
                <a:lnTo>
                  <a:pt x="889761" y="258520"/>
                </a:lnTo>
                <a:lnTo>
                  <a:pt x="891016" y="258520"/>
                </a:lnTo>
                <a:lnTo>
                  <a:pt x="892263" y="257229"/>
                </a:lnTo>
                <a:lnTo>
                  <a:pt x="893503" y="257229"/>
                </a:lnTo>
                <a:lnTo>
                  <a:pt x="894758" y="258520"/>
                </a:lnTo>
                <a:lnTo>
                  <a:pt x="895998" y="258520"/>
                </a:lnTo>
                <a:lnTo>
                  <a:pt x="897260" y="258520"/>
                </a:lnTo>
                <a:lnTo>
                  <a:pt x="898500" y="258520"/>
                </a:lnTo>
                <a:lnTo>
                  <a:pt x="899755" y="257229"/>
                </a:lnTo>
                <a:lnTo>
                  <a:pt x="900995" y="254646"/>
                </a:lnTo>
                <a:lnTo>
                  <a:pt x="902249" y="250765"/>
                </a:lnTo>
                <a:lnTo>
                  <a:pt x="903489" y="248175"/>
                </a:lnTo>
                <a:lnTo>
                  <a:pt x="904736" y="248175"/>
                </a:lnTo>
                <a:lnTo>
                  <a:pt x="905984" y="250765"/>
                </a:lnTo>
                <a:lnTo>
                  <a:pt x="907231" y="248175"/>
                </a:lnTo>
                <a:lnTo>
                  <a:pt x="908486" y="246884"/>
                </a:lnTo>
                <a:lnTo>
                  <a:pt x="909726" y="250765"/>
                </a:lnTo>
                <a:lnTo>
                  <a:pt x="910981" y="248175"/>
                </a:lnTo>
                <a:lnTo>
                  <a:pt x="912220" y="248175"/>
                </a:lnTo>
                <a:lnTo>
                  <a:pt x="913483" y="248175"/>
                </a:lnTo>
                <a:lnTo>
                  <a:pt x="914723" y="248175"/>
                </a:lnTo>
                <a:lnTo>
                  <a:pt x="915977" y="248175"/>
                </a:lnTo>
                <a:lnTo>
                  <a:pt x="917217" y="248175"/>
                </a:lnTo>
                <a:lnTo>
                  <a:pt x="918465" y="246884"/>
                </a:lnTo>
                <a:lnTo>
                  <a:pt x="919712" y="246884"/>
                </a:lnTo>
                <a:lnTo>
                  <a:pt x="920959" y="248175"/>
                </a:lnTo>
                <a:lnTo>
                  <a:pt x="922214" y="246884"/>
                </a:lnTo>
                <a:lnTo>
                  <a:pt x="923454" y="246884"/>
                </a:lnTo>
                <a:lnTo>
                  <a:pt x="924709" y="246884"/>
                </a:lnTo>
                <a:lnTo>
                  <a:pt x="925948" y="249474"/>
                </a:lnTo>
                <a:lnTo>
                  <a:pt x="927203" y="249474"/>
                </a:lnTo>
                <a:lnTo>
                  <a:pt x="928451" y="249474"/>
                </a:lnTo>
                <a:lnTo>
                  <a:pt x="929705" y="246884"/>
                </a:lnTo>
                <a:lnTo>
                  <a:pt x="930945" y="236546"/>
                </a:lnTo>
                <a:lnTo>
                  <a:pt x="932193" y="227500"/>
                </a:lnTo>
                <a:lnTo>
                  <a:pt x="933447" y="231374"/>
                </a:lnTo>
                <a:lnTo>
                  <a:pt x="934687" y="239136"/>
                </a:lnTo>
                <a:lnTo>
                  <a:pt x="935942" y="246884"/>
                </a:lnTo>
                <a:lnTo>
                  <a:pt x="937182" y="246884"/>
                </a:lnTo>
                <a:lnTo>
                  <a:pt x="938437" y="248175"/>
                </a:lnTo>
                <a:lnTo>
                  <a:pt x="939677" y="248175"/>
                </a:lnTo>
                <a:lnTo>
                  <a:pt x="940931" y="248175"/>
                </a:lnTo>
                <a:lnTo>
                  <a:pt x="942171" y="250765"/>
                </a:lnTo>
                <a:lnTo>
                  <a:pt x="943418" y="248175"/>
                </a:lnTo>
                <a:lnTo>
                  <a:pt x="944673" y="245600"/>
                </a:lnTo>
                <a:lnTo>
                  <a:pt x="945921" y="250765"/>
                </a:lnTo>
                <a:lnTo>
                  <a:pt x="947175" y="248175"/>
                </a:lnTo>
                <a:lnTo>
                  <a:pt x="948415" y="249474"/>
                </a:lnTo>
                <a:lnTo>
                  <a:pt x="949670" y="250765"/>
                </a:lnTo>
                <a:lnTo>
                  <a:pt x="950910" y="249474"/>
                </a:lnTo>
                <a:lnTo>
                  <a:pt x="952165" y="248175"/>
                </a:lnTo>
                <a:lnTo>
                  <a:pt x="953405" y="248175"/>
                </a:lnTo>
                <a:lnTo>
                  <a:pt x="954659" y="248175"/>
                </a:lnTo>
                <a:lnTo>
                  <a:pt x="955899" y="249474"/>
                </a:lnTo>
                <a:lnTo>
                  <a:pt x="957154" y="249474"/>
                </a:lnTo>
                <a:lnTo>
                  <a:pt x="958401" y="249474"/>
                </a:lnTo>
                <a:lnTo>
                  <a:pt x="959656" y="248175"/>
                </a:lnTo>
                <a:lnTo>
                  <a:pt x="960904" y="248175"/>
                </a:lnTo>
                <a:lnTo>
                  <a:pt x="962143" y="246884"/>
                </a:lnTo>
                <a:lnTo>
                  <a:pt x="963398" y="246884"/>
                </a:lnTo>
                <a:lnTo>
                  <a:pt x="964638" y="248175"/>
                </a:lnTo>
                <a:lnTo>
                  <a:pt x="965893" y="249474"/>
                </a:lnTo>
                <a:lnTo>
                  <a:pt x="967133" y="248175"/>
                </a:lnTo>
                <a:lnTo>
                  <a:pt x="968387" y="248175"/>
                </a:lnTo>
                <a:lnTo>
                  <a:pt x="969627" y="248175"/>
                </a:lnTo>
                <a:lnTo>
                  <a:pt x="970875" y="249474"/>
                </a:lnTo>
                <a:lnTo>
                  <a:pt x="972122" y="249474"/>
                </a:lnTo>
                <a:lnTo>
                  <a:pt x="973369" y="248175"/>
                </a:lnTo>
                <a:lnTo>
                  <a:pt x="974624" y="248175"/>
                </a:lnTo>
                <a:lnTo>
                  <a:pt x="975871" y="248175"/>
                </a:lnTo>
                <a:lnTo>
                  <a:pt x="977126" y="248175"/>
                </a:lnTo>
                <a:lnTo>
                  <a:pt x="978366" y="249474"/>
                </a:lnTo>
                <a:lnTo>
                  <a:pt x="979621" y="248175"/>
                </a:lnTo>
                <a:lnTo>
                  <a:pt x="980861" y="248175"/>
                </a:lnTo>
                <a:lnTo>
                  <a:pt x="982116" y="250765"/>
                </a:lnTo>
                <a:lnTo>
                  <a:pt x="983355" y="248175"/>
                </a:lnTo>
                <a:lnTo>
                  <a:pt x="984603" y="248175"/>
                </a:lnTo>
                <a:lnTo>
                  <a:pt x="985850" y="253347"/>
                </a:lnTo>
                <a:lnTo>
                  <a:pt x="987097" y="252056"/>
                </a:lnTo>
                <a:lnTo>
                  <a:pt x="988352" y="250765"/>
                </a:lnTo>
                <a:lnTo>
                  <a:pt x="989592" y="250765"/>
                </a:lnTo>
                <a:lnTo>
                  <a:pt x="990854" y="250765"/>
                </a:lnTo>
                <a:lnTo>
                  <a:pt x="992094" y="250765"/>
                </a:lnTo>
                <a:lnTo>
                  <a:pt x="993349" y="252056"/>
                </a:lnTo>
                <a:lnTo>
                  <a:pt x="994589" y="250765"/>
                </a:lnTo>
                <a:lnTo>
                  <a:pt x="995844" y="250765"/>
                </a:lnTo>
                <a:lnTo>
                  <a:pt x="997083" y="252056"/>
                </a:lnTo>
                <a:lnTo>
                  <a:pt x="998331" y="250765"/>
                </a:lnTo>
                <a:lnTo>
                  <a:pt x="999586" y="252056"/>
                </a:lnTo>
                <a:lnTo>
                  <a:pt x="1000825" y="252056"/>
                </a:lnTo>
                <a:lnTo>
                  <a:pt x="1002080" y="252056"/>
                </a:lnTo>
                <a:lnTo>
                  <a:pt x="1003320" y="252056"/>
                </a:lnTo>
                <a:lnTo>
                  <a:pt x="1004575" y="253347"/>
                </a:lnTo>
                <a:lnTo>
                  <a:pt x="1005815" y="253347"/>
                </a:lnTo>
                <a:lnTo>
                  <a:pt x="1007077" y="253347"/>
                </a:lnTo>
                <a:lnTo>
                  <a:pt x="1008317" y="253347"/>
                </a:lnTo>
                <a:lnTo>
                  <a:pt x="1009572" y="254646"/>
                </a:lnTo>
                <a:lnTo>
                  <a:pt x="1010811" y="254646"/>
                </a:lnTo>
                <a:lnTo>
                  <a:pt x="1012059" y="254646"/>
                </a:lnTo>
                <a:lnTo>
                  <a:pt x="1013314" y="254646"/>
                </a:lnTo>
                <a:lnTo>
                  <a:pt x="1014553" y="255937"/>
                </a:lnTo>
                <a:lnTo>
                  <a:pt x="1015808" y="258520"/>
                </a:lnTo>
                <a:lnTo>
                  <a:pt x="1017048" y="257229"/>
                </a:lnTo>
                <a:lnTo>
                  <a:pt x="1018303" y="258520"/>
                </a:lnTo>
                <a:lnTo>
                  <a:pt x="1019543" y="255937"/>
                </a:lnTo>
                <a:lnTo>
                  <a:pt x="1020797" y="255937"/>
                </a:lnTo>
                <a:lnTo>
                  <a:pt x="1022045" y="261110"/>
                </a:lnTo>
                <a:lnTo>
                  <a:pt x="1023300" y="258520"/>
                </a:lnTo>
                <a:lnTo>
                  <a:pt x="1024539" y="258520"/>
                </a:lnTo>
                <a:lnTo>
                  <a:pt x="1025794" y="262401"/>
                </a:lnTo>
                <a:lnTo>
                  <a:pt x="1027042" y="259811"/>
                </a:lnTo>
                <a:lnTo>
                  <a:pt x="1028281" y="259811"/>
                </a:lnTo>
                <a:lnTo>
                  <a:pt x="1029536" y="259811"/>
                </a:lnTo>
                <a:lnTo>
                  <a:pt x="1030776" y="259811"/>
                </a:lnTo>
                <a:lnTo>
                  <a:pt x="1032031" y="261110"/>
                </a:lnTo>
                <a:lnTo>
                  <a:pt x="1033271" y="261110"/>
                </a:lnTo>
                <a:lnTo>
                  <a:pt x="1034518" y="259811"/>
                </a:lnTo>
                <a:lnTo>
                  <a:pt x="1035765" y="259811"/>
                </a:lnTo>
                <a:lnTo>
                  <a:pt x="1037013" y="261110"/>
                </a:lnTo>
                <a:lnTo>
                  <a:pt x="1038268" y="259811"/>
                </a:lnTo>
                <a:lnTo>
                  <a:pt x="1039515" y="261110"/>
                </a:lnTo>
                <a:lnTo>
                  <a:pt x="1040762" y="261110"/>
                </a:lnTo>
                <a:lnTo>
                  <a:pt x="1042009" y="261110"/>
                </a:lnTo>
                <a:lnTo>
                  <a:pt x="1043264" y="259811"/>
                </a:lnTo>
                <a:lnTo>
                  <a:pt x="1044504" y="261110"/>
                </a:lnTo>
                <a:lnTo>
                  <a:pt x="1045759" y="259811"/>
                </a:lnTo>
                <a:lnTo>
                  <a:pt x="1046999" y="259811"/>
                </a:lnTo>
                <a:lnTo>
                  <a:pt x="1048254" y="259811"/>
                </a:lnTo>
                <a:lnTo>
                  <a:pt x="1049493" y="261110"/>
                </a:lnTo>
                <a:lnTo>
                  <a:pt x="1050741" y="262401"/>
                </a:lnTo>
                <a:lnTo>
                  <a:pt x="1051988" y="262401"/>
                </a:lnTo>
                <a:lnTo>
                  <a:pt x="1053243" y="261110"/>
                </a:lnTo>
                <a:lnTo>
                  <a:pt x="1054490" y="261110"/>
                </a:lnTo>
                <a:lnTo>
                  <a:pt x="1055738" y="261110"/>
                </a:lnTo>
                <a:lnTo>
                  <a:pt x="1056992" y="262401"/>
                </a:lnTo>
                <a:lnTo>
                  <a:pt x="1058232" y="264984"/>
                </a:lnTo>
                <a:lnTo>
                  <a:pt x="1059487" y="263692"/>
                </a:lnTo>
                <a:lnTo>
                  <a:pt x="1060727" y="262401"/>
                </a:lnTo>
                <a:lnTo>
                  <a:pt x="1061982" y="266275"/>
                </a:lnTo>
                <a:lnTo>
                  <a:pt x="1063221" y="262401"/>
                </a:lnTo>
                <a:lnTo>
                  <a:pt x="1064469" y="262401"/>
                </a:lnTo>
                <a:lnTo>
                  <a:pt x="1065724" y="263692"/>
                </a:lnTo>
                <a:lnTo>
                  <a:pt x="1066963" y="259811"/>
                </a:lnTo>
                <a:lnTo>
                  <a:pt x="1068218" y="259811"/>
                </a:lnTo>
                <a:lnTo>
                  <a:pt x="1069466" y="259811"/>
                </a:lnTo>
                <a:lnTo>
                  <a:pt x="1070720" y="259811"/>
                </a:lnTo>
                <a:lnTo>
                  <a:pt x="1071960" y="259811"/>
                </a:lnTo>
                <a:lnTo>
                  <a:pt x="1073215" y="261110"/>
                </a:lnTo>
                <a:lnTo>
                  <a:pt x="1074455" y="259811"/>
                </a:lnTo>
                <a:lnTo>
                  <a:pt x="1075710" y="259811"/>
                </a:lnTo>
                <a:lnTo>
                  <a:pt x="1076950" y="261110"/>
                </a:lnTo>
                <a:lnTo>
                  <a:pt x="1078197" y="259811"/>
                </a:lnTo>
                <a:lnTo>
                  <a:pt x="1079452" y="259811"/>
                </a:lnTo>
                <a:lnTo>
                  <a:pt x="1080691" y="259811"/>
                </a:lnTo>
                <a:lnTo>
                  <a:pt x="1081946" y="259811"/>
                </a:lnTo>
                <a:lnTo>
                  <a:pt x="1083186" y="259811"/>
                </a:lnTo>
                <a:lnTo>
                  <a:pt x="1084448" y="259811"/>
                </a:lnTo>
                <a:lnTo>
                  <a:pt x="1085688" y="259811"/>
                </a:lnTo>
                <a:lnTo>
                  <a:pt x="1086943" y="259811"/>
                </a:lnTo>
                <a:lnTo>
                  <a:pt x="1088183" y="259811"/>
                </a:lnTo>
                <a:lnTo>
                  <a:pt x="1089438" y="259811"/>
                </a:lnTo>
                <a:lnTo>
                  <a:pt x="1090678" y="259811"/>
                </a:lnTo>
                <a:lnTo>
                  <a:pt x="1091932" y="259811"/>
                </a:lnTo>
                <a:lnTo>
                  <a:pt x="1093180" y="259811"/>
                </a:lnTo>
                <a:lnTo>
                  <a:pt x="1094420" y="261110"/>
                </a:lnTo>
                <a:lnTo>
                  <a:pt x="1095674" y="259811"/>
                </a:lnTo>
                <a:lnTo>
                  <a:pt x="1096914" y="259811"/>
                </a:lnTo>
                <a:lnTo>
                  <a:pt x="1098169" y="264984"/>
                </a:lnTo>
                <a:lnTo>
                  <a:pt x="1099409" y="262401"/>
                </a:lnTo>
                <a:lnTo>
                  <a:pt x="1100671" y="261110"/>
                </a:lnTo>
                <a:lnTo>
                  <a:pt x="1101911" y="263692"/>
                </a:lnTo>
                <a:lnTo>
                  <a:pt x="1103158" y="258520"/>
                </a:lnTo>
                <a:lnTo>
                  <a:pt x="1104406" y="259811"/>
                </a:lnTo>
                <a:lnTo>
                  <a:pt x="1105653" y="262401"/>
                </a:lnTo>
                <a:lnTo>
                  <a:pt x="1106900" y="259811"/>
                </a:lnTo>
                <a:lnTo>
                  <a:pt x="1108148" y="258520"/>
                </a:lnTo>
                <a:lnTo>
                  <a:pt x="1109402" y="258520"/>
                </a:lnTo>
                <a:lnTo>
                  <a:pt x="1110642" y="258520"/>
                </a:lnTo>
                <a:lnTo>
                  <a:pt x="1111897" y="259811"/>
                </a:lnTo>
                <a:lnTo>
                  <a:pt x="1113137" y="259811"/>
                </a:lnTo>
                <a:lnTo>
                  <a:pt x="1114392" y="258520"/>
                </a:lnTo>
                <a:lnTo>
                  <a:pt x="1115639" y="258520"/>
                </a:lnTo>
                <a:lnTo>
                  <a:pt x="1116894" y="258520"/>
                </a:lnTo>
                <a:lnTo>
                  <a:pt x="1118134" y="258520"/>
                </a:lnTo>
                <a:lnTo>
                  <a:pt x="1119381" y="258520"/>
                </a:lnTo>
                <a:lnTo>
                  <a:pt x="1120636" y="258520"/>
                </a:lnTo>
                <a:lnTo>
                  <a:pt x="1121876" y="259811"/>
                </a:lnTo>
                <a:lnTo>
                  <a:pt x="1123130" y="264984"/>
                </a:lnTo>
                <a:lnTo>
                  <a:pt x="1124370" y="275321"/>
                </a:lnTo>
                <a:lnTo>
                  <a:pt x="1125625" y="232665"/>
                </a:lnTo>
                <a:lnTo>
                  <a:pt x="1126865" y="147352"/>
                </a:lnTo>
                <a:lnTo>
                  <a:pt x="1128120" y="43947"/>
                </a:lnTo>
                <a:lnTo>
                  <a:pt x="1129360" y="6464"/>
                </a:lnTo>
                <a:lnTo>
                  <a:pt x="1130607" y="5172"/>
                </a:lnTo>
                <a:lnTo>
                  <a:pt x="1131862" y="5172"/>
                </a:lnTo>
                <a:lnTo>
                  <a:pt x="1133109" y="3874"/>
                </a:lnTo>
                <a:lnTo>
                  <a:pt x="1134364" y="5172"/>
                </a:lnTo>
                <a:lnTo>
                  <a:pt x="1135604" y="5172"/>
                </a:lnTo>
                <a:lnTo>
                  <a:pt x="1136859" y="5172"/>
                </a:lnTo>
                <a:lnTo>
                  <a:pt x="1138098" y="12920"/>
                </a:lnTo>
                <a:lnTo>
                  <a:pt x="1139353" y="27146"/>
                </a:lnTo>
                <a:lnTo>
                  <a:pt x="1140593" y="34894"/>
                </a:lnTo>
                <a:lnTo>
                  <a:pt x="1141848" y="24556"/>
                </a:lnTo>
                <a:lnTo>
                  <a:pt x="1143088" y="9046"/>
                </a:lnTo>
                <a:lnTo>
                  <a:pt x="1144335" y="0"/>
                </a:lnTo>
                <a:lnTo>
                  <a:pt x="1145590" y="0"/>
                </a:lnTo>
                <a:lnTo>
                  <a:pt x="1146845" y="0"/>
                </a:lnTo>
                <a:lnTo>
                  <a:pt x="1148092" y="0"/>
                </a:lnTo>
                <a:lnTo>
                  <a:pt x="1149332" y="1291"/>
                </a:lnTo>
                <a:lnTo>
                  <a:pt x="1150587" y="1291"/>
                </a:lnTo>
                <a:lnTo>
                  <a:pt x="1151826" y="1291"/>
                </a:lnTo>
                <a:lnTo>
                  <a:pt x="1153081" y="6464"/>
                </a:lnTo>
                <a:lnTo>
                  <a:pt x="1154321" y="9046"/>
                </a:lnTo>
                <a:lnTo>
                  <a:pt x="1155576" y="11629"/>
                </a:lnTo>
                <a:lnTo>
                  <a:pt x="1156816" y="6464"/>
                </a:lnTo>
                <a:lnTo>
                  <a:pt x="1158063" y="6464"/>
                </a:lnTo>
                <a:lnTo>
                  <a:pt x="1159318" y="6464"/>
                </a:lnTo>
                <a:lnTo>
                  <a:pt x="1160558" y="7748"/>
                </a:lnTo>
                <a:lnTo>
                  <a:pt x="1161812" y="7748"/>
                </a:lnTo>
                <a:lnTo>
                  <a:pt x="1163060" y="7748"/>
                </a:lnTo>
                <a:lnTo>
                  <a:pt x="1164315" y="11629"/>
                </a:lnTo>
                <a:lnTo>
                  <a:pt x="1165554" y="9046"/>
                </a:lnTo>
                <a:lnTo>
                  <a:pt x="1166809" y="6464"/>
                </a:lnTo>
                <a:lnTo>
                  <a:pt x="1168049" y="68511"/>
                </a:lnTo>
                <a:lnTo>
                  <a:pt x="1169296" y="168035"/>
                </a:lnTo>
                <a:lnTo>
                  <a:pt x="1170544" y="267574"/>
                </a:lnTo>
                <a:lnTo>
                  <a:pt x="1171791" y="305057"/>
                </a:lnTo>
                <a:lnTo>
                  <a:pt x="1173038" y="306341"/>
                </a:lnTo>
                <a:lnTo>
                  <a:pt x="1174286" y="307640"/>
                </a:lnTo>
                <a:lnTo>
                  <a:pt x="1175541" y="302467"/>
                </a:lnTo>
                <a:lnTo>
                  <a:pt x="1176780" y="307640"/>
                </a:lnTo>
                <a:lnTo>
                  <a:pt x="1178043" y="307640"/>
                </a:lnTo>
                <a:lnTo>
                  <a:pt x="1179282" y="306341"/>
                </a:lnTo>
                <a:lnTo>
                  <a:pt x="1180537" y="305057"/>
                </a:lnTo>
                <a:lnTo>
                  <a:pt x="1181777" y="306341"/>
                </a:lnTo>
                <a:lnTo>
                  <a:pt x="1183032" y="307640"/>
                </a:lnTo>
                <a:lnTo>
                  <a:pt x="1184272" y="303766"/>
                </a:lnTo>
                <a:lnTo>
                  <a:pt x="1185519" y="307640"/>
                </a:lnTo>
                <a:lnTo>
                  <a:pt x="1186774" y="306341"/>
                </a:lnTo>
                <a:lnTo>
                  <a:pt x="1188014" y="306341"/>
                </a:lnTo>
                <a:lnTo>
                  <a:pt x="1189269" y="301176"/>
                </a:lnTo>
                <a:lnTo>
                  <a:pt x="1190508" y="306341"/>
                </a:lnTo>
                <a:lnTo>
                  <a:pt x="1191763" y="306341"/>
                </a:lnTo>
                <a:lnTo>
                  <a:pt x="1193003" y="306341"/>
                </a:lnTo>
                <a:lnTo>
                  <a:pt x="1194265" y="307640"/>
                </a:lnTo>
                <a:lnTo>
                  <a:pt x="1195505" y="306341"/>
                </a:lnTo>
                <a:lnTo>
                  <a:pt x="1196760" y="306341"/>
                </a:lnTo>
                <a:lnTo>
                  <a:pt x="1198000" y="301176"/>
                </a:lnTo>
                <a:lnTo>
                  <a:pt x="1199247" y="307640"/>
                </a:lnTo>
                <a:lnTo>
                  <a:pt x="1200502" y="307640"/>
                </a:lnTo>
                <a:lnTo>
                  <a:pt x="1201742" y="307640"/>
                </a:lnTo>
                <a:lnTo>
                  <a:pt x="1202997" y="305057"/>
                </a:lnTo>
                <a:lnTo>
                  <a:pt x="1204236" y="307640"/>
                </a:lnTo>
                <a:lnTo>
                  <a:pt x="1205491" y="307640"/>
                </a:lnTo>
                <a:lnTo>
                  <a:pt x="1206731" y="305057"/>
                </a:lnTo>
                <a:lnTo>
                  <a:pt x="1207986" y="308931"/>
                </a:lnTo>
                <a:lnTo>
                  <a:pt x="1209233" y="308931"/>
                </a:lnTo>
                <a:lnTo>
                  <a:pt x="1210488" y="294712"/>
                </a:lnTo>
                <a:lnTo>
                  <a:pt x="1211728" y="190009"/>
                </a:lnTo>
                <a:lnTo>
                  <a:pt x="1212975" y="90485"/>
                </a:lnTo>
                <a:lnTo>
                  <a:pt x="1214230" y="5172"/>
                </a:lnTo>
                <a:lnTo>
                  <a:pt x="1215470" y="3874"/>
                </a:lnTo>
                <a:lnTo>
                  <a:pt x="1216725" y="3874"/>
                </a:lnTo>
                <a:lnTo>
                  <a:pt x="1217964" y="3874"/>
                </a:lnTo>
                <a:lnTo>
                  <a:pt x="1219219" y="6464"/>
                </a:lnTo>
                <a:lnTo>
                  <a:pt x="1220459" y="5172"/>
                </a:lnTo>
                <a:lnTo>
                  <a:pt x="1221714" y="3874"/>
                </a:lnTo>
                <a:lnTo>
                  <a:pt x="1222954" y="0"/>
                </a:lnTo>
                <a:lnTo>
                  <a:pt x="1224201" y="0"/>
                </a:lnTo>
                <a:lnTo>
                  <a:pt x="1225456" y="0"/>
                </a:lnTo>
                <a:lnTo>
                  <a:pt x="1226703" y="0"/>
                </a:lnTo>
                <a:lnTo>
                  <a:pt x="1227958" y="3874"/>
                </a:lnTo>
                <a:lnTo>
                  <a:pt x="1229198" y="3874"/>
                </a:lnTo>
                <a:lnTo>
                  <a:pt x="1230453" y="3874"/>
                </a:lnTo>
                <a:lnTo>
                  <a:pt x="1231693" y="0"/>
                </a:lnTo>
                <a:lnTo>
                  <a:pt x="1232947" y="0"/>
                </a:lnTo>
                <a:lnTo>
                  <a:pt x="1234187" y="0"/>
                </a:lnTo>
                <a:lnTo>
                  <a:pt x="1235435" y="0"/>
                </a:lnTo>
                <a:lnTo>
                  <a:pt x="1236682" y="12920"/>
                </a:lnTo>
                <a:lnTo>
                  <a:pt x="1237929" y="129260"/>
                </a:lnTo>
                <a:lnTo>
                  <a:pt x="1239176" y="244301"/>
                </a:lnTo>
                <a:lnTo>
                  <a:pt x="1240431" y="347714"/>
                </a:lnTo>
                <a:lnTo>
                  <a:pt x="1241679" y="334786"/>
                </a:lnTo>
                <a:lnTo>
                  <a:pt x="1242926" y="334786"/>
                </a:lnTo>
                <a:lnTo>
                  <a:pt x="1244181" y="333487"/>
                </a:lnTo>
                <a:lnTo>
                  <a:pt x="1245421" y="336077"/>
                </a:lnTo>
                <a:lnTo>
                  <a:pt x="1246675" y="334786"/>
                </a:lnTo>
                <a:lnTo>
                  <a:pt x="1247915" y="334786"/>
                </a:lnTo>
                <a:lnTo>
                  <a:pt x="1249170" y="334786"/>
                </a:lnTo>
                <a:lnTo>
                  <a:pt x="1250410" y="334786"/>
                </a:lnTo>
                <a:lnTo>
                  <a:pt x="1251657" y="334786"/>
                </a:lnTo>
                <a:lnTo>
                  <a:pt x="1252912" y="334786"/>
                </a:lnTo>
                <a:lnTo>
                  <a:pt x="1254152" y="333487"/>
                </a:lnTo>
                <a:lnTo>
                  <a:pt x="1255407" y="333487"/>
                </a:lnTo>
                <a:lnTo>
                  <a:pt x="1256654" y="333487"/>
                </a:lnTo>
                <a:lnTo>
                  <a:pt x="1257909" y="333487"/>
                </a:lnTo>
                <a:lnTo>
                  <a:pt x="1259149" y="334786"/>
                </a:lnTo>
                <a:lnTo>
                  <a:pt x="1260403" y="333487"/>
                </a:lnTo>
                <a:lnTo>
                  <a:pt x="1261643" y="336077"/>
                </a:lnTo>
                <a:lnTo>
                  <a:pt x="1262898" y="334786"/>
                </a:lnTo>
                <a:lnTo>
                  <a:pt x="1264138" y="347714"/>
                </a:lnTo>
                <a:lnTo>
                  <a:pt x="1265385" y="334786"/>
                </a:lnTo>
                <a:lnTo>
                  <a:pt x="1266640" y="334786"/>
                </a:lnTo>
                <a:lnTo>
                  <a:pt x="1267880" y="334786"/>
                </a:lnTo>
                <a:lnTo>
                  <a:pt x="1269135" y="336077"/>
                </a:lnTo>
                <a:lnTo>
                  <a:pt x="1270375" y="337369"/>
                </a:lnTo>
                <a:lnTo>
                  <a:pt x="1271637" y="334786"/>
                </a:lnTo>
                <a:lnTo>
                  <a:pt x="1272877" y="337369"/>
                </a:lnTo>
                <a:lnTo>
                  <a:pt x="1274132" y="334786"/>
                </a:lnTo>
                <a:lnTo>
                  <a:pt x="1275371" y="334786"/>
                </a:lnTo>
                <a:lnTo>
                  <a:pt x="1276626" y="334786"/>
                </a:lnTo>
                <a:lnTo>
                  <a:pt x="1277866" y="334786"/>
                </a:lnTo>
                <a:lnTo>
                  <a:pt x="1279113" y="336077"/>
                </a:lnTo>
                <a:lnTo>
                  <a:pt x="1280368" y="334786"/>
                </a:lnTo>
                <a:lnTo>
                  <a:pt x="1281608" y="334786"/>
                </a:lnTo>
                <a:lnTo>
                  <a:pt x="1282863" y="333487"/>
                </a:lnTo>
                <a:lnTo>
                  <a:pt x="1284103" y="336077"/>
                </a:lnTo>
                <a:lnTo>
                  <a:pt x="1285357" y="334786"/>
                </a:lnTo>
                <a:lnTo>
                  <a:pt x="1286597" y="336077"/>
                </a:lnTo>
                <a:lnTo>
                  <a:pt x="1287860" y="336077"/>
                </a:lnTo>
                <a:lnTo>
                  <a:pt x="1289099" y="336077"/>
                </a:lnTo>
                <a:lnTo>
                  <a:pt x="1290354" y="336077"/>
                </a:lnTo>
                <a:lnTo>
                  <a:pt x="1291594" y="338660"/>
                </a:lnTo>
                <a:lnTo>
                  <a:pt x="1292841" y="337369"/>
                </a:lnTo>
                <a:lnTo>
                  <a:pt x="1294089" y="336077"/>
                </a:lnTo>
                <a:lnTo>
                  <a:pt x="1295336" y="343832"/>
                </a:lnTo>
                <a:lnTo>
                  <a:pt x="1296591" y="334786"/>
                </a:lnTo>
                <a:lnTo>
                  <a:pt x="1297831" y="334786"/>
                </a:lnTo>
                <a:lnTo>
                  <a:pt x="1299085" y="334786"/>
                </a:lnTo>
                <a:lnTo>
                  <a:pt x="1300325" y="336077"/>
                </a:lnTo>
                <a:lnTo>
                  <a:pt x="1301580" y="337369"/>
                </a:lnTo>
                <a:lnTo>
                  <a:pt x="1302827" y="334786"/>
                </a:lnTo>
                <a:lnTo>
                  <a:pt x="1304082" y="337369"/>
                </a:lnTo>
                <a:lnTo>
                  <a:pt x="1305322" y="334786"/>
                </a:lnTo>
                <a:lnTo>
                  <a:pt x="1306569" y="336077"/>
                </a:lnTo>
                <a:lnTo>
                  <a:pt x="1307817" y="336077"/>
                </a:lnTo>
                <a:lnTo>
                  <a:pt x="1309064" y="334786"/>
                </a:lnTo>
                <a:lnTo>
                  <a:pt x="1310319" y="336077"/>
                </a:lnTo>
                <a:lnTo>
                  <a:pt x="1311559" y="334786"/>
                </a:lnTo>
                <a:lnTo>
                  <a:pt x="1312814" y="336077"/>
                </a:lnTo>
                <a:lnTo>
                  <a:pt x="1314053" y="333487"/>
                </a:lnTo>
                <a:lnTo>
                  <a:pt x="1315308" y="334786"/>
                </a:lnTo>
                <a:lnTo>
                  <a:pt x="1316548" y="333487"/>
                </a:lnTo>
                <a:lnTo>
                  <a:pt x="1317795" y="333487"/>
                </a:lnTo>
                <a:lnTo>
                  <a:pt x="1319050" y="333487"/>
                </a:lnTo>
                <a:lnTo>
                  <a:pt x="1320297" y="333487"/>
                </a:lnTo>
                <a:lnTo>
                  <a:pt x="1321552" y="334786"/>
                </a:lnTo>
                <a:lnTo>
                  <a:pt x="1322792" y="337369"/>
                </a:lnTo>
                <a:lnTo>
                  <a:pt x="1324047" y="336077"/>
                </a:lnTo>
                <a:lnTo>
                  <a:pt x="1325287" y="334786"/>
                </a:lnTo>
                <a:lnTo>
                  <a:pt x="1326542" y="342541"/>
                </a:lnTo>
                <a:lnTo>
                  <a:pt x="1327781" y="333487"/>
                </a:lnTo>
                <a:lnTo>
                  <a:pt x="1329036" y="333487"/>
                </a:lnTo>
                <a:lnTo>
                  <a:pt x="1330276" y="333487"/>
                </a:lnTo>
                <a:lnTo>
                  <a:pt x="1331523" y="334786"/>
                </a:lnTo>
                <a:lnTo>
                  <a:pt x="1332778" y="336077"/>
                </a:lnTo>
                <a:lnTo>
                  <a:pt x="1334026" y="334786"/>
                </a:lnTo>
                <a:lnTo>
                  <a:pt x="1335280" y="336077"/>
                </a:lnTo>
                <a:lnTo>
                  <a:pt x="1336520" y="333487"/>
                </a:lnTo>
                <a:lnTo>
                  <a:pt x="1337775" y="333487"/>
                </a:lnTo>
                <a:lnTo>
                  <a:pt x="1339015" y="334786"/>
                </a:lnTo>
                <a:lnTo>
                  <a:pt x="1340270" y="334786"/>
                </a:lnTo>
                <a:lnTo>
                  <a:pt x="1341509" y="336077"/>
                </a:lnTo>
                <a:lnTo>
                  <a:pt x="1342764" y="334786"/>
                </a:lnTo>
                <a:lnTo>
                  <a:pt x="1344004" y="334786"/>
                </a:lnTo>
                <a:lnTo>
                  <a:pt x="1345251" y="332196"/>
                </a:lnTo>
                <a:lnTo>
                  <a:pt x="1346506" y="324449"/>
                </a:lnTo>
                <a:lnTo>
                  <a:pt x="1347746" y="314104"/>
                </a:lnTo>
                <a:lnTo>
                  <a:pt x="1349001" y="312812"/>
                </a:lnTo>
                <a:lnTo>
                  <a:pt x="1350248" y="324449"/>
                </a:lnTo>
                <a:lnTo>
                  <a:pt x="1351503" y="341250"/>
                </a:lnTo>
                <a:lnTo>
                  <a:pt x="1352743" y="349005"/>
                </a:lnTo>
                <a:lnTo>
                  <a:pt x="1353998" y="328322"/>
                </a:lnTo>
                <a:lnTo>
                  <a:pt x="1355237" y="209400"/>
                </a:lnTo>
                <a:lnTo>
                  <a:pt x="1356492" y="90485"/>
                </a:lnTo>
                <a:lnTo>
                  <a:pt x="1357732" y="3874"/>
                </a:lnTo>
                <a:lnTo>
                  <a:pt x="1358979" y="3874"/>
                </a:lnTo>
                <a:lnTo>
                  <a:pt x="1360227" y="3874"/>
                </a:lnTo>
                <a:lnTo>
                  <a:pt x="1361474" y="3874"/>
                </a:lnTo>
                <a:lnTo>
                  <a:pt x="1362729" y="6464"/>
                </a:lnTo>
                <a:lnTo>
                  <a:pt x="1363969" y="5172"/>
                </a:lnTo>
                <a:lnTo>
                  <a:pt x="1365231" y="3874"/>
                </a:lnTo>
                <a:lnTo>
                  <a:pt x="1366471" y="0"/>
                </a:lnTo>
                <a:lnTo>
                  <a:pt x="1367726" y="0"/>
                </a:lnTo>
                <a:lnTo>
                  <a:pt x="1368966" y="0"/>
                </a:lnTo>
                <a:lnTo>
                  <a:pt x="1370220" y="0"/>
                </a:lnTo>
                <a:lnTo>
                  <a:pt x="1371460" y="3874"/>
                </a:lnTo>
                <a:lnTo>
                  <a:pt x="1372708" y="3874"/>
                </a:lnTo>
                <a:lnTo>
                  <a:pt x="1373955" y="3874"/>
                </a:lnTo>
                <a:lnTo>
                  <a:pt x="1375202" y="0"/>
                </a:lnTo>
                <a:lnTo>
                  <a:pt x="1376457" y="0"/>
                </a:lnTo>
                <a:lnTo>
                  <a:pt x="1377697" y="0"/>
                </a:lnTo>
                <a:lnTo>
                  <a:pt x="1378952" y="0"/>
                </a:lnTo>
                <a:lnTo>
                  <a:pt x="1380191" y="19384"/>
                </a:lnTo>
                <a:lnTo>
                  <a:pt x="1381454" y="93067"/>
                </a:lnTo>
                <a:lnTo>
                  <a:pt x="1382694" y="174499"/>
                </a:lnTo>
                <a:lnTo>
                  <a:pt x="1383948" y="244301"/>
                </a:lnTo>
                <a:lnTo>
                  <a:pt x="1385188" y="255937"/>
                </a:lnTo>
                <a:lnTo>
                  <a:pt x="1386436" y="261110"/>
                </a:lnTo>
                <a:lnTo>
                  <a:pt x="1387690" y="261110"/>
                </a:lnTo>
                <a:lnTo>
                  <a:pt x="1388930" y="261110"/>
                </a:lnTo>
                <a:lnTo>
                  <a:pt x="1390185" y="259811"/>
                </a:lnTo>
                <a:lnTo>
                  <a:pt x="1391425" y="258520"/>
                </a:lnTo>
                <a:lnTo>
                  <a:pt x="1392680" y="262401"/>
                </a:lnTo>
                <a:lnTo>
                  <a:pt x="1393919" y="257229"/>
                </a:lnTo>
                <a:lnTo>
                  <a:pt x="1395174" y="255937"/>
                </a:lnTo>
                <a:lnTo>
                  <a:pt x="1396422" y="254646"/>
                </a:lnTo>
                <a:lnTo>
                  <a:pt x="1397676" y="255937"/>
                </a:lnTo>
                <a:lnTo>
                  <a:pt x="1398916" y="254646"/>
                </a:lnTo>
                <a:lnTo>
                  <a:pt x="1400164" y="254646"/>
                </a:lnTo>
                <a:lnTo>
                  <a:pt x="1401418" y="255937"/>
                </a:lnTo>
                <a:lnTo>
                  <a:pt x="1402658" y="255937"/>
                </a:lnTo>
                <a:lnTo>
                  <a:pt x="1403913" y="255937"/>
                </a:lnTo>
                <a:lnTo>
                  <a:pt x="1405153" y="259811"/>
                </a:lnTo>
                <a:lnTo>
                  <a:pt x="1406408" y="255937"/>
                </a:lnTo>
                <a:lnTo>
                  <a:pt x="1407648" y="254646"/>
                </a:lnTo>
                <a:lnTo>
                  <a:pt x="1408902" y="255937"/>
                </a:lnTo>
                <a:lnTo>
                  <a:pt x="1410142" y="245600"/>
                </a:lnTo>
                <a:lnTo>
                  <a:pt x="1411390" y="240427"/>
                </a:lnTo>
                <a:lnTo>
                  <a:pt x="1412644" y="235255"/>
                </a:lnTo>
                <a:lnTo>
                  <a:pt x="1413892" y="236546"/>
                </a:lnTo>
                <a:lnTo>
                  <a:pt x="1415146" y="235255"/>
                </a:lnTo>
                <a:lnTo>
                  <a:pt x="1416386" y="233964"/>
                </a:lnTo>
                <a:lnTo>
                  <a:pt x="1417641" y="239136"/>
                </a:lnTo>
                <a:lnTo>
                  <a:pt x="1418881" y="233964"/>
                </a:lnTo>
                <a:lnTo>
                  <a:pt x="1420136" y="233964"/>
                </a:lnTo>
                <a:lnTo>
                  <a:pt x="1421376" y="237837"/>
                </a:lnTo>
                <a:lnTo>
                  <a:pt x="1422630" y="235255"/>
                </a:lnTo>
                <a:lnTo>
                  <a:pt x="1423870" y="235255"/>
                </a:lnTo>
                <a:lnTo>
                  <a:pt x="1425118" y="236546"/>
                </a:lnTo>
                <a:lnTo>
                  <a:pt x="1426365" y="236546"/>
                </a:lnTo>
                <a:lnTo>
                  <a:pt x="1427620" y="235255"/>
                </a:lnTo>
                <a:lnTo>
                  <a:pt x="1428867" y="233964"/>
                </a:lnTo>
                <a:lnTo>
                  <a:pt x="1430114" y="237837"/>
                </a:lnTo>
                <a:lnTo>
                  <a:pt x="1431369" y="233964"/>
                </a:lnTo>
                <a:lnTo>
                  <a:pt x="1432609" y="233964"/>
                </a:lnTo>
                <a:lnTo>
                  <a:pt x="1433864" y="236546"/>
                </a:lnTo>
                <a:lnTo>
                  <a:pt x="1435104" y="235255"/>
                </a:lnTo>
                <a:lnTo>
                  <a:pt x="1436358" y="250765"/>
                </a:lnTo>
                <a:lnTo>
                  <a:pt x="1437598" y="205519"/>
                </a:lnTo>
                <a:lnTo>
                  <a:pt x="1438846" y="131842"/>
                </a:lnTo>
                <a:lnTo>
                  <a:pt x="1440093" y="40066"/>
                </a:lnTo>
                <a:lnTo>
                  <a:pt x="1441340" y="6464"/>
                </a:lnTo>
                <a:lnTo>
                  <a:pt x="1442595" y="5172"/>
                </a:lnTo>
                <a:lnTo>
                  <a:pt x="1443842" y="2583"/>
                </a:lnTo>
                <a:lnTo>
                  <a:pt x="1445097" y="2583"/>
                </a:lnTo>
                <a:lnTo>
                  <a:pt x="1446337" y="2583"/>
                </a:lnTo>
                <a:lnTo>
                  <a:pt x="1447592" y="80140"/>
                </a:lnTo>
                <a:lnTo>
                  <a:pt x="1448832" y="183545"/>
                </a:lnTo>
                <a:lnTo>
                  <a:pt x="1450087" y="285666"/>
                </a:lnTo>
                <a:lnTo>
                  <a:pt x="1451326" y="306341"/>
                </a:lnTo>
                <a:lnTo>
                  <a:pt x="1452574" y="307640"/>
                </a:lnTo>
                <a:lnTo>
                  <a:pt x="1453828" y="305057"/>
                </a:lnTo>
                <a:lnTo>
                  <a:pt x="1455068" y="303766"/>
                </a:lnTo>
                <a:lnTo>
                  <a:pt x="1456323" y="299885"/>
                </a:lnTo>
                <a:lnTo>
                  <a:pt x="1457563" y="305057"/>
                </a:lnTo>
                <a:lnTo>
                  <a:pt x="1458825" y="307640"/>
                </a:lnTo>
                <a:lnTo>
                  <a:pt x="1460065" y="307640"/>
                </a:lnTo>
                <a:lnTo>
                  <a:pt x="1461320" y="307640"/>
                </a:lnTo>
                <a:lnTo>
                  <a:pt x="1462560" y="305057"/>
                </a:lnTo>
                <a:lnTo>
                  <a:pt x="1463815" y="303766"/>
                </a:lnTo>
                <a:lnTo>
                  <a:pt x="1465054" y="301176"/>
                </a:lnTo>
                <a:lnTo>
                  <a:pt x="1466302" y="303766"/>
                </a:lnTo>
                <a:lnTo>
                  <a:pt x="1467557" y="306341"/>
                </a:lnTo>
                <a:lnTo>
                  <a:pt x="1468796" y="305057"/>
                </a:lnTo>
                <a:lnTo>
                  <a:pt x="1470051" y="307640"/>
                </a:lnTo>
                <a:lnTo>
                  <a:pt x="1471291" y="305057"/>
                </a:lnTo>
                <a:lnTo>
                  <a:pt x="1472546" y="303766"/>
                </a:lnTo>
                <a:lnTo>
                  <a:pt x="1473786" y="301176"/>
                </a:lnTo>
                <a:lnTo>
                  <a:pt x="1475048" y="302467"/>
                </a:lnTo>
                <a:lnTo>
                  <a:pt x="1476288" y="303766"/>
                </a:lnTo>
                <a:lnTo>
                  <a:pt x="1477543" y="302467"/>
                </a:lnTo>
                <a:lnTo>
                  <a:pt x="1478782" y="306341"/>
                </a:lnTo>
                <a:lnTo>
                  <a:pt x="1480030" y="305057"/>
                </a:lnTo>
                <a:lnTo>
                  <a:pt x="1481285" y="303766"/>
                </a:lnTo>
                <a:lnTo>
                  <a:pt x="1482524" y="301176"/>
                </a:lnTo>
                <a:lnTo>
                  <a:pt x="1483779" y="302467"/>
                </a:lnTo>
                <a:lnTo>
                  <a:pt x="1485019" y="303766"/>
                </a:lnTo>
                <a:lnTo>
                  <a:pt x="1486274" y="302467"/>
                </a:lnTo>
                <a:lnTo>
                  <a:pt x="1487514" y="306341"/>
                </a:lnTo>
                <a:lnTo>
                  <a:pt x="1488769" y="305057"/>
                </a:lnTo>
                <a:lnTo>
                  <a:pt x="1490016" y="303766"/>
                </a:lnTo>
                <a:lnTo>
                  <a:pt x="1491271" y="301176"/>
                </a:lnTo>
                <a:lnTo>
                  <a:pt x="1492510" y="305057"/>
                </a:lnTo>
                <a:lnTo>
                  <a:pt x="1493758" y="307640"/>
                </a:lnTo>
                <a:lnTo>
                  <a:pt x="1495005" y="306341"/>
                </a:lnTo>
                <a:lnTo>
                  <a:pt x="1496252" y="307640"/>
                </a:lnTo>
                <a:lnTo>
                  <a:pt x="1497507" y="305057"/>
                </a:lnTo>
                <a:lnTo>
                  <a:pt x="1498747" y="303766"/>
                </a:lnTo>
                <a:lnTo>
                  <a:pt x="1500002" y="299885"/>
                </a:lnTo>
                <a:lnTo>
                  <a:pt x="1501242" y="302467"/>
                </a:lnTo>
                <a:lnTo>
                  <a:pt x="1502497" y="305057"/>
                </a:lnTo>
                <a:lnTo>
                  <a:pt x="1503736" y="305057"/>
                </a:lnTo>
                <a:lnTo>
                  <a:pt x="1504984" y="307640"/>
                </a:lnTo>
                <a:lnTo>
                  <a:pt x="1506239" y="305057"/>
                </a:lnTo>
                <a:lnTo>
                  <a:pt x="1507486" y="303766"/>
                </a:lnTo>
                <a:lnTo>
                  <a:pt x="1508741" y="301176"/>
                </a:lnTo>
                <a:lnTo>
                  <a:pt x="1509981" y="305057"/>
                </a:lnTo>
                <a:lnTo>
                  <a:pt x="1511235" y="288256"/>
                </a:lnTo>
                <a:lnTo>
                  <a:pt x="1512475" y="188717"/>
                </a:lnTo>
                <a:lnTo>
                  <a:pt x="1513730" y="86604"/>
                </a:lnTo>
                <a:lnTo>
                  <a:pt x="1514970" y="5172"/>
                </a:lnTo>
                <a:lnTo>
                  <a:pt x="1516225" y="5172"/>
                </a:lnTo>
                <a:lnTo>
                  <a:pt x="1517464" y="5172"/>
                </a:lnTo>
                <a:lnTo>
                  <a:pt x="1518712" y="5172"/>
                </a:lnTo>
                <a:lnTo>
                  <a:pt x="1519967" y="3874"/>
                </a:lnTo>
                <a:lnTo>
                  <a:pt x="1521214" y="3874"/>
                </a:lnTo>
                <a:lnTo>
                  <a:pt x="1522469" y="3874"/>
                </a:lnTo>
                <a:lnTo>
                  <a:pt x="1523709" y="5172"/>
                </a:lnTo>
                <a:lnTo>
                  <a:pt x="1524963" y="7748"/>
                </a:lnTo>
                <a:lnTo>
                  <a:pt x="1526203" y="6464"/>
                </a:lnTo>
                <a:lnTo>
                  <a:pt x="1527458" y="3874"/>
                </a:lnTo>
                <a:lnTo>
                  <a:pt x="1528698" y="0"/>
                </a:lnTo>
                <a:lnTo>
                  <a:pt x="1529953" y="0"/>
                </a:lnTo>
                <a:lnTo>
                  <a:pt x="1531192" y="0"/>
                </a:lnTo>
                <a:lnTo>
                  <a:pt x="1532440" y="0"/>
                </a:lnTo>
                <a:lnTo>
                  <a:pt x="1533695" y="0"/>
                </a:lnTo>
                <a:lnTo>
                  <a:pt x="1534934" y="0"/>
                </a:lnTo>
                <a:lnTo>
                  <a:pt x="1536189" y="0"/>
                </a:lnTo>
                <a:lnTo>
                  <a:pt x="1537437" y="3874"/>
                </a:lnTo>
                <a:lnTo>
                  <a:pt x="1538691" y="3874"/>
                </a:lnTo>
                <a:lnTo>
                  <a:pt x="1539931" y="3874"/>
                </a:lnTo>
                <a:lnTo>
                  <a:pt x="1541186" y="0"/>
                </a:lnTo>
                <a:lnTo>
                  <a:pt x="1542426" y="0"/>
                </a:lnTo>
                <a:lnTo>
                  <a:pt x="1543681" y="0"/>
                </a:lnTo>
                <a:lnTo>
                  <a:pt x="1544921" y="0"/>
                </a:lnTo>
                <a:lnTo>
                  <a:pt x="1546168" y="0"/>
                </a:lnTo>
                <a:lnTo>
                  <a:pt x="1547423" y="0"/>
                </a:lnTo>
                <a:lnTo>
                  <a:pt x="1548663" y="0"/>
                </a:lnTo>
                <a:lnTo>
                  <a:pt x="1549917" y="0"/>
                </a:lnTo>
                <a:lnTo>
                  <a:pt x="1551157" y="42656"/>
                </a:lnTo>
                <a:lnTo>
                  <a:pt x="1552420" y="138306"/>
                </a:lnTo>
                <a:lnTo>
                  <a:pt x="1553659" y="228791"/>
                </a:lnTo>
                <a:lnTo>
                  <a:pt x="1554914" y="267574"/>
                </a:lnTo>
                <a:lnTo>
                  <a:pt x="1556154" y="253347"/>
                </a:lnTo>
                <a:lnTo>
                  <a:pt x="1557409" y="254646"/>
                </a:lnTo>
                <a:lnTo>
                  <a:pt x="1558649" y="262401"/>
                </a:lnTo>
                <a:lnTo>
                  <a:pt x="1559896" y="270156"/>
                </a:lnTo>
                <a:lnTo>
                  <a:pt x="1561143" y="268857"/>
                </a:lnTo>
                <a:lnTo>
                  <a:pt x="1562391" y="272739"/>
                </a:lnTo>
                <a:lnTo>
                  <a:pt x="1563645" y="271447"/>
                </a:lnTo>
                <a:lnTo>
                  <a:pt x="1564885" y="270156"/>
                </a:lnTo>
                <a:lnTo>
                  <a:pt x="1566140" y="268857"/>
                </a:lnTo>
                <a:lnTo>
                  <a:pt x="1567380" y="271447"/>
                </a:lnTo>
                <a:lnTo>
                  <a:pt x="1568642" y="270156"/>
                </a:lnTo>
                <a:lnTo>
                  <a:pt x="1569882" y="268857"/>
                </a:lnTo>
                <a:lnTo>
                  <a:pt x="1571137" y="270156"/>
                </a:lnTo>
                <a:lnTo>
                  <a:pt x="1572377" y="268857"/>
                </a:lnTo>
                <a:lnTo>
                  <a:pt x="1573624" y="266275"/>
                </a:lnTo>
                <a:lnTo>
                  <a:pt x="1574879" y="264984"/>
                </a:lnTo>
                <a:lnTo>
                  <a:pt x="1576119" y="268857"/>
                </a:lnTo>
                <a:lnTo>
                  <a:pt x="1577373" y="263692"/>
                </a:lnTo>
                <a:lnTo>
                  <a:pt x="1578613" y="262401"/>
                </a:lnTo>
                <a:lnTo>
                  <a:pt x="1579868" y="261110"/>
                </a:lnTo>
                <a:lnTo>
                  <a:pt x="1581108" y="263692"/>
                </a:lnTo>
                <a:lnTo>
                  <a:pt x="1582363" y="259811"/>
                </a:lnTo>
                <a:lnTo>
                  <a:pt x="1583610" y="259811"/>
                </a:lnTo>
                <a:lnTo>
                  <a:pt x="1584865" y="263692"/>
                </a:lnTo>
                <a:lnTo>
                  <a:pt x="1586105" y="259811"/>
                </a:lnTo>
                <a:lnTo>
                  <a:pt x="1587352" y="258520"/>
                </a:lnTo>
                <a:lnTo>
                  <a:pt x="1588607" y="258520"/>
                </a:lnTo>
                <a:lnTo>
                  <a:pt x="1589847" y="263692"/>
                </a:lnTo>
                <a:lnTo>
                  <a:pt x="1591102" y="257229"/>
                </a:lnTo>
                <a:lnTo>
                  <a:pt x="1592341" y="255937"/>
                </a:lnTo>
                <a:lnTo>
                  <a:pt x="1593596" y="257229"/>
                </a:lnTo>
                <a:lnTo>
                  <a:pt x="1594836" y="257229"/>
                </a:lnTo>
                <a:lnTo>
                  <a:pt x="1596091" y="252056"/>
                </a:lnTo>
                <a:lnTo>
                  <a:pt x="1597331" y="249474"/>
                </a:lnTo>
                <a:lnTo>
                  <a:pt x="1598578" y="253347"/>
                </a:lnTo>
                <a:lnTo>
                  <a:pt x="1599833" y="249474"/>
                </a:lnTo>
                <a:lnTo>
                  <a:pt x="1601088" y="246884"/>
                </a:lnTo>
                <a:lnTo>
                  <a:pt x="1602335" y="246884"/>
                </a:lnTo>
                <a:lnTo>
                  <a:pt x="1603575" y="249474"/>
                </a:lnTo>
                <a:lnTo>
                  <a:pt x="1604830" y="245600"/>
                </a:lnTo>
                <a:lnTo>
                  <a:pt x="1606069" y="244301"/>
                </a:lnTo>
                <a:lnTo>
                  <a:pt x="1607324" y="246884"/>
                </a:lnTo>
                <a:lnTo>
                  <a:pt x="1608564" y="244301"/>
                </a:lnTo>
                <a:lnTo>
                  <a:pt x="1609819" y="241711"/>
                </a:lnTo>
                <a:lnTo>
                  <a:pt x="1611059" y="240427"/>
                </a:lnTo>
                <a:lnTo>
                  <a:pt x="1612306" y="244301"/>
                </a:lnTo>
                <a:lnTo>
                  <a:pt x="1613561" y="237837"/>
                </a:lnTo>
                <a:lnTo>
                  <a:pt x="1614808" y="236546"/>
                </a:lnTo>
                <a:lnTo>
                  <a:pt x="1616063" y="236546"/>
                </a:lnTo>
                <a:lnTo>
                  <a:pt x="1617303" y="236546"/>
                </a:lnTo>
                <a:lnTo>
                  <a:pt x="1618558" y="231374"/>
                </a:lnTo>
                <a:lnTo>
                  <a:pt x="1619797" y="230090"/>
                </a:lnTo>
                <a:lnTo>
                  <a:pt x="1621052" y="233964"/>
                </a:lnTo>
                <a:lnTo>
                  <a:pt x="1622292" y="226201"/>
                </a:lnTo>
                <a:lnTo>
                  <a:pt x="1623547" y="222327"/>
                </a:lnTo>
                <a:lnTo>
                  <a:pt x="1624787" y="218454"/>
                </a:lnTo>
                <a:lnTo>
                  <a:pt x="1626034" y="219745"/>
                </a:lnTo>
                <a:lnTo>
                  <a:pt x="1627281" y="210691"/>
                </a:lnTo>
                <a:lnTo>
                  <a:pt x="1628529" y="205519"/>
                </a:lnTo>
                <a:lnTo>
                  <a:pt x="1629783" y="204227"/>
                </a:lnTo>
                <a:lnTo>
                  <a:pt x="1631031" y="199055"/>
                </a:lnTo>
                <a:lnTo>
                  <a:pt x="1632286" y="192599"/>
                </a:lnTo>
                <a:lnTo>
                  <a:pt x="1633525" y="190009"/>
                </a:lnTo>
                <a:lnTo>
                  <a:pt x="1634780" y="192599"/>
                </a:lnTo>
                <a:lnTo>
                  <a:pt x="1636020" y="184844"/>
                </a:lnTo>
                <a:lnTo>
                  <a:pt x="1637275" y="178372"/>
                </a:lnTo>
                <a:lnTo>
                  <a:pt x="1638515" y="174499"/>
                </a:lnTo>
                <a:lnTo>
                  <a:pt x="1639762" y="171909"/>
                </a:lnTo>
                <a:lnTo>
                  <a:pt x="1641017" y="168035"/>
                </a:lnTo>
                <a:lnTo>
                  <a:pt x="1642257" y="165452"/>
                </a:lnTo>
                <a:lnTo>
                  <a:pt x="1643512" y="169326"/>
                </a:lnTo>
                <a:lnTo>
                  <a:pt x="1644751" y="164161"/>
                </a:lnTo>
                <a:lnTo>
                  <a:pt x="1646014" y="161571"/>
                </a:lnTo>
                <a:lnTo>
                  <a:pt x="1647254" y="160287"/>
                </a:lnTo>
                <a:lnTo>
                  <a:pt x="1648508" y="161571"/>
                </a:lnTo>
                <a:lnTo>
                  <a:pt x="1649748" y="160287"/>
                </a:lnTo>
                <a:lnTo>
                  <a:pt x="1651003" y="158989"/>
                </a:lnTo>
                <a:lnTo>
                  <a:pt x="1652243" y="161571"/>
                </a:lnTo>
                <a:lnTo>
                  <a:pt x="1653490" y="155115"/>
                </a:lnTo>
                <a:lnTo>
                  <a:pt x="1654745" y="152525"/>
                </a:lnTo>
                <a:lnTo>
                  <a:pt x="1655985" y="151234"/>
                </a:lnTo>
                <a:lnTo>
                  <a:pt x="1657240" y="155115"/>
                </a:lnTo>
                <a:lnTo>
                  <a:pt x="1658479" y="149942"/>
                </a:lnTo>
                <a:lnTo>
                  <a:pt x="1659734" y="146061"/>
                </a:lnTo>
                <a:lnTo>
                  <a:pt x="1660974" y="146061"/>
                </a:lnTo>
                <a:lnTo>
                  <a:pt x="1662236" y="143479"/>
                </a:lnTo>
                <a:lnTo>
                  <a:pt x="1663476" y="143479"/>
                </a:lnTo>
                <a:lnTo>
                  <a:pt x="1664731" y="135716"/>
                </a:lnTo>
                <a:lnTo>
                  <a:pt x="1665971" y="133141"/>
                </a:lnTo>
                <a:lnTo>
                  <a:pt x="1667226" y="120206"/>
                </a:lnTo>
                <a:lnTo>
                  <a:pt x="1668473" y="113743"/>
                </a:lnTo>
                <a:lnTo>
                  <a:pt x="1669713" y="112459"/>
                </a:lnTo>
                <a:lnTo>
                  <a:pt x="1670968" y="105995"/>
                </a:lnTo>
                <a:lnTo>
                  <a:pt x="1672207" y="102121"/>
                </a:lnTo>
                <a:lnTo>
                  <a:pt x="1673462" y="95650"/>
                </a:lnTo>
                <a:lnTo>
                  <a:pt x="1674702" y="100822"/>
                </a:lnTo>
                <a:lnTo>
                  <a:pt x="1675957" y="96949"/>
                </a:lnTo>
                <a:lnTo>
                  <a:pt x="1677204" y="98233"/>
                </a:lnTo>
                <a:lnTo>
                  <a:pt x="1678452" y="102121"/>
                </a:lnTo>
                <a:lnTo>
                  <a:pt x="1679699" y="108577"/>
                </a:lnTo>
                <a:lnTo>
                  <a:pt x="1680946" y="107286"/>
                </a:lnTo>
                <a:lnTo>
                  <a:pt x="1682194" y="111160"/>
                </a:lnTo>
                <a:lnTo>
                  <a:pt x="1683441" y="120206"/>
                </a:lnTo>
                <a:lnTo>
                  <a:pt x="1684696" y="121505"/>
                </a:lnTo>
                <a:lnTo>
                  <a:pt x="1685936" y="124095"/>
                </a:lnTo>
                <a:lnTo>
                  <a:pt x="1687190" y="129260"/>
                </a:lnTo>
                <a:lnTo>
                  <a:pt x="1688430" y="139605"/>
                </a:lnTo>
                <a:lnTo>
                  <a:pt x="1689685" y="139605"/>
                </a:lnTo>
                <a:lnTo>
                  <a:pt x="1690925" y="144770"/>
                </a:lnTo>
                <a:lnTo>
                  <a:pt x="1692172" y="153824"/>
                </a:lnTo>
                <a:lnTo>
                  <a:pt x="1693427" y="151234"/>
                </a:lnTo>
                <a:lnTo>
                  <a:pt x="1694674" y="149942"/>
                </a:lnTo>
                <a:lnTo>
                  <a:pt x="1695922" y="149942"/>
                </a:lnTo>
                <a:lnTo>
                  <a:pt x="1697169" y="155115"/>
                </a:lnTo>
                <a:lnTo>
                  <a:pt x="1698424" y="152525"/>
                </a:lnTo>
                <a:lnTo>
                  <a:pt x="1699664" y="155115"/>
                </a:lnTo>
                <a:lnTo>
                  <a:pt x="1700918" y="162862"/>
                </a:lnTo>
                <a:lnTo>
                  <a:pt x="1702158" y="160287"/>
                </a:lnTo>
                <a:lnTo>
                  <a:pt x="1703413" y="162862"/>
                </a:lnTo>
                <a:lnTo>
                  <a:pt x="1704653" y="166744"/>
                </a:lnTo>
                <a:lnTo>
                  <a:pt x="1705900" y="166744"/>
                </a:lnTo>
                <a:lnTo>
                  <a:pt x="1707155" y="164161"/>
                </a:lnTo>
                <a:lnTo>
                  <a:pt x="1708402" y="164161"/>
                </a:lnTo>
                <a:lnTo>
                  <a:pt x="1709657" y="171909"/>
                </a:lnTo>
                <a:lnTo>
                  <a:pt x="1710897" y="166744"/>
                </a:lnTo>
                <a:lnTo>
                  <a:pt x="1712152" y="168035"/>
                </a:lnTo>
                <a:lnTo>
                  <a:pt x="1713392" y="174499"/>
                </a:lnTo>
                <a:lnTo>
                  <a:pt x="1714646" y="170625"/>
                </a:lnTo>
                <a:lnTo>
                  <a:pt x="1715886" y="170625"/>
                </a:lnTo>
                <a:lnTo>
                  <a:pt x="1717141" y="170625"/>
                </a:lnTo>
                <a:lnTo>
                  <a:pt x="1718381" y="175797"/>
                </a:lnTo>
                <a:lnTo>
                  <a:pt x="1719628" y="174499"/>
                </a:lnTo>
                <a:lnTo>
                  <a:pt x="1720883" y="174499"/>
                </a:lnTo>
                <a:lnTo>
                  <a:pt x="1722123" y="179671"/>
                </a:lnTo>
                <a:lnTo>
                  <a:pt x="1723378" y="174499"/>
                </a:lnTo>
                <a:lnTo>
                  <a:pt x="1724625" y="175797"/>
                </a:lnTo>
                <a:lnTo>
                  <a:pt x="1725880" y="180962"/>
                </a:lnTo>
                <a:lnTo>
                  <a:pt x="1727120" y="178372"/>
                </a:lnTo>
                <a:lnTo>
                  <a:pt x="1728375" y="178372"/>
                </a:lnTo>
                <a:lnTo>
                  <a:pt x="1729614" y="178372"/>
                </a:lnTo>
                <a:lnTo>
                  <a:pt x="1730869" y="182261"/>
                </a:lnTo>
                <a:lnTo>
                  <a:pt x="1732109" y="177089"/>
                </a:lnTo>
                <a:lnTo>
                  <a:pt x="1733364" y="177089"/>
                </a:lnTo>
                <a:lnTo>
                  <a:pt x="1734611" y="183545"/>
                </a:lnTo>
                <a:lnTo>
                  <a:pt x="1735851" y="178372"/>
                </a:lnTo>
                <a:lnTo>
                  <a:pt x="1737106" y="178372"/>
                </a:lnTo>
                <a:lnTo>
                  <a:pt x="1738346" y="180962"/>
                </a:lnTo>
                <a:lnTo>
                  <a:pt x="1739608" y="179671"/>
                </a:lnTo>
                <a:lnTo>
                  <a:pt x="1740848" y="178372"/>
                </a:lnTo>
                <a:lnTo>
                  <a:pt x="1742103" y="177089"/>
                </a:lnTo>
                <a:lnTo>
                  <a:pt x="1743342" y="182261"/>
                </a:lnTo>
                <a:lnTo>
                  <a:pt x="1744590" y="177089"/>
                </a:lnTo>
                <a:lnTo>
                  <a:pt x="1745837" y="177089"/>
                </a:lnTo>
                <a:lnTo>
                  <a:pt x="1747084" y="184844"/>
                </a:lnTo>
                <a:lnTo>
                  <a:pt x="1748332" y="179671"/>
                </a:lnTo>
                <a:lnTo>
                  <a:pt x="1749579" y="178372"/>
                </a:lnTo>
                <a:lnTo>
                  <a:pt x="1750834" y="177089"/>
                </a:lnTo>
                <a:lnTo>
                  <a:pt x="1752074" y="178372"/>
                </a:lnTo>
                <a:lnTo>
                  <a:pt x="1753328" y="178372"/>
                </a:lnTo>
                <a:lnTo>
                  <a:pt x="1754568" y="178372"/>
                </a:lnTo>
                <a:lnTo>
                  <a:pt x="1755831" y="186135"/>
                </a:lnTo>
                <a:lnTo>
                  <a:pt x="1757070" y="179671"/>
                </a:lnTo>
                <a:lnTo>
                  <a:pt x="1758325" y="179671"/>
                </a:lnTo>
                <a:lnTo>
                  <a:pt x="1759565" y="184844"/>
                </a:lnTo>
                <a:lnTo>
                  <a:pt x="1760812" y="180962"/>
                </a:lnTo>
                <a:lnTo>
                  <a:pt x="1762060" y="173207"/>
                </a:lnTo>
                <a:lnTo>
                  <a:pt x="1763307" y="162862"/>
                </a:lnTo>
                <a:lnTo>
                  <a:pt x="1764562" y="161571"/>
                </a:lnTo>
                <a:lnTo>
                  <a:pt x="1765802" y="165452"/>
                </a:lnTo>
                <a:lnTo>
                  <a:pt x="1767057" y="174499"/>
                </a:lnTo>
                <a:lnTo>
                  <a:pt x="1768296" y="184844"/>
                </a:lnTo>
                <a:lnTo>
                  <a:pt x="1769551" y="179671"/>
                </a:lnTo>
                <a:lnTo>
                  <a:pt x="1770798" y="178372"/>
                </a:lnTo>
                <a:lnTo>
                  <a:pt x="1772053" y="182261"/>
                </a:lnTo>
                <a:lnTo>
                  <a:pt x="1773293" y="180962"/>
                </a:lnTo>
                <a:lnTo>
                  <a:pt x="1774540" y="180962"/>
                </a:lnTo>
                <a:lnTo>
                  <a:pt x="1775795" y="178372"/>
                </a:lnTo>
                <a:lnTo>
                  <a:pt x="1777035" y="177089"/>
                </a:lnTo>
                <a:lnTo>
                  <a:pt x="1778290" y="170625"/>
                </a:lnTo>
                <a:lnTo>
                  <a:pt x="1779530" y="169326"/>
                </a:lnTo>
                <a:lnTo>
                  <a:pt x="1780785" y="180962"/>
                </a:lnTo>
                <a:lnTo>
                  <a:pt x="1782024" y="174499"/>
                </a:lnTo>
                <a:lnTo>
                  <a:pt x="1783279" y="174499"/>
                </a:lnTo>
                <a:lnTo>
                  <a:pt x="1784519" y="174499"/>
                </a:lnTo>
                <a:lnTo>
                  <a:pt x="1785766" y="178372"/>
                </a:lnTo>
                <a:lnTo>
                  <a:pt x="1787021" y="174499"/>
                </a:lnTo>
                <a:lnTo>
                  <a:pt x="1788268" y="171909"/>
                </a:lnTo>
                <a:lnTo>
                  <a:pt x="1789523" y="178372"/>
                </a:lnTo>
                <a:lnTo>
                  <a:pt x="1790763" y="171909"/>
                </a:lnTo>
                <a:lnTo>
                  <a:pt x="1792018" y="171909"/>
                </a:lnTo>
                <a:lnTo>
                  <a:pt x="1793258" y="173207"/>
                </a:lnTo>
                <a:lnTo>
                  <a:pt x="1794513" y="174499"/>
                </a:lnTo>
                <a:lnTo>
                  <a:pt x="1795752" y="170625"/>
                </a:lnTo>
                <a:lnTo>
                  <a:pt x="1797007" y="169326"/>
                </a:lnTo>
                <a:lnTo>
                  <a:pt x="1798247" y="177089"/>
                </a:lnTo>
                <a:lnTo>
                  <a:pt x="1799502" y="171909"/>
                </a:lnTo>
                <a:lnTo>
                  <a:pt x="1800749" y="171909"/>
                </a:lnTo>
                <a:lnTo>
                  <a:pt x="1802004" y="177089"/>
                </a:lnTo>
                <a:lnTo>
                  <a:pt x="1803251" y="175797"/>
                </a:lnTo>
                <a:lnTo>
                  <a:pt x="1804491" y="173207"/>
                </a:lnTo>
                <a:lnTo>
                  <a:pt x="1805746" y="171909"/>
                </a:lnTo>
                <a:lnTo>
                  <a:pt x="1806986" y="179671"/>
                </a:lnTo>
                <a:lnTo>
                  <a:pt x="1808241" y="173207"/>
                </a:lnTo>
                <a:lnTo>
                  <a:pt x="1809480" y="169326"/>
                </a:lnTo>
                <a:lnTo>
                  <a:pt x="1810728" y="174499"/>
                </a:lnTo>
                <a:lnTo>
                  <a:pt x="1811975" y="170625"/>
                </a:lnTo>
                <a:lnTo>
                  <a:pt x="1813222" y="168035"/>
                </a:lnTo>
                <a:lnTo>
                  <a:pt x="1814470" y="166744"/>
                </a:lnTo>
                <a:lnTo>
                  <a:pt x="1815717" y="174499"/>
                </a:lnTo>
                <a:lnTo>
                  <a:pt x="1816972" y="170625"/>
                </a:lnTo>
                <a:lnTo>
                  <a:pt x="1818219" y="168035"/>
                </a:lnTo>
                <a:lnTo>
                  <a:pt x="1819474" y="175797"/>
                </a:lnTo>
                <a:lnTo>
                  <a:pt x="1820714" y="170625"/>
                </a:lnTo>
                <a:lnTo>
                  <a:pt x="1821969" y="169326"/>
                </a:lnTo>
                <a:lnTo>
                  <a:pt x="1823209" y="169326"/>
                </a:lnTo>
                <a:lnTo>
                  <a:pt x="1824463" y="175797"/>
                </a:lnTo>
                <a:lnTo>
                  <a:pt x="1825703" y="171909"/>
                </a:lnTo>
                <a:lnTo>
                  <a:pt x="1826950" y="170625"/>
                </a:lnTo>
                <a:lnTo>
                  <a:pt x="1828198" y="178372"/>
                </a:lnTo>
                <a:lnTo>
                  <a:pt x="1829445" y="173207"/>
                </a:lnTo>
                <a:lnTo>
                  <a:pt x="1830700" y="171909"/>
                </a:lnTo>
                <a:lnTo>
                  <a:pt x="1831940" y="173207"/>
                </a:lnTo>
                <a:lnTo>
                  <a:pt x="1833202" y="177089"/>
                </a:lnTo>
                <a:lnTo>
                  <a:pt x="1834442" y="169326"/>
                </a:lnTo>
                <a:lnTo>
                  <a:pt x="1835697" y="168035"/>
                </a:lnTo>
                <a:lnTo>
                  <a:pt x="1836937" y="175797"/>
                </a:lnTo>
                <a:lnTo>
                  <a:pt x="1838191" y="173207"/>
                </a:lnTo>
                <a:lnTo>
                  <a:pt x="1839431" y="170625"/>
                </a:lnTo>
                <a:lnTo>
                  <a:pt x="1840679" y="173207"/>
                </a:lnTo>
                <a:lnTo>
                  <a:pt x="1841933" y="173207"/>
                </a:lnTo>
                <a:lnTo>
                  <a:pt x="1843173" y="169326"/>
                </a:lnTo>
                <a:lnTo>
                  <a:pt x="1844428" y="170625"/>
                </a:lnTo>
                <a:lnTo>
                  <a:pt x="1845668" y="180962"/>
                </a:lnTo>
                <a:lnTo>
                  <a:pt x="1846923" y="175797"/>
                </a:lnTo>
                <a:lnTo>
                  <a:pt x="1848162" y="173207"/>
                </a:lnTo>
                <a:lnTo>
                  <a:pt x="1849425" y="177089"/>
                </a:lnTo>
                <a:lnTo>
                  <a:pt x="1850665" y="177089"/>
                </a:lnTo>
                <a:lnTo>
                  <a:pt x="1851919" y="171909"/>
                </a:lnTo>
                <a:lnTo>
                  <a:pt x="1853159" y="171909"/>
                </a:lnTo>
                <a:lnTo>
                  <a:pt x="1854407" y="180962"/>
                </a:lnTo>
                <a:lnTo>
                  <a:pt x="1855661" y="175797"/>
                </a:lnTo>
                <a:lnTo>
                  <a:pt x="1856901" y="174499"/>
                </a:lnTo>
                <a:lnTo>
                  <a:pt x="1858156" y="180962"/>
                </a:lnTo>
                <a:lnTo>
                  <a:pt x="1859396" y="179671"/>
                </a:lnTo>
                <a:lnTo>
                  <a:pt x="1860651" y="174499"/>
                </a:lnTo>
                <a:lnTo>
                  <a:pt x="1861891" y="175797"/>
                </a:lnTo>
                <a:lnTo>
                  <a:pt x="1863145" y="184844"/>
                </a:lnTo>
                <a:lnTo>
                  <a:pt x="1864393" y="180962"/>
                </a:lnTo>
                <a:lnTo>
                  <a:pt x="1865648" y="179671"/>
                </a:lnTo>
                <a:lnTo>
                  <a:pt x="1866887" y="188717"/>
                </a:lnTo>
                <a:lnTo>
                  <a:pt x="1868142" y="187434"/>
                </a:lnTo>
                <a:lnTo>
                  <a:pt x="1869389" y="184844"/>
                </a:lnTo>
                <a:lnTo>
                  <a:pt x="1870629" y="186135"/>
                </a:lnTo>
                <a:lnTo>
                  <a:pt x="1871884" y="195181"/>
                </a:lnTo>
                <a:lnTo>
                  <a:pt x="1873124" y="188717"/>
                </a:lnTo>
                <a:lnTo>
                  <a:pt x="1874379" y="187434"/>
                </a:lnTo>
                <a:lnTo>
                  <a:pt x="1875619" y="196480"/>
                </a:lnTo>
                <a:lnTo>
                  <a:pt x="1876866" y="192599"/>
                </a:lnTo>
                <a:lnTo>
                  <a:pt x="1878113" y="188717"/>
                </a:lnTo>
                <a:lnTo>
                  <a:pt x="1879361" y="188717"/>
                </a:lnTo>
                <a:lnTo>
                  <a:pt x="1880615" y="204227"/>
                </a:lnTo>
                <a:lnTo>
                  <a:pt x="1881863" y="200354"/>
                </a:lnTo>
                <a:lnTo>
                  <a:pt x="1883110" y="196480"/>
                </a:lnTo>
                <a:lnTo>
                  <a:pt x="1884357" y="199055"/>
                </a:lnTo>
                <a:lnTo>
                  <a:pt x="1885612" y="209400"/>
                </a:lnTo>
                <a:lnTo>
                  <a:pt x="1886852" y="201645"/>
                </a:lnTo>
                <a:lnTo>
                  <a:pt x="1888107" y="193890"/>
                </a:lnTo>
                <a:lnTo>
                  <a:pt x="1889347" y="200354"/>
                </a:lnTo>
                <a:lnTo>
                  <a:pt x="1890601" y="191307"/>
                </a:lnTo>
                <a:lnTo>
                  <a:pt x="1891841" y="130551"/>
                </a:lnTo>
                <a:lnTo>
                  <a:pt x="1893089" y="55576"/>
                </a:lnTo>
                <a:lnTo>
                  <a:pt x="1894336" y="7748"/>
                </a:lnTo>
                <a:lnTo>
                  <a:pt x="1895591" y="7748"/>
                </a:lnTo>
                <a:lnTo>
                  <a:pt x="1895959" y="7748"/>
                </a:lnTo>
                <a:lnTo>
                  <a:pt x="1895959" y="372270"/>
                </a:lnTo>
                <a:lnTo>
                  <a:pt x="1895591" y="372270"/>
                </a:lnTo>
                <a:close/>
              </a:path>
            </a:pathLst>
          </a:custGeom>
          <a:solidFill xmlns:a="http://schemas.openxmlformats.org/drawingml/2006/main">
            <a:srgbClr val="800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03676-D659-467D-A82A-FED0BE6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25" y="573862"/>
            <a:ext cx="1895967" cy="372270"/>
          </a:xfrm>
          <a:custGeom xmlns:a="http://schemas.openxmlformats.org/drawingml/2006/main">
            <a:pathLst>
              <a:path w="1895967" h="372270" fill="none">
                <a:moveTo>
                  <a:pt x="0" y="372270"/>
                </a:moveTo>
                <a:lnTo>
                  <a:pt x="0" y="316044"/>
                </a:lnTo>
                <a:lnTo>
                  <a:pt x="1247" y="245592"/>
                </a:lnTo>
                <a:lnTo>
                  <a:pt x="2495" y="152525"/>
                </a:lnTo>
                <a:lnTo>
                  <a:pt x="3742" y="100822"/>
                </a:lnTo>
                <a:lnTo>
                  <a:pt x="4989" y="96941"/>
                </a:lnTo>
                <a:lnTo>
                  <a:pt x="6237" y="99524"/>
                </a:lnTo>
                <a:lnTo>
                  <a:pt x="7484" y="98233"/>
                </a:lnTo>
                <a:lnTo>
                  <a:pt x="8739" y="96941"/>
                </a:lnTo>
                <a:lnTo>
                  <a:pt x="9986" y="95650"/>
                </a:lnTo>
                <a:lnTo>
                  <a:pt x="11233" y="96941"/>
                </a:lnTo>
                <a:lnTo>
                  <a:pt x="12481" y="96941"/>
                </a:lnTo>
                <a:lnTo>
                  <a:pt x="13728" y="98233"/>
                </a:lnTo>
                <a:lnTo>
                  <a:pt x="14975" y="96941"/>
                </a:lnTo>
                <a:lnTo>
                  <a:pt x="16223" y="95650"/>
                </a:lnTo>
                <a:lnTo>
                  <a:pt x="17470" y="94359"/>
                </a:lnTo>
                <a:lnTo>
                  <a:pt x="18717" y="94359"/>
                </a:lnTo>
                <a:lnTo>
                  <a:pt x="19965" y="95650"/>
                </a:lnTo>
                <a:lnTo>
                  <a:pt x="21212" y="94359"/>
                </a:lnTo>
                <a:lnTo>
                  <a:pt x="22459" y="95650"/>
                </a:lnTo>
                <a:lnTo>
                  <a:pt x="23714" y="95650"/>
                </a:lnTo>
                <a:lnTo>
                  <a:pt x="24961" y="99524"/>
                </a:lnTo>
                <a:lnTo>
                  <a:pt x="26209" y="85312"/>
                </a:lnTo>
                <a:lnTo>
                  <a:pt x="27456" y="58166"/>
                </a:lnTo>
                <a:lnTo>
                  <a:pt x="28703" y="25848"/>
                </a:lnTo>
                <a:lnTo>
                  <a:pt x="29951" y="7755"/>
                </a:lnTo>
                <a:lnTo>
                  <a:pt x="31198" y="7755"/>
                </a:lnTo>
                <a:lnTo>
                  <a:pt x="32445" y="7755"/>
                </a:lnTo>
                <a:lnTo>
                  <a:pt x="33693" y="7755"/>
                </a:lnTo>
                <a:lnTo>
                  <a:pt x="34940" y="6464"/>
                </a:lnTo>
                <a:lnTo>
                  <a:pt x="36187" y="6464"/>
                </a:lnTo>
                <a:lnTo>
                  <a:pt x="37435" y="6464"/>
                </a:lnTo>
                <a:lnTo>
                  <a:pt x="38682" y="7755"/>
                </a:lnTo>
                <a:lnTo>
                  <a:pt x="39937" y="6464"/>
                </a:lnTo>
                <a:lnTo>
                  <a:pt x="41184" y="6464"/>
                </a:lnTo>
                <a:lnTo>
                  <a:pt x="42431" y="6464"/>
                </a:lnTo>
                <a:lnTo>
                  <a:pt x="43679" y="7755"/>
                </a:lnTo>
                <a:lnTo>
                  <a:pt x="44926" y="7755"/>
                </a:lnTo>
                <a:lnTo>
                  <a:pt x="46173" y="6464"/>
                </a:lnTo>
                <a:lnTo>
                  <a:pt x="47421" y="6464"/>
                </a:lnTo>
                <a:lnTo>
                  <a:pt x="48668" y="6464"/>
                </a:lnTo>
                <a:lnTo>
                  <a:pt x="49915" y="7755"/>
                </a:lnTo>
                <a:lnTo>
                  <a:pt x="51163" y="7755"/>
                </a:lnTo>
                <a:lnTo>
                  <a:pt x="52410" y="7755"/>
                </a:lnTo>
                <a:lnTo>
                  <a:pt x="53657" y="7755"/>
                </a:lnTo>
                <a:lnTo>
                  <a:pt x="54905" y="7755"/>
                </a:lnTo>
                <a:lnTo>
                  <a:pt x="56160" y="7755"/>
                </a:lnTo>
                <a:lnTo>
                  <a:pt x="57407" y="7755"/>
                </a:lnTo>
                <a:lnTo>
                  <a:pt x="58654" y="7755"/>
                </a:lnTo>
                <a:lnTo>
                  <a:pt x="59901" y="7755"/>
                </a:lnTo>
                <a:lnTo>
                  <a:pt x="61149" y="7755"/>
                </a:lnTo>
                <a:lnTo>
                  <a:pt x="62396" y="9046"/>
                </a:lnTo>
                <a:lnTo>
                  <a:pt x="63643" y="6464"/>
                </a:lnTo>
                <a:lnTo>
                  <a:pt x="64891" y="3874"/>
                </a:lnTo>
                <a:lnTo>
                  <a:pt x="66138" y="0"/>
                </a:lnTo>
                <a:lnTo>
                  <a:pt x="67385" y="0"/>
                </a:lnTo>
                <a:lnTo>
                  <a:pt x="68633" y="0"/>
                </a:lnTo>
                <a:lnTo>
                  <a:pt x="69888" y="0"/>
                </a:lnTo>
                <a:lnTo>
                  <a:pt x="71135" y="0"/>
                </a:lnTo>
                <a:lnTo>
                  <a:pt x="72382" y="0"/>
                </a:lnTo>
                <a:lnTo>
                  <a:pt x="73630" y="0"/>
                </a:lnTo>
                <a:lnTo>
                  <a:pt x="74877" y="0"/>
                </a:lnTo>
                <a:lnTo>
                  <a:pt x="76124" y="0"/>
                </a:lnTo>
                <a:lnTo>
                  <a:pt x="77372" y="0"/>
                </a:lnTo>
                <a:lnTo>
                  <a:pt x="78619" y="0"/>
                </a:lnTo>
                <a:lnTo>
                  <a:pt x="79866" y="0"/>
                </a:lnTo>
                <a:lnTo>
                  <a:pt x="81113" y="0"/>
                </a:lnTo>
                <a:lnTo>
                  <a:pt x="82361" y="0"/>
                </a:lnTo>
                <a:lnTo>
                  <a:pt x="83608" y="0"/>
                </a:lnTo>
                <a:lnTo>
                  <a:pt x="84855" y="0"/>
                </a:lnTo>
                <a:lnTo>
                  <a:pt x="86103" y="0"/>
                </a:lnTo>
                <a:lnTo>
                  <a:pt x="87358" y="0"/>
                </a:lnTo>
                <a:lnTo>
                  <a:pt x="88605" y="0"/>
                </a:lnTo>
                <a:lnTo>
                  <a:pt x="89852" y="0"/>
                </a:lnTo>
                <a:lnTo>
                  <a:pt x="91100" y="0"/>
                </a:lnTo>
                <a:lnTo>
                  <a:pt x="92347" y="0"/>
                </a:lnTo>
                <a:lnTo>
                  <a:pt x="93594" y="0"/>
                </a:lnTo>
                <a:lnTo>
                  <a:pt x="94842" y="0"/>
                </a:lnTo>
                <a:lnTo>
                  <a:pt x="96089" y="0"/>
                </a:lnTo>
                <a:lnTo>
                  <a:pt x="97336" y="1291"/>
                </a:lnTo>
                <a:lnTo>
                  <a:pt x="98583" y="15510"/>
                </a:lnTo>
                <a:lnTo>
                  <a:pt x="99831" y="31020"/>
                </a:lnTo>
                <a:lnTo>
                  <a:pt x="101086" y="33603"/>
                </a:lnTo>
                <a:lnTo>
                  <a:pt x="102333" y="20682"/>
                </a:lnTo>
                <a:lnTo>
                  <a:pt x="103580" y="5165"/>
                </a:lnTo>
                <a:lnTo>
                  <a:pt x="104828" y="2583"/>
                </a:lnTo>
                <a:lnTo>
                  <a:pt x="106075" y="2583"/>
                </a:lnTo>
                <a:lnTo>
                  <a:pt x="107322" y="3874"/>
                </a:lnTo>
                <a:lnTo>
                  <a:pt x="108570" y="3874"/>
                </a:lnTo>
                <a:lnTo>
                  <a:pt x="109817" y="3874"/>
                </a:lnTo>
                <a:lnTo>
                  <a:pt x="111064" y="3874"/>
                </a:lnTo>
                <a:lnTo>
                  <a:pt x="112312" y="3874"/>
                </a:lnTo>
                <a:lnTo>
                  <a:pt x="113559" y="3874"/>
                </a:lnTo>
                <a:lnTo>
                  <a:pt x="114806" y="3874"/>
                </a:lnTo>
                <a:lnTo>
                  <a:pt x="116054" y="3874"/>
                </a:lnTo>
                <a:lnTo>
                  <a:pt x="117301" y="3874"/>
                </a:lnTo>
                <a:lnTo>
                  <a:pt x="118556" y="3874"/>
                </a:lnTo>
                <a:lnTo>
                  <a:pt x="119803" y="3874"/>
                </a:lnTo>
                <a:lnTo>
                  <a:pt x="121050" y="3874"/>
                </a:lnTo>
                <a:lnTo>
                  <a:pt x="122298" y="2583"/>
                </a:lnTo>
                <a:lnTo>
                  <a:pt x="123545" y="2583"/>
                </a:lnTo>
                <a:lnTo>
                  <a:pt x="124792" y="2583"/>
                </a:lnTo>
                <a:lnTo>
                  <a:pt x="126040" y="3874"/>
                </a:lnTo>
                <a:lnTo>
                  <a:pt x="127287" y="3874"/>
                </a:lnTo>
                <a:lnTo>
                  <a:pt x="128534" y="3874"/>
                </a:lnTo>
                <a:lnTo>
                  <a:pt x="129782" y="3874"/>
                </a:lnTo>
                <a:lnTo>
                  <a:pt x="131029" y="7755"/>
                </a:lnTo>
                <a:lnTo>
                  <a:pt x="132276" y="9046"/>
                </a:lnTo>
                <a:lnTo>
                  <a:pt x="133531" y="9046"/>
                </a:lnTo>
                <a:lnTo>
                  <a:pt x="134778" y="5165"/>
                </a:lnTo>
                <a:lnTo>
                  <a:pt x="136026" y="2583"/>
                </a:lnTo>
                <a:lnTo>
                  <a:pt x="137273" y="2583"/>
                </a:lnTo>
                <a:lnTo>
                  <a:pt x="138520" y="2583"/>
                </a:lnTo>
                <a:lnTo>
                  <a:pt x="139768" y="21974"/>
                </a:lnTo>
                <a:lnTo>
                  <a:pt x="141015" y="107286"/>
                </a:lnTo>
                <a:lnTo>
                  <a:pt x="142262" y="192599"/>
                </a:lnTo>
                <a:lnTo>
                  <a:pt x="143510" y="258520"/>
                </a:lnTo>
                <a:lnTo>
                  <a:pt x="144757" y="257229"/>
                </a:lnTo>
                <a:lnTo>
                  <a:pt x="146004" y="255937"/>
                </a:lnTo>
                <a:lnTo>
                  <a:pt x="147252" y="258520"/>
                </a:lnTo>
                <a:lnTo>
                  <a:pt x="148506" y="261102"/>
                </a:lnTo>
                <a:lnTo>
                  <a:pt x="149754" y="262394"/>
                </a:lnTo>
                <a:lnTo>
                  <a:pt x="151001" y="259811"/>
                </a:lnTo>
                <a:lnTo>
                  <a:pt x="152248" y="257229"/>
                </a:lnTo>
                <a:lnTo>
                  <a:pt x="153496" y="255937"/>
                </a:lnTo>
                <a:lnTo>
                  <a:pt x="154743" y="255937"/>
                </a:lnTo>
                <a:lnTo>
                  <a:pt x="155990" y="255937"/>
                </a:lnTo>
                <a:lnTo>
                  <a:pt x="157238" y="255937"/>
                </a:lnTo>
                <a:lnTo>
                  <a:pt x="158485" y="257229"/>
                </a:lnTo>
                <a:lnTo>
                  <a:pt x="159732" y="259811"/>
                </a:lnTo>
                <a:lnTo>
                  <a:pt x="160980" y="261102"/>
                </a:lnTo>
                <a:lnTo>
                  <a:pt x="162227" y="261102"/>
                </a:lnTo>
                <a:lnTo>
                  <a:pt x="163474" y="259811"/>
                </a:lnTo>
                <a:lnTo>
                  <a:pt x="164729" y="258520"/>
                </a:lnTo>
                <a:lnTo>
                  <a:pt x="165976" y="257229"/>
                </a:lnTo>
                <a:lnTo>
                  <a:pt x="167224" y="255937"/>
                </a:lnTo>
                <a:lnTo>
                  <a:pt x="168471" y="255937"/>
                </a:lnTo>
                <a:lnTo>
                  <a:pt x="169718" y="258520"/>
                </a:lnTo>
                <a:lnTo>
                  <a:pt x="170966" y="209400"/>
                </a:lnTo>
                <a:lnTo>
                  <a:pt x="172213" y="125379"/>
                </a:lnTo>
                <a:lnTo>
                  <a:pt x="173460" y="38775"/>
                </a:lnTo>
                <a:lnTo>
                  <a:pt x="174708" y="3874"/>
                </a:lnTo>
                <a:lnTo>
                  <a:pt x="175955" y="3874"/>
                </a:lnTo>
                <a:lnTo>
                  <a:pt x="177202" y="3874"/>
                </a:lnTo>
                <a:lnTo>
                  <a:pt x="178450" y="5165"/>
                </a:lnTo>
                <a:lnTo>
                  <a:pt x="179704" y="7755"/>
                </a:lnTo>
                <a:lnTo>
                  <a:pt x="180952" y="6464"/>
                </a:lnTo>
                <a:lnTo>
                  <a:pt x="182199" y="3874"/>
                </a:lnTo>
                <a:lnTo>
                  <a:pt x="183446" y="0"/>
                </a:lnTo>
                <a:lnTo>
                  <a:pt x="184694" y="0"/>
                </a:lnTo>
                <a:lnTo>
                  <a:pt x="185941" y="0"/>
                </a:lnTo>
                <a:lnTo>
                  <a:pt x="187188" y="0"/>
                </a:lnTo>
                <a:lnTo>
                  <a:pt x="188436" y="3874"/>
                </a:lnTo>
                <a:lnTo>
                  <a:pt x="189683" y="5165"/>
                </a:lnTo>
                <a:lnTo>
                  <a:pt x="190930" y="5165"/>
                </a:lnTo>
                <a:lnTo>
                  <a:pt x="192178" y="1291"/>
                </a:lnTo>
                <a:lnTo>
                  <a:pt x="193425" y="0"/>
                </a:lnTo>
                <a:lnTo>
                  <a:pt x="194672" y="0"/>
                </a:lnTo>
                <a:lnTo>
                  <a:pt x="195927" y="0"/>
                </a:lnTo>
                <a:lnTo>
                  <a:pt x="197174" y="14219"/>
                </a:lnTo>
                <a:lnTo>
                  <a:pt x="198422" y="120206"/>
                </a:lnTo>
                <a:lnTo>
                  <a:pt x="199669" y="222327"/>
                </a:lnTo>
                <a:lnTo>
                  <a:pt x="200916" y="311514"/>
                </a:lnTo>
                <a:lnTo>
                  <a:pt x="202164" y="307640"/>
                </a:lnTo>
                <a:lnTo>
                  <a:pt x="203411" y="307640"/>
                </a:lnTo>
                <a:lnTo>
                  <a:pt x="204658" y="306349"/>
                </a:lnTo>
                <a:lnTo>
                  <a:pt x="205906" y="306349"/>
                </a:lnTo>
                <a:lnTo>
                  <a:pt x="207153" y="305050"/>
                </a:lnTo>
                <a:lnTo>
                  <a:pt x="208400" y="294712"/>
                </a:lnTo>
                <a:lnTo>
                  <a:pt x="209648" y="292130"/>
                </a:lnTo>
                <a:lnTo>
                  <a:pt x="210903" y="293421"/>
                </a:lnTo>
                <a:lnTo>
                  <a:pt x="212150" y="303759"/>
                </a:lnTo>
                <a:lnTo>
                  <a:pt x="213397" y="305050"/>
                </a:lnTo>
                <a:lnTo>
                  <a:pt x="214645" y="303759"/>
                </a:lnTo>
                <a:lnTo>
                  <a:pt x="215892" y="303759"/>
                </a:lnTo>
                <a:lnTo>
                  <a:pt x="217139" y="305050"/>
                </a:lnTo>
                <a:lnTo>
                  <a:pt x="218386" y="299885"/>
                </a:lnTo>
                <a:lnTo>
                  <a:pt x="219634" y="294712"/>
                </a:lnTo>
                <a:lnTo>
                  <a:pt x="220881" y="293421"/>
                </a:lnTo>
                <a:lnTo>
                  <a:pt x="222128" y="299885"/>
                </a:lnTo>
                <a:lnTo>
                  <a:pt x="223376" y="302467"/>
                </a:lnTo>
                <a:lnTo>
                  <a:pt x="224623" y="303759"/>
                </a:lnTo>
                <a:lnTo>
                  <a:pt x="225878" y="305050"/>
                </a:lnTo>
                <a:lnTo>
                  <a:pt x="227125" y="308931"/>
                </a:lnTo>
                <a:lnTo>
                  <a:pt x="228373" y="298594"/>
                </a:lnTo>
                <a:lnTo>
                  <a:pt x="229620" y="297295"/>
                </a:lnTo>
                <a:lnTo>
                  <a:pt x="230867" y="294712"/>
                </a:lnTo>
                <a:lnTo>
                  <a:pt x="232115" y="305050"/>
                </a:lnTo>
                <a:lnTo>
                  <a:pt x="233362" y="305050"/>
                </a:lnTo>
                <a:lnTo>
                  <a:pt x="234609" y="306349"/>
                </a:lnTo>
                <a:lnTo>
                  <a:pt x="235856" y="306349"/>
                </a:lnTo>
                <a:lnTo>
                  <a:pt x="237104" y="305050"/>
                </a:lnTo>
                <a:lnTo>
                  <a:pt x="238351" y="293421"/>
                </a:lnTo>
                <a:lnTo>
                  <a:pt x="239598" y="293421"/>
                </a:lnTo>
                <a:lnTo>
                  <a:pt x="240846" y="294712"/>
                </a:lnTo>
                <a:lnTo>
                  <a:pt x="242093" y="306349"/>
                </a:lnTo>
                <a:lnTo>
                  <a:pt x="243348" y="306349"/>
                </a:lnTo>
                <a:lnTo>
                  <a:pt x="244595" y="306349"/>
                </a:lnTo>
                <a:lnTo>
                  <a:pt x="245843" y="306349"/>
                </a:lnTo>
                <a:lnTo>
                  <a:pt x="247090" y="298594"/>
                </a:lnTo>
                <a:lnTo>
                  <a:pt x="248337" y="293421"/>
                </a:lnTo>
                <a:lnTo>
                  <a:pt x="249585" y="294712"/>
                </a:lnTo>
                <a:lnTo>
                  <a:pt x="250832" y="302467"/>
                </a:lnTo>
                <a:lnTo>
                  <a:pt x="252079" y="306349"/>
                </a:lnTo>
                <a:lnTo>
                  <a:pt x="253327" y="305050"/>
                </a:lnTo>
                <a:lnTo>
                  <a:pt x="254574" y="302467"/>
                </a:lnTo>
                <a:lnTo>
                  <a:pt x="255821" y="294712"/>
                </a:lnTo>
                <a:lnTo>
                  <a:pt x="257076" y="293421"/>
                </a:lnTo>
                <a:lnTo>
                  <a:pt x="258323" y="294712"/>
                </a:lnTo>
                <a:lnTo>
                  <a:pt x="259571" y="302467"/>
                </a:lnTo>
                <a:lnTo>
                  <a:pt x="260818" y="303759"/>
                </a:lnTo>
                <a:lnTo>
                  <a:pt x="262065" y="302467"/>
                </a:lnTo>
                <a:lnTo>
                  <a:pt x="263313" y="303759"/>
                </a:lnTo>
                <a:lnTo>
                  <a:pt x="264560" y="293421"/>
                </a:lnTo>
                <a:lnTo>
                  <a:pt x="265807" y="294712"/>
                </a:lnTo>
                <a:lnTo>
                  <a:pt x="267055" y="293421"/>
                </a:lnTo>
                <a:lnTo>
                  <a:pt x="268302" y="302467"/>
                </a:lnTo>
                <a:lnTo>
                  <a:pt x="269549" y="301176"/>
                </a:lnTo>
                <a:lnTo>
                  <a:pt x="270797" y="301176"/>
                </a:lnTo>
                <a:lnTo>
                  <a:pt x="272044" y="301176"/>
                </a:lnTo>
                <a:lnTo>
                  <a:pt x="273291" y="293421"/>
                </a:lnTo>
                <a:lnTo>
                  <a:pt x="274546" y="293421"/>
                </a:lnTo>
                <a:lnTo>
                  <a:pt x="275793" y="293421"/>
                </a:lnTo>
                <a:lnTo>
                  <a:pt x="277041" y="301176"/>
                </a:lnTo>
                <a:lnTo>
                  <a:pt x="278288" y="299885"/>
                </a:lnTo>
                <a:lnTo>
                  <a:pt x="279535" y="299885"/>
                </a:lnTo>
                <a:lnTo>
                  <a:pt x="280783" y="297295"/>
                </a:lnTo>
                <a:lnTo>
                  <a:pt x="282030" y="292130"/>
                </a:lnTo>
                <a:lnTo>
                  <a:pt x="283277" y="292130"/>
                </a:lnTo>
                <a:lnTo>
                  <a:pt x="284525" y="296004"/>
                </a:lnTo>
                <a:lnTo>
                  <a:pt x="285772" y="299885"/>
                </a:lnTo>
                <a:lnTo>
                  <a:pt x="287019" y="299885"/>
                </a:lnTo>
                <a:lnTo>
                  <a:pt x="288274" y="301176"/>
                </a:lnTo>
                <a:lnTo>
                  <a:pt x="289521" y="301176"/>
                </a:lnTo>
                <a:lnTo>
                  <a:pt x="290769" y="296004"/>
                </a:lnTo>
                <a:lnTo>
                  <a:pt x="292016" y="296004"/>
                </a:lnTo>
                <a:lnTo>
                  <a:pt x="293263" y="297295"/>
                </a:lnTo>
                <a:lnTo>
                  <a:pt x="294511" y="302467"/>
                </a:lnTo>
                <a:lnTo>
                  <a:pt x="295758" y="302467"/>
                </a:lnTo>
                <a:lnTo>
                  <a:pt x="297005" y="305050"/>
                </a:lnTo>
                <a:lnTo>
                  <a:pt x="298253" y="301176"/>
                </a:lnTo>
                <a:lnTo>
                  <a:pt x="299500" y="297295"/>
                </a:lnTo>
                <a:lnTo>
                  <a:pt x="300747" y="294712"/>
                </a:lnTo>
                <a:lnTo>
                  <a:pt x="301995" y="299885"/>
                </a:lnTo>
                <a:lnTo>
                  <a:pt x="303242" y="303759"/>
                </a:lnTo>
                <a:lnTo>
                  <a:pt x="304489" y="306349"/>
                </a:lnTo>
                <a:lnTo>
                  <a:pt x="305744" y="302467"/>
                </a:lnTo>
                <a:lnTo>
                  <a:pt x="306991" y="290831"/>
                </a:lnTo>
                <a:lnTo>
                  <a:pt x="308239" y="274030"/>
                </a:lnTo>
                <a:lnTo>
                  <a:pt x="309486" y="277911"/>
                </a:lnTo>
                <a:lnTo>
                  <a:pt x="310733" y="289540"/>
                </a:lnTo>
                <a:lnTo>
                  <a:pt x="311981" y="306349"/>
                </a:lnTo>
                <a:lnTo>
                  <a:pt x="313228" y="306349"/>
                </a:lnTo>
                <a:lnTo>
                  <a:pt x="314475" y="305050"/>
                </a:lnTo>
                <a:lnTo>
                  <a:pt x="315723" y="302467"/>
                </a:lnTo>
                <a:lnTo>
                  <a:pt x="316970" y="293421"/>
                </a:lnTo>
                <a:lnTo>
                  <a:pt x="318217" y="293421"/>
                </a:lnTo>
                <a:lnTo>
                  <a:pt x="319465" y="296004"/>
                </a:lnTo>
                <a:lnTo>
                  <a:pt x="320719" y="303759"/>
                </a:lnTo>
                <a:lnTo>
                  <a:pt x="321967" y="302467"/>
                </a:lnTo>
                <a:lnTo>
                  <a:pt x="323214" y="301176"/>
                </a:lnTo>
                <a:lnTo>
                  <a:pt x="324461" y="294712"/>
                </a:lnTo>
                <a:lnTo>
                  <a:pt x="325709" y="292130"/>
                </a:lnTo>
                <a:lnTo>
                  <a:pt x="326956" y="292130"/>
                </a:lnTo>
                <a:lnTo>
                  <a:pt x="328203" y="298594"/>
                </a:lnTo>
                <a:lnTo>
                  <a:pt x="329451" y="298594"/>
                </a:lnTo>
                <a:lnTo>
                  <a:pt x="330698" y="297295"/>
                </a:lnTo>
                <a:lnTo>
                  <a:pt x="331945" y="297295"/>
                </a:lnTo>
                <a:lnTo>
                  <a:pt x="333193" y="290831"/>
                </a:lnTo>
                <a:lnTo>
                  <a:pt x="334440" y="290831"/>
                </a:lnTo>
                <a:lnTo>
                  <a:pt x="335695" y="289540"/>
                </a:lnTo>
                <a:lnTo>
                  <a:pt x="336942" y="296004"/>
                </a:lnTo>
                <a:lnTo>
                  <a:pt x="338189" y="294712"/>
                </a:lnTo>
                <a:lnTo>
                  <a:pt x="339437" y="294712"/>
                </a:lnTo>
                <a:lnTo>
                  <a:pt x="340684" y="298594"/>
                </a:lnTo>
                <a:lnTo>
                  <a:pt x="341931" y="292130"/>
                </a:lnTo>
                <a:lnTo>
                  <a:pt x="343179" y="292130"/>
                </a:lnTo>
                <a:lnTo>
                  <a:pt x="344426" y="290831"/>
                </a:lnTo>
                <a:lnTo>
                  <a:pt x="345673" y="296004"/>
                </a:lnTo>
                <a:lnTo>
                  <a:pt x="346921" y="297295"/>
                </a:lnTo>
                <a:lnTo>
                  <a:pt x="348168" y="298594"/>
                </a:lnTo>
                <a:lnTo>
                  <a:pt x="349415" y="299885"/>
                </a:lnTo>
                <a:lnTo>
                  <a:pt x="350663" y="294712"/>
                </a:lnTo>
                <a:lnTo>
                  <a:pt x="351918" y="296004"/>
                </a:lnTo>
                <a:lnTo>
                  <a:pt x="353165" y="297295"/>
                </a:lnTo>
                <a:lnTo>
                  <a:pt x="354412" y="302467"/>
                </a:lnTo>
                <a:lnTo>
                  <a:pt x="355659" y="302467"/>
                </a:lnTo>
                <a:lnTo>
                  <a:pt x="356907" y="305050"/>
                </a:lnTo>
                <a:lnTo>
                  <a:pt x="358154" y="299885"/>
                </a:lnTo>
                <a:lnTo>
                  <a:pt x="359401" y="296004"/>
                </a:lnTo>
                <a:lnTo>
                  <a:pt x="360649" y="292130"/>
                </a:lnTo>
                <a:lnTo>
                  <a:pt x="361896" y="298594"/>
                </a:lnTo>
                <a:lnTo>
                  <a:pt x="363143" y="302467"/>
                </a:lnTo>
                <a:lnTo>
                  <a:pt x="364391" y="306349"/>
                </a:lnTo>
                <a:lnTo>
                  <a:pt x="365638" y="306349"/>
                </a:lnTo>
                <a:lnTo>
                  <a:pt x="366893" y="298594"/>
                </a:lnTo>
                <a:lnTo>
                  <a:pt x="368140" y="293421"/>
                </a:lnTo>
                <a:lnTo>
                  <a:pt x="369388" y="293421"/>
                </a:lnTo>
                <a:lnTo>
                  <a:pt x="370635" y="301176"/>
                </a:lnTo>
                <a:lnTo>
                  <a:pt x="371882" y="306349"/>
                </a:lnTo>
                <a:lnTo>
                  <a:pt x="373130" y="306349"/>
                </a:lnTo>
                <a:lnTo>
                  <a:pt x="374377" y="306349"/>
                </a:lnTo>
                <a:lnTo>
                  <a:pt x="375624" y="303759"/>
                </a:lnTo>
                <a:lnTo>
                  <a:pt x="376871" y="292130"/>
                </a:lnTo>
                <a:lnTo>
                  <a:pt x="378119" y="292130"/>
                </a:lnTo>
                <a:lnTo>
                  <a:pt x="379366" y="294712"/>
                </a:lnTo>
                <a:lnTo>
                  <a:pt x="380613" y="305050"/>
                </a:lnTo>
                <a:lnTo>
                  <a:pt x="381868" y="305050"/>
                </a:lnTo>
                <a:lnTo>
                  <a:pt x="383116" y="302467"/>
                </a:lnTo>
                <a:lnTo>
                  <a:pt x="384363" y="301176"/>
                </a:lnTo>
                <a:lnTo>
                  <a:pt x="385610" y="292130"/>
                </a:lnTo>
                <a:lnTo>
                  <a:pt x="386858" y="293421"/>
                </a:lnTo>
                <a:lnTo>
                  <a:pt x="388105" y="296004"/>
                </a:lnTo>
                <a:lnTo>
                  <a:pt x="389352" y="303759"/>
                </a:lnTo>
                <a:lnTo>
                  <a:pt x="390600" y="302467"/>
                </a:lnTo>
                <a:lnTo>
                  <a:pt x="391847" y="302467"/>
                </a:lnTo>
                <a:lnTo>
                  <a:pt x="393094" y="293421"/>
                </a:lnTo>
                <a:lnTo>
                  <a:pt x="394341" y="294712"/>
                </a:lnTo>
                <a:lnTo>
                  <a:pt x="395589" y="293421"/>
                </a:lnTo>
                <a:lnTo>
                  <a:pt x="396836" y="302467"/>
                </a:lnTo>
                <a:lnTo>
                  <a:pt x="398083" y="299885"/>
                </a:lnTo>
                <a:lnTo>
                  <a:pt x="399338" y="299885"/>
                </a:lnTo>
                <a:lnTo>
                  <a:pt x="400586" y="299885"/>
                </a:lnTo>
                <a:lnTo>
                  <a:pt x="401833" y="290831"/>
                </a:lnTo>
                <a:lnTo>
                  <a:pt x="403080" y="290831"/>
                </a:lnTo>
                <a:lnTo>
                  <a:pt x="404328" y="290831"/>
                </a:lnTo>
                <a:lnTo>
                  <a:pt x="405575" y="299885"/>
                </a:lnTo>
                <a:lnTo>
                  <a:pt x="406822" y="299885"/>
                </a:lnTo>
                <a:lnTo>
                  <a:pt x="408070" y="301176"/>
                </a:lnTo>
                <a:lnTo>
                  <a:pt x="409317" y="305050"/>
                </a:lnTo>
                <a:lnTo>
                  <a:pt x="410564" y="296004"/>
                </a:lnTo>
                <a:lnTo>
                  <a:pt x="411812" y="296004"/>
                </a:lnTo>
                <a:lnTo>
                  <a:pt x="413066" y="293421"/>
                </a:lnTo>
                <a:lnTo>
                  <a:pt x="414314" y="303759"/>
                </a:lnTo>
                <a:lnTo>
                  <a:pt x="415561" y="303759"/>
                </a:lnTo>
                <a:lnTo>
                  <a:pt x="416808" y="306349"/>
                </a:lnTo>
                <a:lnTo>
                  <a:pt x="418056" y="307640"/>
                </a:lnTo>
                <a:lnTo>
                  <a:pt x="419303" y="296004"/>
                </a:lnTo>
                <a:lnTo>
                  <a:pt x="420550" y="296004"/>
                </a:lnTo>
                <a:lnTo>
                  <a:pt x="421798" y="296004"/>
                </a:lnTo>
                <a:lnTo>
                  <a:pt x="423045" y="307640"/>
                </a:lnTo>
                <a:lnTo>
                  <a:pt x="424292" y="307640"/>
                </a:lnTo>
                <a:lnTo>
                  <a:pt x="425540" y="306349"/>
                </a:lnTo>
                <a:lnTo>
                  <a:pt x="426787" y="305050"/>
                </a:lnTo>
                <a:lnTo>
                  <a:pt x="428034" y="293421"/>
                </a:lnTo>
                <a:lnTo>
                  <a:pt x="429282" y="293421"/>
                </a:lnTo>
                <a:lnTo>
                  <a:pt x="430536" y="294712"/>
                </a:lnTo>
                <a:lnTo>
                  <a:pt x="431784" y="305050"/>
                </a:lnTo>
                <a:lnTo>
                  <a:pt x="433031" y="305050"/>
                </a:lnTo>
                <a:lnTo>
                  <a:pt x="434278" y="301176"/>
                </a:lnTo>
                <a:lnTo>
                  <a:pt x="435526" y="294712"/>
                </a:lnTo>
                <a:lnTo>
                  <a:pt x="436773" y="293421"/>
                </a:lnTo>
                <a:lnTo>
                  <a:pt x="438020" y="296004"/>
                </a:lnTo>
                <a:lnTo>
                  <a:pt x="439268" y="302467"/>
                </a:lnTo>
                <a:lnTo>
                  <a:pt x="440515" y="303759"/>
                </a:lnTo>
                <a:lnTo>
                  <a:pt x="441762" y="299885"/>
                </a:lnTo>
                <a:lnTo>
                  <a:pt x="443010" y="297295"/>
                </a:lnTo>
                <a:lnTo>
                  <a:pt x="444264" y="289540"/>
                </a:lnTo>
                <a:lnTo>
                  <a:pt x="445512" y="293421"/>
                </a:lnTo>
                <a:lnTo>
                  <a:pt x="446759" y="296004"/>
                </a:lnTo>
                <a:lnTo>
                  <a:pt x="448006" y="303759"/>
                </a:lnTo>
                <a:lnTo>
                  <a:pt x="449254" y="299885"/>
                </a:lnTo>
                <a:lnTo>
                  <a:pt x="450501" y="298594"/>
                </a:lnTo>
                <a:lnTo>
                  <a:pt x="451748" y="288249"/>
                </a:lnTo>
                <a:lnTo>
                  <a:pt x="452996" y="290831"/>
                </a:lnTo>
                <a:lnTo>
                  <a:pt x="454243" y="292130"/>
                </a:lnTo>
                <a:lnTo>
                  <a:pt x="455490" y="299885"/>
                </a:lnTo>
                <a:lnTo>
                  <a:pt x="456738" y="244301"/>
                </a:lnTo>
                <a:lnTo>
                  <a:pt x="457985" y="146061"/>
                </a:lnTo>
                <a:lnTo>
                  <a:pt x="459232" y="49113"/>
                </a:lnTo>
                <a:lnTo>
                  <a:pt x="460480" y="7755"/>
                </a:lnTo>
                <a:lnTo>
                  <a:pt x="461734" y="7755"/>
                </a:lnTo>
                <a:lnTo>
                  <a:pt x="462982" y="7755"/>
                </a:lnTo>
                <a:lnTo>
                  <a:pt x="464229" y="7755"/>
                </a:lnTo>
                <a:lnTo>
                  <a:pt x="465476" y="6464"/>
                </a:lnTo>
                <a:lnTo>
                  <a:pt x="466724" y="5165"/>
                </a:lnTo>
                <a:lnTo>
                  <a:pt x="467971" y="3874"/>
                </a:lnTo>
                <a:lnTo>
                  <a:pt x="469218" y="3874"/>
                </a:lnTo>
                <a:lnTo>
                  <a:pt x="470466" y="5165"/>
                </a:lnTo>
                <a:lnTo>
                  <a:pt x="471713" y="6464"/>
                </a:lnTo>
                <a:lnTo>
                  <a:pt x="472960" y="7755"/>
                </a:lnTo>
                <a:lnTo>
                  <a:pt x="474208" y="7755"/>
                </a:lnTo>
                <a:lnTo>
                  <a:pt x="475455" y="7755"/>
                </a:lnTo>
                <a:lnTo>
                  <a:pt x="476710" y="6464"/>
                </a:lnTo>
                <a:lnTo>
                  <a:pt x="477957" y="5165"/>
                </a:lnTo>
                <a:lnTo>
                  <a:pt x="479204" y="5165"/>
                </a:lnTo>
                <a:lnTo>
                  <a:pt x="480452" y="5165"/>
                </a:lnTo>
                <a:lnTo>
                  <a:pt x="481699" y="5165"/>
                </a:lnTo>
                <a:lnTo>
                  <a:pt x="482946" y="3874"/>
                </a:lnTo>
                <a:lnTo>
                  <a:pt x="484194" y="3874"/>
                </a:lnTo>
                <a:lnTo>
                  <a:pt x="485441" y="3874"/>
                </a:lnTo>
                <a:lnTo>
                  <a:pt x="486688" y="3874"/>
                </a:lnTo>
                <a:lnTo>
                  <a:pt x="487936" y="5165"/>
                </a:lnTo>
                <a:lnTo>
                  <a:pt x="489183" y="6464"/>
                </a:lnTo>
                <a:lnTo>
                  <a:pt x="490430" y="7755"/>
                </a:lnTo>
                <a:lnTo>
                  <a:pt x="491685" y="7755"/>
                </a:lnTo>
                <a:lnTo>
                  <a:pt x="492932" y="7755"/>
                </a:lnTo>
                <a:lnTo>
                  <a:pt x="494180" y="7755"/>
                </a:lnTo>
                <a:lnTo>
                  <a:pt x="495427" y="7755"/>
                </a:lnTo>
                <a:lnTo>
                  <a:pt x="496674" y="6464"/>
                </a:lnTo>
                <a:lnTo>
                  <a:pt x="497922" y="6464"/>
                </a:lnTo>
                <a:lnTo>
                  <a:pt x="499169" y="5165"/>
                </a:lnTo>
                <a:lnTo>
                  <a:pt x="500416" y="5165"/>
                </a:lnTo>
                <a:lnTo>
                  <a:pt x="501664" y="5165"/>
                </a:lnTo>
                <a:lnTo>
                  <a:pt x="502911" y="6464"/>
                </a:lnTo>
                <a:lnTo>
                  <a:pt x="504158" y="6464"/>
                </a:lnTo>
                <a:lnTo>
                  <a:pt x="505406" y="6464"/>
                </a:lnTo>
                <a:lnTo>
                  <a:pt x="506653" y="5165"/>
                </a:lnTo>
                <a:lnTo>
                  <a:pt x="507908" y="6464"/>
                </a:lnTo>
                <a:lnTo>
                  <a:pt x="509155" y="6464"/>
                </a:lnTo>
                <a:lnTo>
                  <a:pt x="510403" y="7755"/>
                </a:lnTo>
                <a:lnTo>
                  <a:pt x="511650" y="7755"/>
                </a:lnTo>
                <a:lnTo>
                  <a:pt x="512897" y="6464"/>
                </a:lnTo>
                <a:lnTo>
                  <a:pt x="514144" y="14219"/>
                </a:lnTo>
                <a:lnTo>
                  <a:pt x="515392" y="25848"/>
                </a:lnTo>
                <a:lnTo>
                  <a:pt x="516639" y="33603"/>
                </a:lnTo>
                <a:lnTo>
                  <a:pt x="517886" y="25848"/>
                </a:lnTo>
                <a:lnTo>
                  <a:pt x="519134" y="14219"/>
                </a:lnTo>
                <a:lnTo>
                  <a:pt x="520381" y="7755"/>
                </a:lnTo>
                <a:lnTo>
                  <a:pt x="521628" y="7755"/>
                </a:lnTo>
                <a:lnTo>
                  <a:pt x="522883" y="7755"/>
                </a:lnTo>
                <a:lnTo>
                  <a:pt x="524131" y="6464"/>
                </a:lnTo>
                <a:lnTo>
                  <a:pt x="525378" y="6464"/>
                </a:lnTo>
                <a:lnTo>
                  <a:pt x="526625" y="6464"/>
                </a:lnTo>
                <a:lnTo>
                  <a:pt x="527873" y="6464"/>
                </a:lnTo>
                <a:lnTo>
                  <a:pt x="529120" y="7755"/>
                </a:lnTo>
                <a:lnTo>
                  <a:pt x="530367" y="5165"/>
                </a:lnTo>
                <a:lnTo>
                  <a:pt x="531614" y="3874"/>
                </a:lnTo>
                <a:lnTo>
                  <a:pt x="532862" y="0"/>
                </a:lnTo>
                <a:lnTo>
                  <a:pt x="534109" y="0"/>
                </a:lnTo>
                <a:lnTo>
                  <a:pt x="535356" y="0"/>
                </a:lnTo>
                <a:lnTo>
                  <a:pt x="536604" y="0"/>
                </a:lnTo>
                <a:lnTo>
                  <a:pt x="537851" y="0"/>
                </a:lnTo>
                <a:lnTo>
                  <a:pt x="539106" y="0"/>
                </a:lnTo>
                <a:lnTo>
                  <a:pt x="540353" y="0"/>
                </a:lnTo>
                <a:lnTo>
                  <a:pt x="541601" y="0"/>
                </a:lnTo>
                <a:lnTo>
                  <a:pt x="542848" y="0"/>
                </a:lnTo>
                <a:lnTo>
                  <a:pt x="544095" y="1291"/>
                </a:lnTo>
                <a:lnTo>
                  <a:pt x="545343" y="1291"/>
                </a:lnTo>
                <a:lnTo>
                  <a:pt x="546590" y="1291"/>
                </a:lnTo>
                <a:lnTo>
                  <a:pt x="547837" y="0"/>
                </a:lnTo>
                <a:lnTo>
                  <a:pt x="549085" y="0"/>
                </a:lnTo>
                <a:lnTo>
                  <a:pt x="550332" y="0"/>
                </a:lnTo>
                <a:lnTo>
                  <a:pt x="551579" y="0"/>
                </a:lnTo>
                <a:lnTo>
                  <a:pt x="552826" y="0"/>
                </a:lnTo>
                <a:lnTo>
                  <a:pt x="554081" y="0"/>
                </a:lnTo>
                <a:lnTo>
                  <a:pt x="555329" y="0"/>
                </a:lnTo>
                <a:lnTo>
                  <a:pt x="556576" y="0"/>
                </a:lnTo>
                <a:lnTo>
                  <a:pt x="557823" y="0"/>
                </a:lnTo>
                <a:lnTo>
                  <a:pt x="559071" y="0"/>
                </a:lnTo>
                <a:lnTo>
                  <a:pt x="560318" y="0"/>
                </a:lnTo>
                <a:lnTo>
                  <a:pt x="561565" y="0"/>
                </a:lnTo>
                <a:lnTo>
                  <a:pt x="562813" y="0"/>
                </a:lnTo>
                <a:lnTo>
                  <a:pt x="564060" y="0"/>
                </a:lnTo>
                <a:lnTo>
                  <a:pt x="565307" y="0"/>
                </a:lnTo>
                <a:lnTo>
                  <a:pt x="566555" y="0"/>
                </a:lnTo>
                <a:lnTo>
                  <a:pt x="567802" y="0"/>
                </a:lnTo>
                <a:lnTo>
                  <a:pt x="569049" y="0"/>
                </a:lnTo>
                <a:lnTo>
                  <a:pt x="570304" y="0"/>
                </a:lnTo>
                <a:lnTo>
                  <a:pt x="571551" y="0"/>
                </a:lnTo>
                <a:lnTo>
                  <a:pt x="572799" y="0"/>
                </a:lnTo>
                <a:lnTo>
                  <a:pt x="574046" y="0"/>
                </a:lnTo>
                <a:lnTo>
                  <a:pt x="575293" y="0"/>
                </a:lnTo>
                <a:lnTo>
                  <a:pt x="576541" y="0"/>
                </a:lnTo>
                <a:lnTo>
                  <a:pt x="577788" y="0"/>
                </a:lnTo>
                <a:lnTo>
                  <a:pt x="579035" y="0"/>
                </a:lnTo>
                <a:lnTo>
                  <a:pt x="580283" y="0"/>
                </a:lnTo>
                <a:lnTo>
                  <a:pt x="581530" y="0"/>
                </a:lnTo>
                <a:lnTo>
                  <a:pt x="582777" y="0"/>
                </a:lnTo>
                <a:lnTo>
                  <a:pt x="584025" y="0"/>
                </a:lnTo>
                <a:lnTo>
                  <a:pt x="585279" y="0"/>
                </a:lnTo>
                <a:lnTo>
                  <a:pt x="586527" y="0"/>
                </a:lnTo>
                <a:lnTo>
                  <a:pt x="587774" y="0"/>
                </a:lnTo>
                <a:lnTo>
                  <a:pt x="589021" y="0"/>
                </a:lnTo>
                <a:lnTo>
                  <a:pt x="590269" y="0"/>
                </a:lnTo>
                <a:lnTo>
                  <a:pt x="591516" y="0"/>
                </a:lnTo>
                <a:lnTo>
                  <a:pt x="592763" y="0"/>
                </a:lnTo>
                <a:lnTo>
                  <a:pt x="594011" y="0"/>
                </a:lnTo>
                <a:lnTo>
                  <a:pt x="595258" y="0"/>
                </a:lnTo>
                <a:lnTo>
                  <a:pt x="596505" y="0"/>
                </a:lnTo>
                <a:lnTo>
                  <a:pt x="597753" y="0"/>
                </a:lnTo>
                <a:lnTo>
                  <a:pt x="599000" y="0"/>
                </a:lnTo>
                <a:lnTo>
                  <a:pt x="600247" y="5165"/>
                </a:lnTo>
                <a:lnTo>
                  <a:pt x="601502" y="7755"/>
                </a:lnTo>
                <a:lnTo>
                  <a:pt x="602749" y="10338"/>
                </a:lnTo>
                <a:lnTo>
                  <a:pt x="603997" y="7755"/>
                </a:lnTo>
                <a:lnTo>
                  <a:pt x="605244" y="7755"/>
                </a:lnTo>
                <a:lnTo>
                  <a:pt x="606491" y="7755"/>
                </a:lnTo>
                <a:lnTo>
                  <a:pt x="607739" y="7755"/>
                </a:lnTo>
                <a:lnTo>
                  <a:pt x="608986" y="7755"/>
                </a:lnTo>
                <a:lnTo>
                  <a:pt x="610233" y="7755"/>
                </a:lnTo>
                <a:lnTo>
                  <a:pt x="611481" y="7755"/>
                </a:lnTo>
                <a:lnTo>
                  <a:pt x="612728" y="7755"/>
                </a:lnTo>
                <a:lnTo>
                  <a:pt x="613975" y="7755"/>
                </a:lnTo>
                <a:lnTo>
                  <a:pt x="615223" y="7755"/>
                </a:lnTo>
                <a:lnTo>
                  <a:pt x="616477" y="7755"/>
                </a:lnTo>
                <a:lnTo>
                  <a:pt x="617725" y="7755"/>
                </a:lnTo>
                <a:lnTo>
                  <a:pt x="618972" y="7755"/>
                </a:lnTo>
                <a:lnTo>
                  <a:pt x="620219" y="7755"/>
                </a:lnTo>
                <a:lnTo>
                  <a:pt x="621467" y="7755"/>
                </a:lnTo>
                <a:lnTo>
                  <a:pt x="622714" y="7755"/>
                </a:lnTo>
                <a:lnTo>
                  <a:pt x="623961" y="7755"/>
                </a:lnTo>
                <a:lnTo>
                  <a:pt x="625209" y="7755"/>
                </a:lnTo>
                <a:lnTo>
                  <a:pt x="626456" y="7755"/>
                </a:lnTo>
                <a:lnTo>
                  <a:pt x="627703" y="7755"/>
                </a:lnTo>
                <a:lnTo>
                  <a:pt x="628951" y="7755"/>
                </a:lnTo>
                <a:lnTo>
                  <a:pt x="630198" y="7755"/>
                </a:lnTo>
                <a:lnTo>
                  <a:pt x="631445" y="7755"/>
                </a:lnTo>
                <a:lnTo>
                  <a:pt x="632700" y="7755"/>
                </a:lnTo>
                <a:lnTo>
                  <a:pt x="633947" y="7755"/>
                </a:lnTo>
                <a:lnTo>
                  <a:pt x="635195" y="7755"/>
                </a:lnTo>
                <a:lnTo>
                  <a:pt x="636442" y="7755"/>
                </a:lnTo>
                <a:lnTo>
                  <a:pt x="637689" y="7755"/>
                </a:lnTo>
                <a:lnTo>
                  <a:pt x="638937" y="7755"/>
                </a:lnTo>
                <a:lnTo>
                  <a:pt x="640184" y="7755"/>
                </a:lnTo>
                <a:lnTo>
                  <a:pt x="641431" y="7755"/>
                </a:lnTo>
                <a:lnTo>
                  <a:pt x="642679" y="7755"/>
                </a:lnTo>
                <a:lnTo>
                  <a:pt x="643926" y="7755"/>
                </a:lnTo>
                <a:lnTo>
                  <a:pt x="645173" y="7755"/>
                </a:lnTo>
                <a:lnTo>
                  <a:pt x="646421" y="7755"/>
                </a:lnTo>
                <a:lnTo>
                  <a:pt x="647676" y="7755"/>
                </a:lnTo>
                <a:lnTo>
                  <a:pt x="648923" y="7755"/>
                </a:lnTo>
                <a:lnTo>
                  <a:pt x="650170" y="7755"/>
                </a:lnTo>
                <a:lnTo>
                  <a:pt x="651417" y="7755"/>
                </a:lnTo>
                <a:lnTo>
                  <a:pt x="652665" y="7755"/>
                </a:lnTo>
                <a:lnTo>
                  <a:pt x="653912" y="7755"/>
                </a:lnTo>
                <a:lnTo>
                  <a:pt x="655159" y="7755"/>
                </a:lnTo>
                <a:lnTo>
                  <a:pt x="656407" y="7755"/>
                </a:lnTo>
                <a:lnTo>
                  <a:pt x="657654" y="7755"/>
                </a:lnTo>
                <a:lnTo>
                  <a:pt x="658901" y="7755"/>
                </a:lnTo>
                <a:lnTo>
                  <a:pt x="660149" y="7755"/>
                </a:lnTo>
                <a:lnTo>
                  <a:pt x="661396" y="7755"/>
                </a:lnTo>
                <a:lnTo>
                  <a:pt x="662643" y="7755"/>
                </a:lnTo>
                <a:lnTo>
                  <a:pt x="663898" y="7755"/>
                </a:lnTo>
                <a:lnTo>
                  <a:pt x="665146" y="7755"/>
                </a:lnTo>
                <a:lnTo>
                  <a:pt x="666393" y="7755"/>
                </a:lnTo>
                <a:lnTo>
                  <a:pt x="667640" y="7755"/>
                </a:lnTo>
                <a:lnTo>
                  <a:pt x="668887" y="7755"/>
                </a:lnTo>
                <a:lnTo>
                  <a:pt x="670135" y="7755"/>
                </a:lnTo>
                <a:lnTo>
                  <a:pt x="671382" y="7755"/>
                </a:lnTo>
                <a:lnTo>
                  <a:pt x="672629" y="52994"/>
                </a:lnTo>
                <a:lnTo>
                  <a:pt x="673877" y="126670"/>
                </a:lnTo>
                <a:lnTo>
                  <a:pt x="675124" y="195181"/>
                </a:lnTo>
                <a:lnTo>
                  <a:pt x="676371" y="222327"/>
                </a:lnTo>
                <a:lnTo>
                  <a:pt x="677619" y="241719"/>
                </a:lnTo>
                <a:lnTo>
                  <a:pt x="678874" y="259811"/>
                </a:lnTo>
                <a:lnTo>
                  <a:pt x="680121" y="275321"/>
                </a:lnTo>
                <a:lnTo>
                  <a:pt x="681368" y="274030"/>
                </a:lnTo>
                <a:lnTo>
                  <a:pt x="682616" y="272739"/>
                </a:lnTo>
                <a:lnTo>
                  <a:pt x="683863" y="271447"/>
                </a:lnTo>
                <a:lnTo>
                  <a:pt x="685110" y="271447"/>
                </a:lnTo>
                <a:lnTo>
                  <a:pt x="686358" y="271447"/>
                </a:lnTo>
                <a:lnTo>
                  <a:pt x="687605" y="272739"/>
                </a:lnTo>
                <a:lnTo>
                  <a:pt x="688852" y="271447"/>
                </a:lnTo>
                <a:lnTo>
                  <a:pt x="690099" y="271447"/>
                </a:lnTo>
                <a:lnTo>
                  <a:pt x="691347" y="275321"/>
                </a:lnTo>
                <a:lnTo>
                  <a:pt x="692594" y="272739"/>
                </a:lnTo>
                <a:lnTo>
                  <a:pt x="693841" y="271447"/>
                </a:lnTo>
                <a:lnTo>
                  <a:pt x="695096" y="272739"/>
                </a:lnTo>
                <a:lnTo>
                  <a:pt x="696344" y="270149"/>
                </a:lnTo>
                <a:lnTo>
                  <a:pt x="697591" y="270149"/>
                </a:lnTo>
                <a:lnTo>
                  <a:pt x="698838" y="270149"/>
                </a:lnTo>
                <a:lnTo>
                  <a:pt x="700086" y="268857"/>
                </a:lnTo>
                <a:lnTo>
                  <a:pt x="701333" y="268857"/>
                </a:lnTo>
                <a:lnTo>
                  <a:pt x="702580" y="267566"/>
                </a:lnTo>
                <a:lnTo>
                  <a:pt x="703828" y="268857"/>
                </a:lnTo>
                <a:lnTo>
                  <a:pt x="705075" y="270149"/>
                </a:lnTo>
                <a:lnTo>
                  <a:pt x="706322" y="270149"/>
                </a:lnTo>
                <a:lnTo>
                  <a:pt x="707569" y="268857"/>
                </a:lnTo>
                <a:lnTo>
                  <a:pt x="708817" y="270149"/>
                </a:lnTo>
                <a:lnTo>
                  <a:pt x="710072" y="271447"/>
                </a:lnTo>
                <a:lnTo>
                  <a:pt x="711319" y="271447"/>
                </a:lnTo>
                <a:lnTo>
                  <a:pt x="712566" y="271447"/>
                </a:lnTo>
                <a:lnTo>
                  <a:pt x="713814" y="271447"/>
                </a:lnTo>
                <a:lnTo>
                  <a:pt x="715061" y="272739"/>
                </a:lnTo>
                <a:lnTo>
                  <a:pt x="716308" y="272739"/>
                </a:lnTo>
                <a:lnTo>
                  <a:pt x="717556" y="271447"/>
                </a:lnTo>
                <a:lnTo>
                  <a:pt x="718803" y="271447"/>
                </a:lnTo>
                <a:lnTo>
                  <a:pt x="720050" y="271447"/>
                </a:lnTo>
                <a:lnTo>
                  <a:pt x="721298" y="270149"/>
                </a:lnTo>
                <a:lnTo>
                  <a:pt x="722545" y="261102"/>
                </a:lnTo>
                <a:lnTo>
                  <a:pt x="723792" y="252056"/>
                </a:lnTo>
                <a:lnTo>
                  <a:pt x="725040" y="250765"/>
                </a:lnTo>
                <a:lnTo>
                  <a:pt x="726294" y="259811"/>
                </a:lnTo>
                <a:lnTo>
                  <a:pt x="727542" y="270149"/>
                </a:lnTo>
                <a:lnTo>
                  <a:pt x="728789" y="270149"/>
                </a:lnTo>
                <a:lnTo>
                  <a:pt x="730036" y="270149"/>
                </a:lnTo>
                <a:lnTo>
                  <a:pt x="731284" y="271447"/>
                </a:lnTo>
                <a:lnTo>
                  <a:pt x="732531" y="270149"/>
                </a:lnTo>
                <a:lnTo>
                  <a:pt x="733778" y="268857"/>
                </a:lnTo>
                <a:lnTo>
                  <a:pt x="735026" y="271447"/>
                </a:lnTo>
                <a:lnTo>
                  <a:pt x="736273" y="270149"/>
                </a:lnTo>
                <a:lnTo>
                  <a:pt x="737520" y="270149"/>
                </a:lnTo>
                <a:lnTo>
                  <a:pt x="738768" y="271447"/>
                </a:lnTo>
                <a:lnTo>
                  <a:pt x="740015" y="268857"/>
                </a:lnTo>
                <a:lnTo>
                  <a:pt x="741270" y="268857"/>
                </a:lnTo>
                <a:lnTo>
                  <a:pt x="742517" y="267566"/>
                </a:lnTo>
                <a:lnTo>
                  <a:pt x="743764" y="267566"/>
                </a:lnTo>
                <a:lnTo>
                  <a:pt x="745012" y="268857"/>
                </a:lnTo>
                <a:lnTo>
                  <a:pt x="746259" y="268857"/>
                </a:lnTo>
                <a:lnTo>
                  <a:pt x="747506" y="268857"/>
                </a:lnTo>
                <a:lnTo>
                  <a:pt x="748754" y="268857"/>
                </a:lnTo>
                <a:lnTo>
                  <a:pt x="750001" y="268857"/>
                </a:lnTo>
                <a:lnTo>
                  <a:pt x="751248" y="268857"/>
                </a:lnTo>
                <a:lnTo>
                  <a:pt x="752496" y="268857"/>
                </a:lnTo>
                <a:lnTo>
                  <a:pt x="753743" y="268857"/>
                </a:lnTo>
                <a:lnTo>
                  <a:pt x="754990" y="268857"/>
                </a:lnTo>
                <a:lnTo>
                  <a:pt x="756238" y="268857"/>
                </a:lnTo>
                <a:lnTo>
                  <a:pt x="757492" y="268857"/>
                </a:lnTo>
                <a:lnTo>
                  <a:pt x="758740" y="268857"/>
                </a:lnTo>
                <a:lnTo>
                  <a:pt x="759987" y="270149"/>
                </a:lnTo>
                <a:lnTo>
                  <a:pt x="761234" y="270149"/>
                </a:lnTo>
                <a:lnTo>
                  <a:pt x="762482" y="270149"/>
                </a:lnTo>
                <a:lnTo>
                  <a:pt x="763729" y="270149"/>
                </a:lnTo>
                <a:lnTo>
                  <a:pt x="764976" y="268857"/>
                </a:lnTo>
                <a:lnTo>
                  <a:pt x="766224" y="268857"/>
                </a:lnTo>
                <a:lnTo>
                  <a:pt x="767471" y="270149"/>
                </a:lnTo>
                <a:lnTo>
                  <a:pt x="768718" y="270149"/>
                </a:lnTo>
                <a:lnTo>
                  <a:pt x="769966" y="270149"/>
                </a:lnTo>
                <a:lnTo>
                  <a:pt x="771213" y="270149"/>
                </a:lnTo>
                <a:lnTo>
                  <a:pt x="772468" y="268857"/>
                </a:lnTo>
                <a:lnTo>
                  <a:pt x="773715" y="268857"/>
                </a:lnTo>
                <a:lnTo>
                  <a:pt x="774962" y="270149"/>
                </a:lnTo>
                <a:lnTo>
                  <a:pt x="776210" y="268857"/>
                </a:lnTo>
                <a:lnTo>
                  <a:pt x="777457" y="267566"/>
                </a:lnTo>
                <a:lnTo>
                  <a:pt x="778704" y="268857"/>
                </a:lnTo>
                <a:lnTo>
                  <a:pt x="779952" y="266275"/>
                </a:lnTo>
                <a:lnTo>
                  <a:pt x="781199" y="266275"/>
                </a:lnTo>
                <a:lnTo>
                  <a:pt x="782446" y="267566"/>
                </a:lnTo>
                <a:lnTo>
                  <a:pt x="783694" y="264984"/>
                </a:lnTo>
                <a:lnTo>
                  <a:pt x="784941" y="266275"/>
                </a:lnTo>
                <a:lnTo>
                  <a:pt x="786188" y="266275"/>
                </a:lnTo>
                <a:lnTo>
                  <a:pt x="787436" y="266275"/>
                </a:lnTo>
                <a:lnTo>
                  <a:pt x="788690" y="266275"/>
                </a:lnTo>
                <a:lnTo>
                  <a:pt x="789938" y="264984"/>
                </a:lnTo>
                <a:lnTo>
                  <a:pt x="791185" y="264984"/>
                </a:lnTo>
                <a:lnTo>
                  <a:pt x="792432" y="264984"/>
                </a:lnTo>
                <a:lnTo>
                  <a:pt x="793680" y="264984"/>
                </a:lnTo>
                <a:lnTo>
                  <a:pt x="794927" y="264984"/>
                </a:lnTo>
                <a:lnTo>
                  <a:pt x="796174" y="264984"/>
                </a:lnTo>
                <a:lnTo>
                  <a:pt x="797422" y="264984"/>
                </a:lnTo>
                <a:lnTo>
                  <a:pt x="798669" y="263692"/>
                </a:lnTo>
                <a:lnTo>
                  <a:pt x="799916" y="266275"/>
                </a:lnTo>
                <a:lnTo>
                  <a:pt x="801164" y="266275"/>
                </a:lnTo>
                <a:lnTo>
                  <a:pt x="802411" y="266275"/>
                </a:lnTo>
                <a:lnTo>
                  <a:pt x="803666" y="264984"/>
                </a:lnTo>
                <a:lnTo>
                  <a:pt x="804913" y="262394"/>
                </a:lnTo>
                <a:lnTo>
                  <a:pt x="806160" y="263692"/>
                </a:lnTo>
                <a:lnTo>
                  <a:pt x="807408" y="263692"/>
                </a:lnTo>
                <a:lnTo>
                  <a:pt x="808655" y="263692"/>
                </a:lnTo>
                <a:lnTo>
                  <a:pt x="809902" y="263692"/>
                </a:lnTo>
                <a:lnTo>
                  <a:pt x="811150" y="263692"/>
                </a:lnTo>
                <a:lnTo>
                  <a:pt x="812397" y="262394"/>
                </a:lnTo>
                <a:lnTo>
                  <a:pt x="813644" y="262394"/>
                </a:lnTo>
                <a:lnTo>
                  <a:pt x="814892" y="262394"/>
                </a:lnTo>
                <a:lnTo>
                  <a:pt x="816139" y="262394"/>
                </a:lnTo>
                <a:lnTo>
                  <a:pt x="817386" y="262394"/>
                </a:lnTo>
                <a:lnTo>
                  <a:pt x="818634" y="263692"/>
                </a:lnTo>
                <a:lnTo>
                  <a:pt x="819889" y="262394"/>
                </a:lnTo>
                <a:lnTo>
                  <a:pt x="821136" y="261102"/>
                </a:lnTo>
                <a:lnTo>
                  <a:pt x="822383" y="263692"/>
                </a:lnTo>
                <a:lnTo>
                  <a:pt x="823631" y="262394"/>
                </a:lnTo>
                <a:lnTo>
                  <a:pt x="824878" y="263692"/>
                </a:lnTo>
                <a:lnTo>
                  <a:pt x="826125" y="263692"/>
                </a:lnTo>
                <a:lnTo>
                  <a:pt x="827372" y="261102"/>
                </a:lnTo>
                <a:lnTo>
                  <a:pt x="828620" y="259811"/>
                </a:lnTo>
                <a:lnTo>
                  <a:pt x="829867" y="259811"/>
                </a:lnTo>
                <a:lnTo>
                  <a:pt x="831114" y="259811"/>
                </a:lnTo>
                <a:lnTo>
                  <a:pt x="832362" y="261102"/>
                </a:lnTo>
                <a:lnTo>
                  <a:pt x="833609" y="261102"/>
                </a:lnTo>
                <a:lnTo>
                  <a:pt x="834864" y="259811"/>
                </a:lnTo>
                <a:lnTo>
                  <a:pt x="836111" y="259811"/>
                </a:lnTo>
                <a:lnTo>
                  <a:pt x="837359" y="259811"/>
                </a:lnTo>
                <a:lnTo>
                  <a:pt x="838606" y="259811"/>
                </a:lnTo>
                <a:lnTo>
                  <a:pt x="839853" y="261102"/>
                </a:lnTo>
                <a:lnTo>
                  <a:pt x="841101" y="259811"/>
                </a:lnTo>
                <a:lnTo>
                  <a:pt x="842348" y="259811"/>
                </a:lnTo>
                <a:lnTo>
                  <a:pt x="843595" y="259811"/>
                </a:lnTo>
                <a:lnTo>
                  <a:pt x="844842" y="259811"/>
                </a:lnTo>
                <a:lnTo>
                  <a:pt x="846090" y="259811"/>
                </a:lnTo>
                <a:lnTo>
                  <a:pt x="847337" y="259811"/>
                </a:lnTo>
                <a:lnTo>
                  <a:pt x="848584" y="258520"/>
                </a:lnTo>
                <a:lnTo>
                  <a:pt x="849832" y="259811"/>
                </a:lnTo>
                <a:lnTo>
                  <a:pt x="851087" y="258520"/>
                </a:lnTo>
                <a:lnTo>
                  <a:pt x="852334" y="258520"/>
                </a:lnTo>
                <a:lnTo>
                  <a:pt x="853581" y="258520"/>
                </a:lnTo>
                <a:lnTo>
                  <a:pt x="854829" y="259811"/>
                </a:lnTo>
                <a:lnTo>
                  <a:pt x="856076" y="258520"/>
                </a:lnTo>
                <a:lnTo>
                  <a:pt x="857323" y="259811"/>
                </a:lnTo>
                <a:lnTo>
                  <a:pt x="858571" y="259811"/>
                </a:lnTo>
                <a:lnTo>
                  <a:pt x="859818" y="259811"/>
                </a:lnTo>
                <a:lnTo>
                  <a:pt x="861065" y="258520"/>
                </a:lnTo>
                <a:lnTo>
                  <a:pt x="862313" y="258520"/>
                </a:lnTo>
                <a:lnTo>
                  <a:pt x="863560" y="257229"/>
                </a:lnTo>
                <a:lnTo>
                  <a:pt x="864807" y="257229"/>
                </a:lnTo>
                <a:lnTo>
                  <a:pt x="866062" y="259811"/>
                </a:lnTo>
                <a:lnTo>
                  <a:pt x="867309" y="257229"/>
                </a:lnTo>
                <a:lnTo>
                  <a:pt x="868557" y="257229"/>
                </a:lnTo>
                <a:lnTo>
                  <a:pt x="869804" y="258520"/>
                </a:lnTo>
                <a:lnTo>
                  <a:pt x="871051" y="257229"/>
                </a:lnTo>
                <a:lnTo>
                  <a:pt x="872299" y="257229"/>
                </a:lnTo>
                <a:lnTo>
                  <a:pt x="873546" y="257229"/>
                </a:lnTo>
                <a:lnTo>
                  <a:pt x="874793" y="258520"/>
                </a:lnTo>
                <a:lnTo>
                  <a:pt x="876041" y="258520"/>
                </a:lnTo>
                <a:lnTo>
                  <a:pt x="877288" y="258520"/>
                </a:lnTo>
                <a:lnTo>
                  <a:pt x="878535" y="257229"/>
                </a:lnTo>
                <a:lnTo>
                  <a:pt x="879783" y="257229"/>
                </a:lnTo>
                <a:lnTo>
                  <a:pt x="881030" y="257229"/>
                </a:lnTo>
                <a:lnTo>
                  <a:pt x="882285" y="257229"/>
                </a:lnTo>
                <a:lnTo>
                  <a:pt x="883532" y="258520"/>
                </a:lnTo>
                <a:lnTo>
                  <a:pt x="884779" y="258520"/>
                </a:lnTo>
                <a:lnTo>
                  <a:pt x="886027" y="259811"/>
                </a:lnTo>
                <a:lnTo>
                  <a:pt x="887274" y="258520"/>
                </a:lnTo>
                <a:lnTo>
                  <a:pt x="888521" y="258520"/>
                </a:lnTo>
                <a:lnTo>
                  <a:pt x="889769" y="258520"/>
                </a:lnTo>
                <a:lnTo>
                  <a:pt x="891016" y="258520"/>
                </a:lnTo>
                <a:lnTo>
                  <a:pt x="892263" y="257229"/>
                </a:lnTo>
                <a:lnTo>
                  <a:pt x="893511" y="257229"/>
                </a:lnTo>
                <a:lnTo>
                  <a:pt x="894758" y="258520"/>
                </a:lnTo>
                <a:lnTo>
                  <a:pt x="896005" y="258520"/>
                </a:lnTo>
                <a:lnTo>
                  <a:pt x="897260" y="258520"/>
                </a:lnTo>
                <a:lnTo>
                  <a:pt x="898507" y="258520"/>
                </a:lnTo>
                <a:lnTo>
                  <a:pt x="899755" y="257229"/>
                </a:lnTo>
                <a:lnTo>
                  <a:pt x="901002" y="254639"/>
                </a:lnTo>
                <a:lnTo>
                  <a:pt x="902249" y="250765"/>
                </a:lnTo>
                <a:lnTo>
                  <a:pt x="903497" y="248175"/>
                </a:lnTo>
                <a:lnTo>
                  <a:pt x="904744" y="248175"/>
                </a:lnTo>
                <a:lnTo>
                  <a:pt x="905991" y="250765"/>
                </a:lnTo>
                <a:lnTo>
                  <a:pt x="907239" y="248175"/>
                </a:lnTo>
                <a:lnTo>
                  <a:pt x="908486" y="246884"/>
                </a:lnTo>
                <a:lnTo>
                  <a:pt x="909733" y="250765"/>
                </a:lnTo>
                <a:lnTo>
                  <a:pt x="910981" y="248175"/>
                </a:lnTo>
                <a:lnTo>
                  <a:pt x="912228" y="248175"/>
                </a:lnTo>
                <a:lnTo>
                  <a:pt x="913483" y="248175"/>
                </a:lnTo>
                <a:lnTo>
                  <a:pt x="914730" y="248175"/>
                </a:lnTo>
                <a:lnTo>
                  <a:pt x="915977" y="248175"/>
                </a:lnTo>
                <a:lnTo>
                  <a:pt x="917225" y="248175"/>
                </a:lnTo>
                <a:lnTo>
                  <a:pt x="918472" y="246884"/>
                </a:lnTo>
                <a:lnTo>
                  <a:pt x="919719" y="246884"/>
                </a:lnTo>
                <a:lnTo>
                  <a:pt x="920967" y="248175"/>
                </a:lnTo>
                <a:lnTo>
                  <a:pt x="922214" y="246884"/>
                </a:lnTo>
                <a:lnTo>
                  <a:pt x="923461" y="246884"/>
                </a:lnTo>
                <a:lnTo>
                  <a:pt x="924709" y="246884"/>
                </a:lnTo>
                <a:lnTo>
                  <a:pt x="925956" y="249474"/>
                </a:lnTo>
                <a:lnTo>
                  <a:pt x="927203" y="249474"/>
                </a:lnTo>
                <a:lnTo>
                  <a:pt x="928458" y="249474"/>
                </a:lnTo>
                <a:lnTo>
                  <a:pt x="929705" y="246884"/>
                </a:lnTo>
                <a:lnTo>
                  <a:pt x="930953" y="236546"/>
                </a:lnTo>
                <a:lnTo>
                  <a:pt x="932200" y="227500"/>
                </a:lnTo>
                <a:lnTo>
                  <a:pt x="933447" y="231374"/>
                </a:lnTo>
                <a:lnTo>
                  <a:pt x="934695" y="239129"/>
                </a:lnTo>
                <a:lnTo>
                  <a:pt x="935942" y="246884"/>
                </a:lnTo>
                <a:lnTo>
                  <a:pt x="937189" y="246884"/>
                </a:lnTo>
                <a:lnTo>
                  <a:pt x="938437" y="248175"/>
                </a:lnTo>
                <a:lnTo>
                  <a:pt x="939684" y="248175"/>
                </a:lnTo>
                <a:lnTo>
                  <a:pt x="940931" y="248175"/>
                </a:lnTo>
                <a:lnTo>
                  <a:pt x="942179" y="250765"/>
                </a:lnTo>
                <a:lnTo>
                  <a:pt x="943426" y="248175"/>
                </a:lnTo>
                <a:lnTo>
                  <a:pt x="944681" y="245592"/>
                </a:lnTo>
                <a:lnTo>
                  <a:pt x="945928" y="250765"/>
                </a:lnTo>
                <a:lnTo>
                  <a:pt x="947175" y="248175"/>
                </a:lnTo>
                <a:lnTo>
                  <a:pt x="948423" y="249474"/>
                </a:lnTo>
                <a:lnTo>
                  <a:pt x="949670" y="250765"/>
                </a:lnTo>
                <a:lnTo>
                  <a:pt x="950917" y="249474"/>
                </a:lnTo>
                <a:lnTo>
                  <a:pt x="952165" y="248175"/>
                </a:lnTo>
                <a:lnTo>
                  <a:pt x="953412" y="248175"/>
                </a:lnTo>
                <a:lnTo>
                  <a:pt x="954659" y="248175"/>
                </a:lnTo>
                <a:lnTo>
                  <a:pt x="955907" y="249474"/>
                </a:lnTo>
                <a:lnTo>
                  <a:pt x="957154" y="249474"/>
                </a:lnTo>
                <a:lnTo>
                  <a:pt x="958401" y="249474"/>
                </a:lnTo>
                <a:lnTo>
                  <a:pt x="959656" y="248175"/>
                </a:lnTo>
                <a:lnTo>
                  <a:pt x="960904" y="248175"/>
                </a:lnTo>
                <a:lnTo>
                  <a:pt x="962151" y="246884"/>
                </a:lnTo>
                <a:lnTo>
                  <a:pt x="963398" y="246884"/>
                </a:lnTo>
                <a:lnTo>
                  <a:pt x="964645" y="248175"/>
                </a:lnTo>
                <a:lnTo>
                  <a:pt x="965893" y="249474"/>
                </a:lnTo>
                <a:lnTo>
                  <a:pt x="967140" y="248175"/>
                </a:lnTo>
                <a:lnTo>
                  <a:pt x="968387" y="248175"/>
                </a:lnTo>
                <a:lnTo>
                  <a:pt x="969635" y="248175"/>
                </a:lnTo>
                <a:lnTo>
                  <a:pt x="970882" y="249474"/>
                </a:lnTo>
                <a:lnTo>
                  <a:pt x="972129" y="249474"/>
                </a:lnTo>
                <a:lnTo>
                  <a:pt x="973377" y="248175"/>
                </a:lnTo>
                <a:lnTo>
                  <a:pt x="974624" y="248175"/>
                </a:lnTo>
                <a:lnTo>
                  <a:pt x="975879" y="248175"/>
                </a:lnTo>
                <a:lnTo>
                  <a:pt x="977126" y="248175"/>
                </a:lnTo>
                <a:lnTo>
                  <a:pt x="978374" y="249474"/>
                </a:lnTo>
                <a:lnTo>
                  <a:pt x="979621" y="248175"/>
                </a:lnTo>
                <a:lnTo>
                  <a:pt x="980868" y="248175"/>
                </a:lnTo>
                <a:lnTo>
                  <a:pt x="982116" y="250765"/>
                </a:lnTo>
                <a:lnTo>
                  <a:pt x="983363" y="248175"/>
                </a:lnTo>
                <a:lnTo>
                  <a:pt x="984610" y="248175"/>
                </a:lnTo>
                <a:lnTo>
                  <a:pt x="985857" y="253347"/>
                </a:lnTo>
                <a:lnTo>
                  <a:pt x="987105" y="252056"/>
                </a:lnTo>
                <a:lnTo>
                  <a:pt x="988352" y="250765"/>
                </a:lnTo>
                <a:lnTo>
                  <a:pt x="989599" y="250765"/>
                </a:lnTo>
                <a:lnTo>
                  <a:pt x="990854" y="250765"/>
                </a:lnTo>
                <a:lnTo>
                  <a:pt x="992102" y="250765"/>
                </a:lnTo>
                <a:lnTo>
                  <a:pt x="993349" y="252056"/>
                </a:lnTo>
                <a:lnTo>
                  <a:pt x="994596" y="250765"/>
                </a:lnTo>
                <a:lnTo>
                  <a:pt x="995844" y="250765"/>
                </a:lnTo>
                <a:lnTo>
                  <a:pt x="997091" y="252056"/>
                </a:lnTo>
                <a:lnTo>
                  <a:pt x="998338" y="250765"/>
                </a:lnTo>
                <a:lnTo>
                  <a:pt x="999586" y="252056"/>
                </a:lnTo>
                <a:lnTo>
                  <a:pt x="1000833" y="252056"/>
                </a:lnTo>
                <a:lnTo>
                  <a:pt x="1002080" y="252056"/>
                </a:lnTo>
                <a:lnTo>
                  <a:pt x="1003327" y="252056"/>
                </a:lnTo>
                <a:lnTo>
                  <a:pt x="1004575" y="253347"/>
                </a:lnTo>
                <a:lnTo>
                  <a:pt x="1005822" y="253347"/>
                </a:lnTo>
                <a:lnTo>
                  <a:pt x="1007077" y="253347"/>
                </a:lnTo>
                <a:lnTo>
                  <a:pt x="1008324" y="253347"/>
                </a:lnTo>
                <a:lnTo>
                  <a:pt x="1009572" y="254639"/>
                </a:lnTo>
                <a:lnTo>
                  <a:pt x="1010819" y="254639"/>
                </a:lnTo>
                <a:lnTo>
                  <a:pt x="1012066" y="254639"/>
                </a:lnTo>
                <a:lnTo>
                  <a:pt x="1013314" y="254639"/>
                </a:lnTo>
                <a:lnTo>
                  <a:pt x="1014561" y="255937"/>
                </a:lnTo>
                <a:lnTo>
                  <a:pt x="1015808" y="258520"/>
                </a:lnTo>
                <a:lnTo>
                  <a:pt x="1017056" y="257229"/>
                </a:lnTo>
                <a:lnTo>
                  <a:pt x="1018303" y="258520"/>
                </a:lnTo>
                <a:lnTo>
                  <a:pt x="1019550" y="255937"/>
                </a:lnTo>
                <a:lnTo>
                  <a:pt x="1020797" y="255937"/>
                </a:lnTo>
                <a:lnTo>
                  <a:pt x="1022052" y="261102"/>
                </a:lnTo>
                <a:lnTo>
                  <a:pt x="1023300" y="258520"/>
                </a:lnTo>
                <a:lnTo>
                  <a:pt x="1024547" y="258520"/>
                </a:lnTo>
                <a:lnTo>
                  <a:pt x="1025794" y="262394"/>
                </a:lnTo>
                <a:lnTo>
                  <a:pt x="1027042" y="259811"/>
                </a:lnTo>
                <a:lnTo>
                  <a:pt x="1028289" y="259811"/>
                </a:lnTo>
                <a:lnTo>
                  <a:pt x="1029536" y="259811"/>
                </a:lnTo>
                <a:lnTo>
                  <a:pt x="1030784" y="259811"/>
                </a:lnTo>
                <a:lnTo>
                  <a:pt x="1032031" y="261102"/>
                </a:lnTo>
                <a:lnTo>
                  <a:pt x="1033278" y="261102"/>
                </a:lnTo>
                <a:lnTo>
                  <a:pt x="1034526" y="259811"/>
                </a:lnTo>
                <a:lnTo>
                  <a:pt x="1035773" y="259811"/>
                </a:lnTo>
                <a:lnTo>
                  <a:pt x="1037020" y="261102"/>
                </a:lnTo>
                <a:lnTo>
                  <a:pt x="1038275" y="259811"/>
                </a:lnTo>
                <a:lnTo>
                  <a:pt x="1039522" y="261102"/>
                </a:lnTo>
                <a:lnTo>
                  <a:pt x="1040770" y="261102"/>
                </a:lnTo>
                <a:lnTo>
                  <a:pt x="1042017" y="261102"/>
                </a:lnTo>
                <a:lnTo>
                  <a:pt x="1043264" y="259811"/>
                </a:lnTo>
                <a:lnTo>
                  <a:pt x="1044512" y="261102"/>
                </a:lnTo>
                <a:lnTo>
                  <a:pt x="1045759" y="259811"/>
                </a:lnTo>
                <a:lnTo>
                  <a:pt x="1047006" y="259811"/>
                </a:lnTo>
                <a:lnTo>
                  <a:pt x="1048254" y="259811"/>
                </a:lnTo>
                <a:lnTo>
                  <a:pt x="1049501" y="261102"/>
                </a:lnTo>
                <a:lnTo>
                  <a:pt x="1050748" y="262394"/>
                </a:lnTo>
                <a:lnTo>
                  <a:pt x="1051996" y="262394"/>
                </a:lnTo>
                <a:lnTo>
                  <a:pt x="1053250" y="261102"/>
                </a:lnTo>
                <a:lnTo>
                  <a:pt x="1054498" y="261102"/>
                </a:lnTo>
                <a:lnTo>
                  <a:pt x="1055745" y="261102"/>
                </a:lnTo>
                <a:lnTo>
                  <a:pt x="1056992" y="262394"/>
                </a:lnTo>
                <a:lnTo>
                  <a:pt x="1058240" y="264984"/>
                </a:lnTo>
                <a:lnTo>
                  <a:pt x="1059487" y="263692"/>
                </a:lnTo>
                <a:lnTo>
                  <a:pt x="1060734" y="262394"/>
                </a:lnTo>
                <a:lnTo>
                  <a:pt x="1061982" y="266275"/>
                </a:lnTo>
                <a:lnTo>
                  <a:pt x="1063229" y="262394"/>
                </a:lnTo>
                <a:lnTo>
                  <a:pt x="1064476" y="262394"/>
                </a:lnTo>
                <a:lnTo>
                  <a:pt x="1065724" y="263692"/>
                </a:lnTo>
                <a:lnTo>
                  <a:pt x="1066971" y="259811"/>
                </a:lnTo>
                <a:lnTo>
                  <a:pt x="1068218" y="259811"/>
                </a:lnTo>
                <a:lnTo>
                  <a:pt x="1069473" y="259811"/>
                </a:lnTo>
                <a:lnTo>
                  <a:pt x="1070720" y="259811"/>
                </a:lnTo>
                <a:lnTo>
                  <a:pt x="1071968" y="259811"/>
                </a:lnTo>
                <a:lnTo>
                  <a:pt x="1073215" y="261102"/>
                </a:lnTo>
                <a:lnTo>
                  <a:pt x="1074462" y="259811"/>
                </a:lnTo>
                <a:lnTo>
                  <a:pt x="1075710" y="259811"/>
                </a:lnTo>
                <a:lnTo>
                  <a:pt x="1076957" y="261102"/>
                </a:lnTo>
                <a:lnTo>
                  <a:pt x="1078204" y="259811"/>
                </a:lnTo>
                <a:lnTo>
                  <a:pt x="1079452" y="259811"/>
                </a:lnTo>
                <a:lnTo>
                  <a:pt x="1080699" y="259811"/>
                </a:lnTo>
                <a:lnTo>
                  <a:pt x="1081946" y="259811"/>
                </a:lnTo>
                <a:lnTo>
                  <a:pt x="1083194" y="259811"/>
                </a:lnTo>
                <a:lnTo>
                  <a:pt x="1084448" y="259811"/>
                </a:lnTo>
                <a:lnTo>
                  <a:pt x="1085696" y="259811"/>
                </a:lnTo>
                <a:lnTo>
                  <a:pt x="1086943" y="259811"/>
                </a:lnTo>
                <a:lnTo>
                  <a:pt x="1088190" y="259811"/>
                </a:lnTo>
                <a:lnTo>
                  <a:pt x="1089438" y="259811"/>
                </a:lnTo>
                <a:lnTo>
                  <a:pt x="1090685" y="259811"/>
                </a:lnTo>
                <a:lnTo>
                  <a:pt x="1091932" y="259811"/>
                </a:lnTo>
                <a:lnTo>
                  <a:pt x="1093180" y="259811"/>
                </a:lnTo>
                <a:lnTo>
                  <a:pt x="1094427" y="261102"/>
                </a:lnTo>
                <a:lnTo>
                  <a:pt x="1095674" y="259811"/>
                </a:lnTo>
                <a:lnTo>
                  <a:pt x="1096922" y="259811"/>
                </a:lnTo>
                <a:lnTo>
                  <a:pt x="1098169" y="264984"/>
                </a:lnTo>
                <a:lnTo>
                  <a:pt x="1099416" y="262394"/>
                </a:lnTo>
                <a:lnTo>
                  <a:pt x="1100671" y="261102"/>
                </a:lnTo>
                <a:lnTo>
                  <a:pt x="1101918" y="263692"/>
                </a:lnTo>
                <a:lnTo>
                  <a:pt x="1103166" y="258520"/>
                </a:lnTo>
                <a:lnTo>
                  <a:pt x="1104413" y="259811"/>
                </a:lnTo>
                <a:lnTo>
                  <a:pt x="1105660" y="262394"/>
                </a:lnTo>
                <a:lnTo>
                  <a:pt x="1106908" y="259811"/>
                </a:lnTo>
                <a:lnTo>
                  <a:pt x="1108155" y="258520"/>
                </a:lnTo>
                <a:lnTo>
                  <a:pt x="1109402" y="258520"/>
                </a:lnTo>
                <a:lnTo>
                  <a:pt x="1110650" y="258520"/>
                </a:lnTo>
                <a:lnTo>
                  <a:pt x="1111897" y="259811"/>
                </a:lnTo>
                <a:lnTo>
                  <a:pt x="1113144" y="259811"/>
                </a:lnTo>
                <a:lnTo>
                  <a:pt x="1114392" y="258520"/>
                </a:lnTo>
                <a:lnTo>
                  <a:pt x="1115647" y="258520"/>
                </a:lnTo>
                <a:lnTo>
                  <a:pt x="1116894" y="258520"/>
                </a:lnTo>
                <a:lnTo>
                  <a:pt x="1118141" y="258520"/>
                </a:lnTo>
                <a:lnTo>
                  <a:pt x="1119389" y="258520"/>
                </a:lnTo>
                <a:lnTo>
                  <a:pt x="1120636" y="258520"/>
                </a:lnTo>
                <a:lnTo>
                  <a:pt x="1121883" y="259811"/>
                </a:lnTo>
                <a:lnTo>
                  <a:pt x="1123130" y="264984"/>
                </a:lnTo>
                <a:lnTo>
                  <a:pt x="1124378" y="275321"/>
                </a:lnTo>
                <a:lnTo>
                  <a:pt x="1125625" y="232665"/>
                </a:lnTo>
                <a:lnTo>
                  <a:pt x="1126872" y="147352"/>
                </a:lnTo>
                <a:lnTo>
                  <a:pt x="1128120" y="43947"/>
                </a:lnTo>
                <a:lnTo>
                  <a:pt x="1129367" y="6464"/>
                </a:lnTo>
                <a:lnTo>
                  <a:pt x="1130614" y="5165"/>
                </a:lnTo>
                <a:lnTo>
                  <a:pt x="1131869" y="5165"/>
                </a:lnTo>
                <a:lnTo>
                  <a:pt x="1133117" y="3874"/>
                </a:lnTo>
                <a:lnTo>
                  <a:pt x="1134364" y="5165"/>
                </a:lnTo>
                <a:lnTo>
                  <a:pt x="1135611" y="5165"/>
                </a:lnTo>
                <a:lnTo>
                  <a:pt x="1136859" y="5165"/>
                </a:lnTo>
                <a:lnTo>
                  <a:pt x="1138106" y="12920"/>
                </a:lnTo>
                <a:lnTo>
                  <a:pt x="1139353" y="27139"/>
                </a:lnTo>
                <a:lnTo>
                  <a:pt x="1140600" y="34894"/>
                </a:lnTo>
                <a:lnTo>
                  <a:pt x="1141848" y="24556"/>
                </a:lnTo>
                <a:lnTo>
                  <a:pt x="1143095" y="9046"/>
                </a:lnTo>
                <a:lnTo>
                  <a:pt x="1144342" y="0"/>
                </a:lnTo>
                <a:lnTo>
                  <a:pt x="1145590" y="0"/>
                </a:lnTo>
                <a:lnTo>
                  <a:pt x="1146845" y="0"/>
                </a:lnTo>
                <a:lnTo>
                  <a:pt x="1148092" y="0"/>
                </a:lnTo>
                <a:lnTo>
                  <a:pt x="1149339" y="1291"/>
                </a:lnTo>
                <a:lnTo>
                  <a:pt x="1150587" y="1291"/>
                </a:lnTo>
                <a:lnTo>
                  <a:pt x="1151834" y="1291"/>
                </a:lnTo>
                <a:lnTo>
                  <a:pt x="1153081" y="6464"/>
                </a:lnTo>
                <a:lnTo>
                  <a:pt x="1154329" y="9046"/>
                </a:lnTo>
                <a:lnTo>
                  <a:pt x="1155576" y="11629"/>
                </a:lnTo>
                <a:lnTo>
                  <a:pt x="1156823" y="6464"/>
                </a:lnTo>
                <a:lnTo>
                  <a:pt x="1158071" y="6464"/>
                </a:lnTo>
                <a:lnTo>
                  <a:pt x="1159318" y="6464"/>
                </a:lnTo>
                <a:lnTo>
                  <a:pt x="1160565" y="7755"/>
                </a:lnTo>
                <a:lnTo>
                  <a:pt x="1161812" y="7755"/>
                </a:lnTo>
                <a:lnTo>
                  <a:pt x="1163067" y="7755"/>
                </a:lnTo>
                <a:lnTo>
                  <a:pt x="1164315" y="11629"/>
                </a:lnTo>
                <a:lnTo>
                  <a:pt x="1165562" y="9046"/>
                </a:lnTo>
                <a:lnTo>
                  <a:pt x="1166809" y="6464"/>
                </a:lnTo>
                <a:lnTo>
                  <a:pt x="1168057" y="68504"/>
                </a:lnTo>
                <a:lnTo>
                  <a:pt x="1169304" y="168035"/>
                </a:lnTo>
                <a:lnTo>
                  <a:pt x="1170551" y="267566"/>
                </a:lnTo>
                <a:lnTo>
                  <a:pt x="1171799" y="305050"/>
                </a:lnTo>
                <a:lnTo>
                  <a:pt x="1173046" y="306349"/>
                </a:lnTo>
                <a:lnTo>
                  <a:pt x="1174293" y="307640"/>
                </a:lnTo>
                <a:lnTo>
                  <a:pt x="1175541" y="302467"/>
                </a:lnTo>
                <a:lnTo>
                  <a:pt x="1176788" y="307640"/>
                </a:lnTo>
                <a:lnTo>
                  <a:pt x="1178043" y="307640"/>
                </a:lnTo>
                <a:lnTo>
                  <a:pt x="1179290" y="306349"/>
                </a:lnTo>
                <a:lnTo>
                  <a:pt x="1180537" y="305050"/>
                </a:lnTo>
                <a:lnTo>
                  <a:pt x="1181785" y="306349"/>
                </a:lnTo>
                <a:lnTo>
                  <a:pt x="1183032" y="307640"/>
                </a:lnTo>
                <a:lnTo>
                  <a:pt x="1184279" y="303759"/>
                </a:lnTo>
                <a:lnTo>
                  <a:pt x="1185527" y="307640"/>
                </a:lnTo>
                <a:lnTo>
                  <a:pt x="1186774" y="306349"/>
                </a:lnTo>
                <a:lnTo>
                  <a:pt x="1188021" y="306349"/>
                </a:lnTo>
                <a:lnTo>
                  <a:pt x="1189269" y="301176"/>
                </a:lnTo>
                <a:lnTo>
                  <a:pt x="1190516" y="306349"/>
                </a:lnTo>
                <a:lnTo>
                  <a:pt x="1191763" y="306349"/>
                </a:lnTo>
                <a:lnTo>
                  <a:pt x="1193011" y="306349"/>
                </a:lnTo>
                <a:lnTo>
                  <a:pt x="1194265" y="307640"/>
                </a:lnTo>
                <a:lnTo>
                  <a:pt x="1195513" y="306349"/>
                </a:lnTo>
                <a:lnTo>
                  <a:pt x="1196760" y="306349"/>
                </a:lnTo>
                <a:lnTo>
                  <a:pt x="1198007" y="301176"/>
                </a:lnTo>
                <a:lnTo>
                  <a:pt x="1199255" y="307640"/>
                </a:lnTo>
                <a:lnTo>
                  <a:pt x="1200502" y="307640"/>
                </a:lnTo>
                <a:lnTo>
                  <a:pt x="1201749" y="307640"/>
                </a:lnTo>
                <a:lnTo>
                  <a:pt x="1202997" y="305050"/>
                </a:lnTo>
                <a:lnTo>
                  <a:pt x="1204244" y="307640"/>
                </a:lnTo>
                <a:lnTo>
                  <a:pt x="1205491" y="307640"/>
                </a:lnTo>
                <a:lnTo>
                  <a:pt x="1206739" y="305050"/>
                </a:lnTo>
                <a:lnTo>
                  <a:pt x="1207986" y="308931"/>
                </a:lnTo>
                <a:lnTo>
                  <a:pt x="1209241" y="308931"/>
                </a:lnTo>
                <a:lnTo>
                  <a:pt x="1210488" y="294712"/>
                </a:lnTo>
                <a:lnTo>
                  <a:pt x="1211735" y="190009"/>
                </a:lnTo>
                <a:lnTo>
                  <a:pt x="1212983" y="90478"/>
                </a:lnTo>
                <a:lnTo>
                  <a:pt x="1214230" y="5165"/>
                </a:lnTo>
                <a:lnTo>
                  <a:pt x="1215477" y="3874"/>
                </a:lnTo>
                <a:lnTo>
                  <a:pt x="1216725" y="3874"/>
                </a:lnTo>
                <a:lnTo>
                  <a:pt x="1217972" y="3874"/>
                </a:lnTo>
                <a:lnTo>
                  <a:pt x="1219219" y="6464"/>
                </a:lnTo>
                <a:lnTo>
                  <a:pt x="1220467" y="5165"/>
                </a:lnTo>
                <a:lnTo>
                  <a:pt x="1221714" y="3874"/>
                </a:lnTo>
                <a:lnTo>
                  <a:pt x="1222961" y="0"/>
                </a:lnTo>
                <a:lnTo>
                  <a:pt x="1224209" y="0"/>
                </a:lnTo>
                <a:lnTo>
                  <a:pt x="1225463" y="0"/>
                </a:lnTo>
                <a:lnTo>
                  <a:pt x="1226711" y="0"/>
                </a:lnTo>
                <a:lnTo>
                  <a:pt x="1227958" y="3874"/>
                </a:lnTo>
                <a:lnTo>
                  <a:pt x="1229205" y="3874"/>
                </a:lnTo>
                <a:lnTo>
                  <a:pt x="1230453" y="3874"/>
                </a:lnTo>
                <a:lnTo>
                  <a:pt x="1231700" y="0"/>
                </a:lnTo>
                <a:lnTo>
                  <a:pt x="1232947" y="0"/>
                </a:lnTo>
                <a:lnTo>
                  <a:pt x="1234195" y="0"/>
                </a:lnTo>
                <a:lnTo>
                  <a:pt x="1235442" y="0"/>
                </a:lnTo>
                <a:lnTo>
                  <a:pt x="1236689" y="12920"/>
                </a:lnTo>
                <a:lnTo>
                  <a:pt x="1237937" y="129260"/>
                </a:lnTo>
                <a:lnTo>
                  <a:pt x="1239184" y="244301"/>
                </a:lnTo>
                <a:lnTo>
                  <a:pt x="1240439" y="347706"/>
                </a:lnTo>
                <a:lnTo>
                  <a:pt x="1241686" y="334786"/>
                </a:lnTo>
                <a:lnTo>
                  <a:pt x="1242933" y="334786"/>
                </a:lnTo>
                <a:lnTo>
                  <a:pt x="1244181" y="333487"/>
                </a:lnTo>
                <a:lnTo>
                  <a:pt x="1245428" y="336077"/>
                </a:lnTo>
                <a:lnTo>
                  <a:pt x="1246675" y="334786"/>
                </a:lnTo>
                <a:lnTo>
                  <a:pt x="1247923" y="334786"/>
                </a:lnTo>
                <a:lnTo>
                  <a:pt x="1249170" y="334786"/>
                </a:lnTo>
                <a:lnTo>
                  <a:pt x="1250417" y="334786"/>
                </a:lnTo>
                <a:lnTo>
                  <a:pt x="1251665" y="334786"/>
                </a:lnTo>
                <a:lnTo>
                  <a:pt x="1252912" y="334786"/>
                </a:lnTo>
                <a:lnTo>
                  <a:pt x="1254159" y="333487"/>
                </a:lnTo>
                <a:lnTo>
                  <a:pt x="1255407" y="333487"/>
                </a:lnTo>
                <a:lnTo>
                  <a:pt x="1256662" y="333487"/>
                </a:lnTo>
                <a:lnTo>
                  <a:pt x="1257909" y="333487"/>
                </a:lnTo>
                <a:lnTo>
                  <a:pt x="1259156" y="334786"/>
                </a:lnTo>
                <a:lnTo>
                  <a:pt x="1260403" y="333487"/>
                </a:lnTo>
                <a:lnTo>
                  <a:pt x="1261651" y="336077"/>
                </a:lnTo>
                <a:lnTo>
                  <a:pt x="1262898" y="334786"/>
                </a:lnTo>
                <a:lnTo>
                  <a:pt x="1264145" y="347706"/>
                </a:lnTo>
                <a:lnTo>
                  <a:pt x="1265393" y="334786"/>
                </a:lnTo>
                <a:lnTo>
                  <a:pt x="1266640" y="334786"/>
                </a:lnTo>
                <a:lnTo>
                  <a:pt x="1267887" y="334786"/>
                </a:lnTo>
                <a:lnTo>
                  <a:pt x="1269135" y="336077"/>
                </a:lnTo>
                <a:lnTo>
                  <a:pt x="1270382" y="337369"/>
                </a:lnTo>
                <a:lnTo>
                  <a:pt x="1271637" y="334786"/>
                </a:lnTo>
                <a:lnTo>
                  <a:pt x="1272884" y="337369"/>
                </a:lnTo>
                <a:lnTo>
                  <a:pt x="1274132" y="334786"/>
                </a:lnTo>
                <a:lnTo>
                  <a:pt x="1275379" y="334786"/>
                </a:lnTo>
                <a:lnTo>
                  <a:pt x="1276626" y="334786"/>
                </a:lnTo>
                <a:lnTo>
                  <a:pt x="1277873" y="334786"/>
                </a:lnTo>
                <a:lnTo>
                  <a:pt x="1279121" y="336077"/>
                </a:lnTo>
                <a:lnTo>
                  <a:pt x="1280368" y="334786"/>
                </a:lnTo>
                <a:lnTo>
                  <a:pt x="1281615" y="334786"/>
                </a:lnTo>
                <a:lnTo>
                  <a:pt x="1282863" y="333487"/>
                </a:lnTo>
                <a:lnTo>
                  <a:pt x="1284110" y="336077"/>
                </a:lnTo>
                <a:lnTo>
                  <a:pt x="1285357" y="334786"/>
                </a:lnTo>
                <a:lnTo>
                  <a:pt x="1286605" y="336077"/>
                </a:lnTo>
                <a:lnTo>
                  <a:pt x="1287860" y="336077"/>
                </a:lnTo>
                <a:lnTo>
                  <a:pt x="1289107" y="336077"/>
                </a:lnTo>
                <a:lnTo>
                  <a:pt x="1290354" y="336077"/>
                </a:lnTo>
                <a:lnTo>
                  <a:pt x="1291602" y="338660"/>
                </a:lnTo>
                <a:lnTo>
                  <a:pt x="1292849" y="337369"/>
                </a:lnTo>
                <a:lnTo>
                  <a:pt x="1294096" y="336077"/>
                </a:lnTo>
                <a:lnTo>
                  <a:pt x="1295344" y="343832"/>
                </a:lnTo>
                <a:lnTo>
                  <a:pt x="1296591" y="334786"/>
                </a:lnTo>
                <a:lnTo>
                  <a:pt x="1297838" y="334786"/>
                </a:lnTo>
                <a:lnTo>
                  <a:pt x="1299085" y="334786"/>
                </a:lnTo>
                <a:lnTo>
                  <a:pt x="1300333" y="336077"/>
                </a:lnTo>
                <a:lnTo>
                  <a:pt x="1301580" y="337369"/>
                </a:lnTo>
                <a:lnTo>
                  <a:pt x="1302835" y="334786"/>
                </a:lnTo>
                <a:lnTo>
                  <a:pt x="1304082" y="337369"/>
                </a:lnTo>
                <a:lnTo>
                  <a:pt x="1305330" y="334786"/>
                </a:lnTo>
                <a:lnTo>
                  <a:pt x="1306577" y="336077"/>
                </a:lnTo>
                <a:lnTo>
                  <a:pt x="1307824" y="336077"/>
                </a:lnTo>
                <a:lnTo>
                  <a:pt x="1309072" y="334786"/>
                </a:lnTo>
                <a:lnTo>
                  <a:pt x="1310319" y="336077"/>
                </a:lnTo>
                <a:lnTo>
                  <a:pt x="1311566" y="334786"/>
                </a:lnTo>
                <a:lnTo>
                  <a:pt x="1312814" y="336077"/>
                </a:lnTo>
                <a:lnTo>
                  <a:pt x="1314061" y="333487"/>
                </a:lnTo>
                <a:lnTo>
                  <a:pt x="1315308" y="334786"/>
                </a:lnTo>
                <a:lnTo>
                  <a:pt x="1316555" y="333487"/>
                </a:lnTo>
                <a:lnTo>
                  <a:pt x="1317803" y="333487"/>
                </a:lnTo>
                <a:lnTo>
                  <a:pt x="1319058" y="333487"/>
                </a:lnTo>
                <a:lnTo>
                  <a:pt x="1320305" y="333487"/>
                </a:lnTo>
                <a:lnTo>
                  <a:pt x="1321552" y="334786"/>
                </a:lnTo>
                <a:lnTo>
                  <a:pt x="1322800" y="337369"/>
                </a:lnTo>
                <a:lnTo>
                  <a:pt x="1324047" y="336077"/>
                </a:lnTo>
                <a:lnTo>
                  <a:pt x="1325294" y="334786"/>
                </a:lnTo>
                <a:lnTo>
                  <a:pt x="1326542" y="342541"/>
                </a:lnTo>
                <a:lnTo>
                  <a:pt x="1327789" y="333487"/>
                </a:lnTo>
                <a:lnTo>
                  <a:pt x="1329036" y="333487"/>
                </a:lnTo>
                <a:lnTo>
                  <a:pt x="1330284" y="333487"/>
                </a:lnTo>
                <a:lnTo>
                  <a:pt x="1331531" y="334786"/>
                </a:lnTo>
                <a:lnTo>
                  <a:pt x="1332778" y="336077"/>
                </a:lnTo>
                <a:lnTo>
                  <a:pt x="1334033" y="334786"/>
                </a:lnTo>
                <a:lnTo>
                  <a:pt x="1335280" y="336077"/>
                </a:lnTo>
                <a:lnTo>
                  <a:pt x="1336528" y="333487"/>
                </a:lnTo>
                <a:lnTo>
                  <a:pt x="1337775" y="333487"/>
                </a:lnTo>
                <a:lnTo>
                  <a:pt x="1339022" y="334786"/>
                </a:lnTo>
                <a:lnTo>
                  <a:pt x="1340270" y="334786"/>
                </a:lnTo>
                <a:lnTo>
                  <a:pt x="1341517" y="336077"/>
                </a:lnTo>
                <a:lnTo>
                  <a:pt x="1342764" y="334786"/>
                </a:lnTo>
                <a:lnTo>
                  <a:pt x="1344012" y="334786"/>
                </a:lnTo>
                <a:lnTo>
                  <a:pt x="1345259" y="332196"/>
                </a:lnTo>
                <a:lnTo>
                  <a:pt x="1346506" y="324441"/>
                </a:lnTo>
                <a:lnTo>
                  <a:pt x="1347754" y="314104"/>
                </a:lnTo>
                <a:lnTo>
                  <a:pt x="1349001" y="312812"/>
                </a:lnTo>
                <a:lnTo>
                  <a:pt x="1350256" y="324441"/>
                </a:lnTo>
                <a:lnTo>
                  <a:pt x="1351503" y="341250"/>
                </a:lnTo>
                <a:lnTo>
                  <a:pt x="1352750" y="349005"/>
                </a:lnTo>
                <a:lnTo>
                  <a:pt x="1353998" y="328322"/>
                </a:lnTo>
                <a:lnTo>
                  <a:pt x="1355245" y="209400"/>
                </a:lnTo>
                <a:lnTo>
                  <a:pt x="1356492" y="90478"/>
                </a:lnTo>
                <a:lnTo>
                  <a:pt x="1357740" y="3874"/>
                </a:lnTo>
                <a:lnTo>
                  <a:pt x="1358987" y="3874"/>
                </a:lnTo>
                <a:lnTo>
                  <a:pt x="1360234" y="3874"/>
                </a:lnTo>
                <a:lnTo>
                  <a:pt x="1361482" y="3874"/>
                </a:lnTo>
                <a:lnTo>
                  <a:pt x="1362729" y="6464"/>
                </a:lnTo>
                <a:lnTo>
                  <a:pt x="1363976" y="5165"/>
                </a:lnTo>
                <a:lnTo>
                  <a:pt x="1365231" y="3874"/>
                </a:lnTo>
                <a:lnTo>
                  <a:pt x="1366478" y="0"/>
                </a:lnTo>
                <a:lnTo>
                  <a:pt x="1367726" y="0"/>
                </a:lnTo>
                <a:lnTo>
                  <a:pt x="1368973" y="0"/>
                </a:lnTo>
                <a:lnTo>
                  <a:pt x="1370220" y="0"/>
                </a:lnTo>
                <a:lnTo>
                  <a:pt x="1371468" y="3874"/>
                </a:lnTo>
                <a:lnTo>
                  <a:pt x="1372715" y="3874"/>
                </a:lnTo>
                <a:lnTo>
                  <a:pt x="1373962" y="3874"/>
                </a:lnTo>
                <a:lnTo>
                  <a:pt x="1375210" y="0"/>
                </a:lnTo>
                <a:lnTo>
                  <a:pt x="1376457" y="0"/>
                </a:lnTo>
                <a:lnTo>
                  <a:pt x="1377704" y="0"/>
                </a:lnTo>
                <a:lnTo>
                  <a:pt x="1378952" y="0"/>
                </a:lnTo>
                <a:lnTo>
                  <a:pt x="1380199" y="19384"/>
                </a:lnTo>
                <a:lnTo>
                  <a:pt x="1381454" y="93067"/>
                </a:lnTo>
                <a:lnTo>
                  <a:pt x="1382701" y="174499"/>
                </a:lnTo>
                <a:lnTo>
                  <a:pt x="1383948" y="244301"/>
                </a:lnTo>
                <a:lnTo>
                  <a:pt x="1385196" y="255937"/>
                </a:lnTo>
                <a:lnTo>
                  <a:pt x="1386443" y="261102"/>
                </a:lnTo>
                <a:lnTo>
                  <a:pt x="1387690" y="261102"/>
                </a:lnTo>
                <a:lnTo>
                  <a:pt x="1388938" y="261102"/>
                </a:lnTo>
                <a:lnTo>
                  <a:pt x="1390185" y="259811"/>
                </a:lnTo>
                <a:lnTo>
                  <a:pt x="1391432" y="258520"/>
                </a:lnTo>
                <a:lnTo>
                  <a:pt x="1392680" y="262394"/>
                </a:lnTo>
                <a:lnTo>
                  <a:pt x="1393927" y="257229"/>
                </a:lnTo>
                <a:lnTo>
                  <a:pt x="1395174" y="255937"/>
                </a:lnTo>
                <a:lnTo>
                  <a:pt x="1396429" y="254639"/>
                </a:lnTo>
                <a:lnTo>
                  <a:pt x="1397676" y="255937"/>
                </a:lnTo>
                <a:lnTo>
                  <a:pt x="1398924" y="254639"/>
                </a:lnTo>
                <a:lnTo>
                  <a:pt x="1400171" y="254639"/>
                </a:lnTo>
                <a:lnTo>
                  <a:pt x="1401418" y="255937"/>
                </a:lnTo>
                <a:lnTo>
                  <a:pt x="1402666" y="255937"/>
                </a:lnTo>
                <a:lnTo>
                  <a:pt x="1403913" y="255937"/>
                </a:lnTo>
                <a:lnTo>
                  <a:pt x="1405160" y="259811"/>
                </a:lnTo>
                <a:lnTo>
                  <a:pt x="1406408" y="255937"/>
                </a:lnTo>
                <a:lnTo>
                  <a:pt x="1407655" y="254639"/>
                </a:lnTo>
                <a:lnTo>
                  <a:pt x="1408902" y="255937"/>
                </a:lnTo>
                <a:lnTo>
                  <a:pt x="1410150" y="245592"/>
                </a:lnTo>
                <a:lnTo>
                  <a:pt x="1411397" y="240420"/>
                </a:lnTo>
                <a:lnTo>
                  <a:pt x="1412652" y="235255"/>
                </a:lnTo>
                <a:lnTo>
                  <a:pt x="1413899" y="236546"/>
                </a:lnTo>
                <a:lnTo>
                  <a:pt x="1415146" y="235255"/>
                </a:lnTo>
                <a:lnTo>
                  <a:pt x="1416394" y="233956"/>
                </a:lnTo>
                <a:lnTo>
                  <a:pt x="1417641" y="239129"/>
                </a:lnTo>
                <a:lnTo>
                  <a:pt x="1418888" y="233956"/>
                </a:lnTo>
                <a:lnTo>
                  <a:pt x="1420136" y="233956"/>
                </a:lnTo>
                <a:lnTo>
                  <a:pt x="1421383" y="237837"/>
                </a:lnTo>
                <a:lnTo>
                  <a:pt x="1422630" y="235255"/>
                </a:lnTo>
                <a:lnTo>
                  <a:pt x="1423878" y="235255"/>
                </a:lnTo>
                <a:lnTo>
                  <a:pt x="1425125" y="236546"/>
                </a:lnTo>
                <a:lnTo>
                  <a:pt x="1426372" y="236546"/>
                </a:lnTo>
                <a:lnTo>
                  <a:pt x="1427627" y="235255"/>
                </a:lnTo>
                <a:lnTo>
                  <a:pt x="1428875" y="233956"/>
                </a:lnTo>
                <a:lnTo>
                  <a:pt x="1430122" y="237837"/>
                </a:lnTo>
                <a:lnTo>
                  <a:pt x="1431369" y="233956"/>
                </a:lnTo>
                <a:lnTo>
                  <a:pt x="1432617" y="233956"/>
                </a:lnTo>
                <a:lnTo>
                  <a:pt x="1433864" y="236546"/>
                </a:lnTo>
                <a:lnTo>
                  <a:pt x="1435111" y="235255"/>
                </a:lnTo>
                <a:lnTo>
                  <a:pt x="1436358" y="250765"/>
                </a:lnTo>
                <a:lnTo>
                  <a:pt x="1437606" y="205519"/>
                </a:lnTo>
                <a:lnTo>
                  <a:pt x="1438853" y="131842"/>
                </a:lnTo>
                <a:lnTo>
                  <a:pt x="1440100" y="40066"/>
                </a:lnTo>
                <a:lnTo>
                  <a:pt x="1441348" y="6464"/>
                </a:lnTo>
                <a:lnTo>
                  <a:pt x="1442595" y="5165"/>
                </a:lnTo>
                <a:lnTo>
                  <a:pt x="1443850" y="2583"/>
                </a:lnTo>
                <a:lnTo>
                  <a:pt x="1445097" y="2583"/>
                </a:lnTo>
                <a:lnTo>
                  <a:pt x="1446345" y="2583"/>
                </a:lnTo>
                <a:lnTo>
                  <a:pt x="1447592" y="80140"/>
                </a:lnTo>
                <a:lnTo>
                  <a:pt x="1448839" y="183545"/>
                </a:lnTo>
                <a:lnTo>
                  <a:pt x="1450087" y="285666"/>
                </a:lnTo>
                <a:lnTo>
                  <a:pt x="1451334" y="306349"/>
                </a:lnTo>
                <a:lnTo>
                  <a:pt x="1452581" y="307640"/>
                </a:lnTo>
                <a:lnTo>
                  <a:pt x="1453828" y="305050"/>
                </a:lnTo>
                <a:lnTo>
                  <a:pt x="1455076" y="303759"/>
                </a:lnTo>
                <a:lnTo>
                  <a:pt x="1456323" y="299885"/>
                </a:lnTo>
                <a:lnTo>
                  <a:pt x="1457570" y="305050"/>
                </a:lnTo>
                <a:lnTo>
                  <a:pt x="1458825" y="307640"/>
                </a:lnTo>
                <a:lnTo>
                  <a:pt x="1460073" y="307640"/>
                </a:lnTo>
                <a:lnTo>
                  <a:pt x="1461320" y="307640"/>
                </a:lnTo>
                <a:lnTo>
                  <a:pt x="1462567" y="305050"/>
                </a:lnTo>
                <a:lnTo>
                  <a:pt x="1463815" y="303759"/>
                </a:lnTo>
                <a:lnTo>
                  <a:pt x="1465062" y="301176"/>
                </a:lnTo>
                <a:lnTo>
                  <a:pt x="1466309" y="303759"/>
                </a:lnTo>
                <a:lnTo>
                  <a:pt x="1467557" y="306349"/>
                </a:lnTo>
                <a:lnTo>
                  <a:pt x="1468804" y="305050"/>
                </a:lnTo>
                <a:lnTo>
                  <a:pt x="1470051" y="307640"/>
                </a:lnTo>
                <a:lnTo>
                  <a:pt x="1471299" y="305050"/>
                </a:lnTo>
                <a:lnTo>
                  <a:pt x="1472546" y="303759"/>
                </a:lnTo>
                <a:lnTo>
                  <a:pt x="1473793" y="301176"/>
                </a:lnTo>
                <a:lnTo>
                  <a:pt x="1475048" y="302467"/>
                </a:lnTo>
                <a:lnTo>
                  <a:pt x="1476295" y="303759"/>
                </a:lnTo>
                <a:lnTo>
                  <a:pt x="1477543" y="302467"/>
                </a:lnTo>
                <a:lnTo>
                  <a:pt x="1478790" y="306349"/>
                </a:lnTo>
                <a:lnTo>
                  <a:pt x="1480037" y="305050"/>
                </a:lnTo>
                <a:lnTo>
                  <a:pt x="1481285" y="303759"/>
                </a:lnTo>
                <a:lnTo>
                  <a:pt x="1482532" y="301176"/>
                </a:lnTo>
                <a:lnTo>
                  <a:pt x="1483779" y="302467"/>
                </a:lnTo>
                <a:lnTo>
                  <a:pt x="1485027" y="303759"/>
                </a:lnTo>
                <a:lnTo>
                  <a:pt x="1486274" y="302467"/>
                </a:lnTo>
                <a:lnTo>
                  <a:pt x="1487521" y="306349"/>
                </a:lnTo>
                <a:lnTo>
                  <a:pt x="1488769" y="305050"/>
                </a:lnTo>
                <a:lnTo>
                  <a:pt x="1490023" y="303759"/>
                </a:lnTo>
                <a:lnTo>
                  <a:pt x="1491271" y="301176"/>
                </a:lnTo>
                <a:lnTo>
                  <a:pt x="1492518" y="305050"/>
                </a:lnTo>
                <a:lnTo>
                  <a:pt x="1493765" y="307640"/>
                </a:lnTo>
                <a:lnTo>
                  <a:pt x="1495013" y="306349"/>
                </a:lnTo>
                <a:lnTo>
                  <a:pt x="1496260" y="307640"/>
                </a:lnTo>
                <a:lnTo>
                  <a:pt x="1497507" y="305050"/>
                </a:lnTo>
                <a:lnTo>
                  <a:pt x="1498755" y="303759"/>
                </a:lnTo>
                <a:lnTo>
                  <a:pt x="1500002" y="299885"/>
                </a:lnTo>
                <a:lnTo>
                  <a:pt x="1501249" y="302467"/>
                </a:lnTo>
                <a:lnTo>
                  <a:pt x="1502497" y="305050"/>
                </a:lnTo>
                <a:lnTo>
                  <a:pt x="1503744" y="305050"/>
                </a:lnTo>
                <a:lnTo>
                  <a:pt x="1504991" y="307640"/>
                </a:lnTo>
                <a:lnTo>
                  <a:pt x="1506246" y="305050"/>
                </a:lnTo>
                <a:lnTo>
                  <a:pt x="1507493" y="303759"/>
                </a:lnTo>
                <a:lnTo>
                  <a:pt x="1508741" y="301176"/>
                </a:lnTo>
                <a:lnTo>
                  <a:pt x="1509988" y="305050"/>
                </a:lnTo>
                <a:lnTo>
                  <a:pt x="1511235" y="288249"/>
                </a:lnTo>
                <a:lnTo>
                  <a:pt x="1512483" y="188717"/>
                </a:lnTo>
                <a:lnTo>
                  <a:pt x="1513730" y="86604"/>
                </a:lnTo>
                <a:lnTo>
                  <a:pt x="1514977" y="5165"/>
                </a:lnTo>
                <a:lnTo>
                  <a:pt x="1516225" y="5165"/>
                </a:lnTo>
                <a:lnTo>
                  <a:pt x="1517472" y="5165"/>
                </a:lnTo>
                <a:lnTo>
                  <a:pt x="1518719" y="5165"/>
                </a:lnTo>
                <a:lnTo>
                  <a:pt x="1519967" y="3874"/>
                </a:lnTo>
                <a:lnTo>
                  <a:pt x="1521221" y="3874"/>
                </a:lnTo>
                <a:lnTo>
                  <a:pt x="1522469" y="3874"/>
                </a:lnTo>
                <a:lnTo>
                  <a:pt x="1523716" y="5165"/>
                </a:lnTo>
                <a:lnTo>
                  <a:pt x="1524963" y="7755"/>
                </a:lnTo>
                <a:lnTo>
                  <a:pt x="1526211" y="6464"/>
                </a:lnTo>
                <a:lnTo>
                  <a:pt x="1527458" y="3874"/>
                </a:lnTo>
                <a:lnTo>
                  <a:pt x="1528705" y="0"/>
                </a:lnTo>
                <a:lnTo>
                  <a:pt x="1529953" y="0"/>
                </a:lnTo>
                <a:lnTo>
                  <a:pt x="1531200" y="0"/>
                </a:lnTo>
                <a:lnTo>
                  <a:pt x="1532447" y="0"/>
                </a:lnTo>
                <a:lnTo>
                  <a:pt x="1533695" y="0"/>
                </a:lnTo>
                <a:lnTo>
                  <a:pt x="1534942" y="0"/>
                </a:lnTo>
                <a:lnTo>
                  <a:pt x="1536189" y="0"/>
                </a:lnTo>
                <a:lnTo>
                  <a:pt x="1537444" y="3874"/>
                </a:lnTo>
                <a:lnTo>
                  <a:pt x="1538691" y="3874"/>
                </a:lnTo>
                <a:lnTo>
                  <a:pt x="1539939" y="3874"/>
                </a:lnTo>
                <a:lnTo>
                  <a:pt x="1541186" y="0"/>
                </a:lnTo>
                <a:lnTo>
                  <a:pt x="1542433" y="0"/>
                </a:lnTo>
                <a:lnTo>
                  <a:pt x="1543681" y="0"/>
                </a:lnTo>
                <a:lnTo>
                  <a:pt x="1544928" y="0"/>
                </a:lnTo>
                <a:lnTo>
                  <a:pt x="1546175" y="0"/>
                </a:lnTo>
                <a:lnTo>
                  <a:pt x="1547423" y="0"/>
                </a:lnTo>
                <a:lnTo>
                  <a:pt x="1548670" y="0"/>
                </a:lnTo>
                <a:lnTo>
                  <a:pt x="1549917" y="0"/>
                </a:lnTo>
                <a:lnTo>
                  <a:pt x="1551165" y="42656"/>
                </a:lnTo>
                <a:lnTo>
                  <a:pt x="1552420" y="138306"/>
                </a:lnTo>
                <a:lnTo>
                  <a:pt x="1553667" y="228791"/>
                </a:lnTo>
                <a:lnTo>
                  <a:pt x="1554914" y="267566"/>
                </a:lnTo>
                <a:lnTo>
                  <a:pt x="1556161" y="253347"/>
                </a:lnTo>
                <a:lnTo>
                  <a:pt x="1557409" y="254639"/>
                </a:lnTo>
                <a:lnTo>
                  <a:pt x="1558656" y="262394"/>
                </a:lnTo>
                <a:lnTo>
                  <a:pt x="1559903" y="270149"/>
                </a:lnTo>
                <a:lnTo>
                  <a:pt x="1561151" y="268857"/>
                </a:lnTo>
                <a:lnTo>
                  <a:pt x="1562398" y="272739"/>
                </a:lnTo>
                <a:lnTo>
                  <a:pt x="1563645" y="271447"/>
                </a:lnTo>
                <a:lnTo>
                  <a:pt x="1564893" y="270149"/>
                </a:lnTo>
                <a:lnTo>
                  <a:pt x="1566140" y="268857"/>
                </a:lnTo>
                <a:lnTo>
                  <a:pt x="1567387" y="271447"/>
                </a:lnTo>
                <a:lnTo>
                  <a:pt x="1568642" y="270149"/>
                </a:lnTo>
                <a:lnTo>
                  <a:pt x="1569890" y="268857"/>
                </a:lnTo>
                <a:lnTo>
                  <a:pt x="1571137" y="270149"/>
                </a:lnTo>
                <a:lnTo>
                  <a:pt x="1572384" y="268857"/>
                </a:lnTo>
                <a:lnTo>
                  <a:pt x="1573631" y="266275"/>
                </a:lnTo>
                <a:lnTo>
                  <a:pt x="1574879" y="264984"/>
                </a:lnTo>
                <a:lnTo>
                  <a:pt x="1576126" y="268857"/>
                </a:lnTo>
                <a:lnTo>
                  <a:pt x="1577373" y="263692"/>
                </a:lnTo>
                <a:lnTo>
                  <a:pt x="1578621" y="262394"/>
                </a:lnTo>
                <a:lnTo>
                  <a:pt x="1579868" y="261102"/>
                </a:lnTo>
                <a:lnTo>
                  <a:pt x="1581115" y="263692"/>
                </a:lnTo>
                <a:lnTo>
                  <a:pt x="1582363" y="259811"/>
                </a:lnTo>
                <a:lnTo>
                  <a:pt x="1583618" y="259811"/>
                </a:lnTo>
                <a:lnTo>
                  <a:pt x="1584865" y="263692"/>
                </a:lnTo>
                <a:lnTo>
                  <a:pt x="1586112" y="259811"/>
                </a:lnTo>
                <a:lnTo>
                  <a:pt x="1587360" y="258520"/>
                </a:lnTo>
                <a:lnTo>
                  <a:pt x="1588607" y="258520"/>
                </a:lnTo>
                <a:lnTo>
                  <a:pt x="1589854" y="263692"/>
                </a:lnTo>
                <a:lnTo>
                  <a:pt x="1591102" y="257229"/>
                </a:lnTo>
                <a:lnTo>
                  <a:pt x="1592349" y="255937"/>
                </a:lnTo>
                <a:lnTo>
                  <a:pt x="1593596" y="257229"/>
                </a:lnTo>
                <a:lnTo>
                  <a:pt x="1594843" y="257229"/>
                </a:lnTo>
                <a:lnTo>
                  <a:pt x="1596091" y="252056"/>
                </a:lnTo>
                <a:lnTo>
                  <a:pt x="1597338" y="249474"/>
                </a:lnTo>
                <a:lnTo>
                  <a:pt x="1598585" y="253347"/>
                </a:lnTo>
                <a:lnTo>
                  <a:pt x="1599840" y="249474"/>
                </a:lnTo>
                <a:lnTo>
                  <a:pt x="1601088" y="246884"/>
                </a:lnTo>
                <a:lnTo>
                  <a:pt x="1602335" y="246884"/>
                </a:lnTo>
                <a:lnTo>
                  <a:pt x="1603582" y="249474"/>
                </a:lnTo>
                <a:lnTo>
                  <a:pt x="1604830" y="245592"/>
                </a:lnTo>
                <a:lnTo>
                  <a:pt x="1606077" y="244301"/>
                </a:lnTo>
                <a:lnTo>
                  <a:pt x="1607324" y="246884"/>
                </a:lnTo>
                <a:lnTo>
                  <a:pt x="1608572" y="244301"/>
                </a:lnTo>
                <a:lnTo>
                  <a:pt x="1609819" y="241719"/>
                </a:lnTo>
                <a:lnTo>
                  <a:pt x="1611066" y="240420"/>
                </a:lnTo>
                <a:lnTo>
                  <a:pt x="1612313" y="244301"/>
                </a:lnTo>
                <a:lnTo>
                  <a:pt x="1613561" y="237837"/>
                </a:lnTo>
                <a:lnTo>
                  <a:pt x="1614816" y="236546"/>
                </a:lnTo>
                <a:lnTo>
                  <a:pt x="1616063" y="236546"/>
                </a:lnTo>
                <a:lnTo>
                  <a:pt x="1617310" y="236546"/>
                </a:lnTo>
                <a:lnTo>
                  <a:pt x="1618558" y="231374"/>
                </a:lnTo>
                <a:lnTo>
                  <a:pt x="1619805" y="230082"/>
                </a:lnTo>
                <a:lnTo>
                  <a:pt x="1621052" y="233956"/>
                </a:lnTo>
                <a:lnTo>
                  <a:pt x="1622300" y="226201"/>
                </a:lnTo>
                <a:lnTo>
                  <a:pt x="1623547" y="222327"/>
                </a:lnTo>
                <a:lnTo>
                  <a:pt x="1624794" y="218446"/>
                </a:lnTo>
                <a:lnTo>
                  <a:pt x="1626042" y="219737"/>
                </a:lnTo>
                <a:lnTo>
                  <a:pt x="1627289" y="210691"/>
                </a:lnTo>
                <a:lnTo>
                  <a:pt x="1628536" y="205519"/>
                </a:lnTo>
                <a:lnTo>
                  <a:pt x="1629783" y="204227"/>
                </a:lnTo>
                <a:lnTo>
                  <a:pt x="1631038" y="199062"/>
                </a:lnTo>
                <a:lnTo>
                  <a:pt x="1632286" y="192599"/>
                </a:lnTo>
                <a:lnTo>
                  <a:pt x="1633533" y="190009"/>
                </a:lnTo>
                <a:lnTo>
                  <a:pt x="1634780" y="192599"/>
                </a:lnTo>
                <a:lnTo>
                  <a:pt x="1636028" y="184844"/>
                </a:lnTo>
                <a:lnTo>
                  <a:pt x="1637275" y="178380"/>
                </a:lnTo>
                <a:lnTo>
                  <a:pt x="1638522" y="174499"/>
                </a:lnTo>
                <a:lnTo>
                  <a:pt x="1639770" y="171916"/>
                </a:lnTo>
                <a:lnTo>
                  <a:pt x="1641017" y="168035"/>
                </a:lnTo>
                <a:lnTo>
                  <a:pt x="1642264" y="165452"/>
                </a:lnTo>
                <a:lnTo>
                  <a:pt x="1643512" y="169326"/>
                </a:lnTo>
                <a:lnTo>
                  <a:pt x="1644759" y="164161"/>
                </a:lnTo>
                <a:lnTo>
                  <a:pt x="1646014" y="161571"/>
                </a:lnTo>
                <a:lnTo>
                  <a:pt x="1647261" y="160280"/>
                </a:lnTo>
                <a:lnTo>
                  <a:pt x="1648508" y="161571"/>
                </a:lnTo>
                <a:lnTo>
                  <a:pt x="1649756" y="160280"/>
                </a:lnTo>
                <a:lnTo>
                  <a:pt x="1651003" y="158989"/>
                </a:lnTo>
                <a:lnTo>
                  <a:pt x="1652250" y="161571"/>
                </a:lnTo>
                <a:lnTo>
                  <a:pt x="1653498" y="155107"/>
                </a:lnTo>
                <a:lnTo>
                  <a:pt x="1654745" y="152525"/>
                </a:lnTo>
                <a:lnTo>
                  <a:pt x="1655992" y="151234"/>
                </a:lnTo>
                <a:lnTo>
                  <a:pt x="1657240" y="155107"/>
                </a:lnTo>
                <a:lnTo>
                  <a:pt x="1658487" y="149942"/>
                </a:lnTo>
                <a:lnTo>
                  <a:pt x="1659734" y="146061"/>
                </a:lnTo>
                <a:lnTo>
                  <a:pt x="1660982" y="146061"/>
                </a:lnTo>
                <a:lnTo>
                  <a:pt x="1662236" y="143479"/>
                </a:lnTo>
                <a:lnTo>
                  <a:pt x="1663484" y="143479"/>
                </a:lnTo>
                <a:lnTo>
                  <a:pt x="1664731" y="135724"/>
                </a:lnTo>
                <a:lnTo>
                  <a:pt x="1665978" y="133134"/>
                </a:lnTo>
                <a:lnTo>
                  <a:pt x="1667226" y="120206"/>
                </a:lnTo>
                <a:lnTo>
                  <a:pt x="1668473" y="113750"/>
                </a:lnTo>
                <a:lnTo>
                  <a:pt x="1669720" y="112451"/>
                </a:lnTo>
                <a:lnTo>
                  <a:pt x="1670968" y="105988"/>
                </a:lnTo>
                <a:lnTo>
                  <a:pt x="1672215" y="102114"/>
                </a:lnTo>
                <a:lnTo>
                  <a:pt x="1673462" y="95650"/>
                </a:lnTo>
                <a:lnTo>
                  <a:pt x="1674710" y="100822"/>
                </a:lnTo>
                <a:lnTo>
                  <a:pt x="1675957" y="96941"/>
                </a:lnTo>
                <a:lnTo>
                  <a:pt x="1677212" y="98233"/>
                </a:lnTo>
                <a:lnTo>
                  <a:pt x="1678459" y="102114"/>
                </a:lnTo>
                <a:lnTo>
                  <a:pt x="1679706" y="108577"/>
                </a:lnTo>
                <a:lnTo>
                  <a:pt x="1680954" y="107286"/>
                </a:lnTo>
                <a:lnTo>
                  <a:pt x="1682201" y="111160"/>
                </a:lnTo>
                <a:lnTo>
                  <a:pt x="1683448" y="120206"/>
                </a:lnTo>
                <a:lnTo>
                  <a:pt x="1684696" y="121505"/>
                </a:lnTo>
                <a:lnTo>
                  <a:pt x="1685943" y="124087"/>
                </a:lnTo>
                <a:lnTo>
                  <a:pt x="1687190" y="129260"/>
                </a:lnTo>
                <a:lnTo>
                  <a:pt x="1688438" y="139597"/>
                </a:lnTo>
                <a:lnTo>
                  <a:pt x="1689685" y="139597"/>
                </a:lnTo>
                <a:lnTo>
                  <a:pt x="1690932" y="144770"/>
                </a:lnTo>
                <a:lnTo>
                  <a:pt x="1692180" y="153816"/>
                </a:lnTo>
                <a:lnTo>
                  <a:pt x="1693434" y="151234"/>
                </a:lnTo>
                <a:lnTo>
                  <a:pt x="1694682" y="149942"/>
                </a:lnTo>
                <a:lnTo>
                  <a:pt x="1695929" y="149942"/>
                </a:lnTo>
                <a:lnTo>
                  <a:pt x="1697176" y="155107"/>
                </a:lnTo>
                <a:lnTo>
                  <a:pt x="1698424" y="152525"/>
                </a:lnTo>
                <a:lnTo>
                  <a:pt x="1699671" y="155107"/>
                </a:lnTo>
                <a:lnTo>
                  <a:pt x="1700918" y="162862"/>
                </a:lnTo>
                <a:lnTo>
                  <a:pt x="1702166" y="160280"/>
                </a:lnTo>
                <a:lnTo>
                  <a:pt x="1703413" y="162862"/>
                </a:lnTo>
                <a:lnTo>
                  <a:pt x="1704660" y="166744"/>
                </a:lnTo>
                <a:lnTo>
                  <a:pt x="1705908" y="166744"/>
                </a:lnTo>
                <a:lnTo>
                  <a:pt x="1707155" y="164161"/>
                </a:lnTo>
                <a:lnTo>
                  <a:pt x="1708410" y="164161"/>
                </a:lnTo>
                <a:lnTo>
                  <a:pt x="1709657" y="171916"/>
                </a:lnTo>
                <a:lnTo>
                  <a:pt x="1710904" y="166744"/>
                </a:lnTo>
                <a:lnTo>
                  <a:pt x="1712152" y="168035"/>
                </a:lnTo>
                <a:lnTo>
                  <a:pt x="1713399" y="174499"/>
                </a:lnTo>
                <a:lnTo>
                  <a:pt x="1714646" y="170625"/>
                </a:lnTo>
                <a:lnTo>
                  <a:pt x="1715894" y="170625"/>
                </a:lnTo>
                <a:lnTo>
                  <a:pt x="1717141" y="170625"/>
                </a:lnTo>
                <a:lnTo>
                  <a:pt x="1718388" y="175790"/>
                </a:lnTo>
                <a:lnTo>
                  <a:pt x="1719636" y="174499"/>
                </a:lnTo>
                <a:lnTo>
                  <a:pt x="1720883" y="174499"/>
                </a:lnTo>
                <a:lnTo>
                  <a:pt x="1722130" y="179671"/>
                </a:lnTo>
                <a:lnTo>
                  <a:pt x="1723378" y="174499"/>
                </a:lnTo>
                <a:lnTo>
                  <a:pt x="1724633" y="175790"/>
                </a:lnTo>
                <a:lnTo>
                  <a:pt x="1725880" y="180962"/>
                </a:lnTo>
                <a:lnTo>
                  <a:pt x="1727127" y="178380"/>
                </a:lnTo>
                <a:lnTo>
                  <a:pt x="1728375" y="178380"/>
                </a:lnTo>
                <a:lnTo>
                  <a:pt x="1729622" y="178380"/>
                </a:lnTo>
                <a:lnTo>
                  <a:pt x="1730869" y="182254"/>
                </a:lnTo>
                <a:lnTo>
                  <a:pt x="1732116" y="177081"/>
                </a:lnTo>
                <a:lnTo>
                  <a:pt x="1733364" y="177081"/>
                </a:lnTo>
                <a:lnTo>
                  <a:pt x="1734611" y="183545"/>
                </a:lnTo>
                <a:lnTo>
                  <a:pt x="1735858" y="178380"/>
                </a:lnTo>
                <a:lnTo>
                  <a:pt x="1737106" y="178380"/>
                </a:lnTo>
                <a:lnTo>
                  <a:pt x="1738353" y="180962"/>
                </a:lnTo>
                <a:lnTo>
                  <a:pt x="1739608" y="179671"/>
                </a:lnTo>
                <a:lnTo>
                  <a:pt x="1740855" y="178380"/>
                </a:lnTo>
                <a:lnTo>
                  <a:pt x="1742103" y="177081"/>
                </a:lnTo>
                <a:lnTo>
                  <a:pt x="1743350" y="182254"/>
                </a:lnTo>
                <a:lnTo>
                  <a:pt x="1744597" y="177081"/>
                </a:lnTo>
                <a:lnTo>
                  <a:pt x="1745845" y="177081"/>
                </a:lnTo>
                <a:lnTo>
                  <a:pt x="1747092" y="184844"/>
                </a:lnTo>
                <a:lnTo>
                  <a:pt x="1748339" y="179671"/>
                </a:lnTo>
                <a:lnTo>
                  <a:pt x="1749586" y="178380"/>
                </a:lnTo>
                <a:lnTo>
                  <a:pt x="1750834" y="177081"/>
                </a:lnTo>
                <a:lnTo>
                  <a:pt x="1752081" y="178380"/>
                </a:lnTo>
                <a:lnTo>
                  <a:pt x="1753328" y="178380"/>
                </a:lnTo>
                <a:lnTo>
                  <a:pt x="1754576" y="178380"/>
                </a:lnTo>
                <a:lnTo>
                  <a:pt x="1755831" y="186135"/>
                </a:lnTo>
                <a:lnTo>
                  <a:pt x="1757078" y="179671"/>
                </a:lnTo>
                <a:lnTo>
                  <a:pt x="1758325" y="179671"/>
                </a:lnTo>
                <a:lnTo>
                  <a:pt x="1759573" y="184844"/>
                </a:lnTo>
                <a:lnTo>
                  <a:pt x="1760820" y="180962"/>
                </a:lnTo>
                <a:lnTo>
                  <a:pt x="1762067" y="173207"/>
                </a:lnTo>
                <a:lnTo>
                  <a:pt x="1763315" y="162862"/>
                </a:lnTo>
                <a:lnTo>
                  <a:pt x="1764562" y="161571"/>
                </a:lnTo>
                <a:lnTo>
                  <a:pt x="1765809" y="165452"/>
                </a:lnTo>
                <a:lnTo>
                  <a:pt x="1767057" y="174499"/>
                </a:lnTo>
                <a:lnTo>
                  <a:pt x="1768304" y="184844"/>
                </a:lnTo>
                <a:lnTo>
                  <a:pt x="1769551" y="179671"/>
                </a:lnTo>
                <a:lnTo>
                  <a:pt x="1770806" y="178380"/>
                </a:lnTo>
                <a:lnTo>
                  <a:pt x="1772053" y="182254"/>
                </a:lnTo>
                <a:lnTo>
                  <a:pt x="1773301" y="180962"/>
                </a:lnTo>
                <a:lnTo>
                  <a:pt x="1774548" y="180962"/>
                </a:lnTo>
                <a:lnTo>
                  <a:pt x="1775795" y="178380"/>
                </a:lnTo>
                <a:lnTo>
                  <a:pt x="1777043" y="177081"/>
                </a:lnTo>
                <a:lnTo>
                  <a:pt x="1778290" y="170625"/>
                </a:lnTo>
                <a:lnTo>
                  <a:pt x="1779537" y="169326"/>
                </a:lnTo>
                <a:lnTo>
                  <a:pt x="1780785" y="180962"/>
                </a:lnTo>
                <a:lnTo>
                  <a:pt x="1782032" y="174499"/>
                </a:lnTo>
                <a:lnTo>
                  <a:pt x="1783279" y="174499"/>
                </a:lnTo>
                <a:lnTo>
                  <a:pt x="1784527" y="174499"/>
                </a:lnTo>
                <a:lnTo>
                  <a:pt x="1785774" y="178380"/>
                </a:lnTo>
                <a:lnTo>
                  <a:pt x="1787029" y="174499"/>
                </a:lnTo>
                <a:lnTo>
                  <a:pt x="1788276" y="171916"/>
                </a:lnTo>
                <a:lnTo>
                  <a:pt x="1789523" y="178380"/>
                </a:lnTo>
                <a:lnTo>
                  <a:pt x="1790771" y="171916"/>
                </a:lnTo>
                <a:lnTo>
                  <a:pt x="1792018" y="171916"/>
                </a:lnTo>
                <a:lnTo>
                  <a:pt x="1793265" y="173207"/>
                </a:lnTo>
                <a:lnTo>
                  <a:pt x="1794513" y="174499"/>
                </a:lnTo>
                <a:lnTo>
                  <a:pt x="1795760" y="170625"/>
                </a:lnTo>
                <a:lnTo>
                  <a:pt x="1797007" y="169326"/>
                </a:lnTo>
                <a:lnTo>
                  <a:pt x="1798255" y="177081"/>
                </a:lnTo>
                <a:lnTo>
                  <a:pt x="1799502" y="171916"/>
                </a:lnTo>
                <a:lnTo>
                  <a:pt x="1800749" y="171916"/>
                </a:lnTo>
                <a:lnTo>
                  <a:pt x="1802004" y="177081"/>
                </a:lnTo>
                <a:lnTo>
                  <a:pt x="1803251" y="175790"/>
                </a:lnTo>
                <a:lnTo>
                  <a:pt x="1804499" y="173207"/>
                </a:lnTo>
                <a:lnTo>
                  <a:pt x="1805746" y="171916"/>
                </a:lnTo>
                <a:lnTo>
                  <a:pt x="1806993" y="179671"/>
                </a:lnTo>
                <a:lnTo>
                  <a:pt x="1808241" y="173207"/>
                </a:lnTo>
                <a:lnTo>
                  <a:pt x="1809488" y="169326"/>
                </a:lnTo>
                <a:lnTo>
                  <a:pt x="1810735" y="174499"/>
                </a:lnTo>
                <a:lnTo>
                  <a:pt x="1811983" y="170625"/>
                </a:lnTo>
                <a:lnTo>
                  <a:pt x="1813230" y="168035"/>
                </a:lnTo>
                <a:lnTo>
                  <a:pt x="1814477" y="166744"/>
                </a:lnTo>
                <a:lnTo>
                  <a:pt x="1815725" y="174499"/>
                </a:lnTo>
                <a:lnTo>
                  <a:pt x="1816972" y="170625"/>
                </a:lnTo>
                <a:lnTo>
                  <a:pt x="1818227" y="168035"/>
                </a:lnTo>
                <a:lnTo>
                  <a:pt x="1819474" y="175790"/>
                </a:lnTo>
                <a:lnTo>
                  <a:pt x="1820721" y="170625"/>
                </a:lnTo>
                <a:lnTo>
                  <a:pt x="1821969" y="169326"/>
                </a:lnTo>
                <a:lnTo>
                  <a:pt x="1823216" y="169326"/>
                </a:lnTo>
                <a:lnTo>
                  <a:pt x="1824463" y="175790"/>
                </a:lnTo>
                <a:lnTo>
                  <a:pt x="1825711" y="171916"/>
                </a:lnTo>
                <a:lnTo>
                  <a:pt x="1826958" y="170625"/>
                </a:lnTo>
                <a:lnTo>
                  <a:pt x="1828205" y="178380"/>
                </a:lnTo>
                <a:lnTo>
                  <a:pt x="1829453" y="173207"/>
                </a:lnTo>
                <a:lnTo>
                  <a:pt x="1830700" y="171916"/>
                </a:lnTo>
                <a:lnTo>
                  <a:pt x="1831947" y="173207"/>
                </a:lnTo>
                <a:lnTo>
                  <a:pt x="1833202" y="177081"/>
                </a:lnTo>
                <a:lnTo>
                  <a:pt x="1834449" y="169326"/>
                </a:lnTo>
                <a:lnTo>
                  <a:pt x="1835697" y="168035"/>
                </a:lnTo>
                <a:lnTo>
                  <a:pt x="1836944" y="175790"/>
                </a:lnTo>
                <a:lnTo>
                  <a:pt x="1838191" y="173207"/>
                </a:lnTo>
                <a:lnTo>
                  <a:pt x="1839439" y="170625"/>
                </a:lnTo>
                <a:lnTo>
                  <a:pt x="1840686" y="173207"/>
                </a:lnTo>
                <a:lnTo>
                  <a:pt x="1841933" y="173207"/>
                </a:lnTo>
                <a:lnTo>
                  <a:pt x="1843181" y="169326"/>
                </a:lnTo>
                <a:lnTo>
                  <a:pt x="1844428" y="170625"/>
                </a:lnTo>
                <a:lnTo>
                  <a:pt x="1845675" y="180962"/>
                </a:lnTo>
                <a:lnTo>
                  <a:pt x="1846923" y="175790"/>
                </a:lnTo>
                <a:lnTo>
                  <a:pt x="1848170" y="173207"/>
                </a:lnTo>
                <a:lnTo>
                  <a:pt x="1849425" y="177081"/>
                </a:lnTo>
                <a:lnTo>
                  <a:pt x="1850672" y="177081"/>
                </a:lnTo>
                <a:lnTo>
                  <a:pt x="1851919" y="171916"/>
                </a:lnTo>
                <a:lnTo>
                  <a:pt x="1853167" y="171916"/>
                </a:lnTo>
                <a:lnTo>
                  <a:pt x="1854414" y="180962"/>
                </a:lnTo>
                <a:lnTo>
                  <a:pt x="1855661" y="175790"/>
                </a:lnTo>
                <a:lnTo>
                  <a:pt x="1856909" y="174499"/>
                </a:lnTo>
                <a:lnTo>
                  <a:pt x="1858156" y="180962"/>
                </a:lnTo>
                <a:lnTo>
                  <a:pt x="1859403" y="179671"/>
                </a:lnTo>
                <a:lnTo>
                  <a:pt x="1860651" y="174499"/>
                </a:lnTo>
                <a:lnTo>
                  <a:pt x="1861898" y="175790"/>
                </a:lnTo>
                <a:lnTo>
                  <a:pt x="1863145" y="184844"/>
                </a:lnTo>
                <a:lnTo>
                  <a:pt x="1864400" y="180962"/>
                </a:lnTo>
                <a:lnTo>
                  <a:pt x="1865648" y="179671"/>
                </a:lnTo>
                <a:lnTo>
                  <a:pt x="1866895" y="188717"/>
                </a:lnTo>
                <a:lnTo>
                  <a:pt x="1868142" y="187426"/>
                </a:lnTo>
                <a:lnTo>
                  <a:pt x="1869389" y="184844"/>
                </a:lnTo>
                <a:lnTo>
                  <a:pt x="1870637" y="186135"/>
                </a:lnTo>
                <a:lnTo>
                  <a:pt x="1871884" y="195181"/>
                </a:lnTo>
                <a:lnTo>
                  <a:pt x="1873131" y="188717"/>
                </a:lnTo>
                <a:lnTo>
                  <a:pt x="1874379" y="187426"/>
                </a:lnTo>
                <a:lnTo>
                  <a:pt x="1875626" y="196472"/>
                </a:lnTo>
                <a:lnTo>
                  <a:pt x="1876873" y="192599"/>
                </a:lnTo>
                <a:lnTo>
                  <a:pt x="1878121" y="188717"/>
                </a:lnTo>
                <a:lnTo>
                  <a:pt x="1879368" y="188717"/>
                </a:lnTo>
                <a:lnTo>
                  <a:pt x="1880623" y="204227"/>
                </a:lnTo>
                <a:lnTo>
                  <a:pt x="1881870" y="200354"/>
                </a:lnTo>
                <a:lnTo>
                  <a:pt x="1883118" y="196472"/>
                </a:lnTo>
                <a:lnTo>
                  <a:pt x="1884365" y="199062"/>
                </a:lnTo>
                <a:lnTo>
                  <a:pt x="1885612" y="209400"/>
                </a:lnTo>
                <a:lnTo>
                  <a:pt x="1886859" y="201645"/>
                </a:lnTo>
                <a:lnTo>
                  <a:pt x="1888107" y="193890"/>
                </a:lnTo>
                <a:lnTo>
                  <a:pt x="1889354" y="200354"/>
                </a:lnTo>
                <a:lnTo>
                  <a:pt x="1890601" y="191300"/>
                </a:lnTo>
                <a:lnTo>
                  <a:pt x="1891849" y="130551"/>
                </a:lnTo>
                <a:lnTo>
                  <a:pt x="1893096" y="55576"/>
                </a:lnTo>
                <a:lnTo>
                  <a:pt x="1894343" y="7755"/>
                </a:lnTo>
                <a:lnTo>
                  <a:pt x="1895598" y="7755"/>
                </a:lnTo>
                <a:lnTo>
                  <a:pt x="1895967" y="7755"/>
                </a:lnTo>
                <a:moveTo>
                  <a:pt x="1895967" y="372270"/>
                </a:moveTo>
                <a:lnTo>
                  <a:pt x="1895598" y="372270"/>
                </a:lnTo>
                <a:lnTo>
                  <a:pt x="1894343" y="372270"/>
                </a:lnTo>
                <a:lnTo>
                  <a:pt x="1893096" y="372270"/>
                </a:lnTo>
                <a:lnTo>
                  <a:pt x="1891849" y="372270"/>
                </a:lnTo>
                <a:lnTo>
                  <a:pt x="1890601" y="372270"/>
                </a:lnTo>
                <a:lnTo>
                  <a:pt x="1889354" y="372270"/>
                </a:lnTo>
                <a:lnTo>
                  <a:pt x="1888107" y="372270"/>
                </a:lnTo>
                <a:lnTo>
                  <a:pt x="1886859" y="372270"/>
                </a:lnTo>
                <a:lnTo>
                  <a:pt x="1885612" y="372270"/>
                </a:lnTo>
                <a:lnTo>
                  <a:pt x="1884365" y="372270"/>
                </a:lnTo>
                <a:lnTo>
                  <a:pt x="1883118" y="372270"/>
                </a:lnTo>
                <a:lnTo>
                  <a:pt x="1881870" y="372270"/>
                </a:lnTo>
                <a:lnTo>
                  <a:pt x="1880623" y="372270"/>
                </a:lnTo>
                <a:lnTo>
                  <a:pt x="1879368" y="372270"/>
                </a:lnTo>
                <a:lnTo>
                  <a:pt x="1878121" y="372270"/>
                </a:lnTo>
                <a:lnTo>
                  <a:pt x="1876873" y="372270"/>
                </a:lnTo>
                <a:lnTo>
                  <a:pt x="1875626" y="372270"/>
                </a:lnTo>
                <a:lnTo>
                  <a:pt x="1874379" y="372270"/>
                </a:lnTo>
                <a:lnTo>
                  <a:pt x="1873131" y="372270"/>
                </a:lnTo>
                <a:lnTo>
                  <a:pt x="1871884" y="372270"/>
                </a:lnTo>
                <a:lnTo>
                  <a:pt x="1870637" y="372270"/>
                </a:lnTo>
                <a:lnTo>
                  <a:pt x="1869389" y="372270"/>
                </a:lnTo>
                <a:lnTo>
                  <a:pt x="1868142" y="372270"/>
                </a:lnTo>
                <a:lnTo>
                  <a:pt x="1866895" y="372270"/>
                </a:lnTo>
                <a:lnTo>
                  <a:pt x="1865648" y="372270"/>
                </a:lnTo>
                <a:lnTo>
                  <a:pt x="1864400" y="372270"/>
                </a:lnTo>
                <a:lnTo>
                  <a:pt x="1863145" y="372270"/>
                </a:lnTo>
                <a:lnTo>
                  <a:pt x="1861898" y="372270"/>
                </a:lnTo>
                <a:lnTo>
                  <a:pt x="1860651" y="372270"/>
                </a:lnTo>
                <a:lnTo>
                  <a:pt x="1859403" y="372270"/>
                </a:lnTo>
                <a:lnTo>
                  <a:pt x="1858156" y="372270"/>
                </a:lnTo>
                <a:lnTo>
                  <a:pt x="1856909" y="372270"/>
                </a:lnTo>
                <a:lnTo>
                  <a:pt x="1855661" y="372270"/>
                </a:lnTo>
                <a:lnTo>
                  <a:pt x="1854414" y="372270"/>
                </a:lnTo>
                <a:lnTo>
                  <a:pt x="1853167" y="372270"/>
                </a:lnTo>
                <a:lnTo>
                  <a:pt x="1851919" y="372270"/>
                </a:lnTo>
                <a:lnTo>
                  <a:pt x="1850672" y="372270"/>
                </a:lnTo>
                <a:lnTo>
                  <a:pt x="1849425" y="372270"/>
                </a:lnTo>
                <a:lnTo>
                  <a:pt x="1848170" y="372270"/>
                </a:lnTo>
                <a:lnTo>
                  <a:pt x="1846923" y="372270"/>
                </a:lnTo>
                <a:lnTo>
                  <a:pt x="1845675" y="372270"/>
                </a:lnTo>
                <a:lnTo>
                  <a:pt x="1844428" y="372270"/>
                </a:lnTo>
                <a:lnTo>
                  <a:pt x="1843181" y="372270"/>
                </a:lnTo>
                <a:lnTo>
                  <a:pt x="1841933" y="372270"/>
                </a:lnTo>
                <a:lnTo>
                  <a:pt x="1840686" y="372270"/>
                </a:lnTo>
                <a:lnTo>
                  <a:pt x="1839439" y="372270"/>
                </a:lnTo>
                <a:lnTo>
                  <a:pt x="1838191" y="372270"/>
                </a:lnTo>
                <a:lnTo>
                  <a:pt x="1836944" y="372270"/>
                </a:lnTo>
                <a:lnTo>
                  <a:pt x="1835697" y="372270"/>
                </a:lnTo>
                <a:lnTo>
                  <a:pt x="1834449" y="372270"/>
                </a:lnTo>
                <a:lnTo>
                  <a:pt x="1833202" y="372270"/>
                </a:lnTo>
                <a:lnTo>
                  <a:pt x="1831947" y="372270"/>
                </a:lnTo>
                <a:lnTo>
                  <a:pt x="1830700" y="372270"/>
                </a:lnTo>
                <a:lnTo>
                  <a:pt x="1829453" y="372270"/>
                </a:lnTo>
                <a:lnTo>
                  <a:pt x="1828205" y="372270"/>
                </a:lnTo>
                <a:lnTo>
                  <a:pt x="1826958" y="372270"/>
                </a:lnTo>
                <a:lnTo>
                  <a:pt x="1825711" y="372270"/>
                </a:lnTo>
                <a:lnTo>
                  <a:pt x="1824463" y="372270"/>
                </a:lnTo>
                <a:lnTo>
                  <a:pt x="1823216" y="372270"/>
                </a:lnTo>
                <a:lnTo>
                  <a:pt x="1821969" y="372270"/>
                </a:lnTo>
                <a:lnTo>
                  <a:pt x="1820721" y="372270"/>
                </a:lnTo>
                <a:lnTo>
                  <a:pt x="1819474" y="372270"/>
                </a:lnTo>
                <a:lnTo>
                  <a:pt x="1818227" y="372270"/>
                </a:lnTo>
                <a:lnTo>
                  <a:pt x="1816972" y="372270"/>
                </a:lnTo>
                <a:lnTo>
                  <a:pt x="1815725" y="372270"/>
                </a:lnTo>
                <a:lnTo>
                  <a:pt x="1814477" y="372270"/>
                </a:lnTo>
                <a:lnTo>
                  <a:pt x="1813230" y="372270"/>
                </a:lnTo>
                <a:lnTo>
                  <a:pt x="1811983" y="372270"/>
                </a:lnTo>
                <a:lnTo>
                  <a:pt x="1810735" y="372270"/>
                </a:lnTo>
                <a:lnTo>
                  <a:pt x="1809488" y="372270"/>
                </a:lnTo>
                <a:lnTo>
                  <a:pt x="1808241" y="372270"/>
                </a:lnTo>
                <a:lnTo>
                  <a:pt x="1806993" y="372270"/>
                </a:lnTo>
                <a:lnTo>
                  <a:pt x="1805746" y="372270"/>
                </a:lnTo>
                <a:lnTo>
                  <a:pt x="1804499" y="372270"/>
                </a:lnTo>
                <a:lnTo>
                  <a:pt x="1803251" y="372270"/>
                </a:lnTo>
                <a:lnTo>
                  <a:pt x="1802004" y="372270"/>
                </a:lnTo>
                <a:lnTo>
                  <a:pt x="1800749" y="372270"/>
                </a:lnTo>
                <a:lnTo>
                  <a:pt x="1799502" y="372270"/>
                </a:lnTo>
                <a:lnTo>
                  <a:pt x="1798255" y="372270"/>
                </a:lnTo>
                <a:lnTo>
                  <a:pt x="1797007" y="372270"/>
                </a:lnTo>
                <a:lnTo>
                  <a:pt x="1795760" y="372270"/>
                </a:lnTo>
                <a:lnTo>
                  <a:pt x="1794513" y="372270"/>
                </a:lnTo>
                <a:lnTo>
                  <a:pt x="1793265" y="372270"/>
                </a:lnTo>
                <a:lnTo>
                  <a:pt x="1792018" y="372270"/>
                </a:lnTo>
                <a:lnTo>
                  <a:pt x="1790771" y="372270"/>
                </a:lnTo>
                <a:lnTo>
                  <a:pt x="1789523" y="372270"/>
                </a:lnTo>
                <a:lnTo>
                  <a:pt x="1788276" y="372270"/>
                </a:lnTo>
                <a:lnTo>
                  <a:pt x="1787029" y="372270"/>
                </a:lnTo>
                <a:lnTo>
                  <a:pt x="1785774" y="372270"/>
                </a:lnTo>
                <a:lnTo>
                  <a:pt x="1784527" y="372270"/>
                </a:lnTo>
                <a:lnTo>
                  <a:pt x="1783279" y="372270"/>
                </a:lnTo>
                <a:lnTo>
                  <a:pt x="1782032" y="372270"/>
                </a:lnTo>
                <a:lnTo>
                  <a:pt x="1780785" y="372270"/>
                </a:lnTo>
                <a:lnTo>
                  <a:pt x="1779537" y="372270"/>
                </a:lnTo>
                <a:lnTo>
                  <a:pt x="1778290" y="372270"/>
                </a:lnTo>
                <a:lnTo>
                  <a:pt x="1777043" y="372270"/>
                </a:lnTo>
                <a:lnTo>
                  <a:pt x="1775795" y="372270"/>
                </a:lnTo>
                <a:lnTo>
                  <a:pt x="1774548" y="372270"/>
                </a:lnTo>
                <a:lnTo>
                  <a:pt x="1773301" y="372270"/>
                </a:lnTo>
                <a:lnTo>
                  <a:pt x="1772053" y="372270"/>
                </a:lnTo>
                <a:lnTo>
                  <a:pt x="1770806" y="372270"/>
                </a:lnTo>
                <a:lnTo>
                  <a:pt x="1769551" y="372270"/>
                </a:lnTo>
                <a:lnTo>
                  <a:pt x="1768304" y="372270"/>
                </a:lnTo>
                <a:lnTo>
                  <a:pt x="1767057" y="372270"/>
                </a:lnTo>
                <a:lnTo>
                  <a:pt x="1765809" y="372270"/>
                </a:lnTo>
                <a:lnTo>
                  <a:pt x="1764562" y="372270"/>
                </a:lnTo>
                <a:lnTo>
                  <a:pt x="1763315" y="372270"/>
                </a:lnTo>
                <a:lnTo>
                  <a:pt x="1762067" y="372270"/>
                </a:lnTo>
                <a:lnTo>
                  <a:pt x="1760820" y="372270"/>
                </a:lnTo>
                <a:lnTo>
                  <a:pt x="1759573" y="372270"/>
                </a:lnTo>
                <a:lnTo>
                  <a:pt x="1758325" y="372270"/>
                </a:lnTo>
                <a:lnTo>
                  <a:pt x="1757078" y="372270"/>
                </a:lnTo>
                <a:lnTo>
                  <a:pt x="1755831" y="372270"/>
                </a:lnTo>
                <a:lnTo>
                  <a:pt x="1754576" y="372270"/>
                </a:lnTo>
                <a:lnTo>
                  <a:pt x="1753328" y="372270"/>
                </a:lnTo>
                <a:lnTo>
                  <a:pt x="1752081" y="372270"/>
                </a:lnTo>
                <a:lnTo>
                  <a:pt x="1750834" y="372270"/>
                </a:lnTo>
                <a:lnTo>
                  <a:pt x="1749586" y="372270"/>
                </a:lnTo>
                <a:lnTo>
                  <a:pt x="1748339" y="372270"/>
                </a:lnTo>
                <a:lnTo>
                  <a:pt x="1747092" y="372270"/>
                </a:lnTo>
                <a:lnTo>
                  <a:pt x="1745845" y="372270"/>
                </a:lnTo>
                <a:lnTo>
                  <a:pt x="1744597" y="372270"/>
                </a:lnTo>
                <a:lnTo>
                  <a:pt x="1743350" y="372270"/>
                </a:lnTo>
                <a:lnTo>
                  <a:pt x="1742103" y="372270"/>
                </a:lnTo>
                <a:lnTo>
                  <a:pt x="1740855" y="372270"/>
                </a:lnTo>
                <a:lnTo>
                  <a:pt x="1739608" y="372270"/>
                </a:lnTo>
                <a:lnTo>
                  <a:pt x="1738353" y="372270"/>
                </a:lnTo>
                <a:lnTo>
                  <a:pt x="1737106" y="372270"/>
                </a:lnTo>
                <a:lnTo>
                  <a:pt x="1735858" y="372270"/>
                </a:lnTo>
                <a:lnTo>
                  <a:pt x="1734611" y="372270"/>
                </a:lnTo>
                <a:lnTo>
                  <a:pt x="1733364" y="372270"/>
                </a:lnTo>
                <a:lnTo>
                  <a:pt x="1732116" y="372270"/>
                </a:lnTo>
                <a:lnTo>
                  <a:pt x="1730869" y="372270"/>
                </a:lnTo>
                <a:lnTo>
                  <a:pt x="1729622" y="372270"/>
                </a:lnTo>
                <a:lnTo>
                  <a:pt x="1728375" y="372270"/>
                </a:lnTo>
                <a:lnTo>
                  <a:pt x="1727127" y="372270"/>
                </a:lnTo>
                <a:lnTo>
                  <a:pt x="1725880" y="372270"/>
                </a:lnTo>
                <a:lnTo>
                  <a:pt x="1724633" y="372270"/>
                </a:lnTo>
                <a:lnTo>
                  <a:pt x="1723378" y="372270"/>
                </a:lnTo>
                <a:lnTo>
                  <a:pt x="1722130" y="372270"/>
                </a:lnTo>
                <a:lnTo>
                  <a:pt x="1720883" y="372270"/>
                </a:lnTo>
                <a:lnTo>
                  <a:pt x="1719636" y="372270"/>
                </a:lnTo>
                <a:lnTo>
                  <a:pt x="1718388" y="372270"/>
                </a:lnTo>
                <a:lnTo>
                  <a:pt x="1717141" y="372270"/>
                </a:lnTo>
                <a:lnTo>
                  <a:pt x="1715894" y="372270"/>
                </a:lnTo>
                <a:lnTo>
                  <a:pt x="1714646" y="372270"/>
                </a:lnTo>
                <a:lnTo>
                  <a:pt x="1713399" y="372270"/>
                </a:lnTo>
                <a:lnTo>
                  <a:pt x="1712152" y="372270"/>
                </a:lnTo>
                <a:lnTo>
                  <a:pt x="1710904" y="372270"/>
                </a:lnTo>
                <a:lnTo>
                  <a:pt x="1709657" y="372270"/>
                </a:lnTo>
                <a:lnTo>
                  <a:pt x="1708410" y="372270"/>
                </a:lnTo>
                <a:lnTo>
                  <a:pt x="1707155" y="372270"/>
                </a:lnTo>
                <a:lnTo>
                  <a:pt x="1705908" y="372270"/>
                </a:lnTo>
                <a:lnTo>
                  <a:pt x="1704660" y="372270"/>
                </a:lnTo>
                <a:lnTo>
                  <a:pt x="1703413" y="372270"/>
                </a:lnTo>
                <a:lnTo>
                  <a:pt x="1702166" y="372270"/>
                </a:lnTo>
                <a:lnTo>
                  <a:pt x="1700918" y="372270"/>
                </a:lnTo>
                <a:lnTo>
                  <a:pt x="1699671" y="372270"/>
                </a:lnTo>
                <a:lnTo>
                  <a:pt x="1698424" y="372270"/>
                </a:lnTo>
                <a:lnTo>
                  <a:pt x="1697176" y="372270"/>
                </a:lnTo>
                <a:lnTo>
                  <a:pt x="1695929" y="372270"/>
                </a:lnTo>
                <a:lnTo>
                  <a:pt x="1694682" y="372270"/>
                </a:lnTo>
                <a:lnTo>
                  <a:pt x="1693434" y="372270"/>
                </a:lnTo>
                <a:lnTo>
                  <a:pt x="1692180" y="372270"/>
                </a:lnTo>
                <a:lnTo>
                  <a:pt x="1690932" y="372270"/>
                </a:lnTo>
                <a:lnTo>
                  <a:pt x="1689685" y="372270"/>
                </a:lnTo>
                <a:lnTo>
                  <a:pt x="1688438" y="372270"/>
                </a:lnTo>
                <a:lnTo>
                  <a:pt x="1687190" y="372270"/>
                </a:lnTo>
                <a:lnTo>
                  <a:pt x="1685943" y="372270"/>
                </a:lnTo>
                <a:lnTo>
                  <a:pt x="1684696" y="372270"/>
                </a:lnTo>
                <a:lnTo>
                  <a:pt x="1683448" y="372270"/>
                </a:lnTo>
                <a:lnTo>
                  <a:pt x="1682201" y="372270"/>
                </a:lnTo>
                <a:lnTo>
                  <a:pt x="1680954" y="372270"/>
                </a:lnTo>
                <a:lnTo>
                  <a:pt x="1679706" y="372270"/>
                </a:lnTo>
                <a:lnTo>
                  <a:pt x="1678459" y="372270"/>
                </a:lnTo>
                <a:lnTo>
                  <a:pt x="1677212" y="372270"/>
                </a:lnTo>
                <a:lnTo>
                  <a:pt x="1675957" y="372270"/>
                </a:lnTo>
                <a:lnTo>
                  <a:pt x="1674710" y="372270"/>
                </a:lnTo>
                <a:lnTo>
                  <a:pt x="1673462" y="372270"/>
                </a:lnTo>
                <a:lnTo>
                  <a:pt x="1672215" y="372270"/>
                </a:lnTo>
                <a:lnTo>
                  <a:pt x="1670968" y="372270"/>
                </a:lnTo>
                <a:lnTo>
                  <a:pt x="1669720" y="372270"/>
                </a:lnTo>
                <a:lnTo>
                  <a:pt x="1668473" y="372270"/>
                </a:lnTo>
                <a:lnTo>
                  <a:pt x="1667226" y="372270"/>
                </a:lnTo>
                <a:lnTo>
                  <a:pt x="1665978" y="372270"/>
                </a:lnTo>
                <a:lnTo>
                  <a:pt x="1664731" y="372270"/>
                </a:lnTo>
                <a:lnTo>
                  <a:pt x="1663484" y="372270"/>
                </a:lnTo>
                <a:lnTo>
                  <a:pt x="1662236" y="372270"/>
                </a:lnTo>
                <a:lnTo>
                  <a:pt x="1660982" y="372270"/>
                </a:lnTo>
                <a:lnTo>
                  <a:pt x="1659734" y="372270"/>
                </a:lnTo>
                <a:lnTo>
                  <a:pt x="1658487" y="372270"/>
                </a:lnTo>
                <a:lnTo>
                  <a:pt x="1657240" y="372270"/>
                </a:lnTo>
                <a:lnTo>
                  <a:pt x="1655992" y="372270"/>
                </a:lnTo>
                <a:lnTo>
                  <a:pt x="1654745" y="372270"/>
                </a:lnTo>
                <a:lnTo>
                  <a:pt x="1653498" y="372270"/>
                </a:lnTo>
                <a:lnTo>
                  <a:pt x="1652250" y="372270"/>
                </a:lnTo>
                <a:lnTo>
                  <a:pt x="1651003" y="372270"/>
                </a:lnTo>
                <a:lnTo>
                  <a:pt x="1649756" y="372270"/>
                </a:lnTo>
                <a:lnTo>
                  <a:pt x="1648508" y="372270"/>
                </a:lnTo>
                <a:lnTo>
                  <a:pt x="1647261" y="372270"/>
                </a:lnTo>
                <a:lnTo>
                  <a:pt x="1646014" y="372270"/>
                </a:lnTo>
                <a:lnTo>
                  <a:pt x="1644759" y="372270"/>
                </a:lnTo>
                <a:lnTo>
                  <a:pt x="1643512" y="372270"/>
                </a:lnTo>
                <a:lnTo>
                  <a:pt x="1642264" y="372270"/>
                </a:lnTo>
                <a:lnTo>
                  <a:pt x="1641017" y="372270"/>
                </a:lnTo>
                <a:lnTo>
                  <a:pt x="1639770" y="372270"/>
                </a:lnTo>
                <a:lnTo>
                  <a:pt x="1638522" y="372270"/>
                </a:lnTo>
                <a:lnTo>
                  <a:pt x="1637275" y="372270"/>
                </a:lnTo>
                <a:lnTo>
                  <a:pt x="1636028" y="372270"/>
                </a:lnTo>
                <a:lnTo>
                  <a:pt x="1634780" y="372270"/>
                </a:lnTo>
                <a:lnTo>
                  <a:pt x="1633533" y="372270"/>
                </a:lnTo>
                <a:lnTo>
                  <a:pt x="1632286" y="372270"/>
                </a:lnTo>
                <a:lnTo>
                  <a:pt x="1631038" y="372270"/>
                </a:lnTo>
                <a:lnTo>
                  <a:pt x="1629783" y="372270"/>
                </a:lnTo>
                <a:lnTo>
                  <a:pt x="1628536" y="372270"/>
                </a:lnTo>
                <a:lnTo>
                  <a:pt x="1627289" y="372270"/>
                </a:lnTo>
                <a:lnTo>
                  <a:pt x="1626042" y="372270"/>
                </a:lnTo>
                <a:lnTo>
                  <a:pt x="1624794" y="372270"/>
                </a:lnTo>
                <a:lnTo>
                  <a:pt x="1623547" y="372270"/>
                </a:lnTo>
                <a:lnTo>
                  <a:pt x="1622300" y="372270"/>
                </a:lnTo>
                <a:lnTo>
                  <a:pt x="1621052" y="372270"/>
                </a:lnTo>
                <a:lnTo>
                  <a:pt x="1619805" y="372270"/>
                </a:lnTo>
                <a:lnTo>
                  <a:pt x="1618558" y="372270"/>
                </a:lnTo>
                <a:lnTo>
                  <a:pt x="1617310" y="372270"/>
                </a:lnTo>
                <a:lnTo>
                  <a:pt x="1616063" y="372270"/>
                </a:lnTo>
                <a:lnTo>
                  <a:pt x="1614816" y="372270"/>
                </a:lnTo>
                <a:lnTo>
                  <a:pt x="1613561" y="372270"/>
                </a:lnTo>
                <a:lnTo>
                  <a:pt x="1612313" y="372270"/>
                </a:lnTo>
                <a:lnTo>
                  <a:pt x="1611066" y="372270"/>
                </a:lnTo>
                <a:lnTo>
                  <a:pt x="1609819" y="372270"/>
                </a:lnTo>
                <a:lnTo>
                  <a:pt x="1608572" y="372270"/>
                </a:lnTo>
                <a:lnTo>
                  <a:pt x="1607324" y="372270"/>
                </a:lnTo>
                <a:lnTo>
                  <a:pt x="1606077" y="372270"/>
                </a:lnTo>
                <a:lnTo>
                  <a:pt x="1604830" y="372270"/>
                </a:lnTo>
                <a:lnTo>
                  <a:pt x="1603582" y="372270"/>
                </a:lnTo>
                <a:lnTo>
                  <a:pt x="1602335" y="372270"/>
                </a:lnTo>
                <a:lnTo>
                  <a:pt x="1601088" y="372270"/>
                </a:lnTo>
                <a:lnTo>
                  <a:pt x="1599840" y="372270"/>
                </a:lnTo>
                <a:lnTo>
                  <a:pt x="1598585" y="372270"/>
                </a:lnTo>
                <a:lnTo>
                  <a:pt x="1597338" y="372270"/>
                </a:lnTo>
                <a:lnTo>
                  <a:pt x="1596091" y="372270"/>
                </a:lnTo>
                <a:lnTo>
                  <a:pt x="1594843" y="372270"/>
                </a:lnTo>
                <a:lnTo>
                  <a:pt x="1593596" y="372270"/>
                </a:lnTo>
                <a:lnTo>
                  <a:pt x="1592349" y="372270"/>
                </a:lnTo>
                <a:lnTo>
                  <a:pt x="1591102" y="372270"/>
                </a:lnTo>
                <a:lnTo>
                  <a:pt x="1589854" y="372270"/>
                </a:lnTo>
                <a:lnTo>
                  <a:pt x="1588607" y="372270"/>
                </a:lnTo>
                <a:lnTo>
                  <a:pt x="1587360" y="372270"/>
                </a:lnTo>
                <a:lnTo>
                  <a:pt x="1586112" y="372270"/>
                </a:lnTo>
                <a:lnTo>
                  <a:pt x="1584865" y="372270"/>
                </a:lnTo>
                <a:lnTo>
                  <a:pt x="1583618" y="372270"/>
                </a:lnTo>
                <a:lnTo>
                  <a:pt x="1582363" y="372270"/>
                </a:lnTo>
                <a:lnTo>
                  <a:pt x="1581115" y="372270"/>
                </a:lnTo>
                <a:lnTo>
                  <a:pt x="1579868" y="372270"/>
                </a:lnTo>
                <a:lnTo>
                  <a:pt x="1578621" y="372270"/>
                </a:lnTo>
                <a:lnTo>
                  <a:pt x="1577373" y="372270"/>
                </a:lnTo>
                <a:lnTo>
                  <a:pt x="1576126" y="372270"/>
                </a:lnTo>
                <a:lnTo>
                  <a:pt x="1574879" y="372270"/>
                </a:lnTo>
                <a:lnTo>
                  <a:pt x="1573631" y="372270"/>
                </a:lnTo>
                <a:lnTo>
                  <a:pt x="1572384" y="372270"/>
                </a:lnTo>
                <a:lnTo>
                  <a:pt x="1571137" y="372270"/>
                </a:lnTo>
                <a:lnTo>
                  <a:pt x="1569890" y="372270"/>
                </a:lnTo>
                <a:lnTo>
                  <a:pt x="1568642" y="372270"/>
                </a:lnTo>
                <a:lnTo>
                  <a:pt x="1567387" y="372270"/>
                </a:lnTo>
                <a:lnTo>
                  <a:pt x="1566140" y="372270"/>
                </a:lnTo>
                <a:lnTo>
                  <a:pt x="1564893" y="372270"/>
                </a:lnTo>
                <a:lnTo>
                  <a:pt x="1563645" y="372270"/>
                </a:lnTo>
                <a:lnTo>
                  <a:pt x="1562398" y="372270"/>
                </a:lnTo>
                <a:lnTo>
                  <a:pt x="1561151" y="372270"/>
                </a:lnTo>
                <a:lnTo>
                  <a:pt x="1559903" y="372270"/>
                </a:lnTo>
                <a:lnTo>
                  <a:pt x="1558656" y="372270"/>
                </a:lnTo>
                <a:lnTo>
                  <a:pt x="1557409" y="372270"/>
                </a:lnTo>
                <a:lnTo>
                  <a:pt x="1556161" y="372270"/>
                </a:lnTo>
                <a:lnTo>
                  <a:pt x="1554914" y="372270"/>
                </a:lnTo>
                <a:lnTo>
                  <a:pt x="1553667" y="372270"/>
                </a:lnTo>
                <a:lnTo>
                  <a:pt x="1552420" y="372270"/>
                </a:lnTo>
                <a:lnTo>
                  <a:pt x="1551165" y="372270"/>
                </a:lnTo>
                <a:lnTo>
                  <a:pt x="1549917" y="372270"/>
                </a:lnTo>
                <a:lnTo>
                  <a:pt x="1548670" y="372270"/>
                </a:lnTo>
                <a:lnTo>
                  <a:pt x="1547423" y="372270"/>
                </a:lnTo>
                <a:lnTo>
                  <a:pt x="1546175" y="372270"/>
                </a:lnTo>
                <a:lnTo>
                  <a:pt x="1544928" y="372270"/>
                </a:lnTo>
                <a:lnTo>
                  <a:pt x="1543681" y="372270"/>
                </a:lnTo>
                <a:lnTo>
                  <a:pt x="1542433" y="372270"/>
                </a:lnTo>
                <a:lnTo>
                  <a:pt x="1541186" y="372270"/>
                </a:lnTo>
                <a:lnTo>
                  <a:pt x="1539939" y="372270"/>
                </a:lnTo>
                <a:lnTo>
                  <a:pt x="1538691" y="372270"/>
                </a:lnTo>
                <a:lnTo>
                  <a:pt x="1537444" y="372270"/>
                </a:lnTo>
                <a:lnTo>
                  <a:pt x="1536189" y="372270"/>
                </a:lnTo>
                <a:lnTo>
                  <a:pt x="1534942" y="372270"/>
                </a:lnTo>
                <a:lnTo>
                  <a:pt x="1533695" y="372270"/>
                </a:lnTo>
                <a:lnTo>
                  <a:pt x="1532447" y="372270"/>
                </a:lnTo>
                <a:lnTo>
                  <a:pt x="1531200" y="372270"/>
                </a:lnTo>
                <a:lnTo>
                  <a:pt x="1529953" y="372270"/>
                </a:lnTo>
                <a:lnTo>
                  <a:pt x="1528705" y="372270"/>
                </a:lnTo>
                <a:lnTo>
                  <a:pt x="1527458" y="372270"/>
                </a:lnTo>
                <a:lnTo>
                  <a:pt x="1526211" y="372270"/>
                </a:lnTo>
                <a:lnTo>
                  <a:pt x="1524963" y="372270"/>
                </a:lnTo>
                <a:lnTo>
                  <a:pt x="1523716" y="372270"/>
                </a:lnTo>
                <a:lnTo>
                  <a:pt x="1522469" y="372270"/>
                </a:lnTo>
                <a:lnTo>
                  <a:pt x="1521221" y="372270"/>
                </a:lnTo>
                <a:lnTo>
                  <a:pt x="1519967" y="372270"/>
                </a:lnTo>
                <a:lnTo>
                  <a:pt x="1518719" y="372270"/>
                </a:lnTo>
                <a:lnTo>
                  <a:pt x="1517472" y="372270"/>
                </a:lnTo>
                <a:lnTo>
                  <a:pt x="1516225" y="372270"/>
                </a:lnTo>
                <a:lnTo>
                  <a:pt x="1514977" y="372270"/>
                </a:lnTo>
                <a:lnTo>
                  <a:pt x="1513730" y="372270"/>
                </a:lnTo>
                <a:lnTo>
                  <a:pt x="1512483" y="372270"/>
                </a:lnTo>
                <a:lnTo>
                  <a:pt x="1511235" y="372270"/>
                </a:lnTo>
                <a:lnTo>
                  <a:pt x="1509988" y="372270"/>
                </a:lnTo>
                <a:lnTo>
                  <a:pt x="1508741" y="372270"/>
                </a:lnTo>
                <a:lnTo>
                  <a:pt x="1507493" y="372270"/>
                </a:lnTo>
                <a:lnTo>
                  <a:pt x="1506246" y="372270"/>
                </a:lnTo>
                <a:lnTo>
                  <a:pt x="1504991" y="372270"/>
                </a:lnTo>
                <a:lnTo>
                  <a:pt x="1503744" y="372270"/>
                </a:lnTo>
                <a:lnTo>
                  <a:pt x="1502497" y="372270"/>
                </a:lnTo>
                <a:lnTo>
                  <a:pt x="1501249" y="372270"/>
                </a:lnTo>
                <a:lnTo>
                  <a:pt x="1500002" y="372270"/>
                </a:lnTo>
                <a:lnTo>
                  <a:pt x="1498755" y="372270"/>
                </a:lnTo>
                <a:lnTo>
                  <a:pt x="1497507" y="372270"/>
                </a:lnTo>
                <a:lnTo>
                  <a:pt x="1496260" y="372270"/>
                </a:lnTo>
                <a:lnTo>
                  <a:pt x="1495013" y="372270"/>
                </a:lnTo>
                <a:lnTo>
                  <a:pt x="1493765" y="372270"/>
                </a:lnTo>
                <a:lnTo>
                  <a:pt x="1492518" y="372270"/>
                </a:lnTo>
                <a:lnTo>
                  <a:pt x="1491271" y="372270"/>
                </a:lnTo>
                <a:lnTo>
                  <a:pt x="1490023" y="372270"/>
                </a:lnTo>
                <a:lnTo>
                  <a:pt x="1488769" y="372270"/>
                </a:lnTo>
                <a:lnTo>
                  <a:pt x="1487521" y="372270"/>
                </a:lnTo>
                <a:lnTo>
                  <a:pt x="1486274" y="372270"/>
                </a:lnTo>
                <a:lnTo>
                  <a:pt x="1485027" y="372270"/>
                </a:lnTo>
                <a:lnTo>
                  <a:pt x="1483779" y="372270"/>
                </a:lnTo>
                <a:lnTo>
                  <a:pt x="1482532" y="372270"/>
                </a:lnTo>
                <a:lnTo>
                  <a:pt x="1481285" y="372270"/>
                </a:lnTo>
                <a:lnTo>
                  <a:pt x="1480037" y="372270"/>
                </a:lnTo>
                <a:lnTo>
                  <a:pt x="1478790" y="372270"/>
                </a:lnTo>
                <a:lnTo>
                  <a:pt x="1477543" y="372270"/>
                </a:lnTo>
                <a:lnTo>
                  <a:pt x="1476295" y="372270"/>
                </a:lnTo>
                <a:lnTo>
                  <a:pt x="1475048" y="372270"/>
                </a:lnTo>
                <a:lnTo>
                  <a:pt x="1473793" y="372270"/>
                </a:lnTo>
                <a:lnTo>
                  <a:pt x="1472546" y="372270"/>
                </a:lnTo>
                <a:lnTo>
                  <a:pt x="1471299" y="372270"/>
                </a:lnTo>
                <a:lnTo>
                  <a:pt x="1470051" y="372270"/>
                </a:lnTo>
                <a:lnTo>
                  <a:pt x="1468804" y="372270"/>
                </a:lnTo>
                <a:lnTo>
                  <a:pt x="1467557" y="372270"/>
                </a:lnTo>
                <a:lnTo>
                  <a:pt x="1466309" y="372270"/>
                </a:lnTo>
                <a:lnTo>
                  <a:pt x="1465062" y="372270"/>
                </a:lnTo>
                <a:lnTo>
                  <a:pt x="1463815" y="372270"/>
                </a:lnTo>
                <a:lnTo>
                  <a:pt x="1462567" y="372270"/>
                </a:lnTo>
                <a:lnTo>
                  <a:pt x="1461320" y="372270"/>
                </a:lnTo>
                <a:lnTo>
                  <a:pt x="1460073" y="372270"/>
                </a:lnTo>
                <a:lnTo>
                  <a:pt x="1458825" y="372270"/>
                </a:lnTo>
                <a:lnTo>
                  <a:pt x="1457570" y="372270"/>
                </a:lnTo>
                <a:lnTo>
                  <a:pt x="1456323" y="372270"/>
                </a:lnTo>
                <a:lnTo>
                  <a:pt x="1455076" y="372270"/>
                </a:lnTo>
                <a:lnTo>
                  <a:pt x="1453828" y="372270"/>
                </a:lnTo>
                <a:lnTo>
                  <a:pt x="1452581" y="372270"/>
                </a:lnTo>
                <a:lnTo>
                  <a:pt x="1451334" y="372270"/>
                </a:lnTo>
                <a:lnTo>
                  <a:pt x="1450087" y="372270"/>
                </a:lnTo>
                <a:lnTo>
                  <a:pt x="1448839" y="372270"/>
                </a:lnTo>
                <a:lnTo>
                  <a:pt x="1447592" y="372270"/>
                </a:lnTo>
                <a:lnTo>
                  <a:pt x="1446345" y="372270"/>
                </a:lnTo>
                <a:lnTo>
                  <a:pt x="1445097" y="372270"/>
                </a:lnTo>
                <a:lnTo>
                  <a:pt x="1443850" y="372270"/>
                </a:lnTo>
                <a:lnTo>
                  <a:pt x="1442595" y="372270"/>
                </a:lnTo>
                <a:lnTo>
                  <a:pt x="1441348" y="372270"/>
                </a:lnTo>
                <a:lnTo>
                  <a:pt x="1440100" y="372270"/>
                </a:lnTo>
                <a:lnTo>
                  <a:pt x="1438853" y="372270"/>
                </a:lnTo>
                <a:lnTo>
                  <a:pt x="1437606" y="372270"/>
                </a:lnTo>
                <a:lnTo>
                  <a:pt x="1436358" y="372270"/>
                </a:lnTo>
                <a:lnTo>
                  <a:pt x="1435111" y="372270"/>
                </a:lnTo>
                <a:lnTo>
                  <a:pt x="1433864" y="372270"/>
                </a:lnTo>
                <a:lnTo>
                  <a:pt x="1432617" y="372270"/>
                </a:lnTo>
                <a:lnTo>
                  <a:pt x="1431369" y="372270"/>
                </a:lnTo>
                <a:lnTo>
                  <a:pt x="1430122" y="372270"/>
                </a:lnTo>
                <a:lnTo>
                  <a:pt x="1428875" y="372270"/>
                </a:lnTo>
                <a:lnTo>
                  <a:pt x="1427627" y="372270"/>
                </a:lnTo>
                <a:lnTo>
                  <a:pt x="1426372" y="372270"/>
                </a:lnTo>
                <a:lnTo>
                  <a:pt x="1425125" y="372270"/>
                </a:lnTo>
                <a:lnTo>
                  <a:pt x="1423878" y="372270"/>
                </a:lnTo>
                <a:lnTo>
                  <a:pt x="1422630" y="372270"/>
                </a:lnTo>
                <a:lnTo>
                  <a:pt x="1421383" y="372270"/>
                </a:lnTo>
                <a:lnTo>
                  <a:pt x="1420136" y="372270"/>
                </a:lnTo>
                <a:lnTo>
                  <a:pt x="1418888" y="372270"/>
                </a:lnTo>
                <a:lnTo>
                  <a:pt x="1417641" y="372270"/>
                </a:lnTo>
                <a:lnTo>
                  <a:pt x="1416394" y="372270"/>
                </a:lnTo>
                <a:lnTo>
                  <a:pt x="1415146" y="372270"/>
                </a:lnTo>
                <a:lnTo>
                  <a:pt x="1413899" y="372270"/>
                </a:lnTo>
                <a:lnTo>
                  <a:pt x="1412652" y="372270"/>
                </a:lnTo>
                <a:lnTo>
                  <a:pt x="1411397" y="372270"/>
                </a:lnTo>
                <a:lnTo>
                  <a:pt x="1410150" y="372270"/>
                </a:lnTo>
                <a:lnTo>
                  <a:pt x="1408902" y="372270"/>
                </a:lnTo>
                <a:lnTo>
                  <a:pt x="1407655" y="372270"/>
                </a:lnTo>
                <a:lnTo>
                  <a:pt x="1406408" y="372270"/>
                </a:lnTo>
                <a:lnTo>
                  <a:pt x="1405160" y="372270"/>
                </a:lnTo>
                <a:lnTo>
                  <a:pt x="1403913" y="372270"/>
                </a:lnTo>
                <a:lnTo>
                  <a:pt x="1402666" y="372270"/>
                </a:lnTo>
                <a:lnTo>
                  <a:pt x="1401418" y="372270"/>
                </a:lnTo>
                <a:lnTo>
                  <a:pt x="1400171" y="372270"/>
                </a:lnTo>
                <a:lnTo>
                  <a:pt x="1398924" y="372270"/>
                </a:lnTo>
                <a:lnTo>
                  <a:pt x="1397676" y="372270"/>
                </a:lnTo>
                <a:lnTo>
                  <a:pt x="1396429" y="372270"/>
                </a:lnTo>
                <a:lnTo>
                  <a:pt x="1395174" y="372270"/>
                </a:lnTo>
                <a:lnTo>
                  <a:pt x="1393927" y="372270"/>
                </a:lnTo>
                <a:lnTo>
                  <a:pt x="1392680" y="372270"/>
                </a:lnTo>
                <a:lnTo>
                  <a:pt x="1391432" y="372270"/>
                </a:lnTo>
                <a:lnTo>
                  <a:pt x="1390185" y="372270"/>
                </a:lnTo>
                <a:lnTo>
                  <a:pt x="1388938" y="372270"/>
                </a:lnTo>
                <a:lnTo>
                  <a:pt x="1387690" y="372270"/>
                </a:lnTo>
                <a:lnTo>
                  <a:pt x="1386443" y="372270"/>
                </a:lnTo>
                <a:lnTo>
                  <a:pt x="1385196" y="372270"/>
                </a:lnTo>
                <a:lnTo>
                  <a:pt x="1383948" y="372270"/>
                </a:lnTo>
                <a:lnTo>
                  <a:pt x="1382701" y="372270"/>
                </a:lnTo>
                <a:lnTo>
                  <a:pt x="1381454" y="372270"/>
                </a:lnTo>
                <a:lnTo>
                  <a:pt x="1380199" y="372270"/>
                </a:lnTo>
                <a:lnTo>
                  <a:pt x="1378952" y="372270"/>
                </a:lnTo>
                <a:lnTo>
                  <a:pt x="1377704" y="372270"/>
                </a:lnTo>
                <a:lnTo>
                  <a:pt x="1376457" y="372270"/>
                </a:lnTo>
                <a:lnTo>
                  <a:pt x="1375210" y="372270"/>
                </a:lnTo>
                <a:lnTo>
                  <a:pt x="1373962" y="372270"/>
                </a:lnTo>
                <a:lnTo>
                  <a:pt x="1372715" y="372270"/>
                </a:lnTo>
                <a:lnTo>
                  <a:pt x="1371468" y="372270"/>
                </a:lnTo>
                <a:lnTo>
                  <a:pt x="1370220" y="372270"/>
                </a:lnTo>
                <a:lnTo>
                  <a:pt x="1368973" y="372270"/>
                </a:lnTo>
                <a:lnTo>
                  <a:pt x="1367726" y="372270"/>
                </a:lnTo>
                <a:lnTo>
                  <a:pt x="1366478" y="372270"/>
                </a:lnTo>
                <a:lnTo>
                  <a:pt x="1365231" y="372270"/>
                </a:lnTo>
                <a:lnTo>
                  <a:pt x="1363976" y="372270"/>
                </a:lnTo>
                <a:lnTo>
                  <a:pt x="1362729" y="372270"/>
                </a:lnTo>
                <a:lnTo>
                  <a:pt x="1361482" y="372270"/>
                </a:lnTo>
                <a:lnTo>
                  <a:pt x="1360234" y="372270"/>
                </a:lnTo>
                <a:lnTo>
                  <a:pt x="1358987" y="372270"/>
                </a:lnTo>
                <a:lnTo>
                  <a:pt x="1357740" y="372270"/>
                </a:lnTo>
                <a:lnTo>
                  <a:pt x="1356492" y="372270"/>
                </a:lnTo>
                <a:lnTo>
                  <a:pt x="1355245" y="372270"/>
                </a:lnTo>
                <a:lnTo>
                  <a:pt x="1353998" y="372270"/>
                </a:lnTo>
                <a:lnTo>
                  <a:pt x="1352750" y="372270"/>
                </a:lnTo>
                <a:lnTo>
                  <a:pt x="1351503" y="372270"/>
                </a:lnTo>
                <a:lnTo>
                  <a:pt x="1350256" y="372270"/>
                </a:lnTo>
                <a:lnTo>
                  <a:pt x="1349001" y="372270"/>
                </a:lnTo>
                <a:lnTo>
                  <a:pt x="1347754" y="372270"/>
                </a:lnTo>
                <a:lnTo>
                  <a:pt x="1346506" y="372270"/>
                </a:lnTo>
                <a:lnTo>
                  <a:pt x="1345259" y="372270"/>
                </a:lnTo>
                <a:lnTo>
                  <a:pt x="1344012" y="372270"/>
                </a:lnTo>
                <a:lnTo>
                  <a:pt x="1342764" y="372270"/>
                </a:lnTo>
                <a:lnTo>
                  <a:pt x="1341517" y="372270"/>
                </a:lnTo>
                <a:lnTo>
                  <a:pt x="1340270" y="372270"/>
                </a:lnTo>
                <a:lnTo>
                  <a:pt x="1339022" y="372270"/>
                </a:lnTo>
                <a:lnTo>
                  <a:pt x="1337775" y="372270"/>
                </a:lnTo>
                <a:lnTo>
                  <a:pt x="1336528" y="372270"/>
                </a:lnTo>
                <a:lnTo>
                  <a:pt x="1335280" y="372270"/>
                </a:lnTo>
                <a:lnTo>
                  <a:pt x="1334033" y="372270"/>
                </a:lnTo>
                <a:lnTo>
                  <a:pt x="1332778" y="372270"/>
                </a:lnTo>
                <a:lnTo>
                  <a:pt x="1331531" y="372270"/>
                </a:lnTo>
                <a:lnTo>
                  <a:pt x="1330284" y="372270"/>
                </a:lnTo>
                <a:lnTo>
                  <a:pt x="1329036" y="372270"/>
                </a:lnTo>
                <a:lnTo>
                  <a:pt x="1327789" y="372270"/>
                </a:lnTo>
                <a:lnTo>
                  <a:pt x="1326542" y="372270"/>
                </a:lnTo>
                <a:lnTo>
                  <a:pt x="1325294" y="372270"/>
                </a:lnTo>
                <a:lnTo>
                  <a:pt x="1324047" y="372270"/>
                </a:lnTo>
                <a:lnTo>
                  <a:pt x="1322800" y="372270"/>
                </a:lnTo>
                <a:lnTo>
                  <a:pt x="1321552" y="372270"/>
                </a:lnTo>
                <a:lnTo>
                  <a:pt x="1320305" y="372270"/>
                </a:lnTo>
                <a:lnTo>
                  <a:pt x="1319058" y="372270"/>
                </a:lnTo>
                <a:lnTo>
                  <a:pt x="1317803" y="372270"/>
                </a:lnTo>
                <a:lnTo>
                  <a:pt x="1316555" y="372270"/>
                </a:lnTo>
                <a:lnTo>
                  <a:pt x="1315308" y="372270"/>
                </a:lnTo>
                <a:lnTo>
                  <a:pt x="1314061" y="372270"/>
                </a:lnTo>
                <a:lnTo>
                  <a:pt x="1312814" y="372270"/>
                </a:lnTo>
                <a:lnTo>
                  <a:pt x="1311566" y="372270"/>
                </a:lnTo>
                <a:lnTo>
                  <a:pt x="1310319" y="372270"/>
                </a:lnTo>
                <a:lnTo>
                  <a:pt x="1309072" y="372270"/>
                </a:lnTo>
                <a:lnTo>
                  <a:pt x="1307824" y="372270"/>
                </a:lnTo>
                <a:lnTo>
                  <a:pt x="1306577" y="372270"/>
                </a:lnTo>
                <a:lnTo>
                  <a:pt x="1305330" y="372270"/>
                </a:lnTo>
                <a:lnTo>
                  <a:pt x="1304082" y="372270"/>
                </a:lnTo>
                <a:lnTo>
                  <a:pt x="1302835" y="372270"/>
                </a:lnTo>
                <a:lnTo>
                  <a:pt x="1301580" y="372270"/>
                </a:lnTo>
                <a:lnTo>
                  <a:pt x="1300333" y="372270"/>
                </a:lnTo>
                <a:lnTo>
                  <a:pt x="1299085" y="372270"/>
                </a:lnTo>
                <a:lnTo>
                  <a:pt x="1297838" y="372270"/>
                </a:lnTo>
                <a:lnTo>
                  <a:pt x="1296591" y="372270"/>
                </a:lnTo>
                <a:lnTo>
                  <a:pt x="1295344" y="372270"/>
                </a:lnTo>
                <a:lnTo>
                  <a:pt x="1294096" y="372270"/>
                </a:lnTo>
                <a:lnTo>
                  <a:pt x="1292849" y="372270"/>
                </a:lnTo>
                <a:lnTo>
                  <a:pt x="1291602" y="372270"/>
                </a:lnTo>
                <a:lnTo>
                  <a:pt x="1290354" y="372270"/>
                </a:lnTo>
                <a:lnTo>
                  <a:pt x="1289107" y="372270"/>
                </a:lnTo>
                <a:lnTo>
                  <a:pt x="1287860" y="372270"/>
                </a:lnTo>
                <a:lnTo>
                  <a:pt x="1286605" y="372270"/>
                </a:lnTo>
                <a:lnTo>
                  <a:pt x="1285357" y="372270"/>
                </a:lnTo>
                <a:lnTo>
                  <a:pt x="1284110" y="372270"/>
                </a:lnTo>
                <a:lnTo>
                  <a:pt x="1282863" y="372270"/>
                </a:lnTo>
                <a:lnTo>
                  <a:pt x="1281615" y="372270"/>
                </a:lnTo>
                <a:lnTo>
                  <a:pt x="1280368" y="372270"/>
                </a:lnTo>
                <a:lnTo>
                  <a:pt x="1279121" y="372270"/>
                </a:lnTo>
                <a:lnTo>
                  <a:pt x="1277873" y="372270"/>
                </a:lnTo>
                <a:lnTo>
                  <a:pt x="1276626" y="372270"/>
                </a:lnTo>
                <a:lnTo>
                  <a:pt x="1275379" y="372270"/>
                </a:lnTo>
                <a:lnTo>
                  <a:pt x="1274132" y="372270"/>
                </a:lnTo>
                <a:lnTo>
                  <a:pt x="1272884" y="372270"/>
                </a:lnTo>
                <a:lnTo>
                  <a:pt x="1271637" y="372270"/>
                </a:lnTo>
                <a:lnTo>
                  <a:pt x="1270382" y="372270"/>
                </a:lnTo>
                <a:lnTo>
                  <a:pt x="1269135" y="372270"/>
                </a:lnTo>
                <a:lnTo>
                  <a:pt x="1267887" y="372270"/>
                </a:lnTo>
                <a:lnTo>
                  <a:pt x="1266640" y="372270"/>
                </a:lnTo>
                <a:lnTo>
                  <a:pt x="1265393" y="372270"/>
                </a:lnTo>
                <a:lnTo>
                  <a:pt x="1264145" y="372270"/>
                </a:lnTo>
                <a:lnTo>
                  <a:pt x="1262898" y="372270"/>
                </a:lnTo>
                <a:lnTo>
                  <a:pt x="1261651" y="372270"/>
                </a:lnTo>
                <a:lnTo>
                  <a:pt x="1260403" y="372270"/>
                </a:lnTo>
                <a:lnTo>
                  <a:pt x="1259156" y="372270"/>
                </a:lnTo>
                <a:lnTo>
                  <a:pt x="1257909" y="372270"/>
                </a:lnTo>
                <a:lnTo>
                  <a:pt x="1256662" y="372270"/>
                </a:lnTo>
                <a:lnTo>
                  <a:pt x="1255407" y="372270"/>
                </a:lnTo>
                <a:lnTo>
                  <a:pt x="1254159" y="372270"/>
                </a:lnTo>
                <a:lnTo>
                  <a:pt x="1252912" y="372270"/>
                </a:lnTo>
                <a:lnTo>
                  <a:pt x="1251665" y="372270"/>
                </a:lnTo>
                <a:lnTo>
                  <a:pt x="1250417" y="372270"/>
                </a:lnTo>
                <a:lnTo>
                  <a:pt x="1249170" y="372270"/>
                </a:lnTo>
                <a:lnTo>
                  <a:pt x="1247923" y="372270"/>
                </a:lnTo>
                <a:lnTo>
                  <a:pt x="1246675" y="372270"/>
                </a:lnTo>
                <a:lnTo>
                  <a:pt x="1245428" y="372270"/>
                </a:lnTo>
                <a:lnTo>
                  <a:pt x="1244181" y="372270"/>
                </a:lnTo>
                <a:lnTo>
                  <a:pt x="1242933" y="372270"/>
                </a:lnTo>
                <a:lnTo>
                  <a:pt x="1241686" y="372270"/>
                </a:lnTo>
                <a:lnTo>
                  <a:pt x="1240439" y="372270"/>
                </a:lnTo>
                <a:lnTo>
                  <a:pt x="1239184" y="372270"/>
                </a:lnTo>
                <a:lnTo>
                  <a:pt x="1237937" y="372270"/>
                </a:lnTo>
                <a:lnTo>
                  <a:pt x="1236689" y="372270"/>
                </a:lnTo>
                <a:lnTo>
                  <a:pt x="1235442" y="372270"/>
                </a:lnTo>
                <a:lnTo>
                  <a:pt x="1234195" y="372270"/>
                </a:lnTo>
                <a:lnTo>
                  <a:pt x="1232947" y="372270"/>
                </a:lnTo>
                <a:lnTo>
                  <a:pt x="1231700" y="372270"/>
                </a:lnTo>
                <a:lnTo>
                  <a:pt x="1230453" y="372270"/>
                </a:lnTo>
                <a:lnTo>
                  <a:pt x="1229205" y="372270"/>
                </a:lnTo>
                <a:lnTo>
                  <a:pt x="1227958" y="372270"/>
                </a:lnTo>
                <a:lnTo>
                  <a:pt x="1226711" y="372270"/>
                </a:lnTo>
                <a:lnTo>
                  <a:pt x="1225463" y="372270"/>
                </a:lnTo>
                <a:lnTo>
                  <a:pt x="1224209" y="372270"/>
                </a:lnTo>
                <a:lnTo>
                  <a:pt x="1222961" y="372270"/>
                </a:lnTo>
                <a:lnTo>
                  <a:pt x="1221714" y="372270"/>
                </a:lnTo>
                <a:lnTo>
                  <a:pt x="1220467" y="372270"/>
                </a:lnTo>
                <a:lnTo>
                  <a:pt x="1219219" y="372270"/>
                </a:lnTo>
                <a:lnTo>
                  <a:pt x="1217972" y="372270"/>
                </a:lnTo>
                <a:lnTo>
                  <a:pt x="1216725" y="372270"/>
                </a:lnTo>
                <a:lnTo>
                  <a:pt x="1215477" y="372270"/>
                </a:lnTo>
                <a:lnTo>
                  <a:pt x="1214230" y="372270"/>
                </a:lnTo>
                <a:lnTo>
                  <a:pt x="1212983" y="372270"/>
                </a:lnTo>
                <a:lnTo>
                  <a:pt x="1211735" y="372270"/>
                </a:lnTo>
                <a:lnTo>
                  <a:pt x="1210488" y="372270"/>
                </a:lnTo>
                <a:lnTo>
                  <a:pt x="1209241" y="372270"/>
                </a:lnTo>
                <a:lnTo>
                  <a:pt x="1207986" y="372270"/>
                </a:lnTo>
                <a:lnTo>
                  <a:pt x="1206739" y="372270"/>
                </a:lnTo>
                <a:lnTo>
                  <a:pt x="1205491" y="372270"/>
                </a:lnTo>
                <a:lnTo>
                  <a:pt x="1204244" y="372270"/>
                </a:lnTo>
                <a:lnTo>
                  <a:pt x="1202997" y="372270"/>
                </a:lnTo>
                <a:lnTo>
                  <a:pt x="1201749" y="372270"/>
                </a:lnTo>
                <a:lnTo>
                  <a:pt x="1200502" y="372270"/>
                </a:lnTo>
                <a:lnTo>
                  <a:pt x="1199255" y="372270"/>
                </a:lnTo>
                <a:lnTo>
                  <a:pt x="1198007" y="372270"/>
                </a:lnTo>
                <a:lnTo>
                  <a:pt x="1196760" y="372270"/>
                </a:lnTo>
                <a:lnTo>
                  <a:pt x="1195513" y="372270"/>
                </a:lnTo>
                <a:lnTo>
                  <a:pt x="1194265" y="372270"/>
                </a:lnTo>
                <a:lnTo>
                  <a:pt x="1193011" y="372270"/>
                </a:lnTo>
                <a:lnTo>
                  <a:pt x="1191763" y="372270"/>
                </a:lnTo>
                <a:lnTo>
                  <a:pt x="1190516" y="372270"/>
                </a:lnTo>
                <a:lnTo>
                  <a:pt x="1189269" y="372270"/>
                </a:lnTo>
                <a:lnTo>
                  <a:pt x="1188021" y="372270"/>
                </a:lnTo>
                <a:lnTo>
                  <a:pt x="1186774" y="372270"/>
                </a:lnTo>
                <a:lnTo>
                  <a:pt x="1185527" y="372270"/>
                </a:lnTo>
                <a:lnTo>
                  <a:pt x="1184279" y="372270"/>
                </a:lnTo>
                <a:lnTo>
                  <a:pt x="1183032" y="372270"/>
                </a:lnTo>
                <a:lnTo>
                  <a:pt x="1181785" y="372270"/>
                </a:lnTo>
                <a:lnTo>
                  <a:pt x="1180537" y="372270"/>
                </a:lnTo>
                <a:lnTo>
                  <a:pt x="1179290" y="372270"/>
                </a:lnTo>
                <a:lnTo>
                  <a:pt x="1178043" y="372270"/>
                </a:lnTo>
                <a:lnTo>
                  <a:pt x="1176788" y="372270"/>
                </a:lnTo>
                <a:lnTo>
                  <a:pt x="1175541" y="372270"/>
                </a:lnTo>
                <a:lnTo>
                  <a:pt x="1174293" y="372270"/>
                </a:lnTo>
                <a:lnTo>
                  <a:pt x="1173046" y="372270"/>
                </a:lnTo>
                <a:lnTo>
                  <a:pt x="1171799" y="372270"/>
                </a:lnTo>
                <a:lnTo>
                  <a:pt x="1170551" y="372270"/>
                </a:lnTo>
                <a:lnTo>
                  <a:pt x="1169304" y="372270"/>
                </a:lnTo>
                <a:lnTo>
                  <a:pt x="1168057" y="372270"/>
                </a:lnTo>
                <a:lnTo>
                  <a:pt x="1166809" y="372270"/>
                </a:lnTo>
                <a:lnTo>
                  <a:pt x="1165562" y="372270"/>
                </a:lnTo>
                <a:lnTo>
                  <a:pt x="1164315" y="372270"/>
                </a:lnTo>
                <a:lnTo>
                  <a:pt x="1163067" y="372270"/>
                </a:lnTo>
                <a:lnTo>
                  <a:pt x="1161812" y="372270"/>
                </a:lnTo>
                <a:lnTo>
                  <a:pt x="1160565" y="372270"/>
                </a:lnTo>
                <a:lnTo>
                  <a:pt x="1159318" y="372270"/>
                </a:lnTo>
                <a:lnTo>
                  <a:pt x="1158071" y="372270"/>
                </a:lnTo>
                <a:lnTo>
                  <a:pt x="1156823" y="372270"/>
                </a:lnTo>
                <a:lnTo>
                  <a:pt x="1155576" y="372270"/>
                </a:lnTo>
                <a:lnTo>
                  <a:pt x="1154329" y="372270"/>
                </a:lnTo>
                <a:lnTo>
                  <a:pt x="1153081" y="372270"/>
                </a:lnTo>
                <a:lnTo>
                  <a:pt x="1151834" y="372270"/>
                </a:lnTo>
                <a:lnTo>
                  <a:pt x="1150587" y="372270"/>
                </a:lnTo>
                <a:lnTo>
                  <a:pt x="1149339" y="372270"/>
                </a:lnTo>
                <a:lnTo>
                  <a:pt x="1148092" y="372270"/>
                </a:lnTo>
                <a:lnTo>
                  <a:pt x="1146845" y="372270"/>
                </a:lnTo>
                <a:lnTo>
                  <a:pt x="1145590" y="372270"/>
                </a:lnTo>
                <a:lnTo>
                  <a:pt x="1144342" y="372270"/>
                </a:lnTo>
                <a:lnTo>
                  <a:pt x="1143095" y="372270"/>
                </a:lnTo>
                <a:lnTo>
                  <a:pt x="1141848" y="372270"/>
                </a:lnTo>
                <a:lnTo>
                  <a:pt x="1140600" y="372270"/>
                </a:lnTo>
                <a:lnTo>
                  <a:pt x="1139353" y="372270"/>
                </a:lnTo>
                <a:lnTo>
                  <a:pt x="1138106" y="372270"/>
                </a:lnTo>
                <a:lnTo>
                  <a:pt x="1136859" y="372270"/>
                </a:lnTo>
                <a:lnTo>
                  <a:pt x="1135611" y="372270"/>
                </a:lnTo>
                <a:lnTo>
                  <a:pt x="1134364" y="372270"/>
                </a:lnTo>
                <a:lnTo>
                  <a:pt x="1133117" y="372270"/>
                </a:lnTo>
                <a:lnTo>
                  <a:pt x="1131869" y="372270"/>
                </a:lnTo>
                <a:lnTo>
                  <a:pt x="1130614" y="372270"/>
                </a:lnTo>
                <a:lnTo>
                  <a:pt x="1129367" y="372270"/>
                </a:lnTo>
                <a:lnTo>
                  <a:pt x="1128120" y="372270"/>
                </a:lnTo>
                <a:lnTo>
                  <a:pt x="1126872" y="372270"/>
                </a:lnTo>
                <a:lnTo>
                  <a:pt x="1125625" y="372270"/>
                </a:lnTo>
                <a:lnTo>
                  <a:pt x="1124378" y="372270"/>
                </a:lnTo>
                <a:lnTo>
                  <a:pt x="1123130" y="372270"/>
                </a:lnTo>
                <a:lnTo>
                  <a:pt x="1121883" y="372270"/>
                </a:lnTo>
                <a:lnTo>
                  <a:pt x="1120636" y="372270"/>
                </a:lnTo>
                <a:lnTo>
                  <a:pt x="1119389" y="372270"/>
                </a:lnTo>
                <a:lnTo>
                  <a:pt x="1118141" y="372270"/>
                </a:lnTo>
                <a:lnTo>
                  <a:pt x="1116894" y="372270"/>
                </a:lnTo>
                <a:lnTo>
                  <a:pt x="1115647" y="372270"/>
                </a:lnTo>
                <a:lnTo>
                  <a:pt x="1114392" y="372270"/>
                </a:lnTo>
                <a:lnTo>
                  <a:pt x="1113144" y="372270"/>
                </a:lnTo>
                <a:lnTo>
                  <a:pt x="1111897" y="372270"/>
                </a:lnTo>
                <a:lnTo>
                  <a:pt x="1110650" y="372270"/>
                </a:lnTo>
                <a:lnTo>
                  <a:pt x="1109402" y="372270"/>
                </a:lnTo>
                <a:lnTo>
                  <a:pt x="1108155" y="372270"/>
                </a:lnTo>
                <a:lnTo>
                  <a:pt x="1106908" y="372270"/>
                </a:lnTo>
                <a:lnTo>
                  <a:pt x="1105660" y="372270"/>
                </a:lnTo>
                <a:lnTo>
                  <a:pt x="1104413" y="372270"/>
                </a:lnTo>
                <a:lnTo>
                  <a:pt x="1103166" y="372270"/>
                </a:lnTo>
                <a:lnTo>
                  <a:pt x="1101918" y="372270"/>
                </a:lnTo>
                <a:lnTo>
                  <a:pt x="1100671" y="372270"/>
                </a:lnTo>
                <a:lnTo>
                  <a:pt x="1099416" y="372270"/>
                </a:lnTo>
                <a:lnTo>
                  <a:pt x="1098169" y="372270"/>
                </a:lnTo>
                <a:lnTo>
                  <a:pt x="1096922" y="372270"/>
                </a:lnTo>
                <a:lnTo>
                  <a:pt x="1095674" y="372270"/>
                </a:lnTo>
                <a:lnTo>
                  <a:pt x="1094427" y="372270"/>
                </a:lnTo>
                <a:lnTo>
                  <a:pt x="1093180" y="372270"/>
                </a:lnTo>
                <a:lnTo>
                  <a:pt x="1091932" y="372270"/>
                </a:lnTo>
                <a:lnTo>
                  <a:pt x="1090685" y="372270"/>
                </a:lnTo>
                <a:lnTo>
                  <a:pt x="1089438" y="372270"/>
                </a:lnTo>
                <a:lnTo>
                  <a:pt x="1088190" y="372270"/>
                </a:lnTo>
                <a:lnTo>
                  <a:pt x="1086943" y="372270"/>
                </a:lnTo>
                <a:lnTo>
                  <a:pt x="1085696" y="372270"/>
                </a:lnTo>
                <a:lnTo>
                  <a:pt x="1084448" y="372270"/>
                </a:lnTo>
                <a:lnTo>
                  <a:pt x="1083194" y="372270"/>
                </a:lnTo>
                <a:lnTo>
                  <a:pt x="1081946" y="372270"/>
                </a:lnTo>
                <a:lnTo>
                  <a:pt x="1080699" y="372270"/>
                </a:lnTo>
                <a:lnTo>
                  <a:pt x="1079452" y="372270"/>
                </a:lnTo>
                <a:lnTo>
                  <a:pt x="1078204" y="372270"/>
                </a:lnTo>
                <a:lnTo>
                  <a:pt x="1076957" y="372270"/>
                </a:lnTo>
                <a:lnTo>
                  <a:pt x="1075710" y="372270"/>
                </a:lnTo>
                <a:lnTo>
                  <a:pt x="1074462" y="372270"/>
                </a:lnTo>
                <a:lnTo>
                  <a:pt x="1073215" y="372270"/>
                </a:lnTo>
                <a:lnTo>
                  <a:pt x="1071968" y="372270"/>
                </a:lnTo>
                <a:lnTo>
                  <a:pt x="1070720" y="372270"/>
                </a:lnTo>
                <a:lnTo>
                  <a:pt x="1069473" y="372270"/>
                </a:lnTo>
                <a:lnTo>
                  <a:pt x="1068218" y="372270"/>
                </a:lnTo>
                <a:lnTo>
                  <a:pt x="1066971" y="372270"/>
                </a:lnTo>
                <a:lnTo>
                  <a:pt x="1065724" y="372270"/>
                </a:lnTo>
                <a:lnTo>
                  <a:pt x="1064476" y="372270"/>
                </a:lnTo>
                <a:lnTo>
                  <a:pt x="1063229" y="372270"/>
                </a:lnTo>
                <a:lnTo>
                  <a:pt x="1061982" y="372270"/>
                </a:lnTo>
                <a:lnTo>
                  <a:pt x="1060734" y="372270"/>
                </a:lnTo>
                <a:lnTo>
                  <a:pt x="1059487" y="372270"/>
                </a:lnTo>
                <a:lnTo>
                  <a:pt x="1058240" y="372270"/>
                </a:lnTo>
                <a:lnTo>
                  <a:pt x="1056992" y="372270"/>
                </a:lnTo>
                <a:lnTo>
                  <a:pt x="1055745" y="372270"/>
                </a:lnTo>
                <a:lnTo>
                  <a:pt x="1054498" y="372270"/>
                </a:lnTo>
                <a:lnTo>
                  <a:pt x="1053250" y="372270"/>
                </a:lnTo>
                <a:lnTo>
                  <a:pt x="1051996" y="372270"/>
                </a:lnTo>
                <a:lnTo>
                  <a:pt x="1050748" y="372270"/>
                </a:lnTo>
                <a:lnTo>
                  <a:pt x="1049501" y="372270"/>
                </a:lnTo>
                <a:lnTo>
                  <a:pt x="1048254" y="372270"/>
                </a:lnTo>
                <a:lnTo>
                  <a:pt x="1047006" y="372270"/>
                </a:lnTo>
                <a:lnTo>
                  <a:pt x="1045759" y="372270"/>
                </a:lnTo>
                <a:lnTo>
                  <a:pt x="1044512" y="372270"/>
                </a:lnTo>
                <a:lnTo>
                  <a:pt x="1043264" y="372270"/>
                </a:lnTo>
                <a:lnTo>
                  <a:pt x="1042017" y="372270"/>
                </a:lnTo>
                <a:lnTo>
                  <a:pt x="1040770" y="372270"/>
                </a:lnTo>
                <a:lnTo>
                  <a:pt x="1039522" y="372270"/>
                </a:lnTo>
                <a:lnTo>
                  <a:pt x="1038275" y="372270"/>
                </a:lnTo>
                <a:lnTo>
                  <a:pt x="1037020" y="372270"/>
                </a:lnTo>
                <a:lnTo>
                  <a:pt x="1035773" y="372270"/>
                </a:lnTo>
                <a:lnTo>
                  <a:pt x="1034526" y="372270"/>
                </a:lnTo>
                <a:lnTo>
                  <a:pt x="1033278" y="372270"/>
                </a:lnTo>
                <a:lnTo>
                  <a:pt x="1032031" y="372270"/>
                </a:lnTo>
                <a:lnTo>
                  <a:pt x="1030784" y="372270"/>
                </a:lnTo>
                <a:lnTo>
                  <a:pt x="1029536" y="372270"/>
                </a:lnTo>
                <a:lnTo>
                  <a:pt x="1028289" y="372270"/>
                </a:lnTo>
                <a:lnTo>
                  <a:pt x="1027042" y="372270"/>
                </a:lnTo>
                <a:lnTo>
                  <a:pt x="1025794" y="372270"/>
                </a:lnTo>
                <a:lnTo>
                  <a:pt x="1024547" y="372270"/>
                </a:lnTo>
                <a:lnTo>
                  <a:pt x="1023300" y="372270"/>
                </a:lnTo>
                <a:lnTo>
                  <a:pt x="1022052" y="372270"/>
                </a:lnTo>
                <a:lnTo>
                  <a:pt x="1020797" y="372270"/>
                </a:lnTo>
                <a:lnTo>
                  <a:pt x="1019550" y="372270"/>
                </a:lnTo>
                <a:lnTo>
                  <a:pt x="1018303" y="372270"/>
                </a:lnTo>
                <a:lnTo>
                  <a:pt x="1017056" y="372270"/>
                </a:lnTo>
                <a:lnTo>
                  <a:pt x="1015808" y="372270"/>
                </a:lnTo>
                <a:lnTo>
                  <a:pt x="1014561" y="372270"/>
                </a:lnTo>
                <a:lnTo>
                  <a:pt x="1013314" y="372270"/>
                </a:lnTo>
                <a:lnTo>
                  <a:pt x="1012066" y="372270"/>
                </a:lnTo>
                <a:lnTo>
                  <a:pt x="1010819" y="372270"/>
                </a:lnTo>
                <a:lnTo>
                  <a:pt x="1009572" y="372270"/>
                </a:lnTo>
                <a:lnTo>
                  <a:pt x="1008324" y="372270"/>
                </a:lnTo>
                <a:lnTo>
                  <a:pt x="1007077" y="372270"/>
                </a:lnTo>
                <a:lnTo>
                  <a:pt x="1005822" y="372270"/>
                </a:lnTo>
                <a:lnTo>
                  <a:pt x="1004575" y="372270"/>
                </a:lnTo>
                <a:lnTo>
                  <a:pt x="1003327" y="372270"/>
                </a:lnTo>
                <a:lnTo>
                  <a:pt x="1002080" y="372270"/>
                </a:lnTo>
                <a:lnTo>
                  <a:pt x="1000833" y="372270"/>
                </a:lnTo>
                <a:lnTo>
                  <a:pt x="999586" y="372270"/>
                </a:lnTo>
                <a:lnTo>
                  <a:pt x="998338" y="372270"/>
                </a:lnTo>
                <a:lnTo>
                  <a:pt x="997091" y="372270"/>
                </a:lnTo>
                <a:lnTo>
                  <a:pt x="995844" y="372270"/>
                </a:lnTo>
                <a:lnTo>
                  <a:pt x="994596" y="372270"/>
                </a:lnTo>
                <a:lnTo>
                  <a:pt x="993349" y="372270"/>
                </a:lnTo>
                <a:lnTo>
                  <a:pt x="992102" y="372270"/>
                </a:lnTo>
                <a:lnTo>
                  <a:pt x="990854" y="372270"/>
                </a:lnTo>
                <a:lnTo>
                  <a:pt x="989599" y="372270"/>
                </a:lnTo>
                <a:lnTo>
                  <a:pt x="988352" y="372270"/>
                </a:lnTo>
                <a:lnTo>
                  <a:pt x="987105" y="372270"/>
                </a:lnTo>
                <a:lnTo>
                  <a:pt x="985857" y="372270"/>
                </a:lnTo>
                <a:lnTo>
                  <a:pt x="984610" y="372270"/>
                </a:lnTo>
                <a:lnTo>
                  <a:pt x="983363" y="372270"/>
                </a:lnTo>
                <a:lnTo>
                  <a:pt x="982116" y="372270"/>
                </a:lnTo>
                <a:lnTo>
                  <a:pt x="980868" y="372270"/>
                </a:lnTo>
                <a:lnTo>
                  <a:pt x="979621" y="372270"/>
                </a:lnTo>
                <a:lnTo>
                  <a:pt x="978374" y="372270"/>
                </a:lnTo>
                <a:lnTo>
                  <a:pt x="977126" y="372270"/>
                </a:lnTo>
                <a:lnTo>
                  <a:pt x="975879" y="372270"/>
                </a:lnTo>
                <a:lnTo>
                  <a:pt x="974624" y="372270"/>
                </a:lnTo>
                <a:lnTo>
                  <a:pt x="973377" y="372270"/>
                </a:lnTo>
                <a:lnTo>
                  <a:pt x="972129" y="372270"/>
                </a:lnTo>
                <a:lnTo>
                  <a:pt x="970882" y="372270"/>
                </a:lnTo>
                <a:lnTo>
                  <a:pt x="969635" y="372270"/>
                </a:lnTo>
                <a:lnTo>
                  <a:pt x="968387" y="372270"/>
                </a:lnTo>
                <a:lnTo>
                  <a:pt x="967140" y="372270"/>
                </a:lnTo>
                <a:lnTo>
                  <a:pt x="965893" y="372270"/>
                </a:lnTo>
                <a:lnTo>
                  <a:pt x="964645" y="372270"/>
                </a:lnTo>
                <a:lnTo>
                  <a:pt x="963398" y="372270"/>
                </a:lnTo>
                <a:lnTo>
                  <a:pt x="962151" y="372270"/>
                </a:lnTo>
                <a:lnTo>
                  <a:pt x="960904" y="372270"/>
                </a:lnTo>
                <a:lnTo>
                  <a:pt x="959656" y="372270"/>
                </a:lnTo>
                <a:lnTo>
                  <a:pt x="958401" y="372270"/>
                </a:lnTo>
                <a:lnTo>
                  <a:pt x="957154" y="372270"/>
                </a:lnTo>
                <a:lnTo>
                  <a:pt x="955907" y="372270"/>
                </a:lnTo>
                <a:lnTo>
                  <a:pt x="954659" y="372270"/>
                </a:lnTo>
                <a:lnTo>
                  <a:pt x="953412" y="372270"/>
                </a:lnTo>
                <a:lnTo>
                  <a:pt x="952165" y="372270"/>
                </a:lnTo>
                <a:lnTo>
                  <a:pt x="950917" y="372270"/>
                </a:lnTo>
                <a:lnTo>
                  <a:pt x="949670" y="372270"/>
                </a:lnTo>
                <a:lnTo>
                  <a:pt x="948423" y="372270"/>
                </a:lnTo>
                <a:lnTo>
                  <a:pt x="947175" y="372270"/>
                </a:lnTo>
                <a:lnTo>
                  <a:pt x="945928" y="372270"/>
                </a:lnTo>
                <a:lnTo>
                  <a:pt x="944681" y="372270"/>
                </a:lnTo>
                <a:lnTo>
                  <a:pt x="943426" y="372270"/>
                </a:lnTo>
                <a:lnTo>
                  <a:pt x="942179" y="372270"/>
                </a:lnTo>
                <a:lnTo>
                  <a:pt x="940931" y="372270"/>
                </a:lnTo>
                <a:lnTo>
                  <a:pt x="939684" y="372270"/>
                </a:lnTo>
                <a:lnTo>
                  <a:pt x="938437" y="372270"/>
                </a:lnTo>
                <a:lnTo>
                  <a:pt x="937189" y="372270"/>
                </a:lnTo>
                <a:lnTo>
                  <a:pt x="935942" y="372270"/>
                </a:lnTo>
                <a:lnTo>
                  <a:pt x="934695" y="372270"/>
                </a:lnTo>
                <a:lnTo>
                  <a:pt x="933447" y="372270"/>
                </a:lnTo>
                <a:lnTo>
                  <a:pt x="932200" y="372270"/>
                </a:lnTo>
                <a:lnTo>
                  <a:pt x="930953" y="372270"/>
                </a:lnTo>
                <a:lnTo>
                  <a:pt x="929705" y="372270"/>
                </a:lnTo>
                <a:lnTo>
                  <a:pt x="928458" y="372270"/>
                </a:lnTo>
                <a:lnTo>
                  <a:pt x="927203" y="372270"/>
                </a:lnTo>
                <a:lnTo>
                  <a:pt x="925956" y="372270"/>
                </a:lnTo>
                <a:lnTo>
                  <a:pt x="924709" y="372270"/>
                </a:lnTo>
                <a:lnTo>
                  <a:pt x="923461" y="372270"/>
                </a:lnTo>
                <a:lnTo>
                  <a:pt x="922214" y="372270"/>
                </a:lnTo>
                <a:lnTo>
                  <a:pt x="920967" y="372270"/>
                </a:lnTo>
                <a:lnTo>
                  <a:pt x="919719" y="372270"/>
                </a:lnTo>
                <a:lnTo>
                  <a:pt x="918472" y="372270"/>
                </a:lnTo>
                <a:lnTo>
                  <a:pt x="917225" y="372270"/>
                </a:lnTo>
                <a:lnTo>
                  <a:pt x="915977" y="372270"/>
                </a:lnTo>
                <a:lnTo>
                  <a:pt x="914730" y="372270"/>
                </a:lnTo>
                <a:lnTo>
                  <a:pt x="913483" y="372270"/>
                </a:lnTo>
                <a:lnTo>
                  <a:pt x="912228" y="372270"/>
                </a:lnTo>
                <a:lnTo>
                  <a:pt x="910981" y="372270"/>
                </a:lnTo>
                <a:lnTo>
                  <a:pt x="909733" y="372270"/>
                </a:lnTo>
                <a:lnTo>
                  <a:pt x="908486" y="372270"/>
                </a:lnTo>
                <a:lnTo>
                  <a:pt x="907239" y="372270"/>
                </a:lnTo>
                <a:lnTo>
                  <a:pt x="905991" y="372270"/>
                </a:lnTo>
                <a:lnTo>
                  <a:pt x="904744" y="372270"/>
                </a:lnTo>
                <a:lnTo>
                  <a:pt x="903497" y="372270"/>
                </a:lnTo>
                <a:lnTo>
                  <a:pt x="902249" y="372270"/>
                </a:lnTo>
                <a:lnTo>
                  <a:pt x="901002" y="372270"/>
                </a:lnTo>
                <a:lnTo>
                  <a:pt x="899755" y="372270"/>
                </a:lnTo>
                <a:lnTo>
                  <a:pt x="898507" y="372270"/>
                </a:lnTo>
                <a:lnTo>
                  <a:pt x="897260" y="372270"/>
                </a:lnTo>
                <a:lnTo>
                  <a:pt x="896005" y="372270"/>
                </a:lnTo>
                <a:lnTo>
                  <a:pt x="894758" y="372270"/>
                </a:lnTo>
                <a:lnTo>
                  <a:pt x="893511" y="372270"/>
                </a:lnTo>
                <a:lnTo>
                  <a:pt x="892263" y="372270"/>
                </a:lnTo>
                <a:lnTo>
                  <a:pt x="891016" y="372270"/>
                </a:lnTo>
                <a:lnTo>
                  <a:pt x="889769" y="372270"/>
                </a:lnTo>
                <a:lnTo>
                  <a:pt x="888521" y="372270"/>
                </a:lnTo>
                <a:lnTo>
                  <a:pt x="887274" y="372270"/>
                </a:lnTo>
                <a:lnTo>
                  <a:pt x="886027" y="372270"/>
                </a:lnTo>
                <a:lnTo>
                  <a:pt x="884779" y="372270"/>
                </a:lnTo>
                <a:lnTo>
                  <a:pt x="883532" y="372270"/>
                </a:lnTo>
                <a:lnTo>
                  <a:pt x="882285" y="372270"/>
                </a:lnTo>
                <a:lnTo>
                  <a:pt x="881030" y="372270"/>
                </a:lnTo>
                <a:lnTo>
                  <a:pt x="879783" y="372270"/>
                </a:lnTo>
                <a:lnTo>
                  <a:pt x="878535" y="372270"/>
                </a:lnTo>
                <a:lnTo>
                  <a:pt x="877288" y="372270"/>
                </a:lnTo>
                <a:lnTo>
                  <a:pt x="876041" y="372270"/>
                </a:lnTo>
                <a:lnTo>
                  <a:pt x="874793" y="372270"/>
                </a:lnTo>
                <a:lnTo>
                  <a:pt x="873546" y="372270"/>
                </a:lnTo>
                <a:lnTo>
                  <a:pt x="872299" y="372270"/>
                </a:lnTo>
                <a:lnTo>
                  <a:pt x="871051" y="372270"/>
                </a:lnTo>
                <a:lnTo>
                  <a:pt x="869804" y="372270"/>
                </a:lnTo>
                <a:lnTo>
                  <a:pt x="868557" y="372270"/>
                </a:lnTo>
                <a:lnTo>
                  <a:pt x="867309" y="372270"/>
                </a:lnTo>
                <a:lnTo>
                  <a:pt x="866062" y="372270"/>
                </a:lnTo>
                <a:lnTo>
                  <a:pt x="864807" y="372270"/>
                </a:lnTo>
                <a:lnTo>
                  <a:pt x="863560" y="372270"/>
                </a:lnTo>
                <a:lnTo>
                  <a:pt x="862313" y="372270"/>
                </a:lnTo>
                <a:lnTo>
                  <a:pt x="861065" y="372270"/>
                </a:lnTo>
                <a:lnTo>
                  <a:pt x="859818" y="372270"/>
                </a:lnTo>
                <a:lnTo>
                  <a:pt x="858571" y="372270"/>
                </a:lnTo>
                <a:lnTo>
                  <a:pt x="857323" y="372270"/>
                </a:lnTo>
                <a:lnTo>
                  <a:pt x="856076" y="372270"/>
                </a:lnTo>
                <a:lnTo>
                  <a:pt x="854829" y="372270"/>
                </a:lnTo>
                <a:lnTo>
                  <a:pt x="853581" y="372270"/>
                </a:lnTo>
                <a:lnTo>
                  <a:pt x="852334" y="372270"/>
                </a:lnTo>
                <a:lnTo>
                  <a:pt x="851087" y="372270"/>
                </a:lnTo>
                <a:lnTo>
                  <a:pt x="849832" y="372270"/>
                </a:lnTo>
                <a:lnTo>
                  <a:pt x="848584" y="372270"/>
                </a:lnTo>
                <a:lnTo>
                  <a:pt x="847337" y="372270"/>
                </a:lnTo>
                <a:lnTo>
                  <a:pt x="846090" y="372270"/>
                </a:lnTo>
                <a:lnTo>
                  <a:pt x="844842" y="372270"/>
                </a:lnTo>
                <a:lnTo>
                  <a:pt x="843595" y="372270"/>
                </a:lnTo>
                <a:lnTo>
                  <a:pt x="842348" y="372270"/>
                </a:lnTo>
                <a:lnTo>
                  <a:pt x="841101" y="372270"/>
                </a:lnTo>
                <a:lnTo>
                  <a:pt x="839853" y="372270"/>
                </a:lnTo>
                <a:lnTo>
                  <a:pt x="838606" y="372270"/>
                </a:lnTo>
                <a:lnTo>
                  <a:pt x="837359" y="372270"/>
                </a:lnTo>
                <a:lnTo>
                  <a:pt x="836111" y="372270"/>
                </a:lnTo>
                <a:lnTo>
                  <a:pt x="834864" y="372270"/>
                </a:lnTo>
                <a:lnTo>
                  <a:pt x="833609" y="372270"/>
                </a:lnTo>
                <a:lnTo>
                  <a:pt x="832362" y="372270"/>
                </a:lnTo>
                <a:lnTo>
                  <a:pt x="831114" y="372270"/>
                </a:lnTo>
                <a:lnTo>
                  <a:pt x="829867" y="372270"/>
                </a:lnTo>
                <a:lnTo>
                  <a:pt x="828620" y="372270"/>
                </a:lnTo>
                <a:lnTo>
                  <a:pt x="827372" y="372270"/>
                </a:lnTo>
                <a:lnTo>
                  <a:pt x="826125" y="372270"/>
                </a:lnTo>
                <a:lnTo>
                  <a:pt x="824878" y="372270"/>
                </a:lnTo>
                <a:lnTo>
                  <a:pt x="823631" y="372270"/>
                </a:lnTo>
                <a:lnTo>
                  <a:pt x="822383" y="372270"/>
                </a:lnTo>
                <a:lnTo>
                  <a:pt x="821136" y="372270"/>
                </a:lnTo>
                <a:lnTo>
                  <a:pt x="819889" y="372270"/>
                </a:lnTo>
                <a:lnTo>
                  <a:pt x="818634" y="372270"/>
                </a:lnTo>
                <a:lnTo>
                  <a:pt x="817386" y="372270"/>
                </a:lnTo>
                <a:lnTo>
                  <a:pt x="816139" y="372270"/>
                </a:lnTo>
                <a:lnTo>
                  <a:pt x="814892" y="372270"/>
                </a:lnTo>
                <a:lnTo>
                  <a:pt x="813644" y="372270"/>
                </a:lnTo>
                <a:lnTo>
                  <a:pt x="812397" y="372270"/>
                </a:lnTo>
                <a:lnTo>
                  <a:pt x="811150" y="372270"/>
                </a:lnTo>
                <a:lnTo>
                  <a:pt x="809902" y="372270"/>
                </a:lnTo>
                <a:lnTo>
                  <a:pt x="808655" y="372270"/>
                </a:lnTo>
                <a:lnTo>
                  <a:pt x="807408" y="372270"/>
                </a:lnTo>
                <a:lnTo>
                  <a:pt x="806160" y="372270"/>
                </a:lnTo>
                <a:lnTo>
                  <a:pt x="804913" y="372270"/>
                </a:lnTo>
                <a:lnTo>
                  <a:pt x="803666" y="372270"/>
                </a:lnTo>
                <a:lnTo>
                  <a:pt x="802411" y="372270"/>
                </a:lnTo>
                <a:lnTo>
                  <a:pt x="801164" y="372270"/>
                </a:lnTo>
                <a:lnTo>
                  <a:pt x="799916" y="372270"/>
                </a:lnTo>
                <a:lnTo>
                  <a:pt x="798669" y="372270"/>
                </a:lnTo>
                <a:lnTo>
                  <a:pt x="797422" y="372270"/>
                </a:lnTo>
                <a:lnTo>
                  <a:pt x="796174" y="372270"/>
                </a:lnTo>
                <a:lnTo>
                  <a:pt x="794927" y="372270"/>
                </a:lnTo>
                <a:lnTo>
                  <a:pt x="793680" y="372270"/>
                </a:lnTo>
                <a:lnTo>
                  <a:pt x="792432" y="372270"/>
                </a:lnTo>
                <a:lnTo>
                  <a:pt x="791185" y="372270"/>
                </a:lnTo>
                <a:lnTo>
                  <a:pt x="789938" y="372270"/>
                </a:lnTo>
                <a:lnTo>
                  <a:pt x="788690" y="372270"/>
                </a:lnTo>
                <a:lnTo>
                  <a:pt x="787436" y="372270"/>
                </a:lnTo>
                <a:lnTo>
                  <a:pt x="786188" y="372270"/>
                </a:lnTo>
                <a:lnTo>
                  <a:pt x="784941" y="372270"/>
                </a:lnTo>
                <a:lnTo>
                  <a:pt x="783694" y="372270"/>
                </a:lnTo>
                <a:lnTo>
                  <a:pt x="782446" y="372270"/>
                </a:lnTo>
                <a:lnTo>
                  <a:pt x="781199" y="372270"/>
                </a:lnTo>
                <a:lnTo>
                  <a:pt x="779952" y="372270"/>
                </a:lnTo>
                <a:lnTo>
                  <a:pt x="778704" y="372270"/>
                </a:lnTo>
                <a:lnTo>
                  <a:pt x="777457" y="372270"/>
                </a:lnTo>
                <a:lnTo>
                  <a:pt x="776210" y="372270"/>
                </a:lnTo>
                <a:lnTo>
                  <a:pt x="774962" y="372270"/>
                </a:lnTo>
                <a:lnTo>
                  <a:pt x="773715" y="372270"/>
                </a:lnTo>
                <a:lnTo>
                  <a:pt x="772468" y="372270"/>
                </a:lnTo>
                <a:lnTo>
                  <a:pt x="771213" y="372270"/>
                </a:lnTo>
                <a:lnTo>
                  <a:pt x="769966" y="372270"/>
                </a:lnTo>
                <a:lnTo>
                  <a:pt x="768718" y="372270"/>
                </a:lnTo>
                <a:lnTo>
                  <a:pt x="767471" y="372270"/>
                </a:lnTo>
                <a:lnTo>
                  <a:pt x="766224" y="372270"/>
                </a:lnTo>
                <a:lnTo>
                  <a:pt x="764976" y="372270"/>
                </a:lnTo>
                <a:lnTo>
                  <a:pt x="763729" y="372270"/>
                </a:lnTo>
                <a:lnTo>
                  <a:pt x="762482" y="372270"/>
                </a:lnTo>
                <a:lnTo>
                  <a:pt x="761234" y="372270"/>
                </a:lnTo>
                <a:lnTo>
                  <a:pt x="759987" y="372270"/>
                </a:lnTo>
                <a:lnTo>
                  <a:pt x="758740" y="372270"/>
                </a:lnTo>
                <a:lnTo>
                  <a:pt x="757492" y="372270"/>
                </a:lnTo>
                <a:lnTo>
                  <a:pt x="756238" y="372270"/>
                </a:lnTo>
                <a:lnTo>
                  <a:pt x="754990" y="372270"/>
                </a:lnTo>
                <a:lnTo>
                  <a:pt x="753743" y="372270"/>
                </a:lnTo>
                <a:lnTo>
                  <a:pt x="752496" y="372270"/>
                </a:lnTo>
                <a:lnTo>
                  <a:pt x="751248" y="372270"/>
                </a:lnTo>
                <a:lnTo>
                  <a:pt x="750001" y="372270"/>
                </a:lnTo>
                <a:lnTo>
                  <a:pt x="748754" y="372270"/>
                </a:lnTo>
                <a:lnTo>
                  <a:pt x="747506" y="372270"/>
                </a:lnTo>
                <a:lnTo>
                  <a:pt x="746259" y="372270"/>
                </a:lnTo>
                <a:lnTo>
                  <a:pt x="745012" y="372270"/>
                </a:lnTo>
                <a:lnTo>
                  <a:pt x="743764" y="372270"/>
                </a:lnTo>
                <a:lnTo>
                  <a:pt x="742517" y="372270"/>
                </a:lnTo>
                <a:lnTo>
                  <a:pt x="741270" y="372270"/>
                </a:lnTo>
                <a:lnTo>
                  <a:pt x="740015" y="372270"/>
                </a:lnTo>
                <a:lnTo>
                  <a:pt x="738768" y="372270"/>
                </a:lnTo>
                <a:lnTo>
                  <a:pt x="737520" y="372270"/>
                </a:lnTo>
                <a:lnTo>
                  <a:pt x="736273" y="372270"/>
                </a:lnTo>
                <a:lnTo>
                  <a:pt x="735026" y="372270"/>
                </a:lnTo>
                <a:lnTo>
                  <a:pt x="733778" y="372270"/>
                </a:lnTo>
                <a:lnTo>
                  <a:pt x="732531" y="372270"/>
                </a:lnTo>
                <a:lnTo>
                  <a:pt x="731284" y="372270"/>
                </a:lnTo>
                <a:lnTo>
                  <a:pt x="730036" y="372270"/>
                </a:lnTo>
                <a:lnTo>
                  <a:pt x="728789" y="372270"/>
                </a:lnTo>
                <a:lnTo>
                  <a:pt x="727542" y="372270"/>
                </a:lnTo>
                <a:lnTo>
                  <a:pt x="726294" y="372270"/>
                </a:lnTo>
                <a:lnTo>
                  <a:pt x="725040" y="372270"/>
                </a:lnTo>
                <a:lnTo>
                  <a:pt x="723792" y="372270"/>
                </a:lnTo>
                <a:lnTo>
                  <a:pt x="722545" y="372270"/>
                </a:lnTo>
                <a:lnTo>
                  <a:pt x="721298" y="372270"/>
                </a:lnTo>
                <a:lnTo>
                  <a:pt x="720050" y="372270"/>
                </a:lnTo>
                <a:lnTo>
                  <a:pt x="718803" y="372270"/>
                </a:lnTo>
                <a:lnTo>
                  <a:pt x="717556" y="372270"/>
                </a:lnTo>
                <a:lnTo>
                  <a:pt x="716308" y="372270"/>
                </a:lnTo>
                <a:lnTo>
                  <a:pt x="715061" y="372270"/>
                </a:lnTo>
                <a:lnTo>
                  <a:pt x="713814" y="372270"/>
                </a:lnTo>
                <a:lnTo>
                  <a:pt x="712566" y="372270"/>
                </a:lnTo>
                <a:lnTo>
                  <a:pt x="711319" y="372270"/>
                </a:lnTo>
                <a:lnTo>
                  <a:pt x="710072" y="372270"/>
                </a:lnTo>
                <a:lnTo>
                  <a:pt x="708817" y="372270"/>
                </a:lnTo>
                <a:lnTo>
                  <a:pt x="707569" y="372270"/>
                </a:lnTo>
                <a:lnTo>
                  <a:pt x="706322" y="372270"/>
                </a:lnTo>
                <a:lnTo>
                  <a:pt x="705075" y="372270"/>
                </a:lnTo>
                <a:lnTo>
                  <a:pt x="703828" y="372270"/>
                </a:lnTo>
                <a:lnTo>
                  <a:pt x="702580" y="372270"/>
                </a:lnTo>
                <a:lnTo>
                  <a:pt x="701333" y="372270"/>
                </a:lnTo>
                <a:lnTo>
                  <a:pt x="700086" y="372270"/>
                </a:lnTo>
                <a:lnTo>
                  <a:pt x="698838" y="372270"/>
                </a:lnTo>
                <a:lnTo>
                  <a:pt x="697591" y="372270"/>
                </a:lnTo>
                <a:lnTo>
                  <a:pt x="696344" y="372270"/>
                </a:lnTo>
                <a:lnTo>
                  <a:pt x="695096" y="372270"/>
                </a:lnTo>
                <a:lnTo>
                  <a:pt x="693841" y="372270"/>
                </a:lnTo>
                <a:lnTo>
                  <a:pt x="692594" y="372270"/>
                </a:lnTo>
                <a:lnTo>
                  <a:pt x="691347" y="372270"/>
                </a:lnTo>
                <a:lnTo>
                  <a:pt x="690099" y="372270"/>
                </a:lnTo>
                <a:lnTo>
                  <a:pt x="688852" y="372270"/>
                </a:lnTo>
                <a:lnTo>
                  <a:pt x="687605" y="372270"/>
                </a:lnTo>
                <a:lnTo>
                  <a:pt x="686358" y="372270"/>
                </a:lnTo>
                <a:lnTo>
                  <a:pt x="685110" y="372270"/>
                </a:lnTo>
                <a:lnTo>
                  <a:pt x="683863" y="372270"/>
                </a:lnTo>
                <a:lnTo>
                  <a:pt x="682616" y="372270"/>
                </a:lnTo>
                <a:lnTo>
                  <a:pt x="681368" y="372270"/>
                </a:lnTo>
                <a:lnTo>
                  <a:pt x="680121" y="372270"/>
                </a:lnTo>
                <a:lnTo>
                  <a:pt x="678874" y="372270"/>
                </a:lnTo>
                <a:lnTo>
                  <a:pt x="677619" y="372270"/>
                </a:lnTo>
                <a:lnTo>
                  <a:pt x="676371" y="372270"/>
                </a:lnTo>
                <a:lnTo>
                  <a:pt x="675124" y="372270"/>
                </a:lnTo>
                <a:lnTo>
                  <a:pt x="673877" y="372270"/>
                </a:lnTo>
                <a:lnTo>
                  <a:pt x="672629" y="372270"/>
                </a:lnTo>
                <a:lnTo>
                  <a:pt x="671382" y="372270"/>
                </a:lnTo>
                <a:lnTo>
                  <a:pt x="670135" y="372270"/>
                </a:lnTo>
                <a:lnTo>
                  <a:pt x="668887" y="372270"/>
                </a:lnTo>
                <a:lnTo>
                  <a:pt x="667640" y="372270"/>
                </a:lnTo>
                <a:lnTo>
                  <a:pt x="666393" y="372270"/>
                </a:lnTo>
                <a:lnTo>
                  <a:pt x="665146" y="372270"/>
                </a:lnTo>
                <a:lnTo>
                  <a:pt x="663898" y="372270"/>
                </a:lnTo>
                <a:lnTo>
                  <a:pt x="662643" y="372270"/>
                </a:lnTo>
                <a:lnTo>
                  <a:pt x="661396" y="372270"/>
                </a:lnTo>
                <a:lnTo>
                  <a:pt x="660149" y="372270"/>
                </a:lnTo>
                <a:lnTo>
                  <a:pt x="658901" y="372270"/>
                </a:lnTo>
                <a:lnTo>
                  <a:pt x="657654" y="372270"/>
                </a:lnTo>
                <a:lnTo>
                  <a:pt x="656407" y="372270"/>
                </a:lnTo>
                <a:lnTo>
                  <a:pt x="655159" y="372270"/>
                </a:lnTo>
                <a:lnTo>
                  <a:pt x="653912" y="372270"/>
                </a:lnTo>
                <a:lnTo>
                  <a:pt x="652665" y="372270"/>
                </a:lnTo>
                <a:lnTo>
                  <a:pt x="651417" y="372270"/>
                </a:lnTo>
                <a:lnTo>
                  <a:pt x="650170" y="372270"/>
                </a:lnTo>
                <a:lnTo>
                  <a:pt x="648923" y="372270"/>
                </a:lnTo>
                <a:lnTo>
                  <a:pt x="647676" y="372270"/>
                </a:lnTo>
                <a:lnTo>
                  <a:pt x="646421" y="372270"/>
                </a:lnTo>
                <a:lnTo>
                  <a:pt x="645173" y="372270"/>
                </a:lnTo>
                <a:lnTo>
                  <a:pt x="643926" y="372270"/>
                </a:lnTo>
                <a:lnTo>
                  <a:pt x="642679" y="372270"/>
                </a:lnTo>
                <a:lnTo>
                  <a:pt x="641431" y="372270"/>
                </a:lnTo>
                <a:lnTo>
                  <a:pt x="640184" y="372270"/>
                </a:lnTo>
                <a:lnTo>
                  <a:pt x="638937" y="372270"/>
                </a:lnTo>
                <a:lnTo>
                  <a:pt x="637689" y="372270"/>
                </a:lnTo>
                <a:lnTo>
                  <a:pt x="636442" y="372270"/>
                </a:lnTo>
                <a:lnTo>
                  <a:pt x="635195" y="372270"/>
                </a:lnTo>
                <a:lnTo>
                  <a:pt x="633947" y="372270"/>
                </a:lnTo>
                <a:lnTo>
                  <a:pt x="632700" y="372270"/>
                </a:lnTo>
                <a:lnTo>
                  <a:pt x="631445" y="372270"/>
                </a:lnTo>
                <a:lnTo>
                  <a:pt x="630198" y="372270"/>
                </a:lnTo>
                <a:lnTo>
                  <a:pt x="628951" y="372270"/>
                </a:lnTo>
                <a:lnTo>
                  <a:pt x="627703" y="372270"/>
                </a:lnTo>
                <a:lnTo>
                  <a:pt x="626456" y="372270"/>
                </a:lnTo>
                <a:lnTo>
                  <a:pt x="625209" y="372270"/>
                </a:lnTo>
                <a:lnTo>
                  <a:pt x="623961" y="372270"/>
                </a:lnTo>
                <a:lnTo>
                  <a:pt x="622714" y="372270"/>
                </a:lnTo>
                <a:lnTo>
                  <a:pt x="621467" y="372270"/>
                </a:lnTo>
                <a:lnTo>
                  <a:pt x="620219" y="372270"/>
                </a:lnTo>
                <a:lnTo>
                  <a:pt x="618972" y="372270"/>
                </a:lnTo>
                <a:lnTo>
                  <a:pt x="617725" y="372270"/>
                </a:lnTo>
                <a:lnTo>
                  <a:pt x="616477" y="372270"/>
                </a:lnTo>
                <a:lnTo>
                  <a:pt x="615223" y="372270"/>
                </a:lnTo>
                <a:lnTo>
                  <a:pt x="613975" y="372270"/>
                </a:lnTo>
                <a:lnTo>
                  <a:pt x="612728" y="372270"/>
                </a:lnTo>
                <a:lnTo>
                  <a:pt x="611481" y="372270"/>
                </a:lnTo>
                <a:lnTo>
                  <a:pt x="610233" y="372270"/>
                </a:lnTo>
                <a:lnTo>
                  <a:pt x="608986" y="372270"/>
                </a:lnTo>
                <a:lnTo>
                  <a:pt x="607739" y="372270"/>
                </a:lnTo>
                <a:lnTo>
                  <a:pt x="606491" y="372270"/>
                </a:lnTo>
                <a:lnTo>
                  <a:pt x="605244" y="372270"/>
                </a:lnTo>
                <a:lnTo>
                  <a:pt x="603997" y="372270"/>
                </a:lnTo>
                <a:lnTo>
                  <a:pt x="602749" y="372270"/>
                </a:lnTo>
                <a:lnTo>
                  <a:pt x="601502" y="372270"/>
                </a:lnTo>
                <a:lnTo>
                  <a:pt x="600247" y="372270"/>
                </a:lnTo>
                <a:lnTo>
                  <a:pt x="599000" y="372270"/>
                </a:lnTo>
                <a:lnTo>
                  <a:pt x="597753" y="372270"/>
                </a:lnTo>
                <a:lnTo>
                  <a:pt x="596505" y="372270"/>
                </a:lnTo>
                <a:lnTo>
                  <a:pt x="595258" y="372270"/>
                </a:lnTo>
                <a:lnTo>
                  <a:pt x="594011" y="372270"/>
                </a:lnTo>
                <a:lnTo>
                  <a:pt x="592763" y="372270"/>
                </a:lnTo>
                <a:lnTo>
                  <a:pt x="591516" y="372270"/>
                </a:lnTo>
                <a:lnTo>
                  <a:pt x="590269" y="372270"/>
                </a:lnTo>
                <a:lnTo>
                  <a:pt x="589021" y="372270"/>
                </a:lnTo>
                <a:lnTo>
                  <a:pt x="587774" y="372270"/>
                </a:lnTo>
                <a:lnTo>
                  <a:pt x="586527" y="372270"/>
                </a:lnTo>
                <a:lnTo>
                  <a:pt x="585279" y="372270"/>
                </a:lnTo>
                <a:lnTo>
                  <a:pt x="584025" y="372270"/>
                </a:lnTo>
                <a:lnTo>
                  <a:pt x="582777" y="372270"/>
                </a:lnTo>
                <a:lnTo>
                  <a:pt x="581530" y="372270"/>
                </a:lnTo>
                <a:lnTo>
                  <a:pt x="580283" y="372270"/>
                </a:lnTo>
                <a:lnTo>
                  <a:pt x="579035" y="372270"/>
                </a:lnTo>
                <a:lnTo>
                  <a:pt x="577788" y="372270"/>
                </a:lnTo>
                <a:lnTo>
                  <a:pt x="576541" y="372270"/>
                </a:lnTo>
                <a:lnTo>
                  <a:pt x="575293" y="372270"/>
                </a:lnTo>
                <a:lnTo>
                  <a:pt x="574046" y="372270"/>
                </a:lnTo>
                <a:lnTo>
                  <a:pt x="572799" y="372270"/>
                </a:lnTo>
                <a:lnTo>
                  <a:pt x="571551" y="372270"/>
                </a:lnTo>
                <a:lnTo>
                  <a:pt x="570304" y="372270"/>
                </a:lnTo>
                <a:lnTo>
                  <a:pt x="569049" y="372270"/>
                </a:lnTo>
                <a:lnTo>
                  <a:pt x="567802" y="372270"/>
                </a:lnTo>
                <a:lnTo>
                  <a:pt x="566555" y="372270"/>
                </a:lnTo>
                <a:lnTo>
                  <a:pt x="565307" y="372270"/>
                </a:lnTo>
                <a:lnTo>
                  <a:pt x="564060" y="372270"/>
                </a:lnTo>
                <a:lnTo>
                  <a:pt x="562813" y="372270"/>
                </a:lnTo>
                <a:lnTo>
                  <a:pt x="561565" y="372270"/>
                </a:lnTo>
                <a:lnTo>
                  <a:pt x="560318" y="372270"/>
                </a:lnTo>
                <a:lnTo>
                  <a:pt x="559071" y="372270"/>
                </a:lnTo>
                <a:lnTo>
                  <a:pt x="557823" y="372270"/>
                </a:lnTo>
                <a:lnTo>
                  <a:pt x="556576" y="372270"/>
                </a:lnTo>
                <a:lnTo>
                  <a:pt x="555329" y="372270"/>
                </a:lnTo>
                <a:lnTo>
                  <a:pt x="554081" y="372270"/>
                </a:lnTo>
                <a:lnTo>
                  <a:pt x="552826" y="372270"/>
                </a:lnTo>
                <a:lnTo>
                  <a:pt x="551579" y="372270"/>
                </a:lnTo>
                <a:lnTo>
                  <a:pt x="550332" y="372270"/>
                </a:lnTo>
                <a:lnTo>
                  <a:pt x="549085" y="372270"/>
                </a:lnTo>
                <a:lnTo>
                  <a:pt x="547837" y="372270"/>
                </a:lnTo>
                <a:lnTo>
                  <a:pt x="546590" y="372270"/>
                </a:lnTo>
                <a:lnTo>
                  <a:pt x="545343" y="372270"/>
                </a:lnTo>
                <a:lnTo>
                  <a:pt x="544095" y="372270"/>
                </a:lnTo>
                <a:lnTo>
                  <a:pt x="542848" y="372270"/>
                </a:lnTo>
                <a:lnTo>
                  <a:pt x="541601" y="372270"/>
                </a:lnTo>
                <a:lnTo>
                  <a:pt x="540353" y="372270"/>
                </a:lnTo>
                <a:lnTo>
                  <a:pt x="539106" y="372270"/>
                </a:lnTo>
                <a:lnTo>
                  <a:pt x="537851" y="372270"/>
                </a:lnTo>
                <a:lnTo>
                  <a:pt x="536604" y="372270"/>
                </a:lnTo>
                <a:lnTo>
                  <a:pt x="535356" y="372270"/>
                </a:lnTo>
                <a:lnTo>
                  <a:pt x="534109" y="372270"/>
                </a:lnTo>
                <a:lnTo>
                  <a:pt x="532862" y="372270"/>
                </a:lnTo>
                <a:lnTo>
                  <a:pt x="531614" y="372270"/>
                </a:lnTo>
                <a:lnTo>
                  <a:pt x="530367" y="372270"/>
                </a:lnTo>
                <a:lnTo>
                  <a:pt x="529120" y="372270"/>
                </a:lnTo>
                <a:lnTo>
                  <a:pt x="527873" y="372270"/>
                </a:lnTo>
                <a:lnTo>
                  <a:pt x="526625" y="372270"/>
                </a:lnTo>
                <a:lnTo>
                  <a:pt x="525378" y="372270"/>
                </a:lnTo>
                <a:lnTo>
                  <a:pt x="524131" y="372270"/>
                </a:lnTo>
                <a:lnTo>
                  <a:pt x="522883" y="372270"/>
                </a:lnTo>
                <a:lnTo>
                  <a:pt x="521628" y="372270"/>
                </a:lnTo>
                <a:lnTo>
                  <a:pt x="520381" y="372270"/>
                </a:lnTo>
                <a:lnTo>
                  <a:pt x="519134" y="372270"/>
                </a:lnTo>
                <a:lnTo>
                  <a:pt x="517886" y="372270"/>
                </a:lnTo>
                <a:lnTo>
                  <a:pt x="516639" y="372270"/>
                </a:lnTo>
                <a:lnTo>
                  <a:pt x="515392" y="372270"/>
                </a:lnTo>
                <a:lnTo>
                  <a:pt x="514144" y="372270"/>
                </a:lnTo>
                <a:lnTo>
                  <a:pt x="512897" y="372270"/>
                </a:lnTo>
                <a:lnTo>
                  <a:pt x="511650" y="372270"/>
                </a:lnTo>
                <a:lnTo>
                  <a:pt x="510403" y="372270"/>
                </a:lnTo>
                <a:lnTo>
                  <a:pt x="509155" y="372270"/>
                </a:lnTo>
                <a:lnTo>
                  <a:pt x="507908" y="372270"/>
                </a:lnTo>
                <a:lnTo>
                  <a:pt x="506653" y="372270"/>
                </a:lnTo>
                <a:lnTo>
                  <a:pt x="505406" y="372270"/>
                </a:lnTo>
                <a:lnTo>
                  <a:pt x="504158" y="372270"/>
                </a:lnTo>
                <a:lnTo>
                  <a:pt x="502911" y="372270"/>
                </a:lnTo>
                <a:lnTo>
                  <a:pt x="501664" y="372270"/>
                </a:lnTo>
                <a:lnTo>
                  <a:pt x="500416" y="372270"/>
                </a:lnTo>
                <a:lnTo>
                  <a:pt x="499169" y="372270"/>
                </a:lnTo>
                <a:lnTo>
                  <a:pt x="497922" y="372270"/>
                </a:lnTo>
                <a:lnTo>
                  <a:pt x="496674" y="372270"/>
                </a:lnTo>
                <a:lnTo>
                  <a:pt x="495427" y="372270"/>
                </a:lnTo>
                <a:lnTo>
                  <a:pt x="494180" y="372270"/>
                </a:lnTo>
                <a:lnTo>
                  <a:pt x="492932" y="372270"/>
                </a:lnTo>
                <a:lnTo>
                  <a:pt x="491685" y="372270"/>
                </a:lnTo>
                <a:lnTo>
                  <a:pt x="490430" y="372270"/>
                </a:lnTo>
                <a:lnTo>
                  <a:pt x="489183" y="372270"/>
                </a:lnTo>
                <a:lnTo>
                  <a:pt x="487936" y="372270"/>
                </a:lnTo>
                <a:lnTo>
                  <a:pt x="486688" y="372270"/>
                </a:lnTo>
                <a:lnTo>
                  <a:pt x="485441" y="372270"/>
                </a:lnTo>
                <a:lnTo>
                  <a:pt x="484194" y="372270"/>
                </a:lnTo>
                <a:lnTo>
                  <a:pt x="482946" y="372270"/>
                </a:lnTo>
                <a:lnTo>
                  <a:pt x="481699" y="372270"/>
                </a:lnTo>
                <a:lnTo>
                  <a:pt x="480452" y="372270"/>
                </a:lnTo>
                <a:lnTo>
                  <a:pt x="479204" y="372270"/>
                </a:lnTo>
                <a:lnTo>
                  <a:pt x="477957" y="372270"/>
                </a:lnTo>
                <a:lnTo>
                  <a:pt x="476710" y="372270"/>
                </a:lnTo>
                <a:lnTo>
                  <a:pt x="475455" y="372270"/>
                </a:lnTo>
                <a:lnTo>
                  <a:pt x="474208" y="372270"/>
                </a:lnTo>
                <a:lnTo>
                  <a:pt x="472960" y="372270"/>
                </a:lnTo>
                <a:lnTo>
                  <a:pt x="471713" y="372270"/>
                </a:lnTo>
                <a:lnTo>
                  <a:pt x="470466" y="372270"/>
                </a:lnTo>
                <a:lnTo>
                  <a:pt x="469218" y="372270"/>
                </a:lnTo>
                <a:lnTo>
                  <a:pt x="467971" y="372270"/>
                </a:lnTo>
                <a:lnTo>
                  <a:pt x="466724" y="372270"/>
                </a:lnTo>
                <a:lnTo>
                  <a:pt x="465476" y="372270"/>
                </a:lnTo>
                <a:lnTo>
                  <a:pt x="464229" y="372270"/>
                </a:lnTo>
                <a:lnTo>
                  <a:pt x="462982" y="372270"/>
                </a:lnTo>
                <a:lnTo>
                  <a:pt x="461734" y="372270"/>
                </a:lnTo>
                <a:lnTo>
                  <a:pt x="460480" y="372270"/>
                </a:lnTo>
                <a:lnTo>
                  <a:pt x="459232" y="372270"/>
                </a:lnTo>
                <a:lnTo>
                  <a:pt x="457985" y="372270"/>
                </a:lnTo>
                <a:lnTo>
                  <a:pt x="456738" y="372270"/>
                </a:lnTo>
                <a:lnTo>
                  <a:pt x="455490" y="372270"/>
                </a:lnTo>
                <a:lnTo>
                  <a:pt x="454243" y="372270"/>
                </a:lnTo>
                <a:lnTo>
                  <a:pt x="452996" y="372270"/>
                </a:lnTo>
                <a:lnTo>
                  <a:pt x="451748" y="372270"/>
                </a:lnTo>
                <a:lnTo>
                  <a:pt x="450501" y="372270"/>
                </a:lnTo>
                <a:lnTo>
                  <a:pt x="449254" y="372270"/>
                </a:lnTo>
                <a:lnTo>
                  <a:pt x="448006" y="372270"/>
                </a:lnTo>
                <a:lnTo>
                  <a:pt x="446759" y="372270"/>
                </a:lnTo>
                <a:lnTo>
                  <a:pt x="445512" y="372270"/>
                </a:lnTo>
                <a:lnTo>
                  <a:pt x="444264" y="372270"/>
                </a:lnTo>
                <a:lnTo>
                  <a:pt x="443010" y="372270"/>
                </a:lnTo>
                <a:lnTo>
                  <a:pt x="441762" y="372270"/>
                </a:lnTo>
                <a:lnTo>
                  <a:pt x="440515" y="372270"/>
                </a:lnTo>
                <a:lnTo>
                  <a:pt x="439268" y="372270"/>
                </a:lnTo>
                <a:lnTo>
                  <a:pt x="438020" y="372270"/>
                </a:lnTo>
                <a:lnTo>
                  <a:pt x="436773" y="372270"/>
                </a:lnTo>
                <a:lnTo>
                  <a:pt x="435526" y="372270"/>
                </a:lnTo>
                <a:lnTo>
                  <a:pt x="434278" y="372270"/>
                </a:lnTo>
                <a:lnTo>
                  <a:pt x="433031" y="372270"/>
                </a:lnTo>
                <a:lnTo>
                  <a:pt x="431784" y="372270"/>
                </a:lnTo>
                <a:lnTo>
                  <a:pt x="430536" y="372270"/>
                </a:lnTo>
                <a:lnTo>
                  <a:pt x="429282" y="372270"/>
                </a:lnTo>
                <a:lnTo>
                  <a:pt x="428034" y="372270"/>
                </a:lnTo>
                <a:lnTo>
                  <a:pt x="426787" y="372270"/>
                </a:lnTo>
                <a:lnTo>
                  <a:pt x="425540" y="372270"/>
                </a:lnTo>
                <a:lnTo>
                  <a:pt x="424292" y="372270"/>
                </a:lnTo>
                <a:lnTo>
                  <a:pt x="423045" y="372270"/>
                </a:lnTo>
                <a:lnTo>
                  <a:pt x="421798" y="372270"/>
                </a:lnTo>
                <a:lnTo>
                  <a:pt x="420550" y="372270"/>
                </a:lnTo>
                <a:lnTo>
                  <a:pt x="419303" y="372270"/>
                </a:lnTo>
                <a:lnTo>
                  <a:pt x="418056" y="372270"/>
                </a:lnTo>
                <a:lnTo>
                  <a:pt x="416808" y="372270"/>
                </a:lnTo>
                <a:lnTo>
                  <a:pt x="415561" y="372270"/>
                </a:lnTo>
                <a:lnTo>
                  <a:pt x="414314" y="372270"/>
                </a:lnTo>
                <a:lnTo>
                  <a:pt x="413066" y="372270"/>
                </a:lnTo>
                <a:lnTo>
                  <a:pt x="411812" y="372270"/>
                </a:lnTo>
                <a:lnTo>
                  <a:pt x="410564" y="372270"/>
                </a:lnTo>
                <a:lnTo>
                  <a:pt x="409317" y="372270"/>
                </a:lnTo>
                <a:lnTo>
                  <a:pt x="408070" y="372270"/>
                </a:lnTo>
                <a:lnTo>
                  <a:pt x="406822" y="372270"/>
                </a:lnTo>
                <a:lnTo>
                  <a:pt x="405575" y="372270"/>
                </a:lnTo>
                <a:lnTo>
                  <a:pt x="404328" y="372270"/>
                </a:lnTo>
                <a:lnTo>
                  <a:pt x="403080" y="372270"/>
                </a:lnTo>
                <a:lnTo>
                  <a:pt x="401833" y="372270"/>
                </a:lnTo>
                <a:lnTo>
                  <a:pt x="400586" y="372270"/>
                </a:lnTo>
                <a:lnTo>
                  <a:pt x="399338" y="372270"/>
                </a:lnTo>
                <a:lnTo>
                  <a:pt x="398083" y="372270"/>
                </a:lnTo>
                <a:lnTo>
                  <a:pt x="396836" y="372270"/>
                </a:lnTo>
                <a:lnTo>
                  <a:pt x="395589" y="372270"/>
                </a:lnTo>
                <a:lnTo>
                  <a:pt x="394341" y="372270"/>
                </a:lnTo>
                <a:lnTo>
                  <a:pt x="393094" y="372270"/>
                </a:lnTo>
                <a:lnTo>
                  <a:pt x="391847" y="372270"/>
                </a:lnTo>
                <a:lnTo>
                  <a:pt x="390600" y="372270"/>
                </a:lnTo>
                <a:lnTo>
                  <a:pt x="389352" y="372270"/>
                </a:lnTo>
                <a:lnTo>
                  <a:pt x="388105" y="372270"/>
                </a:lnTo>
                <a:lnTo>
                  <a:pt x="386858" y="372270"/>
                </a:lnTo>
                <a:lnTo>
                  <a:pt x="385610" y="372270"/>
                </a:lnTo>
                <a:lnTo>
                  <a:pt x="384363" y="372270"/>
                </a:lnTo>
                <a:lnTo>
                  <a:pt x="383116" y="372270"/>
                </a:lnTo>
                <a:lnTo>
                  <a:pt x="381868" y="372270"/>
                </a:lnTo>
                <a:lnTo>
                  <a:pt x="380613" y="372270"/>
                </a:lnTo>
                <a:lnTo>
                  <a:pt x="379366" y="372270"/>
                </a:lnTo>
                <a:lnTo>
                  <a:pt x="378119" y="372270"/>
                </a:lnTo>
                <a:lnTo>
                  <a:pt x="376871" y="372270"/>
                </a:lnTo>
                <a:lnTo>
                  <a:pt x="375624" y="372270"/>
                </a:lnTo>
                <a:lnTo>
                  <a:pt x="374377" y="372270"/>
                </a:lnTo>
                <a:lnTo>
                  <a:pt x="373130" y="372270"/>
                </a:lnTo>
                <a:lnTo>
                  <a:pt x="371882" y="372270"/>
                </a:lnTo>
                <a:lnTo>
                  <a:pt x="370635" y="372270"/>
                </a:lnTo>
                <a:lnTo>
                  <a:pt x="369388" y="372270"/>
                </a:lnTo>
                <a:lnTo>
                  <a:pt x="368140" y="372270"/>
                </a:lnTo>
                <a:lnTo>
                  <a:pt x="366893" y="372270"/>
                </a:lnTo>
                <a:lnTo>
                  <a:pt x="365638" y="372270"/>
                </a:lnTo>
                <a:lnTo>
                  <a:pt x="364391" y="372270"/>
                </a:lnTo>
                <a:lnTo>
                  <a:pt x="363143" y="372270"/>
                </a:lnTo>
                <a:lnTo>
                  <a:pt x="361896" y="372270"/>
                </a:lnTo>
                <a:lnTo>
                  <a:pt x="360649" y="372270"/>
                </a:lnTo>
                <a:lnTo>
                  <a:pt x="359401" y="372270"/>
                </a:lnTo>
                <a:lnTo>
                  <a:pt x="358154" y="372270"/>
                </a:lnTo>
                <a:lnTo>
                  <a:pt x="356907" y="372270"/>
                </a:lnTo>
                <a:lnTo>
                  <a:pt x="355659" y="372270"/>
                </a:lnTo>
                <a:lnTo>
                  <a:pt x="354412" y="372270"/>
                </a:lnTo>
                <a:lnTo>
                  <a:pt x="353165" y="372270"/>
                </a:lnTo>
                <a:lnTo>
                  <a:pt x="351918" y="372270"/>
                </a:lnTo>
                <a:lnTo>
                  <a:pt x="350663" y="372270"/>
                </a:lnTo>
                <a:lnTo>
                  <a:pt x="349415" y="372270"/>
                </a:lnTo>
                <a:lnTo>
                  <a:pt x="348168" y="372270"/>
                </a:lnTo>
                <a:lnTo>
                  <a:pt x="346921" y="372270"/>
                </a:lnTo>
                <a:lnTo>
                  <a:pt x="345673" y="372270"/>
                </a:lnTo>
                <a:lnTo>
                  <a:pt x="344426" y="372270"/>
                </a:lnTo>
                <a:lnTo>
                  <a:pt x="343179" y="372270"/>
                </a:lnTo>
                <a:lnTo>
                  <a:pt x="341931" y="372270"/>
                </a:lnTo>
                <a:lnTo>
                  <a:pt x="340684" y="372270"/>
                </a:lnTo>
                <a:lnTo>
                  <a:pt x="339437" y="372270"/>
                </a:lnTo>
                <a:lnTo>
                  <a:pt x="338189" y="372270"/>
                </a:lnTo>
                <a:lnTo>
                  <a:pt x="336942" y="372270"/>
                </a:lnTo>
                <a:lnTo>
                  <a:pt x="335695" y="372270"/>
                </a:lnTo>
                <a:lnTo>
                  <a:pt x="334440" y="372270"/>
                </a:lnTo>
                <a:lnTo>
                  <a:pt x="333193" y="372270"/>
                </a:lnTo>
                <a:lnTo>
                  <a:pt x="331945" y="372270"/>
                </a:lnTo>
                <a:lnTo>
                  <a:pt x="330698" y="372270"/>
                </a:lnTo>
                <a:lnTo>
                  <a:pt x="329451" y="372270"/>
                </a:lnTo>
                <a:lnTo>
                  <a:pt x="328203" y="372270"/>
                </a:lnTo>
                <a:lnTo>
                  <a:pt x="326956" y="372270"/>
                </a:lnTo>
                <a:lnTo>
                  <a:pt x="325709" y="372270"/>
                </a:lnTo>
                <a:lnTo>
                  <a:pt x="324461" y="372270"/>
                </a:lnTo>
                <a:lnTo>
                  <a:pt x="323214" y="372270"/>
                </a:lnTo>
                <a:lnTo>
                  <a:pt x="321967" y="372270"/>
                </a:lnTo>
                <a:lnTo>
                  <a:pt x="320719" y="372270"/>
                </a:lnTo>
                <a:lnTo>
                  <a:pt x="319465" y="372270"/>
                </a:lnTo>
                <a:lnTo>
                  <a:pt x="318217" y="372270"/>
                </a:lnTo>
                <a:lnTo>
                  <a:pt x="316970" y="372270"/>
                </a:lnTo>
                <a:lnTo>
                  <a:pt x="315723" y="372270"/>
                </a:lnTo>
                <a:lnTo>
                  <a:pt x="314475" y="372270"/>
                </a:lnTo>
                <a:lnTo>
                  <a:pt x="313228" y="372270"/>
                </a:lnTo>
                <a:lnTo>
                  <a:pt x="311981" y="372270"/>
                </a:lnTo>
                <a:lnTo>
                  <a:pt x="310733" y="372270"/>
                </a:lnTo>
                <a:lnTo>
                  <a:pt x="309486" y="372270"/>
                </a:lnTo>
                <a:lnTo>
                  <a:pt x="308239" y="372270"/>
                </a:lnTo>
                <a:lnTo>
                  <a:pt x="306991" y="372270"/>
                </a:lnTo>
                <a:lnTo>
                  <a:pt x="305744" y="372270"/>
                </a:lnTo>
                <a:lnTo>
                  <a:pt x="304489" y="372270"/>
                </a:lnTo>
                <a:lnTo>
                  <a:pt x="303242" y="372270"/>
                </a:lnTo>
                <a:lnTo>
                  <a:pt x="301995" y="372270"/>
                </a:lnTo>
                <a:lnTo>
                  <a:pt x="300747" y="372270"/>
                </a:lnTo>
                <a:lnTo>
                  <a:pt x="299500" y="372270"/>
                </a:lnTo>
                <a:lnTo>
                  <a:pt x="298253" y="372270"/>
                </a:lnTo>
                <a:lnTo>
                  <a:pt x="297005" y="372270"/>
                </a:lnTo>
                <a:lnTo>
                  <a:pt x="295758" y="372270"/>
                </a:lnTo>
                <a:lnTo>
                  <a:pt x="294511" y="372270"/>
                </a:lnTo>
                <a:lnTo>
                  <a:pt x="293263" y="372270"/>
                </a:lnTo>
                <a:lnTo>
                  <a:pt x="292016" y="372270"/>
                </a:lnTo>
                <a:lnTo>
                  <a:pt x="290769" y="372270"/>
                </a:lnTo>
                <a:lnTo>
                  <a:pt x="289521" y="372270"/>
                </a:lnTo>
                <a:lnTo>
                  <a:pt x="288274" y="372270"/>
                </a:lnTo>
                <a:lnTo>
                  <a:pt x="287019" y="372270"/>
                </a:lnTo>
                <a:lnTo>
                  <a:pt x="285772" y="372270"/>
                </a:lnTo>
                <a:lnTo>
                  <a:pt x="284525" y="372270"/>
                </a:lnTo>
                <a:lnTo>
                  <a:pt x="283277" y="372270"/>
                </a:lnTo>
                <a:lnTo>
                  <a:pt x="282030" y="372270"/>
                </a:lnTo>
                <a:lnTo>
                  <a:pt x="280783" y="372270"/>
                </a:lnTo>
                <a:lnTo>
                  <a:pt x="279535" y="372270"/>
                </a:lnTo>
                <a:lnTo>
                  <a:pt x="278288" y="372270"/>
                </a:lnTo>
                <a:lnTo>
                  <a:pt x="277041" y="372270"/>
                </a:lnTo>
                <a:lnTo>
                  <a:pt x="275793" y="372270"/>
                </a:lnTo>
                <a:lnTo>
                  <a:pt x="274546" y="372270"/>
                </a:lnTo>
                <a:lnTo>
                  <a:pt x="273291" y="372270"/>
                </a:lnTo>
                <a:lnTo>
                  <a:pt x="272044" y="372270"/>
                </a:lnTo>
                <a:lnTo>
                  <a:pt x="270797" y="372270"/>
                </a:lnTo>
                <a:lnTo>
                  <a:pt x="269549" y="372270"/>
                </a:lnTo>
                <a:lnTo>
                  <a:pt x="268302" y="372270"/>
                </a:lnTo>
                <a:lnTo>
                  <a:pt x="267055" y="372270"/>
                </a:lnTo>
                <a:lnTo>
                  <a:pt x="265807" y="372270"/>
                </a:lnTo>
                <a:lnTo>
                  <a:pt x="264560" y="372270"/>
                </a:lnTo>
                <a:lnTo>
                  <a:pt x="263313" y="372270"/>
                </a:lnTo>
                <a:lnTo>
                  <a:pt x="262065" y="372270"/>
                </a:lnTo>
                <a:lnTo>
                  <a:pt x="260818" y="372270"/>
                </a:lnTo>
                <a:lnTo>
                  <a:pt x="259571" y="372270"/>
                </a:lnTo>
                <a:lnTo>
                  <a:pt x="258323" y="372270"/>
                </a:lnTo>
                <a:lnTo>
                  <a:pt x="257076" y="372270"/>
                </a:lnTo>
                <a:lnTo>
                  <a:pt x="255821" y="372270"/>
                </a:lnTo>
                <a:lnTo>
                  <a:pt x="254574" y="372270"/>
                </a:lnTo>
                <a:lnTo>
                  <a:pt x="253327" y="372270"/>
                </a:lnTo>
                <a:lnTo>
                  <a:pt x="252079" y="372270"/>
                </a:lnTo>
                <a:lnTo>
                  <a:pt x="250832" y="372270"/>
                </a:lnTo>
                <a:lnTo>
                  <a:pt x="249585" y="372270"/>
                </a:lnTo>
                <a:lnTo>
                  <a:pt x="248337" y="372270"/>
                </a:lnTo>
                <a:lnTo>
                  <a:pt x="247090" y="372270"/>
                </a:lnTo>
                <a:lnTo>
                  <a:pt x="245843" y="372270"/>
                </a:lnTo>
                <a:lnTo>
                  <a:pt x="244595" y="372270"/>
                </a:lnTo>
                <a:lnTo>
                  <a:pt x="243348" y="372270"/>
                </a:lnTo>
                <a:lnTo>
                  <a:pt x="242093" y="372270"/>
                </a:lnTo>
                <a:lnTo>
                  <a:pt x="240846" y="372270"/>
                </a:lnTo>
                <a:lnTo>
                  <a:pt x="239598" y="372270"/>
                </a:lnTo>
                <a:lnTo>
                  <a:pt x="238351" y="372270"/>
                </a:lnTo>
                <a:lnTo>
                  <a:pt x="237104" y="372270"/>
                </a:lnTo>
                <a:lnTo>
                  <a:pt x="235856" y="372270"/>
                </a:lnTo>
                <a:lnTo>
                  <a:pt x="234609" y="372270"/>
                </a:lnTo>
                <a:lnTo>
                  <a:pt x="233362" y="372270"/>
                </a:lnTo>
                <a:lnTo>
                  <a:pt x="232115" y="372270"/>
                </a:lnTo>
                <a:lnTo>
                  <a:pt x="230867" y="372270"/>
                </a:lnTo>
                <a:lnTo>
                  <a:pt x="229620" y="372270"/>
                </a:lnTo>
                <a:lnTo>
                  <a:pt x="228373" y="372270"/>
                </a:lnTo>
                <a:lnTo>
                  <a:pt x="227125" y="372270"/>
                </a:lnTo>
                <a:lnTo>
                  <a:pt x="225878" y="372270"/>
                </a:lnTo>
                <a:lnTo>
                  <a:pt x="224623" y="372270"/>
                </a:lnTo>
                <a:lnTo>
                  <a:pt x="223376" y="372270"/>
                </a:lnTo>
                <a:lnTo>
                  <a:pt x="222128" y="372270"/>
                </a:lnTo>
                <a:lnTo>
                  <a:pt x="220881" y="372270"/>
                </a:lnTo>
                <a:lnTo>
                  <a:pt x="219634" y="372270"/>
                </a:lnTo>
                <a:lnTo>
                  <a:pt x="218386" y="372270"/>
                </a:lnTo>
                <a:lnTo>
                  <a:pt x="217139" y="372270"/>
                </a:lnTo>
                <a:lnTo>
                  <a:pt x="215892" y="372270"/>
                </a:lnTo>
                <a:lnTo>
                  <a:pt x="214645" y="372270"/>
                </a:lnTo>
                <a:lnTo>
                  <a:pt x="213397" y="372270"/>
                </a:lnTo>
                <a:lnTo>
                  <a:pt x="212150" y="372270"/>
                </a:lnTo>
                <a:lnTo>
                  <a:pt x="210903" y="372270"/>
                </a:lnTo>
                <a:lnTo>
                  <a:pt x="209648" y="372270"/>
                </a:lnTo>
                <a:lnTo>
                  <a:pt x="208400" y="372270"/>
                </a:lnTo>
                <a:lnTo>
                  <a:pt x="207153" y="372270"/>
                </a:lnTo>
                <a:lnTo>
                  <a:pt x="205906" y="372270"/>
                </a:lnTo>
                <a:lnTo>
                  <a:pt x="204658" y="372270"/>
                </a:lnTo>
                <a:lnTo>
                  <a:pt x="203411" y="372270"/>
                </a:lnTo>
                <a:lnTo>
                  <a:pt x="202164" y="372270"/>
                </a:lnTo>
                <a:lnTo>
                  <a:pt x="200916" y="372270"/>
                </a:lnTo>
                <a:lnTo>
                  <a:pt x="199669" y="372270"/>
                </a:lnTo>
                <a:lnTo>
                  <a:pt x="198422" y="372270"/>
                </a:lnTo>
                <a:lnTo>
                  <a:pt x="197174" y="372270"/>
                </a:lnTo>
                <a:lnTo>
                  <a:pt x="195927" y="372270"/>
                </a:lnTo>
                <a:lnTo>
                  <a:pt x="194672" y="372270"/>
                </a:lnTo>
                <a:lnTo>
                  <a:pt x="193425" y="372270"/>
                </a:lnTo>
                <a:lnTo>
                  <a:pt x="192178" y="372270"/>
                </a:lnTo>
                <a:lnTo>
                  <a:pt x="190930" y="372270"/>
                </a:lnTo>
                <a:lnTo>
                  <a:pt x="189683" y="372270"/>
                </a:lnTo>
                <a:lnTo>
                  <a:pt x="188436" y="372270"/>
                </a:lnTo>
                <a:lnTo>
                  <a:pt x="187188" y="372270"/>
                </a:lnTo>
                <a:lnTo>
                  <a:pt x="185941" y="372270"/>
                </a:lnTo>
                <a:lnTo>
                  <a:pt x="184694" y="372270"/>
                </a:lnTo>
                <a:lnTo>
                  <a:pt x="183446" y="372270"/>
                </a:lnTo>
                <a:lnTo>
                  <a:pt x="182199" y="372270"/>
                </a:lnTo>
                <a:lnTo>
                  <a:pt x="180952" y="372270"/>
                </a:lnTo>
                <a:lnTo>
                  <a:pt x="179704" y="372270"/>
                </a:lnTo>
                <a:lnTo>
                  <a:pt x="178450" y="372270"/>
                </a:lnTo>
                <a:lnTo>
                  <a:pt x="177202" y="372270"/>
                </a:lnTo>
                <a:lnTo>
                  <a:pt x="175955" y="372270"/>
                </a:lnTo>
                <a:lnTo>
                  <a:pt x="174708" y="372270"/>
                </a:lnTo>
                <a:lnTo>
                  <a:pt x="173460" y="372270"/>
                </a:lnTo>
                <a:lnTo>
                  <a:pt x="172213" y="372270"/>
                </a:lnTo>
                <a:lnTo>
                  <a:pt x="170966" y="372270"/>
                </a:lnTo>
                <a:lnTo>
                  <a:pt x="169718" y="372270"/>
                </a:lnTo>
                <a:lnTo>
                  <a:pt x="168471" y="372270"/>
                </a:lnTo>
                <a:lnTo>
                  <a:pt x="167224" y="372270"/>
                </a:lnTo>
                <a:lnTo>
                  <a:pt x="165976" y="372270"/>
                </a:lnTo>
                <a:lnTo>
                  <a:pt x="164729" y="372270"/>
                </a:lnTo>
                <a:lnTo>
                  <a:pt x="163474" y="372270"/>
                </a:lnTo>
                <a:lnTo>
                  <a:pt x="162227" y="372270"/>
                </a:lnTo>
                <a:lnTo>
                  <a:pt x="160980" y="372270"/>
                </a:lnTo>
                <a:lnTo>
                  <a:pt x="159732" y="372270"/>
                </a:lnTo>
                <a:lnTo>
                  <a:pt x="158485" y="372270"/>
                </a:lnTo>
                <a:lnTo>
                  <a:pt x="157238" y="372270"/>
                </a:lnTo>
                <a:lnTo>
                  <a:pt x="155990" y="372270"/>
                </a:lnTo>
                <a:lnTo>
                  <a:pt x="154743" y="372270"/>
                </a:lnTo>
                <a:lnTo>
                  <a:pt x="153496" y="372270"/>
                </a:lnTo>
                <a:lnTo>
                  <a:pt x="152248" y="372270"/>
                </a:lnTo>
                <a:lnTo>
                  <a:pt x="151001" y="372270"/>
                </a:lnTo>
                <a:lnTo>
                  <a:pt x="149754" y="372270"/>
                </a:lnTo>
                <a:lnTo>
                  <a:pt x="148506" y="372270"/>
                </a:lnTo>
                <a:lnTo>
                  <a:pt x="147252" y="372270"/>
                </a:lnTo>
                <a:lnTo>
                  <a:pt x="146004" y="372270"/>
                </a:lnTo>
                <a:lnTo>
                  <a:pt x="144757" y="372270"/>
                </a:lnTo>
                <a:lnTo>
                  <a:pt x="143510" y="372270"/>
                </a:lnTo>
                <a:lnTo>
                  <a:pt x="142262" y="372270"/>
                </a:lnTo>
                <a:lnTo>
                  <a:pt x="141015" y="372270"/>
                </a:lnTo>
                <a:lnTo>
                  <a:pt x="139768" y="372270"/>
                </a:lnTo>
                <a:lnTo>
                  <a:pt x="138520" y="372270"/>
                </a:lnTo>
                <a:lnTo>
                  <a:pt x="137273" y="372270"/>
                </a:lnTo>
                <a:lnTo>
                  <a:pt x="136026" y="372270"/>
                </a:lnTo>
                <a:lnTo>
                  <a:pt x="134778" y="372270"/>
                </a:lnTo>
                <a:lnTo>
                  <a:pt x="133531" y="372270"/>
                </a:lnTo>
                <a:lnTo>
                  <a:pt x="132276" y="372270"/>
                </a:lnTo>
                <a:lnTo>
                  <a:pt x="131029" y="372270"/>
                </a:lnTo>
                <a:lnTo>
                  <a:pt x="129782" y="372270"/>
                </a:lnTo>
                <a:lnTo>
                  <a:pt x="128534" y="372270"/>
                </a:lnTo>
                <a:lnTo>
                  <a:pt x="127287" y="372270"/>
                </a:lnTo>
                <a:lnTo>
                  <a:pt x="126040" y="372270"/>
                </a:lnTo>
                <a:lnTo>
                  <a:pt x="124792" y="372270"/>
                </a:lnTo>
                <a:lnTo>
                  <a:pt x="123545" y="372270"/>
                </a:lnTo>
                <a:lnTo>
                  <a:pt x="122298" y="372270"/>
                </a:lnTo>
                <a:lnTo>
                  <a:pt x="121050" y="372270"/>
                </a:lnTo>
                <a:lnTo>
                  <a:pt x="119803" y="372270"/>
                </a:lnTo>
                <a:lnTo>
                  <a:pt x="118556" y="372270"/>
                </a:lnTo>
                <a:lnTo>
                  <a:pt x="117301" y="372270"/>
                </a:lnTo>
                <a:lnTo>
                  <a:pt x="116054" y="372270"/>
                </a:lnTo>
                <a:lnTo>
                  <a:pt x="114806" y="372270"/>
                </a:lnTo>
                <a:lnTo>
                  <a:pt x="113559" y="372270"/>
                </a:lnTo>
                <a:lnTo>
                  <a:pt x="112312" y="372270"/>
                </a:lnTo>
                <a:lnTo>
                  <a:pt x="111064" y="372270"/>
                </a:lnTo>
                <a:lnTo>
                  <a:pt x="109817" y="372270"/>
                </a:lnTo>
                <a:lnTo>
                  <a:pt x="108570" y="372270"/>
                </a:lnTo>
                <a:lnTo>
                  <a:pt x="107322" y="372270"/>
                </a:lnTo>
                <a:lnTo>
                  <a:pt x="106075" y="372270"/>
                </a:lnTo>
                <a:lnTo>
                  <a:pt x="104828" y="372270"/>
                </a:lnTo>
                <a:lnTo>
                  <a:pt x="103580" y="372270"/>
                </a:lnTo>
                <a:lnTo>
                  <a:pt x="102333" y="372270"/>
                </a:lnTo>
                <a:lnTo>
                  <a:pt x="101086" y="372270"/>
                </a:lnTo>
                <a:lnTo>
                  <a:pt x="99831" y="372270"/>
                </a:lnTo>
                <a:lnTo>
                  <a:pt x="98583" y="372270"/>
                </a:lnTo>
                <a:lnTo>
                  <a:pt x="97336" y="372270"/>
                </a:lnTo>
                <a:lnTo>
                  <a:pt x="96089" y="372270"/>
                </a:lnTo>
                <a:lnTo>
                  <a:pt x="94842" y="372270"/>
                </a:lnTo>
                <a:lnTo>
                  <a:pt x="93594" y="372270"/>
                </a:lnTo>
                <a:lnTo>
                  <a:pt x="92347" y="372270"/>
                </a:lnTo>
                <a:lnTo>
                  <a:pt x="91100" y="372270"/>
                </a:lnTo>
                <a:lnTo>
                  <a:pt x="89852" y="372270"/>
                </a:lnTo>
                <a:lnTo>
                  <a:pt x="88605" y="372270"/>
                </a:lnTo>
                <a:lnTo>
                  <a:pt x="87358" y="372270"/>
                </a:lnTo>
                <a:lnTo>
                  <a:pt x="86103" y="372270"/>
                </a:lnTo>
                <a:lnTo>
                  <a:pt x="84855" y="372270"/>
                </a:lnTo>
                <a:lnTo>
                  <a:pt x="83608" y="372270"/>
                </a:lnTo>
                <a:lnTo>
                  <a:pt x="82361" y="372270"/>
                </a:lnTo>
                <a:lnTo>
                  <a:pt x="81113" y="372270"/>
                </a:lnTo>
                <a:lnTo>
                  <a:pt x="79866" y="372270"/>
                </a:lnTo>
                <a:lnTo>
                  <a:pt x="78619" y="372270"/>
                </a:lnTo>
                <a:lnTo>
                  <a:pt x="77372" y="372270"/>
                </a:lnTo>
                <a:lnTo>
                  <a:pt x="76124" y="372270"/>
                </a:lnTo>
                <a:lnTo>
                  <a:pt x="74877" y="372270"/>
                </a:lnTo>
                <a:lnTo>
                  <a:pt x="73630" y="372270"/>
                </a:lnTo>
                <a:lnTo>
                  <a:pt x="72382" y="372270"/>
                </a:lnTo>
                <a:lnTo>
                  <a:pt x="71135" y="372270"/>
                </a:lnTo>
                <a:lnTo>
                  <a:pt x="69888" y="372270"/>
                </a:lnTo>
                <a:lnTo>
                  <a:pt x="68633" y="372270"/>
                </a:lnTo>
                <a:lnTo>
                  <a:pt x="67385" y="372270"/>
                </a:lnTo>
                <a:lnTo>
                  <a:pt x="66138" y="372270"/>
                </a:lnTo>
                <a:lnTo>
                  <a:pt x="64891" y="372270"/>
                </a:lnTo>
                <a:lnTo>
                  <a:pt x="63643" y="372270"/>
                </a:lnTo>
                <a:lnTo>
                  <a:pt x="62396" y="372270"/>
                </a:lnTo>
                <a:lnTo>
                  <a:pt x="61149" y="372270"/>
                </a:lnTo>
                <a:lnTo>
                  <a:pt x="59901" y="372270"/>
                </a:lnTo>
                <a:lnTo>
                  <a:pt x="58654" y="372270"/>
                </a:lnTo>
                <a:lnTo>
                  <a:pt x="57407" y="372270"/>
                </a:lnTo>
                <a:lnTo>
                  <a:pt x="56160" y="372270"/>
                </a:lnTo>
                <a:lnTo>
                  <a:pt x="54905" y="372270"/>
                </a:lnTo>
                <a:lnTo>
                  <a:pt x="53657" y="372270"/>
                </a:lnTo>
                <a:lnTo>
                  <a:pt x="52410" y="372270"/>
                </a:lnTo>
                <a:lnTo>
                  <a:pt x="51163" y="372270"/>
                </a:lnTo>
                <a:lnTo>
                  <a:pt x="49915" y="372270"/>
                </a:lnTo>
                <a:lnTo>
                  <a:pt x="48668" y="372270"/>
                </a:lnTo>
                <a:lnTo>
                  <a:pt x="47421" y="372270"/>
                </a:lnTo>
                <a:lnTo>
                  <a:pt x="46173" y="372270"/>
                </a:lnTo>
                <a:lnTo>
                  <a:pt x="44926" y="372270"/>
                </a:lnTo>
                <a:lnTo>
                  <a:pt x="43679" y="372270"/>
                </a:lnTo>
                <a:lnTo>
                  <a:pt x="42431" y="372270"/>
                </a:lnTo>
                <a:lnTo>
                  <a:pt x="41184" y="372270"/>
                </a:lnTo>
                <a:lnTo>
                  <a:pt x="39937" y="372270"/>
                </a:lnTo>
                <a:lnTo>
                  <a:pt x="38682" y="372270"/>
                </a:lnTo>
                <a:lnTo>
                  <a:pt x="37435" y="372270"/>
                </a:lnTo>
                <a:lnTo>
                  <a:pt x="36187" y="372270"/>
                </a:lnTo>
                <a:lnTo>
                  <a:pt x="34940" y="372270"/>
                </a:lnTo>
                <a:lnTo>
                  <a:pt x="33693" y="372270"/>
                </a:lnTo>
                <a:lnTo>
                  <a:pt x="32445" y="372270"/>
                </a:lnTo>
                <a:lnTo>
                  <a:pt x="31198" y="372270"/>
                </a:lnTo>
                <a:lnTo>
                  <a:pt x="29951" y="372270"/>
                </a:lnTo>
                <a:lnTo>
                  <a:pt x="28703" y="372270"/>
                </a:lnTo>
                <a:lnTo>
                  <a:pt x="27456" y="372270"/>
                </a:lnTo>
                <a:lnTo>
                  <a:pt x="26209" y="372270"/>
                </a:lnTo>
                <a:lnTo>
                  <a:pt x="24961" y="372270"/>
                </a:lnTo>
                <a:lnTo>
                  <a:pt x="23714" y="372270"/>
                </a:lnTo>
                <a:lnTo>
                  <a:pt x="22459" y="372270"/>
                </a:lnTo>
                <a:lnTo>
                  <a:pt x="21212" y="372270"/>
                </a:lnTo>
                <a:lnTo>
                  <a:pt x="19965" y="372270"/>
                </a:lnTo>
                <a:lnTo>
                  <a:pt x="18717" y="372270"/>
                </a:lnTo>
                <a:lnTo>
                  <a:pt x="17470" y="372270"/>
                </a:lnTo>
                <a:lnTo>
                  <a:pt x="16223" y="372270"/>
                </a:lnTo>
                <a:lnTo>
                  <a:pt x="14975" y="372270"/>
                </a:lnTo>
                <a:lnTo>
                  <a:pt x="13728" y="372270"/>
                </a:lnTo>
                <a:lnTo>
                  <a:pt x="12481" y="372270"/>
                </a:lnTo>
                <a:lnTo>
                  <a:pt x="11233" y="372270"/>
                </a:lnTo>
                <a:lnTo>
                  <a:pt x="9986" y="372270"/>
                </a:lnTo>
                <a:lnTo>
                  <a:pt x="8739" y="372270"/>
                </a:lnTo>
                <a:lnTo>
                  <a:pt x="7484" y="372270"/>
                </a:lnTo>
                <a:lnTo>
                  <a:pt x="6237" y="372270"/>
                </a:lnTo>
                <a:lnTo>
                  <a:pt x="4989" y="372270"/>
                </a:lnTo>
                <a:lnTo>
                  <a:pt x="3742" y="372270"/>
                </a:lnTo>
                <a:lnTo>
                  <a:pt x="2495" y="372270"/>
                </a:lnTo>
                <a:lnTo>
                  <a:pt x="1247" y="372270"/>
                </a:lnTo>
                <a:lnTo>
                  <a:pt x="0" y="372270"/>
                </a:lnTo>
              </a:path>
            </a:pathLst>
          </a:custGeom>
          <a:noFill xmlns:a="http://schemas.openxmlformats.org/drawingml/2006/main"/>
          <a:ln xmlns:a="http://schemas.openxmlformats.org/drawingml/2006/main" w="7489" cap="flat">
            <a:solidFill>
              <a:srgbClr val="80008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74789-9A66-4937-B121-87A9AA3F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25" y="964745"/>
            <a:ext cx="10" cy="26124"/>
          </a:xfrm>
          <a:custGeom xmlns:a="http://schemas.openxmlformats.org/drawingml/2006/main">
            <a:pathLst>
              <a:path w="1" h="26124" fill="none">
                <a:moveTo>
                  <a:pt x="0" y="0"/>
                </a:moveTo>
                <a:lnTo>
                  <a:pt x="0" y="26124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8F4FE-A850-4179-9DD8-493AD06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833" y="1018112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9F524-ADEE-4C1D-B0D4-339707D5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083" y="1057328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86611-478D-4624-9EC4-70235BA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771" y="1018112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31BA0-13F7-4F9E-A693-C9652BC8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407" y="1018112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9C7797-ABC2-4D84-AC98-F33B8F24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312" y="964745"/>
            <a:ext cx="10" cy="26124"/>
          </a:xfrm>
          <a:custGeom xmlns:a="http://schemas.openxmlformats.org/drawingml/2006/main">
            <a:pathLst>
              <a:path w="1" h="26124" fill="none">
                <a:moveTo>
                  <a:pt x="0" y="0"/>
                </a:moveTo>
                <a:lnTo>
                  <a:pt x="0" y="26124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0A9E8-B187-4176-960F-8D9A402A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0419" y="1018111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E2618-C48B-4919-9C1E-8E0D7480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668" y="1057327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5C109-EACE-4068-8EDD-B648E068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356" y="1018111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469BE-15AD-4BC8-8E9E-7A14BF3E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459" y="1018111"/>
            <a:ext cx="29558" cy="47088"/>
          </a:xfrm>
          <a:custGeom xmlns:a="http://schemas.openxmlformats.org/drawingml/2006/main">
            <a:pathLst>
              <a:path w="29558" h="47088">
                <a:moveTo>
                  <a:pt x="7574" y="41824"/>
                </a:moveTo>
                <a:lnTo>
                  <a:pt x="29558" y="41824"/>
                </a:lnTo>
                <a:lnTo>
                  <a:pt x="29558" y="47088"/>
                </a:lnTo>
                <a:lnTo>
                  <a:pt x="0" y="47088"/>
                </a:lnTo>
                <a:lnTo>
                  <a:pt x="0" y="41824"/>
                </a:lnTo>
                <a:cubicBezTo>
                  <a:pt x="2388" y="39365"/>
                  <a:pt x="5645" y="36067"/>
                  <a:pt x="9769" y="31930"/>
                </a:cubicBezTo>
                <a:cubicBezTo>
                  <a:pt x="13901" y="27787"/>
                  <a:pt x="16495" y="25113"/>
                  <a:pt x="17553" y="23911"/>
                </a:cubicBezTo>
                <a:cubicBezTo>
                  <a:pt x="19569" y="21664"/>
                  <a:pt x="20976" y="19760"/>
                  <a:pt x="21774" y="18201"/>
                </a:cubicBezTo>
                <a:cubicBezTo>
                  <a:pt x="22579" y="16641"/>
                  <a:pt x="22981" y="15108"/>
                  <a:pt x="22981" y="13601"/>
                </a:cubicBezTo>
                <a:cubicBezTo>
                  <a:pt x="22981" y="11142"/>
                  <a:pt x="22113" y="9140"/>
                  <a:pt x="20377" y="7593"/>
                </a:cubicBezTo>
                <a:cubicBezTo>
                  <a:pt x="18641" y="6040"/>
                  <a:pt x="16379" y="5264"/>
                  <a:pt x="13591" y="5264"/>
                </a:cubicBezTo>
                <a:cubicBezTo>
                  <a:pt x="11615" y="5264"/>
                  <a:pt x="9530" y="5604"/>
                  <a:pt x="7335" y="6285"/>
                </a:cubicBezTo>
                <a:cubicBezTo>
                  <a:pt x="5146" y="6966"/>
                  <a:pt x="2804" y="8000"/>
                  <a:pt x="309" y="9388"/>
                </a:cubicBezTo>
                <a:lnTo>
                  <a:pt x="309" y="3063"/>
                </a:lnTo>
                <a:cubicBezTo>
                  <a:pt x="2844" y="2052"/>
                  <a:pt x="5212" y="1289"/>
                  <a:pt x="7414" y="773"/>
                </a:cubicBezTo>
                <a:cubicBezTo>
                  <a:pt x="9623" y="258"/>
                  <a:pt x="11642" y="0"/>
                  <a:pt x="13472" y="0"/>
                </a:cubicBezTo>
                <a:cubicBezTo>
                  <a:pt x="18295" y="0"/>
                  <a:pt x="22140" y="1199"/>
                  <a:pt x="25007" y="3598"/>
                </a:cubicBezTo>
                <a:cubicBezTo>
                  <a:pt x="27874" y="5991"/>
                  <a:pt x="29308" y="9190"/>
                  <a:pt x="29308" y="13194"/>
                </a:cubicBezTo>
                <a:cubicBezTo>
                  <a:pt x="29308" y="15098"/>
                  <a:pt x="28949" y="16902"/>
                  <a:pt x="28230" y="18607"/>
                </a:cubicBezTo>
                <a:cubicBezTo>
                  <a:pt x="27519" y="20305"/>
                  <a:pt x="26215" y="22311"/>
                  <a:pt x="24319" y="24624"/>
                </a:cubicBezTo>
                <a:cubicBezTo>
                  <a:pt x="23800" y="25226"/>
                  <a:pt x="22147" y="26957"/>
                  <a:pt x="19359" y="29819"/>
                </a:cubicBezTo>
                <a:cubicBezTo>
                  <a:pt x="16578" y="32680"/>
                  <a:pt x="12650" y="36682"/>
                  <a:pt x="7574" y="418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420F3-D9C5-4857-853B-CCBFF88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895" y="964744"/>
            <a:ext cx="10" cy="26124"/>
          </a:xfrm>
          <a:custGeom xmlns:a="http://schemas.openxmlformats.org/drawingml/2006/main">
            <a:pathLst>
              <a:path w="1" h="26124" fill="none">
                <a:moveTo>
                  <a:pt x="0" y="0"/>
                </a:moveTo>
                <a:lnTo>
                  <a:pt x="0" y="26124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BFC49-0CAA-4695-9B46-3055F27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002" y="1018109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595F4F-B40A-47DB-9A94-F2C30DE8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3251" y="1057325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C6A92-6299-4023-A1BE-43FE442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0940" y="1018109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C39A5-D7FC-4889-A0FD-EBF80C81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0486" y="1018942"/>
            <a:ext cx="33928" cy="46255"/>
          </a:xfrm>
          <a:custGeom xmlns:a="http://schemas.openxmlformats.org/drawingml/2006/main">
            <a:pathLst>
              <a:path w="33928" h="46255">
                <a:moveTo>
                  <a:pt x="21016" y="5452"/>
                </a:moveTo>
                <a:lnTo>
                  <a:pt x="5109" y="30146"/>
                </a:lnTo>
                <a:lnTo>
                  <a:pt x="21016" y="30146"/>
                </a:lnTo>
                <a:lnTo>
                  <a:pt x="21016" y="5452"/>
                </a:lnTo>
                <a:close/>
                <a:moveTo>
                  <a:pt x="19359" y="0"/>
                </a:moveTo>
                <a:lnTo>
                  <a:pt x="27282" y="0"/>
                </a:lnTo>
                <a:lnTo>
                  <a:pt x="27282" y="30146"/>
                </a:lnTo>
                <a:lnTo>
                  <a:pt x="33928" y="30146"/>
                </a:lnTo>
                <a:lnTo>
                  <a:pt x="33928" y="35350"/>
                </a:lnTo>
                <a:lnTo>
                  <a:pt x="27282" y="35350"/>
                </a:lnTo>
                <a:lnTo>
                  <a:pt x="27282" y="46255"/>
                </a:lnTo>
                <a:lnTo>
                  <a:pt x="21016" y="46255"/>
                </a:lnTo>
                <a:lnTo>
                  <a:pt x="21016" y="35350"/>
                </a:lnTo>
                <a:lnTo>
                  <a:pt x="0" y="35350"/>
                </a:lnTo>
                <a:lnTo>
                  <a:pt x="0" y="29313"/>
                </a:lnTo>
                <a:lnTo>
                  <a:pt x="1935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B3666-6047-4E93-A59C-13C2EC02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480" y="964743"/>
            <a:ext cx="10" cy="26124"/>
          </a:xfrm>
          <a:custGeom xmlns:a="http://schemas.openxmlformats.org/drawingml/2006/main">
            <a:pathLst>
              <a:path w="1" h="26124" fill="none">
                <a:moveTo>
                  <a:pt x="0" y="0"/>
                </a:moveTo>
                <a:lnTo>
                  <a:pt x="0" y="26124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C54B8-5BE6-4F5D-9CE6-D6F3EC9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586" y="1018108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34584-EA97-4505-B465-7F27A55A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2837" y="1057325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68ED4-D4F8-4D09-BDF7-8DFA3821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525" y="1018108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A7847-7968-4324-A762-718E5049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408" y="1018108"/>
            <a:ext cx="32152" cy="47990"/>
          </a:xfrm>
          <a:custGeom xmlns:a="http://schemas.openxmlformats.org/drawingml/2006/main">
            <a:pathLst>
              <a:path w="32152" h="47990">
                <a:moveTo>
                  <a:pt x="16625" y="21472"/>
                </a:moveTo>
                <a:cubicBezTo>
                  <a:pt x="13798" y="21472"/>
                  <a:pt x="11556" y="22434"/>
                  <a:pt x="9899" y="24357"/>
                </a:cubicBezTo>
                <a:cubicBezTo>
                  <a:pt x="8249" y="26273"/>
                  <a:pt x="7424" y="28904"/>
                  <a:pt x="7424" y="32248"/>
                </a:cubicBezTo>
                <a:cubicBezTo>
                  <a:pt x="7424" y="35572"/>
                  <a:pt x="8249" y="38202"/>
                  <a:pt x="9899" y="40138"/>
                </a:cubicBezTo>
                <a:cubicBezTo>
                  <a:pt x="11556" y="42068"/>
                  <a:pt x="13798" y="43033"/>
                  <a:pt x="16625" y="43033"/>
                </a:cubicBezTo>
                <a:cubicBezTo>
                  <a:pt x="19452" y="43033"/>
                  <a:pt x="21691" y="42068"/>
                  <a:pt x="23341" y="40138"/>
                </a:cubicBezTo>
                <a:cubicBezTo>
                  <a:pt x="24991" y="38202"/>
                  <a:pt x="25816" y="35572"/>
                  <a:pt x="25816" y="32248"/>
                </a:cubicBezTo>
                <a:cubicBezTo>
                  <a:pt x="25816" y="28904"/>
                  <a:pt x="24991" y="26273"/>
                  <a:pt x="23341" y="24357"/>
                </a:cubicBezTo>
                <a:cubicBezTo>
                  <a:pt x="21691" y="22434"/>
                  <a:pt x="19452" y="21472"/>
                  <a:pt x="16625" y="21472"/>
                </a:cubicBezTo>
                <a:moveTo>
                  <a:pt x="29129" y="1854"/>
                </a:moveTo>
                <a:lnTo>
                  <a:pt x="29129" y="7554"/>
                </a:lnTo>
                <a:cubicBezTo>
                  <a:pt x="27545" y="6814"/>
                  <a:pt x="25949" y="6249"/>
                  <a:pt x="24339" y="5859"/>
                </a:cubicBezTo>
                <a:cubicBezTo>
                  <a:pt x="22729" y="5462"/>
                  <a:pt x="21132" y="5264"/>
                  <a:pt x="19549" y="5264"/>
                </a:cubicBezTo>
                <a:cubicBezTo>
                  <a:pt x="15391" y="5264"/>
                  <a:pt x="12214" y="6658"/>
                  <a:pt x="10019" y="9447"/>
                </a:cubicBezTo>
                <a:cubicBezTo>
                  <a:pt x="7830" y="12236"/>
                  <a:pt x="6579" y="16449"/>
                  <a:pt x="6267" y="22087"/>
                </a:cubicBezTo>
                <a:cubicBezTo>
                  <a:pt x="7491" y="20289"/>
                  <a:pt x="9028" y="18911"/>
                  <a:pt x="10877" y="17953"/>
                </a:cubicBezTo>
                <a:cubicBezTo>
                  <a:pt x="12733" y="16994"/>
                  <a:pt x="14772" y="16515"/>
                  <a:pt x="16994" y="16515"/>
                </a:cubicBezTo>
                <a:cubicBezTo>
                  <a:pt x="21671" y="16515"/>
                  <a:pt x="25366" y="17926"/>
                  <a:pt x="28081" y="20748"/>
                </a:cubicBezTo>
                <a:cubicBezTo>
                  <a:pt x="30795" y="23564"/>
                  <a:pt x="32152" y="27397"/>
                  <a:pt x="32152" y="32248"/>
                </a:cubicBezTo>
                <a:cubicBezTo>
                  <a:pt x="32152" y="36999"/>
                  <a:pt x="30738" y="40813"/>
                  <a:pt x="27911" y="43687"/>
                </a:cubicBezTo>
                <a:cubicBezTo>
                  <a:pt x="25084" y="46556"/>
                  <a:pt x="21322" y="47990"/>
                  <a:pt x="16625" y="47990"/>
                </a:cubicBezTo>
                <a:cubicBezTo>
                  <a:pt x="11236" y="47990"/>
                  <a:pt x="7118" y="45941"/>
                  <a:pt x="4271" y="41844"/>
                </a:cubicBezTo>
                <a:cubicBezTo>
                  <a:pt x="1424" y="37739"/>
                  <a:pt x="0" y="31795"/>
                  <a:pt x="0" y="24010"/>
                </a:cubicBezTo>
                <a:cubicBezTo>
                  <a:pt x="0" y="16700"/>
                  <a:pt x="1746" y="10871"/>
                  <a:pt x="5239" y="6523"/>
                </a:cubicBezTo>
                <a:cubicBezTo>
                  <a:pt x="8732" y="2174"/>
                  <a:pt x="13418" y="0"/>
                  <a:pt x="19299" y="0"/>
                </a:cubicBezTo>
                <a:cubicBezTo>
                  <a:pt x="20883" y="0"/>
                  <a:pt x="22479" y="155"/>
                  <a:pt x="24089" y="466"/>
                </a:cubicBezTo>
                <a:cubicBezTo>
                  <a:pt x="25699" y="776"/>
                  <a:pt x="27379" y="1239"/>
                  <a:pt x="29129" y="18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1F237-BF79-4EF6-9ACA-F60A7914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064" y="964741"/>
            <a:ext cx="10" cy="26124"/>
          </a:xfrm>
          <a:custGeom xmlns:a="http://schemas.openxmlformats.org/drawingml/2006/main">
            <a:pathLst>
              <a:path w="1" h="26124" fill="none">
                <a:moveTo>
                  <a:pt x="0" y="0"/>
                </a:moveTo>
                <a:lnTo>
                  <a:pt x="0" y="26124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53603-F02F-4ADF-AE71-C5ACFF7A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171" y="1018107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B681E-7ADF-4A1D-8E0D-C26E7DBB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421" y="1057324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7E2A1-D7A3-4D81-ABA3-9B3BC65B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110" y="1018107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47A58-8E29-49BD-B0C6-A19D38EE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864" y="1018107"/>
            <a:ext cx="31933" cy="47990"/>
          </a:xfrm>
          <a:custGeom xmlns:a="http://schemas.openxmlformats.org/drawingml/2006/main">
            <a:pathLst>
              <a:path w="31933" h="47990">
                <a:moveTo>
                  <a:pt x="15966" y="25120"/>
                </a:moveTo>
                <a:cubicBezTo>
                  <a:pt x="12973" y="25120"/>
                  <a:pt x="10618" y="25916"/>
                  <a:pt x="8901" y="27509"/>
                </a:cubicBezTo>
                <a:cubicBezTo>
                  <a:pt x="7192" y="29102"/>
                  <a:pt x="6337" y="31289"/>
                  <a:pt x="6337" y="34072"/>
                </a:cubicBezTo>
                <a:cubicBezTo>
                  <a:pt x="6337" y="36860"/>
                  <a:pt x="7192" y="39051"/>
                  <a:pt x="8901" y="40644"/>
                </a:cubicBezTo>
                <a:cubicBezTo>
                  <a:pt x="10618" y="42237"/>
                  <a:pt x="12973" y="43033"/>
                  <a:pt x="15966" y="43033"/>
                </a:cubicBezTo>
                <a:cubicBezTo>
                  <a:pt x="18960" y="43033"/>
                  <a:pt x="21318" y="42233"/>
                  <a:pt x="23041" y="40634"/>
                </a:cubicBezTo>
                <a:cubicBezTo>
                  <a:pt x="24771" y="39028"/>
                  <a:pt x="25636" y="36841"/>
                  <a:pt x="25636" y="34072"/>
                </a:cubicBezTo>
                <a:cubicBezTo>
                  <a:pt x="25636" y="31289"/>
                  <a:pt x="24778" y="29102"/>
                  <a:pt x="23061" y="27509"/>
                </a:cubicBezTo>
                <a:cubicBezTo>
                  <a:pt x="21352" y="25916"/>
                  <a:pt x="18987" y="25120"/>
                  <a:pt x="15966" y="25120"/>
                </a:cubicBezTo>
                <a:moveTo>
                  <a:pt x="9670" y="22463"/>
                </a:moveTo>
                <a:cubicBezTo>
                  <a:pt x="6969" y="21802"/>
                  <a:pt x="4863" y="20553"/>
                  <a:pt x="3353" y="18716"/>
                </a:cubicBezTo>
                <a:cubicBezTo>
                  <a:pt x="1849" y="16872"/>
                  <a:pt x="1098" y="14629"/>
                  <a:pt x="1098" y="11985"/>
                </a:cubicBezTo>
                <a:cubicBezTo>
                  <a:pt x="1098" y="8291"/>
                  <a:pt x="2422" y="5370"/>
                  <a:pt x="5069" y="3222"/>
                </a:cubicBezTo>
                <a:cubicBezTo>
                  <a:pt x="7724" y="1074"/>
                  <a:pt x="11356" y="0"/>
                  <a:pt x="15966" y="0"/>
                </a:cubicBezTo>
                <a:cubicBezTo>
                  <a:pt x="20603" y="0"/>
                  <a:pt x="24242" y="1074"/>
                  <a:pt x="26883" y="3222"/>
                </a:cubicBezTo>
                <a:cubicBezTo>
                  <a:pt x="29524" y="5370"/>
                  <a:pt x="30845" y="8291"/>
                  <a:pt x="30845" y="11985"/>
                </a:cubicBezTo>
                <a:cubicBezTo>
                  <a:pt x="30845" y="14629"/>
                  <a:pt x="30090" y="16872"/>
                  <a:pt x="28580" y="18716"/>
                </a:cubicBezTo>
                <a:cubicBezTo>
                  <a:pt x="27076" y="20553"/>
                  <a:pt x="24984" y="21802"/>
                  <a:pt x="22303" y="22463"/>
                </a:cubicBezTo>
                <a:cubicBezTo>
                  <a:pt x="25337" y="23164"/>
                  <a:pt x="27698" y="24538"/>
                  <a:pt x="29388" y="26587"/>
                </a:cubicBezTo>
                <a:cubicBezTo>
                  <a:pt x="31084" y="28629"/>
                  <a:pt x="31933" y="31124"/>
                  <a:pt x="31933" y="34072"/>
                </a:cubicBezTo>
                <a:cubicBezTo>
                  <a:pt x="31933" y="38559"/>
                  <a:pt x="30556" y="42002"/>
                  <a:pt x="27801" y="44401"/>
                </a:cubicBezTo>
                <a:cubicBezTo>
                  <a:pt x="25047" y="46794"/>
                  <a:pt x="21102" y="47990"/>
                  <a:pt x="15966" y="47990"/>
                </a:cubicBezTo>
                <a:cubicBezTo>
                  <a:pt x="10837" y="47990"/>
                  <a:pt x="6892" y="46794"/>
                  <a:pt x="4131" y="44401"/>
                </a:cubicBezTo>
                <a:cubicBezTo>
                  <a:pt x="1377" y="42002"/>
                  <a:pt x="0" y="38559"/>
                  <a:pt x="0" y="34072"/>
                </a:cubicBezTo>
                <a:cubicBezTo>
                  <a:pt x="0" y="31124"/>
                  <a:pt x="852" y="28629"/>
                  <a:pt x="2555" y="26587"/>
                </a:cubicBezTo>
                <a:cubicBezTo>
                  <a:pt x="4264" y="24538"/>
                  <a:pt x="6636" y="23164"/>
                  <a:pt x="9670" y="22463"/>
                </a:cubicBezTo>
                <a:moveTo>
                  <a:pt x="7364" y="12580"/>
                </a:moveTo>
                <a:cubicBezTo>
                  <a:pt x="7364" y="14972"/>
                  <a:pt x="8116" y="16839"/>
                  <a:pt x="9620" y="18181"/>
                </a:cubicBezTo>
                <a:cubicBezTo>
                  <a:pt x="11130" y="19522"/>
                  <a:pt x="13245" y="20193"/>
                  <a:pt x="15966" y="20193"/>
                </a:cubicBezTo>
                <a:cubicBezTo>
                  <a:pt x="18674" y="20193"/>
                  <a:pt x="20789" y="19522"/>
                  <a:pt x="22313" y="18181"/>
                </a:cubicBezTo>
                <a:cubicBezTo>
                  <a:pt x="23843" y="16839"/>
                  <a:pt x="24608" y="14972"/>
                  <a:pt x="24608" y="12580"/>
                </a:cubicBezTo>
                <a:cubicBezTo>
                  <a:pt x="24608" y="10181"/>
                  <a:pt x="23843" y="8311"/>
                  <a:pt x="22313" y="6969"/>
                </a:cubicBezTo>
                <a:cubicBezTo>
                  <a:pt x="20789" y="5627"/>
                  <a:pt x="18674" y="4957"/>
                  <a:pt x="15966" y="4957"/>
                </a:cubicBezTo>
                <a:cubicBezTo>
                  <a:pt x="13245" y="4957"/>
                  <a:pt x="11130" y="5627"/>
                  <a:pt x="9620" y="6969"/>
                </a:cubicBezTo>
                <a:cubicBezTo>
                  <a:pt x="8116" y="8311"/>
                  <a:pt x="7364" y="10181"/>
                  <a:pt x="7364" y="125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FD234-DA4E-4A9C-8846-DB676277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650" y="964740"/>
            <a:ext cx="10" cy="26124"/>
          </a:xfrm>
          <a:custGeom xmlns:a="http://schemas.openxmlformats.org/drawingml/2006/main">
            <a:pathLst>
              <a:path w="1" h="26124" fill="none">
                <a:moveTo>
                  <a:pt x="0" y="0"/>
                </a:moveTo>
                <a:lnTo>
                  <a:pt x="0" y="26124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71DCE-B25C-4948-B247-EF3348B2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757" y="1018106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1B8E5-0042-444F-9FD6-C7CB8073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006" y="1057323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4075C0-6000-4587-AE22-AF31EA33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498" y="1018939"/>
            <a:ext cx="27721" cy="46255"/>
          </a:xfrm>
          <a:custGeom xmlns:a="http://schemas.openxmlformats.org/drawingml/2006/main">
            <a:pathLst>
              <a:path w="27721" h="46255">
                <a:moveTo>
                  <a:pt x="908" y="40991"/>
                </a:moveTo>
                <a:lnTo>
                  <a:pt x="11196" y="40991"/>
                </a:lnTo>
                <a:lnTo>
                  <a:pt x="11196" y="5700"/>
                </a:lnTo>
                <a:lnTo>
                  <a:pt x="0" y="7931"/>
                </a:lnTo>
                <a:lnTo>
                  <a:pt x="0" y="2230"/>
                </a:lnTo>
                <a:lnTo>
                  <a:pt x="11136" y="0"/>
                </a:lnTo>
                <a:lnTo>
                  <a:pt x="17433" y="0"/>
                </a:lnTo>
                <a:lnTo>
                  <a:pt x="17433" y="40991"/>
                </a:lnTo>
                <a:lnTo>
                  <a:pt x="27721" y="40991"/>
                </a:lnTo>
                <a:lnTo>
                  <a:pt x="27721" y="46255"/>
                </a:lnTo>
                <a:lnTo>
                  <a:pt x="908" y="46255"/>
                </a:lnTo>
                <a:lnTo>
                  <a:pt x="908" y="40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AE7CE-C587-4EA8-8F55-C2DA6403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329" y="1018106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5A0D2-764E-49BF-8B5B-34354F52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5234" y="964739"/>
            <a:ext cx="10" cy="26124"/>
          </a:xfrm>
          <a:custGeom xmlns:a="http://schemas.openxmlformats.org/drawingml/2006/main">
            <a:pathLst>
              <a:path w="1" h="26124" fill="none">
                <a:moveTo>
                  <a:pt x="0" y="0"/>
                </a:moveTo>
                <a:lnTo>
                  <a:pt x="0" y="26124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D8B20-8D76-495E-9D3E-91614781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341" y="1018106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11B1D-39EA-4F96-9960-BCDC9A2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591" y="1057322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ADB98-F063-47DF-985A-8ABFE550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2081" y="1018938"/>
            <a:ext cx="27721" cy="46255"/>
          </a:xfrm>
          <a:custGeom xmlns:a="http://schemas.openxmlformats.org/drawingml/2006/main">
            <a:pathLst>
              <a:path w="27721" h="46255">
                <a:moveTo>
                  <a:pt x="908" y="40991"/>
                </a:moveTo>
                <a:lnTo>
                  <a:pt x="11196" y="40991"/>
                </a:lnTo>
                <a:lnTo>
                  <a:pt x="11196" y="5700"/>
                </a:lnTo>
                <a:lnTo>
                  <a:pt x="0" y="7931"/>
                </a:lnTo>
                <a:lnTo>
                  <a:pt x="0" y="2230"/>
                </a:lnTo>
                <a:lnTo>
                  <a:pt x="11136" y="0"/>
                </a:lnTo>
                <a:lnTo>
                  <a:pt x="17433" y="0"/>
                </a:lnTo>
                <a:lnTo>
                  <a:pt x="17433" y="40991"/>
                </a:lnTo>
                <a:lnTo>
                  <a:pt x="27721" y="40991"/>
                </a:lnTo>
                <a:lnTo>
                  <a:pt x="27721" y="46255"/>
                </a:lnTo>
                <a:lnTo>
                  <a:pt x="908" y="46255"/>
                </a:lnTo>
                <a:lnTo>
                  <a:pt x="908" y="40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57B5B-9BA1-423A-9A94-CC3792C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0382" y="1018106"/>
            <a:ext cx="29558" cy="47088"/>
          </a:xfrm>
          <a:custGeom xmlns:a="http://schemas.openxmlformats.org/drawingml/2006/main">
            <a:pathLst>
              <a:path w="29558" h="47088">
                <a:moveTo>
                  <a:pt x="7574" y="41824"/>
                </a:moveTo>
                <a:lnTo>
                  <a:pt x="29558" y="41824"/>
                </a:lnTo>
                <a:lnTo>
                  <a:pt x="29558" y="47088"/>
                </a:lnTo>
                <a:lnTo>
                  <a:pt x="0" y="47088"/>
                </a:lnTo>
                <a:lnTo>
                  <a:pt x="0" y="41824"/>
                </a:lnTo>
                <a:cubicBezTo>
                  <a:pt x="2388" y="39365"/>
                  <a:pt x="5645" y="36067"/>
                  <a:pt x="9769" y="31930"/>
                </a:cubicBezTo>
                <a:cubicBezTo>
                  <a:pt x="13901" y="27787"/>
                  <a:pt x="16495" y="25113"/>
                  <a:pt x="17553" y="23911"/>
                </a:cubicBezTo>
                <a:cubicBezTo>
                  <a:pt x="19569" y="21664"/>
                  <a:pt x="20976" y="19760"/>
                  <a:pt x="21774" y="18201"/>
                </a:cubicBezTo>
                <a:cubicBezTo>
                  <a:pt x="22579" y="16641"/>
                  <a:pt x="22981" y="15108"/>
                  <a:pt x="22981" y="13601"/>
                </a:cubicBezTo>
                <a:cubicBezTo>
                  <a:pt x="22981" y="11142"/>
                  <a:pt x="22113" y="9140"/>
                  <a:pt x="20377" y="7593"/>
                </a:cubicBezTo>
                <a:cubicBezTo>
                  <a:pt x="18641" y="6040"/>
                  <a:pt x="16379" y="5264"/>
                  <a:pt x="13591" y="5264"/>
                </a:cubicBezTo>
                <a:cubicBezTo>
                  <a:pt x="11615" y="5264"/>
                  <a:pt x="9530" y="5604"/>
                  <a:pt x="7335" y="6285"/>
                </a:cubicBezTo>
                <a:cubicBezTo>
                  <a:pt x="5146" y="6966"/>
                  <a:pt x="2804" y="8000"/>
                  <a:pt x="309" y="9388"/>
                </a:cubicBezTo>
                <a:lnTo>
                  <a:pt x="309" y="3063"/>
                </a:lnTo>
                <a:cubicBezTo>
                  <a:pt x="2844" y="2052"/>
                  <a:pt x="5212" y="1289"/>
                  <a:pt x="7414" y="773"/>
                </a:cubicBezTo>
                <a:cubicBezTo>
                  <a:pt x="9623" y="258"/>
                  <a:pt x="11642" y="0"/>
                  <a:pt x="13472" y="0"/>
                </a:cubicBezTo>
                <a:cubicBezTo>
                  <a:pt x="18295" y="0"/>
                  <a:pt x="22140" y="1199"/>
                  <a:pt x="25007" y="3598"/>
                </a:cubicBezTo>
                <a:cubicBezTo>
                  <a:pt x="27874" y="5991"/>
                  <a:pt x="29308" y="9190"/>
                  <a:pt x="29308" y="13194"/>
                </a:cubicBezTo>
                <a:cubicBezTo>
                  <a:pt x="29308" y="15098"/>
                  <a:pt x="28949" y="16902"/>
                  <a:pt x="28230" y="18607"/>
                </a:cubicBezTo>
                <a:cubicBezTo>
                  <a:pt x="27519" y="20305"/>
                  <a:pt x="26215" y="22311"/>
                  <a:pt x="24319" y="24624"/>
                </a:cubicBezTo>
                <a:cubicBezTo>
                  <a:pt x="23800" y="25226"/>
                  <a:pt x="22147" y="26957"/>
                  <a:pt x="19359" y="29819"/>
                </a:cubicBezTo>
                <a:cubicBezTo>
                  <a:pt x="16578" y="32680"/>
                  <a:pt x="12650" y="36682"/>
                  <a:pt x="7574" y="418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D8835-F8F0-4C8E-A49A-5BAE4655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4818" y="964739"/>
            <a:ext cx="10" cy="26124"/>
          </a:xfrm>
          <a:custGeom xmlns:a="http://schemas.openxmlformats.org/drawingml/2006/main">
            <a:pathLst>
              <a:path w="1" h="26124" fill="none">
                <a:moveTo>
                  <a:pt x="0" y="0"/>
                </a:moveTo>
                <a:lnTo>
                  <a:pt x="0" y="26124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4755F-0CD0-4BF4-8F06-56105A4E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7926" y="1018105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2C59D-32AE-432C-A5DF-5E7DCA84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1174" y="1057321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C272F-2FBF-4970-862D-00E42A0C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1666" y="1018937"/>
            <a:ext cx="27721" cy="46255"/>
          </a:xfrm>
          <a:custGeom xmlns:a="http://schemas.openxmlformats.org/drawingml/2006/main">
            <a:pathLst>
              <a:path w="27721" h="46255">
                <a:moveTo>
                  <a:pt x="908" y="40991"/>
                </a:moveTo>
                <a:lnTo>
                  <a:pt x="11196" y="40991"/>
                </a:lnTo>
                <a:lnTo>
                  <a:pt x="11196" y="5700"/>
                </a:lnTo>
                <a:lnTo>
                  <a:pt x="0" y="7931"/>
                </a:lnTo>
                <a:lnTo>
                  <a:pt x="0" y="2230"/>
                </a:lnTo>
                <a:lnTo>
                  <a:pt x="11136" y="0"/>
                </a:lnTo>
                <a:lnTo>
                  <a:pt x="17433" y="0"/>
                </a:lnTo>
                <a:lnTo>
                  <a:pt x="17433" y="40991"/>
                </a:lnTo>
                <a:lnTo>
                  <a:pt x="27721" y="40991"/>
                </a:lnTo>
                <a:lnTo>
                  <a:pt x="27721" y="46255"/>
                </a:lnTo>
                <a:lnTo>
                  <a:pt x="908" y="46255"/>
                </a:lnTo>
                <a:lnTo>
                  <a:pt x="908" y="40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0AB16-B8C2-4214-B130-5153CF4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8409" y="1018937"/>
            <a:ext cx="33928" cy="46255"/>
          </a:xfrm>
          <a:custGeom xmlns:a="http://schemas.openxmlformats.org/drawingml/2006/main">
            <a:pathLst>
              <a:path w="33928" h="46255">
                <a:moveTo>
                  <a:pt x="21016" y="5452"/>
                </a:moveTo>
                <a:lnTo>
                  <a:pt x="5109" y="30146"/>
                </a:lnTo>
                <a:lnTo>
                  <a:pt x="21016" y="30146"/>
                </a:lnTo>
                <a:lnTo>
                  <a:pt x="21016" y="5452"/>
                </a:lnTo>
                <a:close/>
                <a:moveTo>
                  <a:pt x="19359" y="0"/>
                </a:moveTo>
                <a:lnTo>
                  <a:pt x="27282" y="0"/>
                </a:lnTo>
                <a:lnTo>
                  <a:pt x="27282" y="30146"/>
                </a:lnTo>
                <a:lnTo>
                  <a:pt x="33928" y="30146"/>
                </a:lnTo>
                <a:lnTo>
                  <a:pt x="33928" y="35350"/>
                </a:lnTo>
                <a:lnTo>
                  <a:pt x="27282" y="35350"/>
                </a:lnTo>
                <a:lnTo>
                  <a:pt x="27282" y="46255"/>
                </a:lnTo>
                <a:lnTo>
                  <a:pt x="21016" y="46255"/>
                </a:lnTo>
                <a:lnTo>
                  <a:pt x="21016" y="35350"/>
                </a:lnTo>
                <a:lnTo>
                  <a:pt x="0" y="35350"/>
                </a:lnTo>
                <a:lnTo>
                  <a:pt x="0" y="29313"/>
                </a:lnTo>
                <a:lnTo>
                  <a:pt x="1935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A2881-9144-47C5-A7EC-71BCAE25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3952" y="1110194"/>
            <a:ext cx="29997" cy="46255"/>
          </a:xfrm>
          <a:custGeom xmlns:a="http://schemas.openxmlformats.org/drawingml/2006/main">
            <a:pathLst>
              <a:path w="29997" h="46255">
                <a:moveTo>
                  <a:pt x="0" y="0"/>
                </a:moveTo>
                <a:lnTo>
                  <a:pt x="29438" y="0"/>
                </a:lnTo>
                <a:lnTo>
                  <a:pt x="29438" y="5274"/>
                </a:lnTo>
                <a:lnTo>
                  <a:pt x="6297" y="5274"/>
                </a:lnTo>
                <a:lnTo>
                  <a:pt x="6297" y="18964"/>
                </a:lnTo>
                <a:lnTo>
                  <a:pt x="28470" y="18964"/>
                </a:lnTo>
                <a:lnTo>
                  <a:pt x="28470" y="24228"/>
                </a:lnTo>
                <a:lnTo>
                  <a:pt x="6297" y="24228"/>
                </a:lnTo>
                <a:lnTo>
                  <a:pt x="6297" y="40991"/>
                </a:lnTo>
                <a:lnTo>
                  <a:pt x="29997" y="40991"/>
                </a:lnTo>
                <a:lnTo>
                  <a:pt x="29997" y="46255"/>
                </a:lnTo>
                <a:lnTo>
                  <a:pt x="0" y="462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B303F-A450-477F-8003-2C56AA7E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4306" y="1110194"/>
            <a:ext cx="42600" cy="46255"/>
          </a:xfrm>
          <a:custGeom xmlns:a="http://schemas.openxmlformats.org/drawingml/2006/main">
            <a:pathLst>
              <a:path w="42600" h="46255">
                <a:moveTo>
                  <a:pt x="0" y="0"/>
                </a:moveTo>
                <a:lnTo>
                  <a:pt x="9390" y="0"/>
                </a:lnTo>
                <a:lnTo>
                  <a:pt x="21265" y="31474"/>
                </a:lnTo>
                <a:lnTo>
                  <a:pt x="33210" y="0"/>
                </a:lnTo>
                <a:lnTo>
                  <a:pt x="42600" y="0"/>
                </a:lnTo>
                <a:lnTo>
                  <a:pt x="42600" y="46255"/>
                </a:lnTo>
                <a:lnTo>
                  <a:pt x="36453" y="46255"/>
                </a:lnTo>
                <a:lnTo>
                  <a:pt x="36453" y="5641"/>
                </a:lnTo>
                <a:lnTo>
                  <a:pt x="24448" y="37363"/>
                </a:lnTo>
                <a:lnTo>
                  <a:pt x="18122" y="37363"/>
                </a:lnTo>
                <a:lnTo>
                  <a:pt x="6117" y="5641"/>
                </a:lnTo>
                <a:lnTo>
                  <a:pt x="6117" y="46255"/>
                </a:lnTo>
                <a:lnTo>
                  <a:pt x="0" y="462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DE13B-653C-44C3-B0DA-3B6CFBD4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659" y="1109361"/>
            <a:ext cx="32771" cy="47990"/>
          </a:xfrm>
          <a:custGeom xmlns:a="http://schemas.openxmlformats.org/drawingml/2006/main">
            <a:pathLst>
              <a:path w="32771" h="47990">
                <a:moveTo>
                  <a:pt x="29967" y="2349"/>
                </a:moveTo>
                <a:lnTo>
                  <a:pt x="29967" y="8456"/>
                </a:lnTo>
                <a:cubicBezTo>
                  <a:pt x="27578" y="7319"/>
                  <a:pt x="25323" y="6473"/>
                  <a:pt x="23201" y="5918"/>
                </a:cubicBezTo>
                <a:cubicBezTo>
                  <a:pt x="21079" y="5356"/>
                  <a:pt x="19030" y="5076"/>
                  <a:pt x="17054" y="5076"/>
                </a:cubicBezTo>
                <a:cubicBezTo>
                  <a:pt x="13628" y="5076"/>
                  <a:pt x="10984" y="5736"/>
                  <a:pt x="9121" y="7058"/>
                </a:cubicBezTo>
                <a:cubicBezTo>
                  <a:pt x="7258" y="8380"/>
                  <a:pt x="6327" y="10260"/>
                  <a:pt x="6327" y="12699"/>
                </a:cubicBezTo>
                <a:cubicBezTo>
                  <a:pt x="6327" y="14748"/>
                  <a:pt x="6945" y="16294"/>
                  <a:pt x="8183" y="17338"/>
                </a:cubicBezTo>
                <a:cubicBezTo>
                  <a:pt x="9420" y="18376"/>
                  <a:pt x="11765" y="19215"/>
                  <a:pt x="15218" y="19856"/>
                </a:cubicBezTo>
                <a:lnTo>
                  <a:pt x="19020" y="20629"/>
                </a:lnTo>
                <a:cubicBezTo>
                  <a:pt x="23717" y="21522"/>
                  <a:pt x="27183" y="23088"/>
                  <a:pt x="29418" y="25328"/>
                </a:cubicBezTo>
                <a:cubicBezTo>
                  <a:pt x="31653" y="27569"/>
                  <a:pt x="32771" y="30566"/>
                  <a:pt x="32771" y="34319"/>
                </a:cubicBezTo>
                <a:cubicBezTo>
                  <a:pt x="32771" y="38807"/>
                  <a:pt x="31257" y="42207"/>
                  <a:pt x="28230" y="44520"/>
                </a:cubicBezTo>
                <a:cubicBezTo>
                  <a:pt x="25210" y="46833"/>
                  <a:pt x="20779" y="47990"/>
                  <a:pt x="14938" y="47990"/>
                </a:cubicBezTo>
                <a:cubicBezTo>
                  <a:pt x="12736" y="47990"/>
                  <a:pt x="10391" y="47742"/>
                  <a:pt x="7903" y="47246"/>
                </a:cubicBezTo>
                <a:cubicBezTo>
                  <a:pt x="5422" y="46751"/>
                  <a:pt x="2851" y="46017"/>
                  <a:pt x="190" y="45045"/>
                </a:cubicBezTo>
                <a:lnTo>
                  <a:pt x="190" y="38602"/>
                </a:lnTo>
                <a:cubicBezTo>
                  <a:pt x="2744" y="40023"/>
                  <a:pt x="5249" y="41097"/>
                  <a:pt x="7704" y="41824"/>
                </a:cubicBezTo>
                <a:cubicBezTo>
                  <a:pt x="10159" y="42544"/>
                  <a:pt x="12570" y="42904"/>
                  <a:pt x="14938" y="42904"/>
                </a:cubicBezTo>
                <a:cubicBezTo>
                  <a:pt x="18531" y="42904"/>
                  <a:pt x="21305" y="42204"/>
                  <a:pt x="23261" y="40803"/>
                </a:cubicBezTo>
                <a:cubicBezTo>
                  <a:pt x="25217" y="39395"/>
                  <a:pt x="26195" y="37389"/>
                  <a:pt x="26195" y="34785"/>
                </a:cubicBezTo>
                <a:cubicBezTo>
                  <a:pt x="26195" y="32519"/>
                  <a:pt x="25493" y="30744"/>
                  <a:pt x="24089" y="29462"/>
                </a:cubicBezTo>
                <a:cubicBezTo>
                  <a:pt x="22685" y="28180"/>
                  <a:pt x="20384" y="27218"/>
                  <a:pt x="17184" y="26577"/>
                </a:cubicBezTo>
                <a:lnTo>
                  <a:pt x="13342" y="25834"/>
                </a:lnTo>
                <a:cubicBezTo>
                  <a:pt x="8645" y="24909"/>
                  <a:pt x="5246" y="23455"/>
                  <a:pt x="3143" y="21472"/>
                </a:cubicBezTo>
                <a:cubicBezTo>
                  <a:pt x="1048" y="19489"/>
                  <a:pt x="0" y="16730"/>
                  <a:pt x="0" y="13194"/>
                </a:cubicBezTo>
                <a:cubicBezTo>
                  <a:pt x="0" y="9104"/>
                  <a:pt x="1450" y="5882"/>
                  <a:pt x="4351" y="3529"/>
                </a:cubicBezTo>
                <a:cubicBezTo>
                  <a:pt x="7251" y="1176"/>
                  <a:pt x="11246" y="0"/>
                  <a:pt x="16336" y="0"/>
                </a:cubicBezTo>
                <a:cubicBezTo>
                  <a:pt x="18524" y="0"/>
                  <a:pt x="20750" y="198"/>
                  <a:pt x="23011" y="595"/>
                </a:cubicBezTo>
                <a:cubicBezTo>
                  <a:pt x="25280" y="985"/>
                  <a:pt x="27598" y="1570"/>
                  <a:pt x="29967" y="234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0D513-097E-4384-BAF6-666C1F6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008" y="1108241"/>
            <a:ext cx="5738" cy="48208"/>
          </a:xfrm>
          <a:custGeom xmlns:a="http://schemas.openxmlformats.org/drawingml/2006/main">
            <a:pathLst>
              <a:path w="5738" h="48208">
                <a:moveTo>
                  <a:pt x="0" y="13512"/>
                </a:moveTo>
                <a:lnTo>
                  <a:pt x="5738" y="13512"/>
                </a:lnTo>
                <a:lnTo>
                  <a:pt x="5738" y="48208"/>
                </a:lnTo>
                <a:lnTo>
                  <a:pt x="0" y="48208"/>
                </a:lnTo>
                <a:lnTo>
                  <a:pt x="0" y="13512"/>
                </a:lnTo>
                <a:close/>
                <a:moveTo>
                  <a:pt x="0" y="0"/>
                </a:moveTo>
                <a:lnTo>
                  <a:pt x="5738" y="0"/>
                </a:lnTo>
                <a:lnTo>
                  <a:pt x="5738" y="7227"/>
                </a:lnTo>
                <a:lnTo>
                  <a:pt x="0" y="72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D1134-8728-4838-8911-C64229B5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57" y="1120920"/>
            <a:ext cx="31214" cy="48723"/>
          </a:xfrm>
          <a:custGeom xmlns:a="http://schemas.openxmlformats.org/drawingml/2006/main">
            <a:pathLst>
              <a:path w="31214" h="48723">
                <a:moveTo>
                  <a:pt x="25476" y="17774"/>
                </a:moveTo>
                <a:cubicBezTo>
                  <a:pt x="25476" y="13644"/>
                  <a:pt x="24618" y="10445"/>
                  <a:pt x="22902" y="8178"/>
                </a:cubicBezTo>
                <a:cubicBezTo>
                  <a:pt x="21192" y="5905"/>
                  <a:pt x="18787" y="4768"/>
                  <a:pt x="15687" y="4768"/>
                </a:cubicBezTo>
                <a:cubicBezTo>
                  <a:pt x="12613" y="4768"/>
                  <a:pt x="10218" y="5905"/>
                  <a:pt x="8502" y="8178"/>
                </a:cubicBezTo>
                <a:cubicBezTo>
                  <a:pt x="6786" y="10445"/>
                  <a:pt x="5927" y="13644"/>
                  <a:pt x="5927" y="17774"/>
                </a:cubicBezTo>
                <a:cubicBezTo>
                  <a:pt x="5927" y="21885"/>
                  <a:pt x="6786" y="25077"/>
                  <a:pt x="8502" y="27350"/>
                </a:cubicBezTo>
                <a:cubicBezTo>
                  <a:pt x="10218" y="29624"/>
                  <a:pt x="12613" y="30761"/>
                  <a:pt x="15687" y="30761"/>
                </a:cubicBezTo>
                <a:cubicBezTo>
                  <a:pt x="18787" y="30761"/>
                  <a:pt x="21192" y="29624"/>
                  <a:pt x="22902" y="27350"/>
                </a:cubicBezTo>
                <a:cubicBezTo>
                  <a:pt x="24618" y="25077"/>
                  <a:pt x="25476" y="21885"/>
                  <a:pt x="25476" y="17774"/>
                </a:cubicBezTo>
                <a:moveTo>
                  <a:pt x="31214" y="31227"/>
                </a:moveTo>
                <a:cubicBezTo>
                  <a:pt x="31214" y="37128"/>
                  <a:pt x="29894" y="41520"/>
                  <a:pt x="27252" y="44401"/>
                </a:cubicBezTo>
                <a:cubicBezTo>
                  <a:pt x="24618" y="47283"/>
                  <a:pt x="20577" y="48723"/>
                  <a:pt x="15128" y="48723"/>
                </a:cubicBezTo>
                <a:cubicBezTo>
                  <a:pt x="13112" y="48723"/>
                  <a:pt x="11210" y="48575"/>
                  <a:pt x="9420" y="48277"/>
                </a:cubicBezTo>
                <a:cubicBezTo>
                  <a:pt x="7631" y="47980"/>
                  <a:pt x="5894" y="47521"/>
                  <a:pt x="4211" y="46899"/>
                </a:cubicBezTo>
                <a:lnTo>
                  <a:pt x="4211" y="41358"/>
                </a:lnTo>
                <a:cubicBezTo>
                  <a:pt x="5894" y="42263"/>
                  <a:pt x="7557" y="42931"/>
                  <a:pt x="9201" y="43360"/>
                </a:cubicBezTo>
                <a:cubicBezTo>
                  <a:pt x="10844" y="43796"/>
                  <a:pt x="12517" y="44015"/>
                  <a:pt x="14220" y="44015"/>
                </a:cubicBezTo>
                <a:cubicBezTo>
                  <a:pt x="17985" y="44015"/>
                  <a:pt x="20803" y="43040"/>
                  <a:pt x="22672" y="41090"/>
                </a:cubicBezTo>
                <a:cubicBezTo>
                  <a:pt x="24542" y="39141"/>
                  <a:pt x="25476" y="36193"/>
                  <a:pt x="25476" y="32248"/>
                </a:cubicBezTo>
                <a:lnTo>
                  <a:pt x="25476" y="29422"/>
                </a:lnTo>
                <a:cubicBezTo>
                  <a:pt x="24292" y="31471"/>
                  <a:pt x="22775" y="33001"/>
                  <a:pt x="20926" y="34012"/>
                </a:cubicBezTo>
                <a:cubicBezTo>
                  <a:pt x="19076" y="35023"/>
                  <a:pt x="16861" y="35529"/>
                  <a:pt x="14280" y="35529"/>
                </a:cubicBezTo>
                <a:cubicBezTo>
                  <a:pt x="10002" y="35529"/>
                  <a:pt x="6553" y="33910"/>
                  <a:pt x="3932" y="30671"/>
                </a:cubicBezTo>
                <a:cubicBezTo>
                  <a:pt x="1311" y="27426"/>
                  <a:pt x="0" y="23127"/>
                  <a:pt x="0" y="17774"/>
                </a:cubicBezTo>
                <a:cubicBezTo>
                  <a:pt x="0" y="12408"/>
                  <a:pt x="1311" y="8106"/>
                  <a:pt x="3932" y="4867"/>
                </a:cubicBezTo>
                <a:cubicBezTo>
                  <a:pt x="6553" y="1622"/>
                  <a:pt x="10002" y="0"/>
                  <a:pt x="14280" y="0"/>
                </a:cubicBezTo>
                <a:cubicBezTo>
                  <a:pt x="16861" y="0"/>
                  <a:pt x="19076" y="506"/>
                  <a:pt x="20926" y="1517"/>
                </a:cubicBezTo>
                <a:cubicBezTo>
                  <a:pt x="22775" y="2528"/>
                  <a:pt x="24292" y="4054"/>
                  <a:pt x="25476" y="6097"/>
                </a:cubicBezTo>
                <a:lnTo>
                  <a:pt x="25476" y="833"/>
                </a:lnTo>
                <a:lnTo>
                  <a:pt x="31214" y="833"/>
                </a:lnTo>
                <a:lnTo>
                  <a:pt x="31214" y="312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948B5-5E8E-4C6F-B082-278CD61F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8073" y="1120920"/>
            <a:ext cx="29258" cy="35529"/>
          </a:xfrm>
          <a:custGeom xmlns:a="http://schemas.openxmlformats.org/drawingml/2006/main">
            <a:pathLst>
              <a:path w="29258" h="35529">
                <a:moveTo>
                  <a:pt x="29258" y="14582"/>
                </a:moveTo>
                <a:lnTo>
                  <a:pt x="29258" y="35529"/>
                </a:lnTo>
                <a:lnTo>
                  <a:pt x="23520" y="35529"/>
                </a:lnTo>
                <a:lnTo>
                  <a:pt x="23520" y="14771"/>
                </a:lnTo>
                <a:cubicBezTo>
                  <a:pt x="23520" y="11486"/>
                  <a:pt x="22875" y="9031"/>
                  <a:pt x="21584" y="7405"/>
                </a:cubicBezTo>
                <a:cubicBezTo>
                  <a:pt x="20294" y="5773"/>
                  <a:pt x="18361" y="4957"/>
                  <a:pt x="15787" y="4957"/>
                </a:cubicBezTo>
                <a:cubicBezTo>
                  <a:pt x="12687" y="4957"/>
                  <a:pt x="10242" y="5938"/>
                  <a:pt x="8452" y="7901"/>
                </a:cubicBezTo>
                <a:cubicBezTo>
                  <a:pt x="6663" y="9857"/>
                  <a:pt x="5768" y="12530"/>
                  <a:pt x="5768" y="15921"/>
                </a:cubicBezTo>
                <a:lnTo>
                  <a:pt x="5768" y="35529"/>
                </a:lnTo>
                <a:lnTo>
                  <a:pt x="0" y="35529"/>
                </a:lnTo>
                <a:lnTo>
                  <a:pt x="0" y="833"/>
                </a:lnTo>
                <a:lnTo>
                  <a:pt x="5768" y="833"/>
                </a:lnTo>
                <a:lnTo>
                  <a:pt x="5768" y="6225"/>
                </a:lnTo>
                <a:cubicBezTo>
                  <a:pt x="7145" y="4137"/>
                  <a:pt x="8762" y="2577"/>
                  <a:pt x="10618" y="1546"/>
                </a:cubicBezTo>
                <a:cubicBezTo>
                  <a:pt x="12480" y="515"/>
                  <a:pt x="14629" y="0"/>
                  <a:pt x="17064" y="0"/>
                </a:cubicBezTo>
                <a:cubicBezTo>
                  <a:pt x="21076" y="0"/>
                  <a:pt x="24109" y="1233"/>
                  <a:pt x="26165" y="3698"/>
                </a:cubicBezTo>
                <a:cubicBezTo>
                  <a:pt x="28227" y="6163"/>
                  <a:pt x="29258" y="9791"/>
                  <a:pt x="29258" y="145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E10C8-56F7-4DEC-B296-8A91DED0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587" y="1120920"/>
            <a:ext cx="29508" cy="36431"/>
          </a:xfrm>
          <a:custGeom xmlns:a="http://schemas.openxmlformats.org/drawingml/2006/main">
            <a:pathLst>
              <a:path w="29508" h="36431">
                <a:moveTo>
                  <a:pt x="18062" y="18092"/>
                </a:moveTo>
                <a:cubicBezTo>
                  <a:pt x="13425" y="18092"/>
                  <a:pt x="10212" y="18617"/>
                  <a:pt x="8422" y="19668"/>
                </a:cubicBezTo>
                <a:cubicBezTo>
                  <a:pt x="6633" y="20719"/>
                  <a:pt x="5738" y="22516"/>
                  <a:pt x="5738" y="25061"/>
                </a:cubicBezTo>
                <a:cubicBezTo>
                  <a:pt x="5738" y="27083"/>
                  <a:pt x="6410" y="28689"/>
                  <a:pt x="7754" y="29878"/>
                </a:cubicBezTo>
                <a:cubicBezTo>
                  <a:pt x="9098" y="31061"/>
                  <a:pt x="10920" y="31653"/>
                  <a:pt x="13222" y="31653"/>
                </a:cubicBezTo>
                <a:cubicBezTo>
                  <a:pt x="16409" y="31653"/>
                  <a:pt x="18963" y="30533"/>
                  <a:pt x="20886" y="28292"/>
                </a:cubicBezTo>
                <a:cubicBezTo>
                  <a:pt x="22809" y="26052"/>
                  <a:pt x="23770" y="23075"/>
                  <a:pt x="23770" y="19360"/>
                </a:cubicBezTo>
                <a:lnTo>
                  <a:pt x="23770" y="18092"/>
                </a:lnTo>
                <a:lnTo>
                  <a:pt x="18062" y="18092"/>
                </a:lnTo>
                <a:close/>
                <a:moveTo>
                  <a:pt x="29508" y="15732"/>
                </a:moveTo>
                <a:lnTo>
                  <a:pt x="29508" y="35529"/>
                </a:lnTo>
                <a:lnTo>
                  <a:pt x="23770" y="35529"/>
                </a:lnTo>
                <a:lnTo>
                  <a:pt x="23770" y="30265"/>
                </a:lnTo>
                <a:cubicBezTo>
                  <a:pt x="22459" y="32367"/>
                  <a:pt x="20826" y="33920"/>
                  <a:pt x="18870" y="34924"/>
                </a:cubicBezTo>
                <a:cubicBezTo>
                  <a:pt x="16914" y="35929"/>
                  <a:pt x="14523" y="36431"/>
                  <a:pt x="11695" y="36431"/>
                </a:cubicBezTo>
                <a:cubicBezTo>
                  <a:pt x="8123" y="36431"/>
                  <a:pt x="5279" y="35433"/>
                  <a:pt x="3163" y="33437"/>
                </a:cubicBezTo>
                <a:cubicBezTo>
                  <a:pt x="1054" y="31441"/>
                  <a:pt x="0" y="28771"/>
                  <a:pt x="0" y="25427"/>
                </a:cubicBezTo>
                <a:cubicBezTo>
                  <a:pt x="0" y="21528"/>
                  <a:pt x="1314" y="18587"/>
                  <a:pt x="3942" y="16605"/>
                </a:cubicBezTo>
                <a:cubicBezTo>
                  <a:pt x="6576" y="14622"/>
                  <a:pt x="10501" y="13631"/>
                  <a:pt x="15717" y="13631"/>
                </a:cubicBezTo>
                <a:lnTo>
                  <a:pt x="23770" y="13631"/>
                </a:lnTo>
                <a:lnTo>
                  <a:pt x="23770" y="13066"/>
                </a:lnTo>
                <a:cubicBezTo>
                  <a:pt x="23770" y="10442"/>
                  <a:pt x="22902" y="8413"/>
                  <a:pt x="21165" y="6979"/>
                </a:cubicBezTo>
                <a:cubicBezTo>
                  <a:pt x="19429" y="5545"/>
                  <a:pt x="16991" y="4828"/>
                  <a:pt x="13851" y="4828"/>
                </a:cubicBezTo>
                <a:cubicBezTo>
                  <a:pt x="11855" y="4828"/>
                  <a:pt x="9909" y="5066"/>
                  <a:pt x="8013" y="5541"/>
                </a:cubicBezTo>
                <a:cubicBezTo>
                  <a:pt x="6124" y="6017"/>
                  <a:pt x="4308" y="6731"/>
                  <a:pt x="2565" y="7683"/>
                </a:cubicBezTo>
                <a:lnTo>
                  <a:pt x="2565" y="2409"/>
                </a:lnTo>
                <a:cubicBezTo>
                  <a:pt x="4660" y="1603"/>
                  <a:pt x="6696" y="1001"/>
                  <a:pt x="8672" y="605"/>
                </a:cubicBezTo>
                <a:cubicBezTo>
                  <a:pt x="10648" y="202"/>
                  <a:pt x="12570" y="0"/>
                  <a:pt x="14440" y="0"/>
                </a:cubicBezTo>
                <a:cubicBezTo>
                  <a:pt x="19496" y="0"/>
                  <a:pt x="23271" y="1302"/>
                  <a:pt x="25766" y="3906"/>
                </a:cubicBezTo>
                <a:cubicBezTo>
                  <a:pt x="28260" y="6503"/>
                  <a:pt x="29508" y="10445"/>
                  <a:pt x="29508" y="157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ACD56-0125-4B45-97EA-C78A977E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7911" y="1108241"/>
            <a:ext cx="5738" cy="48208"/>
          </a:xfrm>
          <a:custGeom xmlns:a="http://schemas.openxmlformats.org/drawingml/2006/main">
            <a:pathLst>
              <a:path w="5738" h="48208">
                <a:moveTo>
                  <a:pt x="0" y="0"/>
                </a:moveTo>
                <a:lnTo>
                  <a:pt x="5738" y="0"/>
                </a:lnTo>
                <a:lnTo>
                  <a:pt x="5738" y="48208"/>
                </a:lnTo>
                <a:lnTo>
                  <a:pt x="0" y="482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EC36C-D428-42C1-90D2-A7850D42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426" y="946125"/>
            <a:ext cx="26299" cy="10"/>
          </a:xfrm>
          <a:custGeom xmlns:a="http://schemas.openxmlformats.org/drawingml/2006/main">
            <a:pathLst>
              <a:path w="26299" h="1" fill="none">
                <a:moveTo>
                  <a:pt x="2629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877D4-F14B-4D31-8F6D-2BDB2B49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768" y="923139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36E7D-32C2-4B47-89F6-3B79041A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018" y="962355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516B9-0405-4B7D-A85F-748A5C26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704" y="923139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FFABC-63A8-4C92-BC96-5548DBC7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426" y="759987"/>
            <a:ext cx="26299" cy="10"/>
          </a:xfrm>
          <a:custGeom xmlns:a="http://schemas.openxmlformats.org/drawingml/2006/main">
            <a:pathLst>
              <a:path w="26299" h="1" fill="none">
                <a:moveTo>
                  <a:pt x="2629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8746F-1EF6-4C0E-8CED-878D837F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768" y="737002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E5465-EC86-4077-B93B-DD498843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017" y="776218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2CB8B-9D79-4538-8F12-42BC5337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420" y="737834"/>
            <a:ext cx="30126" cy="47157"/>
          </a:xfrm>
          <a:custGeom xmlns:a="http://schemas.openxmlformats.org/drawingml/2006/main">
            <a:pathLst>
              <a:path w="30126" h="47157">
                <a:moveTo>
                  <a:pt x="1966" y="0"/>
                </a:moveTo>
                <a:lnTo>
                  <a:pt x="26694" y="0"/>
                </a:lnTo>
                <a:lnTo>
                  <a:pt x="26694" y="5274"/>
                </a:lnTo>
                <a:lnTo>
                  <a:pt x="7734" y="5274"/>
                </a:lnTo>
                <a:lnTo>
                  <a:pt x="7734" y="16605"/>
                </a:lnTo>
                <a:cubicBezTo>
                  <a:pt x="8645" y="16294"/>
                  <a:pt x="9557" y="16063"/>
                  <a:pt x="10468" y="15911"/>
                </a:cubicBezTo>
                <a:cubicBezTo>
                  <a:pt x="11386" y="15759"/>
                  <a:pt x="12304" y="15683"/>
                  <a:pt x="13222" y="15683"/>
                </a:cubicBezTo>
                <a:cubicBezTo>
                  <a:pt x="18418" y="15683"/>
                  <a:pt x="22532" y="17097"/>
                  <a:pt x="25566" y="19925"/>
                </a:cubicBezTo>
                <a:cubicBezTo>
                  <a:pt x="28606" y="22754"/>
                  <a:pt x="30126" y="26584"/>
                  <a:pt x="30126" y="31415"/>
                </a:cubicBezTo>
                <a:cubicBezTo>
                  <a:pt x="30126" y="36391"/>
                  <a:pt x="28566" y="40261"/>
                  <a:pt x="25446" y="43023"/>
                </a:cubicBezTo>
                <a:cubicBezTo>
                  <a:pt x="22326" y="45779"/>
                  <a:pt x="17929" y="47157"/>
                  <a:pt x="12254" y="47157"/>
                </a:cubicBezTo>
                <a:cubicBezTo>
                  <a:pt x="10298" y="47157"/>
                  <a:pt x="8306" y="46992"/>
                  <a:pt x="6277" y="46661"/>
                </a:cubicBezTo>
                <a:cubicBezTo>
                  <a:pt x="4254" y="46331"/>
                  <a:pt x="2162" y="45835"/>
                  <a:pt x="0" y="45174"/>
                </a:cubicBezTo>
                <a:lnTo>
                  <a:pt x="0" y="38879"/>
                </a:lnTo>
                <a:cubicBezTo>
                  <a:pt x="1869" y="39891"/>
                  <a:pt x="3802" y="40644"/>
                  <a:pt x="5798" y="41140"/>
                </a:cubicBezTo>
                <a:cubicBezTo>
                  <a:pt x="7794" y="41635"/>
                  <a:pt x="9902" y="41883"/>
                  <a:pt x="12124" y="41883"/>
                </a:cubicBezTo>
                <a:cubicBezTo>
                  <a:pt x="15724" y="41883"/>
                  <a:pt x="18571" y="40945"/>
                  <a:pt x="20666" y="39068"/>
                </a:cubicBezTo>
                <a:cubicBezTo>
                  <a:pt x="22769" y="37191"/>
                  <a:pt x="23820" y="34640"/>
                  <a:pt x="23820" y="31415"/>
                </a:cubicBezTo>
                <a:cubicBezTo>
                  <a:pt x="23820" y="28196"/>
                  <a:pt x="22769" y="25649"/>
                  <a:pt x="20666" y="23772"/>
                </a:cubicBezTo>
                <a:cubicBezTo>
                  <a:pt x="18571" y="21888"/>
                  <a:pt x="15724" y="20947"/>
                  <a:pt x="12124" y="20947"/>
                </a:cubicBezTo>
                <a:cubicBezTo>
                  <a:pt x="10441" y="20947"/>
                  <a:pt x="8762" y="21132"/>
                  <a:pt x="7085" y="21502"/>
                </a:cubicBezTo>
                <a:cubicBezTo>
                  <a:pt x="5415" y="21872"/>
                  <a:pt x="3709" y="22450"/>
                  <a:pt x="1966" y="23236"/>
                </a:cubicBezTo>
                <a:lnTo>
                  <a:pt x="196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2554F-83E3-4FA5-860B-3DCF2FAD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425" y="573850"/>
            <a:ext cx="26299" cy="10"/>
          </a:xfrm>
          <a:custGeom xmlns:a="http://schemas.openxmlformats.org/drawingml/2006/main">
            <a:pathLst>
              <a:path w="26299" h="1" fill="none">
                <a:moveTo>
                  <a:pt x="2629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F9FB8-B48E-4CE2-87F2-5D11F19F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571" y="551698"/>
            <a:ext cx="27721" cy="46255"/>
          </a:xfrm>
          <a:custGeom xmlns:a="http://schemas.openxmlformats.org/drawingml/2006/main">
            <a:pathLst>
              <a:path w="27721" h="46255">
                <a:moveTo>
                  <a:pt x="908" y="40991"/>
                </a:moveTo>
                <a:lnTo>
                  <a:pt x="11196" y="40991"/>
                </a:lnTo>
                <a:lnTo>
                  <a:pt x="11196" y="5700"/>
                </a:lnTo>
                <a:lnTo>
                  <a:pt x="0" y="7931"/>
                </a:lnTo>
                <a:lnTo>
                  <a:pt x="0" y="2230"/>
                </a:lnTo>
                <a:lnTo>
                  <a:pt x="11136" y="0"/>
                </a:lnTo>
                <a:lnTo>
                  <a:pt x="17433" y="0"/>
                </a:lnTo>
                <a:lnTo>
                  <a:pt x="17433" y="40991"/>
                </a:lnTo>
                <a:lnTo>
                  <a:pt x="27721" y="40991"/>
                </a:lnTo>
                <a:lnTo>
                  <a:pt x="27721" y="46255"/>
                </a:lnTo>
                <a:lnTo>
                  <a:pt x="908" y="46255"/>
                </a:lnTo>
                <a:lnTo>
                  <a:pt x="908" y="40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1584B-45B9-4322-8049-319A1AAB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015" y="590082"/>
            <a:ext cx="6586" cy="7871"/>
          </a:xfrm>
          <a:custGeom xmlns:a="http://schemas.openxmlformats.org/drawingml/2006/main">
            <a:pathLst>
              <a:path w="6586" h="7871">
                <a:moveTo>
                  <a:pt x="0" y="0"/>
                </a:moveTo>
                <a:lnTo>
                  <a:pt x="6586" y="0"/>
                </a:lnTo>
                <a:lnTo>
                  <a:pt x="6586" y="7871"/>
                </a:lnTo>
                <a:lnTo>
                  <a:pt x="0" y="7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BAC69-DD8C-4A17-81E7-81A224CB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702" y="550866"/>
            <a:ext cx="32182" cy="47990"/>
          </a:xfrm>
          <a:custGeom xmlns:a="http://schemas.openxmlformats.org/drawingml/2006/main">
            <a:pathLst>
              <a:path w="32182" h="47990">
                <a:moveTo>
                  <a:pt x="16086" y="4957"/>
                </a:moveTo>
                <a:cubicBezTo>
                  <a:pt x="12846" y="4957"/>
                  <a:pt x="10408" y="6543"/>
                  <a:pt x="8771" y="9715"/>
                </a:cubicBezTo>
                <a:cubicBezTo>
                  <a:pt x="7142" y="12880"/>
                  <a:pt x="6327" y="17645"/>
                  <a:pt x="6327" y="24010"/>
                </a:cubicBezTo>
                <a:cubicBezTo>
                  <a:pt x="6327" y="30348"/>
                  <a:pt x="7142" y="35103"/>
                  <a:pt x="8771" y="38275"/>
                </a:cubicBezTo>
                <a:cubicBezTo>
                  <a:pt x="10408" y="41447"/>
                  <a:pt x="12846" y="43033"/>
                  <a:pt x="16086" y="43033"/>
                </a:cubicBezTo>
                <a:cubicBezTo>
                  <a:pt x="19352" y="43033"/>
                  <a:pt x="21801" y="41447"/>
                  <a:pt x="23431" y="38275"/>
                </a:cubicBezTo>
                <a:cubicBezTo>
                  <a:pt x="25067" y="35103"/>
                  <a:pt x="25885" y="30348"/>
                  <a:pt x="25885" y="24010"/>
                </a:cubicBezTo>
                <a:cubicBezTo>
                  <a:pt x="25885" y="17645"/>
                  <a:pt x="25067" y="12880"/>
                  <a:pt x="23431" y="9715"/>
                </a:cubicBezTo>
                <a:cubicBezTo>
                  <a:pt x="21801" y="6543"/>
                  <a:pt x="19352" y="4957"/>
                  <a:pt x="16086" y="4957"/>
                </a:cubicBezTo>
                <a:moveTo>
                  <a:pt x="16086" y="0"/>
                </a:moveTo>
                <a:cubicBezTo>
                  <a:pt x="21308" y="0"/>
                  <a:pt x="25297" y="2052"/>
                  <a:pt x="28051" y="6156"/>
                </a:cubicBezTo>
                <a:cubicBezTo>
                  <a:pt x="30805" y="10254"/>
                  <a:pt x="32182" y="16205"/>
                  <a:pt x="32182" y="24010"/>
                </a:cubicBezTo>
                <a:cubicBezTo>
                  <a:pt x="32182" y="31795"/>
                  <a:pt x="30805" y="37739"/>
                  <a:pt x="28051" y="41844"/>
                </a:cubicBezTo>
                <a:cubicBezTo>
                  <a:pt x="25297" y="45941"/>
                  <a:pt x="21308" y="47990"/>
                  <a:pt x="16086" y="47990"/>
                </a:cubicBezTo>
                <a:cubicBezTo>
                  <a:pt x="10870" y="47990"/>
                  <a:pt x="6885" y="45941"/>
                  <a:pt x="4131" y="41844"/>
                </a:cubicBezTo>
                <a:cubicBezTo>
                  <a:pt x="1377" y="37739"/>
                  <a:pt x="0" y="31795"/>
                  <a:pt x="0" y="24010"/>
                </a:cubicBezTo>
                <a:cubicBezTo>
                  <a:pt x="0" y="16205"/>
                  <a:pt x="1377" y="10254"/>
                  <a:pt x="4131" y="6156"/>
                </a:cubicBezTo>
                <a:cubicBezTo>
                  <a:pt x="6885" y="2052"/>
                  <a:pt x="10870" y="0"/>
                  <a:pt x="160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F6C81-1342-41D2-9B96-64D7F1A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653" y="879670"/>
            <a:ext cx="46562" cy="42379"/>
          </a:xfrm>
          <a:custGeom xmlns:a="http://schemas.openxmlformats.org/drawingml/2006/main">
            <a:pathLst>
              <a:path w="46562" h="42379">
                <a:moveTo>
                  <a:pt x="6207" y="21184"/>
                </a:moveTo>
                <a:lnTo>
                  <a:pt x="29378" y="29680"/>
                </a:lnTo>
                <a:lnTo>
                  <a:pt x="29378" y="12669"/>
                </a:lnTo>
                <a:lnTo>
                  <a:pt x="6207" y="21184"/>
                </a:lnTo>
                <a:close/>
                <a:moveTo>
                  <a:pt x="0" y="24723"/>
                </a:moveTo>
                <a:lnTo>
                  <a:pt x="0" y="17626"/>
                </a:lnTo>
                <a:lnTo>
                  <a:pt x="46562" y="0"/>
                </a:lnTo>
                <a:lnTo>
                  <a:pt x="46562" y="6503"/>
                </a:lnTo>
                <a:lnTo>
                  <a:pt x="34617" y="10716"/>
                </a:lnTo>
                <a:lnTo>
                  <a:pt x="34617" y="31564"/>
                </a:lnTo>
                <a:lnTo>
                  <a:pt x="46562" y="35777"/>
                </a:lnTo>
                <a:lnTo>
                  <a:pt x="46562" y="42379"/>
                </a:lnTo>
                <a:lnTo>
                  <a:pt x="0" y="24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3BD3BC-72B9-4346-97ED-09AF17A0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450" y="822728"/>
            <a:ext cx="35765" cy="50656"/>
          </a:xfrm>
          <a:custGeom xmlns:a="http://schemas.openxmlformats.org/drawingml/2006/main">
            <a:pathLst>
              <a:path w="35765" h="50656">
                <a:moveTo>
                  <a:pt x="7544" y="23425"/>
                </a:moveTo>
                <a:cubicBezTo>
                  <a:pt x="4963" y="21997"/>
                  <a:pt x="3060" y="20292"/>
                  <a:pt x="1836" y="18310"/>
                </a:cubicBezTo>
                <a:cubicBezTo>
                  <a:pt x="612" y="16327"/>
                  <a:pt x="0" y="13994"/>
                  <a:pt x="0" y="11311"/>
                </a:cubicBezTo>
                <a:cubicBezTo>
                  <a:pt x="0" y="7696"/>
                  <a:pt x="1274" y="4907"/>
                  <a:pt x="3822" y="2944"/>
                </a:cubicBezTo>
                <a:cubicBezTo>
                  <a:pt x="6363" y="981"/>
                  <a:pt x="9982" y="0"/>
                  <a:pt x="14679" y="0"/>
                </a:cubicBezTo>
                <a:lnTo>
                  <a:pt x="35765" y="0"/>
                </a:lnTo>
                <a:lnTo>
                  <a:pt x="35765" y="5730"/>
                </a:lnTo>
                <a:lnTo>
                  <a:pt x="14869" y="5730"/>
                </a:lnTo>
                <a:cubicBezTo>
                  <a:pt x="11522" y="5730"/>
                  <a:pt x="9041" y="6321"/>
                  <a:pt x="7424" y="7504"/>
                </a:cubicBezTo>
                <a:cubicBezTo>
                  <a:pt x="5801" y="8681"/>
                  <a:pt x="4989" y="10475"/>
                  <a:pt x="4989" y="12887"/>
                </a:cubicBezTo>
                <a:cubicBezTo>
                  <a:pt x="4989" y="15841"/>
                  <a:pt x="5977" y="18178"/>
                  <a:pt x="7953" y="19896"/>
                </a:cubicBezTo>
                <a:cubicBezTo>
                  <a:pt x="9922" y="21607"/>
                  <a:pt x="12613" y="22463"/>
                  <a:pt x="16026" y="22463"/>
                </a:cubicBezTo>
                <a:lnTo>
                  <a:pt x="35765" y="22463"/>
                </a:lnTo>
                <a:lnTo>
                  <a:pt x="35765" y="28193"/>
                </a:lnTo>
                <a:lnTo>
                  <a:pt x="14869" y="28193"/>
                </a:lnTo>
                <a:cubicBezTo>
                  <a:pt x="11502" y="28193"/>
                  <a:pt x="9014" y="28781"/>
                  <a:pt x="7404" y="29958"/>
                </a:cubicBezTo>
                <a:cubicBezTo>
                  <a:pt x="5794" y="31134"/>
                  <a:pt x="4989" y="32951"/>
                  <a:pt x="4989" y="35410"/>
                </a:cubicBezTo>
                <a:cubicBezTo>
                  <a:pt x="4989" y="38324"/>
                  <a:pt x="5981" y="40641"/>
                  <a:pt x="7963" y="42359"/>
                </a:cubicBezTo>
                <a:cubicBezTo>
                  <a:pt x="9946" y="44071"/>
                  <a:pt x="12633" y="44927"/>
                  <a:pt x="16026" y="44927"/>
                </a:cubicBezTo>
                <a:lnTo>
                  <a:pt x="35765" y="44927"/>
                </a:lnTo>
                <a:lnTo>
                  <a:pt x="35765" y="50656"/>
                </a:lnTo>
                <a:lnTo>
                  <a:pt x="838" y="50656"/>
                </a:lnTo>
                <a:lnTo>
                  <a:pt x="838" y="44927"/>
                </a:lnTo>
                <a:lnTo>
                  <a:pt x="6267" y="44927"/>
                </a:lnTo>
                <a:cubicBezTo>
                  <a:pt x="4125" y="43625"/>
                  <a:pt x="2545" y="42065"/>
                  <a:pt x="1527" y="40248"/>
                </a:cubicBezTo>
                <a:cubicBezTo>
                  <a:pt x="509" y="38430"/>
                  <a:pt x="0" y="36272"/>
                  <a:pt x="0" y="33774"/>
                </a:cubicBezTo>
                <a:cubicBezTo>
                  <a:pt x="0" y="31250"/>
                  <a:pt x="645" y="29105"/>
                  <a:pt x="1936" y="27341"/>
                </a:cubicBezTo>
                <a:cubicBezTo>
                  <a:pt x="3220" y="25576"/>
                  <a:pt x="5089" y="24271"/>
                  <a:pt x="7544" y="2342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EB8F1-09FA-404E-A53F-65A8FCF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448" y="780535"/>
            <a:ext cx="49046" cy="31048"/>
          </a:xfrm>
          <a:custGeom xmlns:a="http://schemas.openxmlformats.org/drawingml/2006/main">
            <a:pathLst>
              <a:path w="49046" h="31048">
                <a:moveTo>
                  <a:pt x="30526" y="25318"/>
                </a:moveTo>
                <a:lnTo>
                  <a:pt x="49046" y="25318"/>
                </a:lnTo>
                <a:lnTo>
                  <a:pt x="49046" y="31048"/>
                </a:lnTo>
                <a:lnTo>
                  <a:pt x="838" y="31048"/>
                </a:lnTo>
                <a:lnTo>
                  <a:pt x="838" y="25318"/>
                </a:lnTo>
                <a:lnTo>
                  <a:pt x="6137" y="25318"/>
                </a:lnTo>
                <a:cubicBezTo>
                  <a:pt x="4061" y="24115"/>
                  <a:pt x="2521" y="22602"/>
                  <a:pt x="1517" y="20778"/>
                </a:cubicBezTo>
                <a:cubicBezTo>
                  <a:pt x="506" y="18947"/>
                  <a:pt x="0" y="16763"/>
                  <a:pt x="0" y="14225"/>
                </a:cubicBezTo>
                <a:cubicBezTo>
                  <a:pt x="0" y="10009"/>
                  <a:pt x="1683" y="6586"/>
                  <a:pt x="5049" y="3955"/>
                </a:cubicBezTo>
                <a:cubicBezTo>
                  <a:pt x="8416" y="1318"/>
                  <a:pt x="12843" y="0"/>
                  <a:pt x="18331" y="0"/>
                </a:cubicBezTo>
                <a:cubicBezTo>
                  <a:pt x="23820" y="0"/>
                  <a:pt x="28250" y="1318"/>
                  <a:pt x="31623" y="3955"/>
                </a:cubicBezTo>
                <a:cubicBezTo>
                  <a:pt x="34989" y="6586"/>
                  <a:pt x="36673" y="10009"/>
                  <a:pt x="36673" y="14225"/>
                </a:cubicBezTo>
                <a:cubicBezTo>
                  <a:pt x="36673" y="16763"/>
                  <a:pt x="36167" y="18947"/>
                  <a:pt x="35156" y="20778"/>
                </a:cubicBezTo>
                <a:cubicBezTo>
                  <a:pt x="34145" y="22602"/>
                  <a:pt x="32601" y="24115"/>
                  <a:pt x="30526" y="25318"/>
                </a:cubicBezTo>
                <a:moveTo>
                  <a:pt x="18331" y="5918"/>
                </a:moveTo>
                <a:cubicBezTo>
                  <a:pt x="14114" y="5918"/>
                  <a:pt x="10804" y="6781"/>
                  <a:pt x="8402" y="8506"/>
                </a:cubicBezTo>
                <a:cubicBezTo>
                  <a:pt x="6001" y="10230"/>
                  <a:pt x="4800" y="12600"/>
                  <a:pt x="4800" y="15613"/>
                </a:cubicBezTo>
                <a:cubicBezTo>
                  <a:pt x="4800" y="18634"/>
                  <a:pt x="6001" y="21006"/>
                  <a:pt x="8402" y="22731"/>
                </a:cubicBezTo>
                <a:cubicBezTo>
                  <a:pt x="10804" y="24456"/>
                  <a:pt x="14114" y="25318"/>
                  <a:pt x="18331" y="25318"/>
                </a:cubicBezTo>
                <a:cubicBezTo>
                  <a:pt x="22549" y="25318"/>
                  <a:pt x="25859" y="24456"/>
                  <a:pt x="28260" y="22731"/>
                </a:cubicBezTo>
                <a:cubicBezTo>
                  <a:pt x="30662" y="21006"/>
                  <a:pt x="31863" y="18634"/>
                  <a:pt x="31863" y="15613"/>
                </a:cubicBezTo>
                <a:cubicBezTo>
                  <a:pt x="31863" y="12600"/>
                  <a:pt x="30662" y="10230"/>
                  <a:pt x="28260" y="8506"/>
                </a:cubicBezTo>
                <a:cubicBezTo>
                  <a:pt x="25859" y="6781"/>
                  <a:pt x="22549" y="5918"/>
                  <a:pt x="18331" y="59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A54CB-5C8C-45CF-999D-652832B5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685" y="765393"/>
            <a:ext cx="48528" cy="5700"/>
          </a:xfrm>
          <a:custGeom xmlns:a="http://schemas.openxmlformats.org/drawingml/2006/main">
            <a:pathLst>
              <a:path w="48528" h="5700">
                <a:moveTo>
                  <a:pt x="0" y="5700"/>
                </a:moveTo>
                <a:lnTo>
                  <a:pt x="0" y="0"/>
                </a:lnTo>
                <a:lnTo>
                  <a:pt x="48528" y="0"/>
                </a:lnTo>
                <a:lnTo>
                  <a:pt x="48528" y="5700"/>
                </a:lnTo>
                <a:lnTo>
                  <a:pt x="0" y="57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D7EBC-C576-42C4-83F2-478258FE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684" y="747767"/>
            <a:ext cx="48528" cy="5700"/>
          </a:xfrm>
          <a:custGeom xmlns:a="http://schemas.openxmlformats.org/drawingml/2006/main">
            <a:pathLst>
              <a:path w="48528" h="5700">
                <a:moveTo>
                  <a:pt x="13601" y="5700"/>
                </a:moveTo>
                <a:lnTo>
                  <a:pt x="13601" y="0"/>
                </a:lnTo>
                <a:lnTo>
                  <a:pt x="48528" y="0"/>
                </a:lnTo>
                <a:lnTo>
                  <a:pt x="48528" y="5700"/>
                </a:lnTo>
                <a:lnTo>
                  <a:pt x="13601" y="5700"/>
                </a:lnTo>
                <a:close/>
                <a:moveTo>
                  <a:pt x="0" y="5700"/>
                </a:moveTo>
                <a:lnTo>
                  <a:pt x="0" y="0"/>
                </a:lnTo>
                <a:lnTo>
                  <a:pt x="7275" y="0"/>
                </a:lnTo>
                <a:lnTo>
                  <a:pt x="7275" y="5700"/>
                </a:lnTo>
                <a:lnTo>
                  <a:pt x="0" y="57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40D03C-8E2D-4DAD-80FD-DE478ECB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365" y="718463"/>
            <a:ext cx="44845" cy="21650"/>
          </a:xfrm>
          <a:custGeom xmlns:a="http://schemas.openxmlformats.org/drawingml/2006/main">
            <a:pathLst>
              <a:path w="44845" h="21650">
                <a:moveTo>
                  <a:pt x="0" y="11737"/>
                </a:moveTo>
                <a:lnTo>
                  <a:pt x="9919" y="11737"/>
                </a:lnTo>
                <a:lnTo>
                  <a:pt x="9919" y="0"/>
                </a:lnTo>
                <a:lnTo>
                  <a:pt x="14380" y="0"/>
                </a:lnTo>
                <a:lnTo>
                  <a:pt x="14380" y="11737"/>
                </a:lnTo>
                <a:lnTo>
                  <a:pt x="33340" y="11737"/>
                </a:lnTo>
                <a:cubicBezTo>
                  <a:pt x="36187" y="11737"/>
                  <a:pt x="38016" y="11351"/>
                  <a:pt x="38828" y="10577"/>
                </a:cubicBezTo>
                <a:cubicBezTo>
                  <a:pt x="39640" y="9804"/>
                  <a:pt x="40045" y="8228"/>
                  <a:pt x="40045" y="5849"/>
                </a:cubicBezTo>
                <a:lnTo>
                  <a:pt x="40045" y="0"/>
                </a:lnTo>
                <a:lnTo>
                  <a:pt x="44845" y="0"/>
                </a:lnTo>
                <a:lnTo>
                  <a:pt x="44845" y="5849"/>
                </a:lnTo>
                <a:cubicBezTo>
                  <a:pt x="44845" y="10250"/>
                  <a:pt x="44020" y="13287"/>
                  <a:pt x="42371" y="14959"/>
                </a:cubicBezTo>
                <a:cubicBezTo>
                  <a:pt x="40714" y="16631"/>
                  <a:pt x="37704" y="17467"/>
                  <a:pt x="33340" y="17467"/>
                </a:cubicBezTo>
                <a:lnTo>
                  <a:pt x="14380" y="17467"/>
                </a:lnTo>
                <a:lnTo>
                  <a:pt x="14380" y="21650"/>
                </a:lnTo>
                <a:lnTo>
                  <a:pt x="9919" y="21650"/>
                </a:lnTo>
                <a:lnTo>
                  <a:pt x="9919" y="17467"/>
                </a:lnTo>
                <a:lnTo>
                  <a:pt x="0" y="17467"/>
                </a:lnTo>
                <a:lnTo>
                  <a:pt x="0" y="11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2583A-F89A-4ACF-9FBD-9A5B19BF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444" y="682494"/>
            <a:ext cx="36673" cy="29056"/>
          </a:xfrm>
          <a:custGeom xmlns:a="http://schemas.openxmlformats.org/drawingml/2006/main">
            <a:pathLst>
              <a:path w="36673" h="29056">
                <a:moveTo>
                  <a:pt x="21984" y="29056"/>
                </a:moveTo>
                <a:lnTo>
                  <a:pt x="838" y="29056"/>
                </a:lnTo>
                <a:lnTo>
                  <a:pt x="838" y="23355"/>
                </a:lnTo>
                <a:lnTo>
                  <a:pt x="21764" y="23355"/>
                </a:lnTo>
                <a:cubicBezTo>
                  <a:pt x="25070" y="23355"/>
                  <a:pt x="27552" y="22718"/>
                  <a:pt x="29208" y="21442"/>
                </a:cubicBezTo>
                <a:cubicBezTo>
                  <a:pt x="30858" y="20160"/>
                  <a:pt x="31683" y="18237"/>
                  <a:pt x="31683" y="15673"/>
                </a:cubicBezTo>
                <a:cubicBezTo>
                  <a:pt x="31683" y="12600"/>
                  <a:pt x="30695" y="10171"/>
                  <a:pt x="28719" y="8387"/>
                </a:cubicBezTo>
                <a:cubicBezTo>
                  <a:pt x="26744" y="6596"/>
                  <a:pt x="24049" y="5700"/>
                  <a:pt x="20636" y="5700"/>
                </a:cubicBezTo>
                <a:lnTo>
                  <a:pt x="838" y="5700"/>
                </a:lnTo>
                <a:lnTo>
                  <a:pt x="838" y="0"/>
                </a:lnTo>
                <a:lnTo>
                  <a:pt x="35765" y="0"/>
                </a:lnTo>
                <a:lnTo>
                  <a:pt x="35765" y="5700"/>
                </a:lnTo>
                <a:lnTo>
                  <a:pt x="30396" y="5700"/>
                </a:lnTo>
                <a:cubicBezTo>
                  <a:pt x="32518" y="7081"/>
                  <a:pt x="34095" y="8687"/>
                  <a:pt x="35126" y="10518"/>
                </a:cubicBezTo>
                <a:cubicBezTo>
                  <a:pt x="36157" y="12342"/>
                  <a:pt x="36673" y="14463"/>
                  <a:pt x="36673" y="16882"/>
                </a:cubicBezTo>
                <a:cubicBezTo>
                  <a:pt x="36673" y="20867"/>
                  <a:pt x="35425" y="23894"/>
                  <a:pt x="32931" y="25963"/>
                </a:cubicBezTo>
                <a:cubicBezTo>
                  <a:pt x="30436" y="28025"/>
                  <a:pt x="26787" y="29056"/>
                  <a:pt x="21984" y="29056"/>
                </a:cubicBezTo>
                <a:moveTo>
                  <a:pt x="0" y="14711"/>
                </a:move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8D92F-EF5D-4E00-9E0A-63D574EA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680" y="642225"/>
            <a:ext cx="49436" cy="31008"/>
          </a:xfrm>
          <a:custGeom xmlns:a="http://schemas.openxmlformats.org/drawingml/2006/main">
            <a:pathLst>
              <a:path w="49436" h="31008">
                <a:moveTo>
                  <a:pt x="18900" y="5700"/>
                </a:moveTo>
                <a:lnTo>
                  <a:pt x="0" y="5700"/>
                </a:lnTo>
                <a:lnTo>
                  <a:pt x="0" y="0"/>
                </a:lnTo>
                <a:lnTo>
                  <a:pt x="48528" y="0"/>
                </a:lnTo>
                <a:lnTo>
                  <a:pt x="48528" y="5700"/>
                </a:lnTo>
                <a:lnTo>
                  <a:pt x="43289" y="5700"/>
                </a:lnTo>
                <a:cubicBezTo>
                  <a:pt x="45364" y="6896"/>
                  <a:pt x="46908" y="8410"/>
                  <a:pt x="47919" y="10240"/>
                </a:cubicBezTo>
                <a:cubicBezTo>
                  <a:pt x="48930" y="12064"/>
                  <a:pt x="49436" y="14258"/>
                  <a:pt x="49436" y="16823"/>
                </a:cubicBezTo>
                <a:cubicBezTo>
                  <a:pt x="49436" y="21013"/>
                  <a:pt x="47753" y="24426"/>
                  <a:pt x="44386" y="27063"/>
                </a:cubicBezTo>
                <a:cubicBezTo>
                  <a:pt x="41013" y="29693"/>
                  <a:pt x="36583" y="31008"/>
                  <a:pt x="31094" y="31008"/>
                </a:cubicBezTo>
                <a:cubicBezTo>
                  <a:pt x="25606" y="31008"/>
                  <a:pt x="21179" y="29693"/>
                  <a:pt x="17812" y="27063"/>
                </a:cubicBezTo>
                <a:cubicBezTo>
                  <a:pt x="14446" y="24426"/>
                  <a:pt x="12763" y="21013"/>
                  <a:pt x="12763" y="16823"/>
                </a:cubicBezTo>
                <a:cubicBezTo>
                  <a:pt x="12763" y="14258"/>
                  <a:pt x="13269" y="12064"/>
                  <a:pt x="14280" y="10240"/>
                </a:cubicBezTo>
                <a:cubicBezTo>
                  <a:pt x="15284" y="8410"/>
                  <a:pt x="16824" y="6896"/>
                  <a:pt x="18900" y="5700"/>
                </a:cubicBezTo>
                <a:moveTo>
                  <a:pt x="31094" y="25120"/>
                </a:moveTo>
                <a:cubicBezTo>
                  <a:pt x="35312" y="25120"/>
                  <a:pt x="38622" y="24258"/>
                  <a:pt x="41023" y="22533"/>
                </a:cubicBezTo>
                <a:cubicBezTo>
                  <a:pt x="43425" y="20808"/>
                  <a:pt x="44626" y="18439"/>
                  <a:pt x="44626" y="15425"/>
                </a:cubicBezTo>
                <a:cubicBezTo>
                  <a:pt x="44626" y="12411"/>
                  <a:pt x="43425" y="10039"/>
                  <a:pt x="41023" y="8307"/>
                </a:cubicBezTo>
                <a:cubicBezTo>
                  <a:pt x="38622" y="6569"/>
                  <a:pt x="35312" y="5700"/>
                  <a:pt x="31094" y="5700"/>
                </a:cubicBezTo>
                <a:cubicBezTo>
                  <a:pt x="26877" y="5700"/>
                  <a:pt x="23567" y="6569"/>
                  <a:pt x="21165" y="8307"/>
                </a:cubicBezTo>
                <a:cubicBezTo>
                  <a:pt x="18764" y="10039"/>
                  <a:pt x="17563" y="12411"/>
                  <a:pt x="17563" y="15425"/>
                </a:cubicBezTo>
                <a:cubicBezTo>
                  <a:pt x="17563" y="18439"/>
                  <a:pt x="18764" y="20808"/>
                  <a:pt x="21165" y="22533"/>
                </a:cubicBezTo>
                <a:cubicBezTo>
                  <a:pt x="23567" y="24258"/>
                  <a:pt x="26877" y="25120"/>
                  <a:pt x="31094" y="251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A6D7D-8704-4EED-BD75-CC1EE3C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443" y="600803"/>
            <a:ext cx="36673" cy="32158"/>
          </a:xfrm>
          <a:custGeom xmlns:a="http://schemas.openxmlformats.org/drawingml/2006/main">
            <a:pathLst>
              <a:path w="36673" h="32158">
                <a:moveTo>
                  <a:pt x="16864" y="0"/>
                </a:moveTo>
                <a:lnTo>
                  <a:pt x="19668" y="0"/>
                </a:lnTo>
                <a:lnTo>
                  <a:pt x="19668" y="26210"/>
                </a:lnTo>
                <a:cubicBezTo>
                  <a:pt x="23620" y="25959"/>
                  <a:pt x="26630" y="24776"/>
                  <a:pt x="28699" y="22662"/>
                </a:cubicBezTo>
                <a:cubicBezTo>
                  <a:pt x="30768" y="20547"/>
                  <a:pt x="31803" y="17599"/>
                  <a:pt x="31803" y="13819"/>
                </a:cubicBezTo>
                <a:cubicBezTo>
                  <a:pt x="31803" y="11631"/>
                  <a:pt x="31533" y="9510"/>
                  <a:pt x="30995" y="7455"/>
                </a:cubicBezTo>
                <a:cubicBezTo>
                  <a:pt x="30456" y="5399"/>
                  <a:pt x="29644" y="3357"/>
                  <a:pt x="28560" y="1328"/>
                </a:cubicBezTo>
                <a:lnTo>
                  <a:pt x="33988" y="1328"/>
                </a:lnTo>
                <a:cubicBezTo>
                  <a:pt x="34860" y="3377"/>
                  <a:pt x="35525" y="5475"/>
                  <a:pt x="35984" y="7623"/>
                </a:cubicBezTo>
                <a:cubicBezTo>
                  <a:pt x="36443" y="9771"/>
                  <a:pt x="36673" y="11949"/>
                  <a:pt x="36673" y="14156"/>
                </a:cubicBezTo>
                <a:cubicBezTo>
                  <a:pt x="36673" y="19694"/>
                  <a:pt x="35053" y="24079"/>
                  <a:pt x="31813" y="27311"/>
                </a:cubicBezTo>
                <a:cubicBezTo>
                  <a:pt x="28566" y="30543"/>
                  <a:pt x="24176" y="32158"/>
                  <a:pt x="18641" y="32158"/>
                </a:cubicBezTo>
                <a:cubicBezTo>
                  <a:pt x="12926" y="32158"/>
                  <a:pt x="8392" y="30625"/>
                  <a:pt x="5039" y="27559"/>
                </a:cubicBezTo>
                <a:cubicBezTo>
                  <a:pt x="1680" y="24492"/>
                  <a:pt x="0" y="20355"/>
                  <a:pt x="0" y="15147"/>
                </a:cubicBezTo>
                <a:cubicBezTo>
                  <a:pt x="0" y="10482"/>
                  <a:pt x="1514" y="6791"/>
                  <a:pt x="4540" y="4074"/>
                </a:cubicBezTo>
                <a:cubicBezTo>
                  <a:pt x="7561" y="1358"/>
                  <a:pt x="11669" y="0"/>
                  <a:pt x="16864" y="0"/>
                </a:cubicBezTo>
                <a:moveTo>
                  <a:pt x="15178" y="5700"/>
                </a:moveTo>
                <a:cubicBezTo>
                  <a:pt x="12045" y="5740"/>
                  <a:pt x="9543" y="6612"/>
                  <a:pt x="7674" y="8317"/>
                </a:cubicBezTo>
                <a:cubicBezTo>
                  <a:pt x="5798" y="10022"/>
                  <a:pt x="4860" y="12279"/>
                  <a:pt x="4860" y="15088"/>
                </a:cubicBezTo>
                <a:cubicBezTo>
                  <a:pt x="4860" y="18267"/>
                  <a:pt x="5765" y="20811"/>
                  <a:pt x="7574" y="22721"/>
                </a:cubicBezTo>
                <a:cubicBezTo>
                  <a:pt x="9383" y="24631"/>
                  <a:pt x="11932" y="25731"/>
                  <a:pt x="15218" y="26022"/>
                </a:cubicBezTo>
                <a:lnTo>
                  <a:pt x="15178" y="57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4C5DC-E6C8-486F-82E8-5BAA467F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13" y="555235"/>
            <a:ext cx="10" cy="409500"/>
          </a:xfrm>
          <a:custGeom xmlns:a="http://schemas.openxmlformats.org/drawingml/2006/main">
            <a:pathLst>
              <a:path w="1" h="409500" fill="none">
                <a:moveTo>
                  <a:pt x="0" y="409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sq">
            <a:solidFill>
              <a:srgbClr val="000000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A0BF2-F870-4C84-8160-E433CF2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9597" y="555234"/>
            <a:ext cx="10" cy="409500"/>
          </a:xfrm>
          <a:custGeom xmlns:a="http://schemas.openxmlformats.org/drawingml/2006/main">
            <a:pathLst>
              <a:path w="1" h="409500" fill="none">
                <a:moveTo>
                  <a:pt x="0" y="409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sq">
            <a:solidFill>
              <a:srgbClr val="000000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C3C04-1696-4828-B348-D08CC8AC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11" y="964734"/>
            <a:ext cx="1871884" cy="10"/>
          </a:xfrm>
          <a:custGeom xmlns:a="http://schemas.openxmlformats.org/drawingml/2006/main">
            <a:pathLst>
              <a:path w="1871884" h="1" fill="none">
                <a:moveTo>
                  <a:pt x="0" y="0"/>
                </a:moveTo>
                <a:lnTo>
                  <a:pt x="18718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sq">
            <a:solidFill>
              <a:srgbClr val="000000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9C08B-0677-40CE-A985-4D88B698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711" y="555234"/>
            <a:ext cx="1871884" cy="10"/>
          </a:xfrm>
          <a:custGeom xmlns:a="http://schemas.openxmlformats.org/drawingml/2006/main">
            <a:pathLst>
              <a:path w="1871884" h="1" fill="none">
                <a:moveTo>
                  <a:pt x="0" y="0"/>
                </a:moveTo>
                <a:lnTo>
                  <a:pt x="18718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sq">
            <a:solidFill>
              <a:srgbClr val="000000"/>
            </a:solidFill>
            <a:miter/>
          </a:ln>
        </p:spPr>
      </p:sp>
      <p:sp>
        <p:nvSpPr>
          <p:cNvPr id="240" name="Text Out">
            <a:extLst xmlns:a="http://schemas.openxmlformats.org/drawingml/2006/main">
              <a:ext uri="{FF2B5EF4-FFF2-40B4-BE49-F238E27FC236}">
                <a16:creationId xmlns:a16="http://schemas.microsoft.com/office/drawing/2014/main" id="{C988B8D0-B845-4341-B374-17BC585F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2598" y="1475812"/>
            <a:ext cx="334035" cy="146224"/>
          </a:xfrm>
          <a:custGeom xmlns:a="http://schemas.openxmlformats.org/drawingml/2006/main">
            <a:pathLst>
              <a:path w="334035" h="146224">
                <a:moveTo>
                  <a:pt x="0" y="88293"/>
                </a:moveTo>
                <a:cubicBezTo>
                  <a:pt x="0" y="79940"/>
                  <a:pt x="1252" y="71137"/>
                  <a:pt x="3757" y="61884"/>
                </a:cubicBezTo>
                <a:cubicBezTo>
                  <a:pt x="7032" y="49480"/>
                  <a:pt x="12025" y="38715"/>
                  <a:pt x="18736" y="29590"/>
                </a:cubicBezTo>
                <a:cubicBezTo>
                  <a:pt x="25446" y="20465"/>
                  <a:pt x="33907" y="13253"/>
                  <a:pt x="44118" y="7953"/>
                </a:cubicBezTo>
                <a:cubicBezTo>
                  <a:pt x="54328" y="2651"/>
                  <a:pt x="65952" y="0"/>
                  <a:pt x="78988" y="0"/>
                </a:cubicBezTo>
                <a:cubicBezTo>
                  <a:pt x="96455" y="0"/>
                  <a:pt x="110567" y="5430"/>
                  <a:pt x="121324" y="16291"/>
                </a:cubicBezTo>
                <a:cubicBezTo>
                  <a:pt x="132080" y="27150"/>
                  <a:pt x="137458" y="41544"/>
                  <a:pt x="137458" y="59473"/>
                </a:cubicBezTo>
                <a:cubicBezTo>
                  <a:pt x="137458" y="74381"/>
                  <a:pt x="133958" y="88808"/>
                  <a:pt x="126959" y="102754"/>
                </a:cubicBezTo>
                <a:cubicBezTo>
                  <a:pt x="119959" y="116697"/>
                  <a:pt x="110455" y="127428"/>
                  <a:pt x="98446" y="134948"/>
                </a:cubicBezTo>
                <a:cubicBezTo>
                  <a:pt x="86437" y="142465"/>
                  <a:pt x="72855" y="146224"/>
                  <a:pt x="57700" y="146224"/>
                </a:cubicBezTo>
                <a:cubicBezTo>
                  <a:pt x="44535" y="146224"/>
                  <a:pt x="33490" y="143236"/>
                  <a:pt x="24563" y="137260"/>
                </a:cubicBezTo>
                <a:cubicBezTo>
                  <a:pt x="15637" y="131283"/>
                  <a:pt x="9312" y="123877"/>
                  <a:pt x="5587" y="115041"/>
                </a:cubicBezTo>
                <a:cubicBezTo>
                  <a:pt x="1862" y="106205"/>
                  <a:pt x="0" y="97289"/>
                  <a:pt x="0" y="88293"/>
                </a:cubicBezTo>
                <a:moveTo>
                  <a:pt x="28705" y="87721"/>
                </a:moveTo>
                <a:cubicBezTo>
                  <a:pt x="28705" y="97428"/>
                  <a:pt x="31659" y="105559"/>
                  <a:pt x="37567" y="112115"/>
                </a:cubicBezTo>
                <a:cubicBezTo>
                  <a:pt x="43475" y="118672"/>
                  <a:pt x="51246" y="121950"/>
                  <a:pt x="60879" y="121950"/>
                </a:cubicBezTo>
                <a:cubicBezTo>
                  <a:pt x="68713" y="121950"/>
                  <a:pt x="76243" y="119363"/>
                  <a:pt x="83467" y="114189"/>
                </a:cubicBezTo>
                <a:cubicBezTo>
                  <a:pt x="90692" y="109014"/>
                  <a:pt x="96664" y="101171"/>
                  <a:pt x="101384" y="90662"/>
                </a:cubicBezTo>
                <a:cubicBezTo>
                  <a:pt x="106104" y="80152"/>
                  <a:pt x="108464" y="69915"/>
                  <a:pt x="108464" y="59951"/>
                </a:cubicBezTo>
                <a:cubicBezTo>
                  <a:pt x="108464" y="48830"/>
                  <a:pt x="105478" y="40103"/>
                  <a:pt x="99506" y="33772"/>
                </a:cubicBezTo>
                <a:cubicBezTo>
                  <a:pt x="93533" y="27440"/>
                  <a:pt x="85923" y="24274"/>
                  <a:pt x="76676" y="24274"/>
                </a:cubicBezTo>
                <a:cubicBezTo>
                  <a:pt x="62484" y="24274"/>
                  <a:pt x="50941" y="30896"/>
                  <a:pt x="42047" y="44139"/>
                </a:cubicBezTo>
                <a:cubicBezTo>
                  <a:pt x="33152" y="57380"/>
                  <a:pt x="28705" y="71907"/>
                  <a:pt x="28705" y="87721"/>
                </a:cubicBezTo>
                <a:close/>
                <a:moveTo>
                  <a:pt x="165724" y="41421"/>
                </a:moveTo>
                <a:lnTo>
                  <a:pt x="193370" y="41421"/>
                </a:lnTo>
                <a:lnTo>
                  <a:pt x="180751" y="102010"/>
                </a:lnTo>
                <a:cubicBezTo>
                  <a:pt x="179210" y="109267"/>
                  <a:pt x="178439" y="113794"/>
                  <a:pt x="178439" y="115592"/>
                </a:cubicBezTo>
                <a:cubicBezTo>
                  <a:pt x="178439" y="118546"/>
                  <a:pt x="179531" y="121083"/>
                  <a:pt x="181715" y="123202"/>
                </a:cubicBezTo>
                <a:cubicBezTo>
                  <a:pt x="183898" y="125321"/>
                  <a:pt x="186691" y="126381"/>
                  <a:pt x="190095" y="126381"/>
                </a:cubicBezTo>
                <a:cubicBezTo>
                  <a:pt x="192535" y="126381"/>
                  <a:pt x="194943" y="125916"/>
                  <a:pt x="197319" y="124987"/>
                </a:cubicBezTo>
                <a:cubicBezTo>
                  <a:pt x="199696" y="124056"/>
                  <a:pt x="202136" y="122644"/>
                  <a:pt x="204640" y="120752"/>
                </a:cubicBezTo>
                <a:cubicBezTo>
                  <a:pt x="207145" y="118857"/>
                  <a:pt x="209392" y="116691"/>
                  <a:pt x="211383" y="114253"/>
                </a:cubicBezTo>
                <a:cubicBezTo>
                  <a:pt x="213374" y="111814"/>
                  <a:pt x="215236" y="108606"/>
                  <a:pt x="216970" y="104629"/>
                </a:cubicBezTo>
                <a:cubicBezTo>
                  <a:pt x="218190" y="101677"/>
                  <a:pt x="219507" y="96862"/>
                  <a:pt x="220920" y="90183"/>
                </a:cubicBezTo>
                <a:lnTo>
                  <a:pt x="231130" y="41421"/>
                </a:lnTo>
                <a:lnTo>
                  <a:pt x="258776" y="41421"/>
                </a:lnTo>
                <a:lnTo>
                  <a:pt x="237391" y="143720"/>
                </a:lnTo>
                <a:lnTo>
                  <a:pt x="211576" y="143720"/>
                </a:lnTo>
                <a:lnTo>
                  <a:pt x="214466" y="129921"/>
                </a:lnTo>
                <a:cubicBezTo>
                  <a:pt x="203163" y="140790"/>
                  <a:pt x="190866" y="146224"/>
                  <a:pt x="177572" y="146224"/>
                </a:cubicBezTo>
                <a:cubicBezTo>
                  <a:pt x="169160" y="146224"/>
                  <a:pt x="162545" y="143808"/>
                  <a:pt x="157729" y="138975"/>
                </a:cubicBezTo>
                <a:cubicBezTo>
                  <a:pt x="152913" y="134141"/>
                  <a:pt x="150505" y="127663"/>
                  <a:pt x="150505" y="119542"/>
                </a:cubicBezTo>
                <a:cubicBezTo>
                  <a:pt x="150505" y="116010"/>
                  <a:pt x="151596" y="108978"/>
                  <a:pt x="153780" y="98446"/>
                </a:cubicBezTo>
                <a:lnTo>
                  <a:pt x="165724" y="41421"/>
                </a:lnTo>
                <a:close/>
                <a:moveTo>
                  <a:pt x="271808" y="62034"/>
                </a:moveTo>
                <a:lnTo>
                  <a:pt x="276046" y="41421"/>
                </a:lnTo>
                <a:lnTo>
                  <a:pt x="289646" y="41421"/>
                </a:lnTo>
                <a:lnTo>
                  <a:pt x="293005" y="25045"/>
                </a:lnTo>
                <a:lnTo>
                  <a:pt x="324595" y="5972"/>
                </a:lnTo>
                <a:lnTo>
                  <a:pt x="317292" y="41421"/>
                </a:lnTo>
                <a:lnTo>
                  <a:pt x="334035" y="41421"/>
                </a:lnTo>
                <a:lnTo>
                  <a:pt x="329796" y="62034"/>
                </a:lnTo>
                <a:lnTo>
                  <a:pt x="313044" y="62034"/>
                </a:lnTo>
                <a:lnTo>
                  <a:pt x="303884" y="104912"/>
                </a:lnTo>
                <a:cubicBezTo>
                  <a:pt x="302279" y="112672"/>
                  <a:pt x="301476" y="117097"/>
                  <a:pt x="301476" y="118187"/>
                </a:cubicBezTo>
                <a:cubicBezTo>
                  <a:pt x="301476" y="120308"/>
                  <a:pt x="302150" y="121964"/>
                  <a:pt x="303499" y="123154"/>
                </a:cubicBezTo>
                <a:cubicBezTo>
                  <a:pt x="304848" y="124342"/>
                  <a:pt x="307288" y="124936"/>
                  <a:pt x="310820" y="124936"/>
                </a:cubicBezTo>
                <a:cubicBezTo>
                  <a:pt x="312040" y="124936"/>
                  <a:pt x="315090" y="124711"/>
                  <a:pt x="319971" y="124262"/>
                </a:cubicBezTo>
                <a:lnTo>
                  <a:pt x="315636" y="144779"/>
                </a:lnTo>
                <a:cubicBezTo>
                  <a:pt x="310884" y="145742"/>
                  <a:pt x="306004" y="146224"/>
                  <a:pt x="300995" y="146224"/>
                </a:cubicBezTo>
                <a:cubicBezTo>
                  <a:pt x="291233" y="146224"/>
                  <a:pt x="284137" y="144338"/>
                  <a:pt x="279706" y="140565"/>
                </a:cubicBezTo>
                <a:cubicBezTo>
                  <a:pt x="275275" y="136790"/>
                  <a:pt x="273060" y="131548"/>
                  <a:pt x="273060" y="124839"/>
                </a:cubicBezTo>
                <a:cubicBezTo>
                  <a:pt x="273060" y="121693"/>
                  <a:pt x="274248" y="114435"/>
                  <a:pt x="276624" y="103067"/>
                </a:cubicBezTo>
                <a:lnTo>
                  <a:pt x="285549" y="62034"/>
                </a:lnTo>
                <a:lnTo>
                  <a:pt x="271808" y="62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put">
            <a:extLst xmlns:a="http://schemas.openxmlformats.org/drawingml/2006/main">
              <a:ext uri="{FF2B5EF4-FFF2-40B4-BE49-F238E27FC236}">
                <a16:creationId xmlns:a16="http://schemas.microsoft.com/office/drawing/2014/main" id="{8D151B77-E639-43B7-8BEE-FED4D0CB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613" y="1481784"/>
            <a:ext cx="318800" cy="176856"/>
          </a:xfrm>
          <a:custGeom xmlns:a="http://schemas.openxmlformats.org/drawingml/2006/main">
            <a:pathLst>
              <a:path w="318800" h="176856">
                <a:moveTo>
                  <a:pt x="29476" y="35448"/>
                </a:moveTo>
                <a:lnTo>
                  <a:pt x="55677" y="35448"/>
                </a:lnTo>
                <a:lnTo>
                  <a:pt x="53461" y="45972"/>
                </a:lnTo>
                <a:cubicBezTo>
                  <a:pt x="59048" y="41306"/>
                  <a:pt x="64282" y="37969"/>
                  <a:pt x="69163" y="35960"/>
                </a:cubicBezTo>
                <a:cubicBezTo>
                  <a:pt x="74043" y="33949"/>
                  <a:pt x="79277" y="32944"/>
                  <a:pt x="84864" y="32944"/>
                </a:cubicBezTo>
                <a:cubicBezTo>
                  <a:pt x="95588" y="32944"/>
                  <a:pt x="104210" y="36643"/>
                  <a:pt x="110728" y="44042"/>
                </a:cubicBezTo>
                <a:cubicBezTo>
                  <a:pt x="117246" y="51440"/>
                  <a:pt x="120505" y="62472"/>
                  <a:pt x="120505" y="77140"/>
                </a:cubicBezTo>
                <a:cubicBezTo>
                  <a:pt x="120505" y="95604"/>
                  <a:pt x="114886" y="111205"/>
                  <a:pt x="103648" y="123942"/>
                </a:cubicBezTo>
                <a:cubicBezTo>
                  <a:pt x="94015" y="134815"/>
                  <a:pt x="82616" y="140252"/>
                  <a:pt x="69452" y="140252"/>
                </a:cubicBezTo>
                <a:cubicBezTo>
                  <a:pt x="55902" y="140252"/>
                  <a:pt x="45659" y="134787"/>
                  <a:pt x="38723" y="123858"/>
                </a:cubicBezTo>
                <a:lnTo>
                  <a:pt x="27646" y="176856"/>
                </a:lnTo>
                <a:lnTo>
                  <a:pt x="0" y="176856"/>
                </a:lnTo>
                <a:lnTo>
                  <a:pt x="29476" y="35448"/>
                </a:lnTo>
                <a:moveTo>
                  <a:pt x="46141" y="94087"/>
                </a:moveTo>
                <a:cubicBezTo>
                  <a:pt x="46141" y="102118"/>
                  <a:pt x="48083" y="108353"/>
                  <a:pt x="51968" y="112790"/>
                </a:cubicBezTo>
                <a:cubicBezTo>
                  <a:pt x="55853" y="117227"/>
                  <a:pt x="60429" y="119445"/>
                  <a:pt x="65695" y="119445"/>
                </a:cubicBezTo>
                <a:cubicBezTo>
                  <a:pt x="70254" y="119445"/>
                  <a:pt x="74653" y="117787"/>
                  <a:pt x="78892" y="114469"/>
                </a:cubicBezTo>
                <a:cubicBezTo>
                  <a:pt x="83130" y="111152"/>
                  <a:pt x="86646" y="105645"/>
                  <a:pt x="89439" y="97949"/>
                </a:cubicBezTo>
                <a:cubicBezTo>
                  <a:pt x="92233" y="90253"/>
                  <a:pt x="93630" y="83121"/>
                  <a:pt x="93630" y="76553"/>
                </a:cubicBezTo>
                <a:cubicBezTo>
                  <a:pt x="93630" y="68889"/>
                  <a:pt x="91799" y="63012"/>
                  <a:pt x="88139" y="58922"/>
                </a:cubicBezTo>
                <a:cubicBezTo>
                  <a:pt x="84479" y="54832"/>
                  <a:pt x="79823" y="52787"/>
                  <a:pt x="74172" y="52787"/>
                </a:cubicBezTo>
                <a:cubicBezTo>
                  <a:pt x="68906" y="52787"/>
                  <a:pt x="64105" y="54664"/>
                  <a:pt x="59771" y="58419"/>
                </a:cubicBezTo>
                <a:cubicBezTo>
                  <a:pt x="55436" y="62174"/>
                  <a:pt x="52081" y="67694"/>
                  <a:pt x="49705" y="74978"/>
                </a:cubicBezTo>
                <a:cubicBezTo>
                  <a:pt x="47329" y="82263"/>
                  <a:pt x="46141" y="88633"/>
                  <a:pt x="46141" y="94087"/>
                </a:cubicBezTo>
                <a:close/>
                <a:moveTo>
                  <a:pt x="150490" y="35448"/>
                </a:moveTo>
                <a:lnTo>
                  <a:pt x="178136" y="35448"/>
                </a:lnTo>
                <a:lnTo>
                  <a:pt x="165517" y="96038"/>
                </a:lnTo>
                <a:cubicBezTo>
                  <a:pt x="163976" y="103294"/>
                  <a:pt x="163206" y="107822"/>
                  <a:pt x="163206" y="109620"/>
                </a:cubicBezTo>
                <a:cubicBezTo>
                  <a:pt x="163206" y="112574"/>
                  <a:pt x="164297" y="115110"/>
                  <a:pt x="166481" y="117230"/>
                </a:cubicBezTo>
                <a:cubicBezTo>
                  <a:pt x="168664" y="119349"/>
                  <a:pt x="171458" y="120408"/>
                  <a:pt x="174861" y="120408"/>
                </a:cubicBezTo>
                <a:cubicBezTo>
                  <a:pt x="177301" y="120408"/>
                  <a:pt x="179710" y="119944"/>
                  <a:pt x="182086" y="119015"/>
                </a:cubicBezTo>
                <a:cubicBezTo>
                  <a:pt x="184462" y="118084"/>
                  <a:pt x="186902" y="116672"/>
                  <a:pt x="189406" y="114779"/>
                </a:cubicBezTo>
                <a:cubicBezTo>
                  <a:pt x="191911" y="112885"/>
                  <a:pt x="194159" y="110719"/>
                  <a:pt x="196149" y="108280"/>
                </a:cubicBezTo>
                <a:cubicBezTo>
                  <a:pt x="198140" y="105842"/>
                  <a:pt x="200002" y="102634"/>
                  <a:pt x="201736" y="98657"/>
                </a:cubicBezTo>
                <a:cubicBezTo>
                  <a:pt x="202956" y="95705"/>
                  <a:pt x="204273" y="90889"/>
                  <a:pt x="205686" y="84211"/>
                </a:cubicBezTo>
                <a:lnTo>
                  <a:pt x="215896" y="35448"/>
                </a:lnTo>
                <a:lnTo>
                  <a:pt x="243542" y="35448"/>
                </a:lnTo>
                <a:lnTo>
                  <a:pt x="222158" y="137747"/>
                </a:lnTo>
                <a:lnTo>
                  <a:pt x="196342" y="137747"/>
                </a:lnTo>
                <a:lnTo>
                  <a:pt x="199232" y="123948"/>
                </a:lnTo>
                <a:cubicBezTo>
                  <a:pt x="187929" y="134817"/>
                  <a:pt x="175632" y="140252"/>
                  <a:pt x="162339" y="140252"/>
                </a:cubicBezTo>
                <a:cubicBezTo>
                  <a:pt x="153926" y="140252"/>
                  <a:pt x="147312" y="137836"/>
                  <a:pt x="142495" y="133003"/>
                </a:cubicBezTo>
                <a:cubicBezTo>
                  <a:pt x="137679" y="128169"/>
                  <a:pt x="135271" y="121691"/>
                  <a:pt x="135271" y="113569"/>
                </a:cubicBezTo>
                <a:cubicBezTo>
                  <a:pt x="135271" y="110037"/>
                  <a:pt x="136363" y="103005"/>
                  <a:pt x="138546" y="92474"/>
                </a:cubicBezTo>
                <a:lnTo>
                  <a:pt x="150490" y="35448"/>
                </a:lnTo>
                <a:close/>
                <a:moveTo>
                  <a:pt x="256573" y="56062"/>
                </a:moveTo>
                <a:lnTo>
                  <a:pt x="260811" y="35448"/>
                </a:lnTo>
                <a:lnTo>
                  <a:pt x="274411" y="35448"/>
                </a:lnTo>
                <a:lnTo>
                  <a:pt x="277770" y="19073"/>
                </a:lnTo>
                <a:lnTo>
                  <a:pt x="309360" y="0"/>
                </a:lnTo>
                <a:lnTo>
                  <a:pt x="302057" y="35448"/>
                </a:lnTo>
                <a:lnTo>
                  <a:pt x="318800" y="35448"/>
                </a:lnTo>
                <a:lnTo>
                  <a:pt x="314561" y="56062"/>
                </a:lnTo>
                <a:lnTo>
                  <a:pt x="297809" y="56062"/>
                </a:lnTo>
                <a:lnTo>
                  <a:pt x="288649" y="98940"/>
                </a:lnTo>
                <a:cubicBezTo>
                  <a:pt x="287044" y="106700"/>
                  <a:pt x="286241" y="111125"/>
                  <a:pt x="286241" y="112215"/>
                </a:cubicBezTo>
                <a:cubicBezTo>
                  <a:pt x="286241" y="114336"/>
                  <a:pt x="286916" y="115991"/>
                  <a:pt x="288264" y="117182"/>
                </a:cubicBezTo>
                <a:cubicBezTo>
                  <a:pt x="289613" y="118370"/>
                  <a:pt x="292053" y="118964"/>
                  <a:pt x="295585" y="118964"/>
                </a:cubicBezTo>
                <a:cubicBezTo>
                  <a:pt x="296805" y="118964"/>
                  <a:pt x="299855" y="118739"/>
                  <a:pt x="304736" y="118289"/>
                </a:cubicBezTo>
                <a:lnTo>
                  <a:pt x="300401" y="138807"/>
                </a:lnTo>
                <a:cubicBezTo>
                  <a:pt x="295649" y="139770"/>
                  <a:pt x="290769" y="140252"/>
                  <a:pt x="285760" y="140252"/>
                </a:cubicBezTo>
                <a:cubicBezTo>
                  <a:pt x="275998" y="140252"/>
                  <a:pt x="268902" y="138365"/>
                  <a:pt x="264471" y="134593"/>
                </a:cubicBezTo>
                <a:cubicBezTo>
                  <a:pt x="260040" y="130818"/>
                  <a:pt x="257825" y="125576"/>
                  <a:pt x="257825" y="118867"/>
                </a:cubicBezTo>
                <a:cubicBezTo>
                  <a:pt x="257825" y="115721"/>
                  <a:pt x="259013" y="108463"/>
                  <a:pt x="261389" y="97094"/>
                </a:cubicBezTo>
                <a:lnTo>
                  <a:pt x="270314" y="56062"/>
                </a:lnTo>
                <a:lnTo>
                  <a:pt x="256573" y="560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A25D5-46C2-4BF0-AE9A-2CEA0470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397" y="1374447"/>
            <a:ext cx="589859" cy="505030"/>
          </a:xfrm>
          <a:custGeom xmlns:a="http://schemas.openxmlformats.org/drawingml/2006/main">
            <a:pathLst>
              <a:path w="589859" h="505030">
                <a:moveTo>
                  <a:pt x="0" y="126257"/>
                </a:moveTo>
                <a:lnTo>
                  <a:pt x="337344" y="126257"/>
                </a:lnTo>
                <a:lnTo>
                  <a:pt x="337344" y="0"/>
                </a:lnTo>
                <a:lnTo>
                  <a:pt x="589859" y="252515"/>
                </a:lnTo>
                <a:lnTo>
                  <a:pt x="337344" y="505030"/>
                </a:lnTo>
                <a:lnTo>
                  <a:pt x="337344" y="378772"/>
                </a:lnTo>
                <a:lnTo>
                  <a:pt x="0" y="378772"/>
                </a:lnTo>
                <a:lnTo>
                  <a:pt x="0" y="126257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2D3C2-775E-4D0D-A636-6D65513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397" y="1374447"/>
            <a:ext cx="589859" cy="505030"/>
          </a:xfrm>
          <a:custGeom xmlns:a="http://schemas.openxmlformats.org/drawingml/2006/main">
            <a:pathLst>
              <a:path w="589859" h="505030" fill="none">
                <a:moveTo>
                  <a:pt x="0" y="126257"/>
                </a:moveTo>
                <a:lnTo>
                  <a:pt x="337344" y="126257"/>
                </a:lnTo>
                <a:lnTo>
                  <a:pt x="337344" y="0"/>
                </a:lnTo>
                <a:lnTo>
                  <a:pt x="589859" y="252515"/>
                </a:lnTo>
                <a:lnTo>
                  <a:pt x="337344" y="505030"/>
                </a:lnTo>
                <a:lnTo>
                  <a:pt x="337344" y="378772"/>
                </a:lnTo>
                <a:lnTo>
                  <a:pt x="0" y="378772"/>
                </a:lnTo>
                <a:lnTo>
                  <a:pt x="0" y="1262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pic>
        <p:nvPicPr>
          <p:cNvPr id="14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fa81f50734110"/>
          <a:stretch xmlns:a="http://schemas.openxmlformats.org/drawingml/2006/main"/>
        </p:blipFill>
        <p:spPr>
          <a:xfrm xmlns:a="http://schemas.openxmlformats.org/drawingml/2006/main">
            <a:off x="7260747" y="716810"/>
            <a:ext cx="2842764" cy="871400"/>
          </a:xfrm>
          <a:prstGeom xmlns:a="http://schemas.openxmlformats.org/drawingml/2006/main" prst="rect">
            <a:avLst/>
          </a:prstGeom>
        </p:spPr>
      </p:pic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7F841-57DA-4BCF-9980-BD6C0874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107" y="761905"/>
            <a:ext cx="2680998" cy="696389"/>
          </a:xfrm>
          <a:custGeom xmlns:a="http://schemas.openxmlformats.org/drawingml/2006/main">
            <a:pathLst>
              <a:path w="2680998" h="696389">
                <a:moveTo>
                  <a:pt x="0" y="83103"/>
                </a:moveTo>
                <a:cubicBezTo>
                  <a:pt x="0" y="37203"/>
                  <a:pt x="14286" y="0"/>
                  <a:pt x="31910" y="0"/>
                </a:cubicBezTo>
                <a:lnTo>
                  <a:pt x="446833" y="0"/>
                </a:lnTo>
                <a:lnTo>
                  <a:pt x="1117082" y="0"/>
                </a:lnTo>
                <a:lnTo>
                  <a:pt x="2649088" y="0"/>
                </a:lnTo>
                <a:cubicBezTo>
                  <a:pt x="2666711" y="0"/>
                  <a:pt x="2680998" y="37203"/>
                  <a:pt x="2680998" y="83103"/>
                </a:cubicBezTo>
                <a:lnTo>
                  <a:pt x="2680998" y="290869"/>
                </a:lnTo>
                <a:lnTo>
                  <a:pt x="2680998" y="415532"/>
                </a:lnTo>
                <a:cubicBezTo>
                  <a:pt x="2680998" y="461431"/>
                  <a:pt x="2666711" y="498635"/>
                  <a:pt x="2649088" y="498635"/>
                </a:cubicBezTo>
                <a:lnTo>
                  <a:pt x="1117082" y="498635"/>
                </a:lnTo>
                <a:lnTo>
                  <a:pt x="1108188" y="696389"/>
                </a:lnTo>
                <a:lnTo>
                  <a:pt x="901886" y="498635"/>
                </a:lnTo>
                <a:lnTo>
                  <a:pt x="31910" y="498635"/>
                </a:lnTo>
                <a:cubicBezTo>
                  <a:pt x="14286" y="498635"/>
                  <a:pt x="0" y="461431"/>
                  <a:pt x="0" y="415532"/>
                </a:cubicBezTo>
                <a:lnTo>
                  <a:pt x="0" y="290869"/>
                </a:lnTo>
                <a:lnTo>
                  <a:pt x="0" y="83103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EB111-F4A5-4C94-A575-6000F1BC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107" y="761905"/>
            <a:ext cx="2680998" cy="696389"/>
          </a:xfrm>
          <a:custGeom xmlns:a="http://schemas.openxmlformats.org/drawingml/2006/main">
            <a:pathLst>
              <a:path w="2680998" h="696389" fill="none">
                <a:moveTo>
                  <a:pt x="0" y="83103"/>
                </a:moveTo>
                <a:cubicBezTo>
                  <a:pt x="0" y="37203"/>
                  <a:pt x="14286" y="0"/>
                  <a:pt x="31910" y="0"/>
                </a:cubicBezTo>
                <a:lnTo>
                  <a:pt x="446833" y="0"/>
                </a:lnTo>
                <a:lnTo>
                  <a:pt x="1117082" y="0"/>
                </a:lnTo>
                <a:lnTo>
                  <a:pt x="2649088" y="0"/>
                </a:lnTo>
                <a:cubicBezTo>
                  <a:pt x="2666711" y="0"/>
                  <a:pt x="2680998" y="37203"/>
                  <a:pt x="2680998" y="83103"/>
                </a:cubicBezTo>
                <a:lnTo>
                  <a:pt x="2680998" y="290869"/>
                </a:lnTo>
                <a:lnTo>
                  <a:pt x="2680998" y="415532"/>
                </a:lnTo>
                <a:cubicBezTo>
                  <a:pt x="2680998" y="461431"/>
                  <a:pt x="2666711" y="498635"/>
                  <a:pt x="2649088" y="498635"/>
                </a:cubicBezTo>
                <a:lnTo>
                  <a:pt x="1117082" y="498635"/>
                </a:lnTo>
                <a:lnTo>
                  <a:pt x="1108188" y="696389"/>
                </a:lnTo>
                <a:lnTo>
                  <a:pt x="901886" y="498635"/>
                </a:lnTo>
                <a:lnTo>
                  <a:pt x="31910" y="498635"/>
                </a:lnTo>
                <a:cubicBezTo>
                  <a:pt x="14286" y="498635"/>
                  <a:pt x="0" y="461431"/>
                  <a:pt x="0" y="415532"/>
                </a:cubicBezTo>
                <a:lnTo>
                  <a:pt x="0" y="290869"/>
                </a:lnTo>
                <a:lnTo>
                  <a:pt x="0" y="83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660" cap="flat">
            <a:solidFill>
              <a:srgbClr val="000000"/>
            </a:solidFill>
            <a:miter/>
          </a:ln>
        </p:spPr>
      </p:sp>
      <p:sp>
        <p:nvSpPr>
          <p:cNvPr id="247" name="Text §IV.CNeural-Based">
            <a:extLst xmlns:a="http://schemas.openxmlformats.org/drawingml/2006/main">
              <a:ext uri="{FF2B5EF4-FFF2-40B4-BE49-F238E27FC236}">
                <a16:creationId xmlns:a16="http://schemas.microsoft.com/office/drawing/2014/main" id="{13936027-AE34-4FFC-A540-B7E253D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953" y="795561"/>
            <a:ext cx="1824430" cy="171076"/>
          </a:xfrm>
          <a:custGeom xmlns:a="http://schemas.openxmlformats.org/drawingml/2006/main">
            <a:pathLst>
              <a:path w="1824430" h="171076">
                <a:moveTo>
                  <a:pt x="78217" y="139463"/>
                </a:moveTo>
                <a:cubicBezTo>
                  <a:pt x="78217" y="149487"/>
                  <a:pt x="74862" y="157261"/>
                  <a:pt x="68151" y="162786"/>
                </a:cubicBezTo>
                <a:cubicBezTo>
                  <a:pt x="61440" y="168313"/>
                  <a:pt x="52081" y="171076"/>
                  <a:pt x="40072" y="171076"/>
                </a:cubicBezTo>
                <a:cubicBezTo>
                  <a:pt x="28127" y="171076"/>
                  <a:pt x="18960" y="168892"/>
                  <a:pt x="12571" y="164523"/>
                </a:cubicBezTo>
                <a:cubicBezTo>
                  <a:pt x="6181" y="160154"/>
                  <a:pt x="1991" y="153280"/>
                  <a:pt x="0" y="143900"/>
                </a:cubicBezTo>
                <a:lnTo>
                  <a:pt x="18687" y="140432"/>
                </a:lnTo>
                <a:cubicBezTo>
                  <a:pt x="19843" y="146280"/>
                  <a:pt x="22171" y="150506"/>
                  <a:pt x="25671" y="153108"/>
                </a:cubicBezTo>
                <a:cubicBezTo>
                  <a:pt x="29171" y="155711"/>
                  <a:pt x="33971" y="157013"/>
                  <a:pt x="40072" y="157013"/>
                </a:cubicBezTo>
                <a:cubicBezTo>
                  <a:pt x="46108" y="157013"/>
                  <a:pt x="50828" y="155679"/>
                  <a:pt x="54232" y="153012"/>
                </a:cubicBezTo>
                <a:cubicBezTo>
                  <a:pt x="57636" y="150345"/>
                  <a:pt x="59337" y="146442"/>
                  <a:pt x="59337" y="141302"/>
                </a:cubicBezTo>
                <a:cubicBezTo>
                  <a:pt x="59337" y="138282"/>
                  <a:pt x="58599" y="135695"/>
                  <a:pt x="57122" y="133542"/>
                </a:cubicBezTo>
                <a:cubicBezTo>
                  <a:pt x="55645" y="131389"/>
                  <a:pt x="53365" y="129445"/>
                  <a:pt x="50283" y="127711"/>
                </a:cubicBezTo>
                <a:cubicBezTo>
                  <a:pt x="47200" y="125975"/>
                  <a:pt x="41421" y="123661"/>
                  <a:pt x="32944" y="120770"/>
                </a:cubicBezTo>
                <a:cubicBezTo>
                  <a:pt x="25109" y="118135"/>
                  <a:pt x="19297" y="115516"/>
                  <a:pt x="15509" y="112913"/>
                </a:cubicBezTo>
                <a:cubicBezTo>
                  <a:pt x="11720" y="110310"/>
                  <a:pt x="8798" y="107178"/>
                  <a:pt x="6743" y="103515"/>
                </a:cubicBezTo>
                <a:cubicBezTo>
                  <a:pt x="4688" y="99853"/>
                  <a:pt x="3660" y="95451"/>
                  <a:pt x="3660" y="90309"/>
                </a:cubicBezTo>
                <a:cubicBezTo>
                  <a:pt x="3660" y="84720"/>
                  <a:pt x="5314" y="79661"/>
                  <a:pt x="8621" y="75132"/>
                </a:cubicBezTo>
                <a:cubicBezTo>
                  <a:pt x="11928" y="70600"/>
                  <a:pt x="16440" y="67306"/>
                  <a:pt x="22155" y="65249"/>
                </a:cubicBezTo>
                <a:cubicBezTo>
                  <a:pt x="17112" y="63064"/>
                  <a:pt x="13154" y="59803"/>
                  <a:pt x="10280" y="55466"/>
                </a:cubicBezTo>
                <a:cubicBezTo>
                  <a:pt x="7408" y="51127"/>
                  <a:pt x="5972" y="46227"/>
                  <a:pt x="5972" y="40764"/>
                </a:cubicBezTo>
                <a:cubicBezTo>
                  <a:pt x="5972" y="31511"/>
                  <a:pt x="9003" y="24298"/>
                  <a:pt x="15063" y="19127"/>
                </a:cubicBezTo>
                <a:cubicBezTo>
                  <a:pt x="21124" y="13953"/>
                  <a:pt x="29958" y="11367"/>
                  <a:pt x="41565" y="11367"/>
                </a:cubicBezTo>
                <a:cubicBezTo>
                  <a:pt x="51505" y="11367"/>
                  <a:pt x="59553" y="13568"/>
                  <a:pt x="65710" y="17971"/>
                </a:cubicBezTo>
                <a:cubicBezTo>
                  <a:pt x="71867" y="22372"/>
                  <a:pt x="75651" y="28749"/>
                  <a:pt x="77061" y="37101"/>
                </a:cubicBezTo>
                <a:lnTo>
                  <a:pt x="57965" y="39608"/>
                </a:lnTo>
                <a:cubicBezTo>
                  <a:pt x="57260" y="34920"/>
                  <a:pt x="55484" y="31372"/>
                  <a:pt x="52637" y="28964"/>
                </a:cubicBezTo>
                <a:cubicBezTo>
                  <a:pt x="49789" y="26556"/>
                  <a:pt x="46126" y="25352"/>
                  <a:pt x="41649" y="25352"/>
                </a:cubicBezTo>
                <a:cubicBezTo>
                  <a:pt x="36082" y="25352"/>
                  <a:pt x="31955" y="26621"/>
                  <a:pt x="29268" y="29160"/>
                </a:cubicBezTo>
                <a:cubicBezTo>
                  <a:pt x="26581" y="31697"/>
                  <a:pt x="25238" y="35053"/>
                  <a:pt x="25238" y="39229"/>
                </a:cubicBezTo>
                <a:cubicBezTo>
                  <a:pt x="25238" y="41992"/>
                  <a:pt x="25895" y="44354"/>
                  <a:pt x="27209" y="46315"/>
                </a:cubicBezTo>
                <a:cubicBezTo>
                  <a:pt x="28524" y="48274"/>
                  <a:pt x="30462" y="49993"/>
                  <a:pt x="33025" y="51472"/>
                </a:cubicBezTo>
                <a:cubicBezTo>
                  <a:pt x="35590" y="52949"/>
                  <a:pt x="40302" y="54780"/>
                  <a:pt x="47161" y="56965"/>
                </a:cubicBezTo>
                <a:cubicBezTo>
                  <a:pt x="56457" y="59983"/>
                  <a:pt x="63043" y="62778"/>
                  <a:pt x="66920" y="65349"/>
                </a:cubicBezTo>
                <a:cubicBezTo>
                  <a:pt x="70799" y="67919"/>
                  <a:pt x="73845" y="71020"/>
                  <a:pt x="76056" y="74650"/>
                </a:cubicBezTo>
                <a:cubicBezTo>
                  <a:pt x="78268" y="78281"/>
                  <a:pt x="79373" y="82698"/>
                  <a:pt x="79373" y="87901"/>
                </a:cubicBezTo>
                <a:cubicBezTo>
                  <a:pt x="79373" y="94070"/>
                  <a:pt x="77864" y="99548"/>
                  <a:pt x="74846" y="104334"/>
                </a:cubicBezTo>
                <a:cubicBezTo>
                  <a:pt x="71828" y="109120"/>
                  <a:pt x="67942" y="112349"/>
                  <a:pt x="63190" y="114021"/>
                </a:cubicBezTo>
                <a:cubicBezTo>
                  <a:pt x="73208" y="119289"/>
                  <a:pt x="78217" y="127769"/>
                  <a:pt x="78217" y="139463"/>
                </a:cubicBezTo>
                <a:moveTo>
                  <a:pt x="60493" y="90791"/>
                </a:moveTo>
                <a:cubicBezTo>
                  <a:pt x="60493" y="86101"/>
                  <a:pt x="58775" y="82262"/>
                  <a:pt x="55340" y="79274"/>
                </a:cubicBezTo>
                <a:cubicBezTo>
                  <a:pt x="51904" y="76286"/>
                  <a:pt x="46012" y="73763"/>
                  <a:pt x="37664" y="71706"/>
                </a:cubicBezTo>
                <a:cubicBezTo>
                  <a:pt x="33040" y="72092"/>
                  <a:pt x="29428" y="73810"/>
                  <a:pt x="26827" y="76863"/>
                </a:cubicBezTo>
                <a:cubicBezTo>
                  <a:pt x="24226" y="79915"/>
                  <a:pt x="22926" y="83787"/>
                  <a:pt x="22926" y="88479"/>
                </a:cubicBezTo>
                <a:cubicBezTo>
                  <a:pt x="22926" y="93105"/>
                  <a:pt x="24595" y="96880"/>
                  <a:pt x="27935" y="99804"/>
                </a:cubicBezTo>
                <a:cubicBezTo>
                  <a:pt x="31274" y="102727"/>
                  <a:pt x="36957" y="105186"/>
                  <a:pt x="44985" y="107179"/>
                </a:cubicBezTo>
                <a:cubicBezTo>
                  <a:pt x="49544" y="107050"/>
                  <a:pt x="53269" y="105540"/>
                  <a:pt x="56159" y="102648"/>
                </a:cubicBezTo>
                <a:cubicBezTo>
                  <a:pt x="59048" y="99756"/>
                  <a:pt x="60493" y="95804"/>
                  <a:pt x="60493" y="90791"/>
                </a:cubicBezTo>
                <a:close/>
                <a:moveTo>
                  <a:pt x="155664" y="143720"/>
                </a:moveTo>
                <a:lnTo>
                  <a:pt x="155664" y="2504"/>
                </a:lnTo>
                <a:lnTo>
                  <a:pt x="184177" y="2504"/>
                </a:lnTo>
                <a:lnTo>
                  <a:pt x="184177" y="143720"/>
                </a:lnTo>
                <a:lnTo>
                  <a:pt x="155664" y="143720"/>
                </a:lnTo>
                <a:close/>
                <a:moveTo>
                  <a:pt x="247795" y="143720"/>
                </a:moveTo>
                <a:lnTo>
                  <a:pt x="197320" y="2504"/>
                </a:lnTo>
                <a:lnTo>
                  <a:pt x="228241" y="2504"/>
                </a:lnTo>
                <a:lnTo>
                  <a:pt x="263978" y="106923"/>
                </a:lnTo>
                <a:lnTo>
                  <a:pt x="298559" y="2504"/>
                </a:lnTo>
                <a:lnTo>
                  <a:pt x="328806" y="2504"/>
                </a:lnTo>
                <a:lnTo>
                  <a:pt x="278234" y="143720"/>
                </a:lnTo>
                <a:lnTo>
                  <a:pt x="247795" y="143720"/>
                </a:lnTo>
                <a:close/>
                <a:moveTo>
                  <a:pt x="325997" y="143720"/>
                </a:moveTo>
                <a:lnTo>
                  <a:pt x="325997" y="116555"/>
                </a:lnTo>
                <a:lnTo>
                  <a:pt x="353065" y="116555"/>
                </a:lnTo>
                <a:lnTo>
                  <a:pt x="353065" y="143720"/>
                </a:lnTo>
                <a:lnTo>
                  <a:pt x="325997" y="143720"/>
                </a:lnTo>
                <a:close/>
                <a:moveTo>
                  <a:pt x="471782" y="91703"/>
                </a:moveTo>
                <a:lnTo>
                  <a:pt x="499428" y="100372"/>
                </a:lnTo>
                <a:cubicBezTo>
                  <a:pt x="495190" y="115883"/>
                  <a:pt x="488142" y="127403"/>
                  <a:pt x="478284" y="134933"/>
                </a:cubicBezTo>
                <a:cubicBezTo>
                  <a:pt x="468427" y="142460"/>
                  <a:pt x="455920" y="146224"/>
                  <a:pt x="440765" y="146224"/>
                </a:cubicBezTo>
                <a:cubicBezTo>
                  <a:pt x="422013" y="146224"/>
                  <a:pt x="406601" y="139810"/>
                  <a:pt x="394528" y="126983"/>
                </a:cubicBezTo>
                <a:cubicBezTo>
                  <a:pt x="382455" y="114153"/>
                  <a:pt x="376419" y="96615"/>
                  <a:pt x="376419" y="74367"/>
                </a:cubicBezTo>
                <a:cubicBezTo>
                  <a:pt x="376419" y="50831"/>
                  <a:pt x="382487" y="32553"/>
                  <a:pt x="394624" y="19533"/>
                </a:cubicBezTo>
                <a:cubicBezTo>
                  <a:pt x="406762" y="6511"/>
                  <a:pt x="422720" y="0"/>
                  <a:pt x="442499" y="0"/>
                </a:cubicBezTo>
                <a:cubicBezTo>
                  <a:pt x="459773" y="0"/>
                  <a:pt x="473805" y="5117"/>
                  <a:pt x="484594" y="15352"/>
                </a:cubicBezTo>
                <a:cubicBezTo>
                  <a:pt x="491015" y="21403"/>
                  <a:pt x="495832" y="30092"/>
                  <a:pt x="499043" y="41421"/>
                </a:cubicBezTo>
                <a:lnTo>
                  <a:pt x="470819" y="48163"/>
                </a:lnTo>
                <a:cubicBezTo>
                  <a:pt x="469149" y="40843"/>
                  <a:pt x="465665" y="35063"/>
                  <a:pt x="460367" y="30825"/>
                </a:cubicBezTo>
                <a:cubicBezTo>
                  <a:pt x="455070" y="26586"/>
                  <a:pt x="448632" y="24467"/>
                  <a:pt x="441054" y="24467"/>
                </a:cubicBezTo>
                <a:cubicBezTo>
                  <a:pt x="430586" y="24467"/>
                  <a:pt x="422094" y="28224"/>
                  <a:pt x="415576" y="35737"/>
                </a:cubicBezTo>
                <a:cubicBezTo>
                  <a:pt x="409057" y="43251"/>
                  <a:pt x="405798" y="55420"/>
                  <a:pt x="405798" y="72245"/>
                </a:cubicBezTo>
                <a:cubicBezTo>
                  <a:pt x="405798" y="90098"/>
                  <a:pt x="409009" y="102813"/>
                  <a:pt x="415431" y="110390"/>
                </a:cubicBezTo>
                <a:cubicBezTo>
                  <a:pt x="421853" y="117968"/>
                  <a:pt x="430201" y="121757"/>
                  <a:pt x="440476" y="121757"/>
                </a:cubicBezTo>
                <a:cubicBezTo>
                  <a:pt x="448054" y="121757"/>
                  <a:pt x="454572" y="119342"/>
                  <a:pt x="460030" y="114511"/>
                </a:cubicBezTo>
                <a:cubicBezTo>
                  <a:pt x="465489" y="109679"/>
                  <a:pt x="469406" y="102076"/>
                  <a:pt x="471782" y="91703"/>
                </a:cubicBezTo>
                <a:close/>
                <a:moveTo>
                  <a:pt x="578994" y="143720"/>
                </a:moveTo>
                <a:lnTo>
                  <a:pt x="578994" y="2504"/>
                </a:lnTo>
                <a:lnTo>
                  <a:pt x="606736" y="2504"/>
                </a:lnTo>
                <a:lnTo>
                  <a:pt x="664532" y="97010"/>
                </a:lnTo>
                <a:lnTo>
                  <a:pt x="664532" y="2504"/>
                </a:lnTo>
                <a:lnTo>
                  <a:pt x="691022" y="2504"/>
                </a:lnTo>
                <a:lnTo>
                  <a:pt x="691022" y="143720"/>
                </a:lnTo>
                <a:lnTo>
                  <a:pt x="662413" y="143720"/>
                </a:lnTo>
                <a:lnTo>
                  <a:pt x="605484" y="51372"/>
                </a:lnTo>
                <a:lnTo>
                  <a:pt x="605484" y="143720"/>
                </a:lnTo>
                <a:lnTo>
                  <a:pt x="578994" y="143720"/>
                </a:lnTo>
                <a:close/>
                <a:moveTo>
                  <a:pt x="779794" y="111161"/>
                </a:moveTo>
                <a:lnTo>
                  <a:pt x="806765" y="115785"/>
                </a:lnTo>
                <a:cubicBezTo>
                  <a:pt x="803297" y="125642"/>
                  <a:pt x="797823" y="133148"/>
                  <a:pt x="790341" y="138301"/>
                </a:cubicBezTo>
                <a:cubicBezTo>
                  <a:pt x="782860" y="143455"/>
                  <a:pt x="773500" y="146031"/>
                  <a:pt x="762262" y="146031"/>
                </a:cubicBezTo>
                <a:cubicBezTo>
                  <a:pt x="744474" y="146031"/>
                  <a:pt x="731309" y="140220"/>
                  <a:pt x="722768" y="128596"/>
                </a:cubicBezTo>
                <a:cubicBezTo>
                  <a:pt x="716025" y="119285"/>
                  <a:pt x="712654" y="107533"/>
                  <a:pt x="712654" y="93341"/>
                </a:cubicBezTo>
                <a:cubicBezTo>
                  <a:pt x="712654" y="76387"/>
                  <a:pt x="717085" y="63110"/>
                  <a:pt x="725947" y="53510"/>
                </a:cubicBezTo>
                <a:cubicBezTo>
                  <a:pt x="734809" y="43909"/>
                  <a:pt x="746015" y="39109"/>
                  <a:pt x="759565" y="39109"/>
                </a:cubicBezTo>
                <a:cubicBezTo>
                  <a:pt x="774785" y="39109"/>
                  <a:pt x="786793" y="44134"/>
                  <a:pt x="795591" y="54184"/>
                </a:cubicBezTo>
                <a:cubicBezTo>
                  <a:pt x="804389" y="64234"/>
                  <a:pt x="808595" y="79630"/>
                  <a:pt x="808210" y="100372"/>
                </a:cubicBezTo>
                <a:lnTo>
                  <a:pt x="740396" y="100372"/>
                </a:lnTo>
                <a:cubicBezTo>
                  <a:pt x="740589" y="108400"/>
                  <a:pt x="742772" y="114645"/>
                  <a:pt x="746946" y="119108"/>
                </a:cubicBezTo>
                <a:cubicBezTo>
                  <a:pt x="751120" y="123571"/>
                  <a:pt x="756322" y="125803"/>
                  <a:pt x="762551" y="125803"/>
                </a:cubicBezTo>
                <a:cubicBezTo>
                  <a:pt x="766789" y="125803"/>
                  <a:pt x="770354" y="124647"/>
                  <a:pt x="773243" y="122335"/>
                </a:cubicBezTo>
                <a:cubicBezTo>
                  <a:pt x="776133" y="120023"/>
                  <a:pt x="778317" y="116299"/>
                  <a:pt x="779794" y="111161"/>
                </a:cubicBezTo>
                <a:moveTo>
                  <a:pt x="781335" y="83804"/>
                </a:moveTo>
                <a:cubicBezTo>
                  <a:pt x="781142" y="76002"/>
                  <a:pt x="779119" y="70070"/>
                  <a:pt x="775266" y="66008"/>
                </a:cubicBezTo>
                <a:cubicBezTo>
                  <a:pt x="771413" y="61946"/>
                  <a:pt x="766725" y="59915"/>
                  <a:pt x="761202" y="59915"/>
                </a:cubicBezTo>
                <a:cubicBezTo>
                  <a:pt x="755294" y="59915"/>
                  <a:pt x="750414" y="62058"/>
                  <a:pt x="746561" y="66342"/>
                </a:cubicBezTo>
                <a:cubicBezTo>
                  <a:pt x="742708" y="70629"/>
                  <a:pt x="740813" y="76449"/>
                  <a:pt x="740878" y="83804"/>
                </a:cubicBezTo>
                <a:lnTo>
                  <a:pt x="781335" y="83804"/>
                </a:lnTo>
                <a:close/>
                <a:moveTo>
                  <a:pt x="898360" y="143720"/>
                </a:moveTo>
                <a:lnTo>
                  <a:pt x="898360" y="128404"/>
                </a:lnTo>
                <a:cubicBezTo>
                  <a:pt x="894636" y="133862"/>
                  <a:pt x="889739" y="138165"/>
                  <a:pt x="883670" y="141311"/>
                </a:cubicBezTo>
                <a:cubicBezTo>
                  <a:pt x="877602" y="144458"/>
                  <a:pt x="871196" y="146031"/>
                  <a:pt x="864453" y="146031"/>
                </a:cubicBezTo>
                <a:cubicBezTo>
                  <a:pt x="857582" y="146031"/>
                  <a:pt x="851417" y="144522"/>
                  <a:pt x="845958" y="141504"/>
                </a:cubicBezTo>
                <a:cubicBezTo>
                  <a:pt x="840500" y="138486"/>
                  <a:pt x="836551" y="134247"/>
                  <a:pt x="834110" y="128789"/>
                </a:cubicBezTo>
                <a:cubicBezTo>
                  <a:pt x="831670" y="123330"/>
                  <a:pt x="830450" y="115785"/>
                  <a:pt x="830450" y="106152"/>
                </a:cubicBezTo>
                <a:lnTo>
                  <a:pt x="830450" y="41421"/>
                </a:lnTo>
                <a:lnTo>
                  <a:pt x="857518" y="41421"/>
                </a:lnTo>
                <a:lnTo>
                  <a:pt x="857518" y="88320"/>
                </a:lnTo>
                <a:cubicBezTo>
                  <a:pt x="857518" y="102672"/>
                  <a:pt x="858015" y="111466"/>
                  <a:pt x="859011" y="114701"/>
                </a:cubicBezTo>
                <a:cubicBezTo>
                  <a:pt x="860006" y="117936"/>
                  <a:pt x="861820" y="120499"/>
                  <a:pt x="864453" y="122389"/>
                </a:cubicBezTo>
                <a:cubicBezTo>
                  <a:pt x="867086" y="124280"/>
                  <a:pt x="870425" y="125225"/>
                  <a:pt x="874471" y="125225"/>
                </a:cubicBezTo>
                <a:cubicBezTo>
                  <a:pt x="879095" y="125225"/>
                  <a:pt x="883237" y="123960"/>
                  <a:pt x="886897" y="121429"/>
                </a:cubicBezTo>
                <a:cubicBezTo>
                  <a:pt x="890558" y="118898"/>
                  <a:pt x="893062" y="115759"/>
                  <a:pt x="894411" y="112010"/>
                </a:cubicBezTo>
                <a:cubicBezTo>
                  <a:pt x="895759" y="108261"/>
                  <a:pt x="896434" y="99083"/>
                  <a:pt x="896434" y="84476"/>
                </a:cubicBezTo>
                <a:lnTo>
                  <a:pt x="896434" y="41421"/>
                </a:lnTo>
                <a:lnTo>
                  <a:pt x="923502" y="41421"/>
                </a:lnTo>
                <a:lnTo>
                  <a:pt x="923502" y="143720"/>
                </a:lnTo>
                <a:lnTo>
                  <a:pt x="898360" y="143720"/>
                </a:lnTo>
                <a:close/>
                <a:moveTo>
                  <a:pt x="977280" y="143720"/>
                </a:moveTo>
                <a:lnTo>
                  <a:pt x="950212" y="143720"/>
                </a:lnTo>
                <a:lnTo>
                  <a:pt x="950212" y="41421"/>
                </a:lnTo>
                <a:lnTo>
                  <a:pt x="975353" y="41421"/>
                </a:lnTo>
                <a:lnTo>
                  <a:pt x="975353" y="55966"/>
                </a:lnTo>
                <a:cubicBezTo>
                  <a:pt x="979656" y="49095"/>
                  <a:pt x="983525" y="44567"/>
                  <a:pt x="986960" y="42384"/>
                </a:cubicBezTo>
                <a:cubicBezTo>
                  <a:pt x="990396" y="40200"/>
                  <a:pt x="994297" y="39109"/>
                  <a:pt x="998664" y="39109"/>
                </a:cubicBezTo>
                <a:cubicBezTo>
                  <a:pt x="1004829" y="39109"/>
                  <a:pt x="1010769" y="40810"/>
                  <a:pt x="1016485" y="44214"/>
                </a:cubicBezTo>
                <a:lnTo>
                  <a:pt x="1008104" y="67814"/>
                </a:lnTo>
                <a:cubicBezTo>
                  <a:pt x="1003545" y="64860"/>
                  <a:pt x="999306" y="63383"/>
                  <a:pt x="995389" y="63383"/>
                </a:cubicBezTo>
                <a:cubicBezTo>
                  <a:pt x="991600" y="63383"/>
                  <a:pt x="988389" y="64427"/>
                  <a:pt x="985756" y="66514"/>
                </a:cubicBezTo>
                <a:cubicBezTo>
                  <a:pt x="983123" y="68601"/>
                  <a:pt x="981052" y="72374"/>
                  <a:pt x="979543" y="77832"/>
                </a:cubicBezTo>
                <a:cubicBezTo>
                  <a:pt x="978034" y="83291"/>
                  <a:pt x="977280" y="94721"/>
                  <a:pt x="977280" y="112124"/>
                </a:cubicBezTo>
                <a:lnTo>
                  <a:pt x="977280" y="143720"/>
                </a:lnTo>
                <a:close/>
                <a:moveTo>
                  <a:pt x="1048534" y="73016"/>
                </a:moveTo>
                <a:lnTo>
                  <a:pt x="1023970" y="68585"/>
                </a:lnTo>
                <a:cubicBezTo>
                  <a:pt x="1026732" y="58565"/>
                  <a:pt x="1031484" y="51148"/>
                  <a:pt x="1038227" y="46333"/>
                </a:cubicBezTo>
                <a:cubicBezTo>
                  <a:pt x="1044970" y="41517"/>
                  <a:pt x="1054988" y="39109"/>
                  <a:pt x="1068281" y="39109"/>
                </a:cubicBezTo>
                <a:cubicBezTo>
                  <a:pt x="1080354" y="39109"/>
                  <a:pt x="1089344" y="40538"/>
                  <a:pt x="1095252" y="43395"/>
                </a:cubicBezTo>
                <a:cubicBezTo>
                  <a:pt x="1101160" y="46253"/>
                  <a:pt x="1105318" y="49881"/>
                  <a:pt x="1107726" y="54280"/>
                </a:cubicBezTo>
                <a:cubicBezTo>
                  <a:pt x="1110135" y="58679"/>
                  <a:pt x="1111339" y="66754"/>
                  <a:pt x="1111339" y="78506"/>
                </a:cubicBezTo>
                <a:lnTo>
                  <a:pt x="1111050" y="110101"/>
                </a:lnTo>
                <a:cubicBezTo>
                  <a:pt x="1111050" y="119092"/>
                  <a:pt x="1111483" y="125722"/>
                  <a:pt x="1112350" y="129993"/>
                </a:cubicBezTo>
                <a:cubicBezTo>
                  <a:pt x="1113217" y="134263"/>
                  <a:pt x="1114839" y="138839"/>
                  <a:pt x="1117215" y="143720"/>
                </a:cubicBezTo>
                <a:lnTo>
                  <a:pt x="1090436" y="143720"/>
                </a:lnTo>
                <a:cubicBezTo>
                  <a:pt x="1089729" y="141921"/>
                  <a:pt x="1088862" y="139256"/>
                  <a:pt x="1087835" y="135724"/>
                </a:cubicBezTo>
                <a:cubicBezTo>
                  <a:pt x="1087385" y="134119"/>
                  <a:pt x="1087064" y="133059"/>
                  <a:pt x="1086872" y="132546"/>
                </a:cubicBezTo>
                <a:cubicBezTo>
                  <a:pt x="1082248" y="137041"/>
                  <a:pt x="1077303" y="140412"/>
                  <a:pt x="1072037" y="142660"/>
                </a:cubicBezTo>
                <a:cubicBezTo>
                  <a:pt x="1066772" y="144908"/>
                  <a:pt x="1061152" y="146031"/>
                  <a:pt x="1055180" y="146031"/>
                </a:cubicBezTo>
                <a:cubicBezTo>
                  <a:pt x="1044648" y="146031"/>
                  <a:pt x="1036348" y="143186"/>
                  <a:pt x="1030280" y="137494"/>
                </a:cubicBezTo>
                <a:cubicBezTo>
                  <a:pt x="1024211" y="131803"/>
                  <a:pt x="1021177" y="124609"/>
                  <a:pt x="1021177" y="115911"/>
                </a:cubicBezTo>
                <a:cubicBezTo>
                  <a:pt x="1021177" y="110156"/>
                  <a:pt x="1022558" y="105024"/>
                  <a:pt x="1025319" y="100517"/>
                </a:cubicBezTo>
                <a:cubicBezTo>
                  <a:pt x="1028080" y="96008"/>
                  <a:pt x="1031949" y="92554"/>
                  <a:pt x="1036926" y="90156"/>
                </a:cubicBezTo>
                <a:cubicBezTo>
                  <a:pt x="1041903" y="87758"/>
                  <a:pt x="1049080" y="85664"/>
                  <a:pt x="1058455" y="83874"/>
                </a:cubicBezTo>
                <a:cubicBezTo>
                  <a:pt x="1071106" y="81507"/>
                  <a:pt x="1079872" y="79301"/>
                  <a:pt x="1084753" y="77254"/>
                </a:cubicBezTo>
                <a:lnTo>
                  <a:pt x="1084753" y="74527"/>
                </a:lnTo>
                <a:cubicBezTo>
                  <a:pt x="1084753" y="69267"/>
                  <a:pt x="1083468" y="65517"/>
                  <a:pt x="1080899" y="63278"/>
                </a:cubicBezTo>
                <a:cubicBezTo>
                  <a:pt x="1078331" y="61036"/>
                  <a:pt x="1073482" y="59915"/>
                  <a:pt x="1066354" y="59915"/>
                </a:cubicBezTo>
                <a:cubicBezTo>
                  <a:pt x="1061538" y="59915"/>
                  <a:pt x="1057781" y="60885"/>
                  <a:pt x="1055084" y="62823"/>
                </a:cubicBezTo>
                <a:cubicBezTo>
                  <a:pt x="1052387" y="64760"/>
                  <a:pt x="1050203" y="68157"/>
                  <a:pt x="1048534" y="73016"/>
                </a:cubicBezTo>
                <a:moveTo>
                  <a:pt x="1084753" y="94978"/>
                </a:moveTo>
                <a:cubicBezTo>
                  <a:pt x="1081285" y="96120"/>
                  <a:pt x="1075794" y="97485"/>
                  <a:pt x="1068281" y="99072"/>
                </a:cubicBezTo>
                <a:cubicBezTo>
                  <a:pt x="1060767" y="100657"/>
                  <a:pt x="1055855" y="102212"/>
                  <a:pt x="1053543" y="103735"/>
                </a:cubicBezTo>
                <a:cubicBezTo>
                  <a:pt x="1050011" y="106209"/>
                  <a:pt x="1048245" y="109350"/>
                  <a:pt x="1048245" y="113157"/>
                </a:cubicBezTo>
                <a:cubicBezTo>
                  <a:pt x="1048245" y="116902"/>
                  <a:pt x="1049657" y="120139"/>
                  <a:pt x="1052483" y="122868"/>
                </a:cubicBezTo>
                <a:cubicBezTo>
                  <a:pt x="1055309" y="125595"/>
                  <a:pt x="1058905" y="126959"/>
                  <a:pt x="1063272" y="126959"/>
                </a:cubicBezTo>
                <a:cubicBezTo>
                  <a:pt x="1068152" y="126959"/>
                  <a:pt x="1072808" y="125372"/>
                  <a:pt x="1077239" y="122200"/>
                </a:cubicBezTo>
                <a:cubicBezTo>
                  <a:pt x="1080514" y="119789"/>
                  <a:pt x="1082665" y="116838"/>
                  <a:pt x="1083693" y="113347"/>
                </a:cubicBezTo>
                <a:cubicBezTo>
                  <a:pt x="1084399" y="111063"/>
                  <a:pt x="1084753" y="106717"/>
                  <a:pt x="1084753" y="100309"/>
                </a:cubicBezTo>
                <a:lnTo>
                  <a:pt x="1084753" y="94978"/>
                </a:lnTo>
                <a:close/>
                <a:moveTo>
                  <a:pt x="1138781" y="143720"/>
                </a:moveTo>
                <a:lnTo>
                  <a:pt x="1138781" y="2504"/>
                </a:lnTo>
                <a:lnTo>
                  <a:pt x="1165849" y="2504"/>
                </a:lnTo>
                <a:lnTo>
                  <a:pt x="1165849" y="143720"/>
                </a:lnTo>
                <a:lnTo>
                  <a:pt x="1138781" y="143720"/>
                </a:lnTo>
                <a:close/>
                <a:moveTo>
                  <a:pt x="1190934" y="105959"/>
                </a:moveTo>
                <a:lnTo>
                  <a:pt x="1190934" y="78795"/>
                </a:lnTo>
                <a:lnTo>
                  <a:pt x="1244106" y="78795"/>
                </a:lnTo>
                <a:lnTo>
                  <a:pt x="1244106" y="105959"/>
                </a:lnTo>
                <a:lnTo>
                  <a:pt x="1190934" y="105959"/>
                </a:lnTo>
                <a:close/>
                <a:moveTo>
                  <a:pt x="1259407" y="2504"/>
                </a:moveTo>
                <a:lnTo>
                  <a:pt x="1315854" y="2504"/>
                </a:lnTo>
                <a:cubicBezTo>
                  <a:pt x="1327028" y="2504"/>
                  <a:pt x="1335360" y="2970"/>
                  <a:pt x="1340851" y="3901"/>
                </a:cubicBezTo>
                <a:cubicBezTo>
                  <a:pt x="1346341" y="4830"/>
                  <a:pt x="1351254" y="6770"/>
                  <a:pt x="1355589" y="9720"/>
                </a:cubicBezTo>
                <a:cubicBezTo>
                  <a:pt x="1359924" y="12668"/>
                  <a:pt x="1363536" y="16595"/>
                  <a:pt x="1366426" y="21502"/>
                </a:cubicBezTo>
                <a:cubicBezTo>
                  <a:pt x="1369315" y="26407"/>
                  <a:pt x="1370760" y="31905"/>
                  <a:pt x="1370760" y="37998"/>
                </a:cubicBezTo>
                <a:cubicBezTo>
                  <a:pt x="1370760" y="44602"/>
                  <a:pt x="1368978" y="50662"/>
                  <a:pt x="1365414" y="56177"/>
                </a:cubicBezTo>
                <a:cubicBezTo>
                  <a:pt x="1361850" y="61691"/>
                  <a:pt x="1357018" y="65827"/>
                  <a:pt x="1350917" y="68585"/>
                </a:cubicBezTo>
                <a:cubicBezTo>
                  <a:pt x="1359522" y="71093"/>
                  <a:pt x="1366137" y="75370"/>
                  <a:pt x="1370760" y="81414"/>
                </a:cubicBezTo>
                <a:cubicBezTo>
                  <a:pt x="1375384" y="87457"/>
                  <a:pt x="1377696" y="94562"/>
                  <a:pt x="1377696" y="102729"/>
                </a:cubicBezTo>
                <a:cubicBezTo>
                  <a:pt x="1377696" y="109159"/>
                  <a:pt x="1376203" y="115413"/>
                  <a:pt x="1373217" y="121489"/>
                </a:cubicBezTo>
                <a:cubicBezTo>
                  <a:pt x="1370231" y="127564"/>
                  <a:pt x="1366153" y="132418"/>
                  <a:pt x="1360983" y="136053"/>
                </a:cubicBezTo>
                <a:cubicBezTo>
                  <a:pt x="1355814" y="139685"/>
                  <a:pt x="1349440" y="141919"/>
                  <a:pt x="1341862" y="142756"/>
                </a:cubicBezTo>
                <a:cubicBezTo>
                  <a:pt x="1337110" y="143270"/>
                  <a:pt x="1325647" y="143591"/>
                  <a:pt x="1307474" y="143720"/>
                </a:cubicBezTo>
                <a:lnTo>
                  <a:pt x="1259407" y="143720"/>
                </a:lnTo>
                <a:lnTo>
                  <a:pt x="1259407" y="2504"/>
                </a:lnTo>
                <a:moveTo>
                  <a:pt x="1287919" y="26008"/>
                </a:moveTo>
                <a:lnTo>
                  <a:pt x="1287919" y="58567"/>
                </a:lnTo>
                <a:lnTo>
                  <a:pt x="1306607" y="58567"/>
                </a:lnTo>
                <a:cubicBezTo>
                  <a:pt x="1317716" y="58567"/>
                  <a:pt x="1324620" y="58406"/>
                  <a:pt x="1327317" y="58085"/>
                </a:cubicBezTo>
                <a:cubicBezTo>
                  <a:pt x="1332198" y="57509"/>
                  <a:pt x="1336035" y="55829"/>
                  <a:pt x="1338828" y="53046"/>
                </a:cubicBezTo>
                <a:cubicBezTo>
                  <a:pt x="1341621" y="50260"/>
                  <a:pt x="1343018" y="46594"/>
                  <a:pt x="1343018" y="42047"/>
                </a:cubicBezTo>
                <a:cubicBezTo>
                  <a:pt x="1343018" y="37694"/>
                  <a:pt x="1341814" y="34157"/>
                  <a:pt x="1339406" y="31436"/>
                </a:cubicBezTo>
                <a:cubicBezTo>
                  <a:pt x="1336998" y="28714"/>
                  <a:pt x="1333418" y="27066"/>
                  <a:pt x="1328666" y="26490"/>
                </a:cubicBezTo>
                <a:cubicBezTo>
                  <a:pt x="1325840" y="26169"/>
                  <a:pt x="1317716" y="26008"/>
                  <a:pt x="1304295" y="26008"/>
                </a:cubicBezTo>
                <a:lnTo>
                  <a:pt x="1287919" y="26008"/>
                </a:lnTo>
                <a:moveTo>
                  <a:pt x="1287919" y="82070"/>
                </a:moveTo>
                <a:lnTo>
                  <a:pt x="1287919" y="119830"/>
                </a:lnTo>
                <a:lnTo>
                  <a:pt x="1314313" y="119830"/>
                </a:lnTo>
                <a:cubicBezTo>
                  <a:pt x="1324588" y="119830"/>
                  <a:pt x="1331106" y="119542"/>
                  <a:pt x="1333867" y="118964"/>
                </a:cubicBezTo>
                <a:cubicBezTo>
                  <a:pt x="1338106" y="118193"/>
                  <a:pt x="1341557" y="116315"/>
                  <a:pt x="1344222" y="113328"/>
                </a:cubicBezTo>
                <a:cubicBezTo>
                  <a:pt x="1346887" y="110342"/>
                  <a:pt x="1348220" y="106345"/>
                  <a:pt x="1348220" y="101336"/>
                </a:cubicBezTo>
                <a:cubicBezTo>
                  <a:pt x="1348220" y="97097"/>
                  <a:pt x="1347192" y="93501"/>
                  <a:pt x="1345137" y="90547"/>
                </a:cubicBezTo>
                <a:cubicBezTo>
                  <a:pt x="1343082" y="87593"/>
                  <a:pt x="1340112" y="85442"/>
                  <a:pt x="1336227" y="84093"/>
                </a:cubicBezTo>
                <a:cubicBezTo>
                  <a:pt x="1332342" y="82745"/>
                  <a:pt x="1323913" y="82070"/>
                  <a:pt x="1310941" y="82070"/>
                </a:cubicBezTo>
                <a:lnTo>
                  <a:pt x="1287919" y="82070"/>
                </a:lnTo>
                <a:close/>
                <a:moveTo>
                  <a:pt x="1421386" y="73016"/>
                </a:moveTo>
                <a:lnTo>
                  <a:pt x="1396822" y="68585"/>
                </a:lnTo>
                <a:cubicBezTo>
                  <a:pt x="1399584" y="58565"/>
                  <a:pt x="1404336" y="51148"/>
                  <a:pt x="1411079" y="46333"/>
                </a:cubicBezTo>
                <a:cubicBezTo>
                  <a:pt x="1417822" y="41517"/>
                  <a:pt x="1427840" y="39109"/>
                  <a:pt x="1441133" y="39109"/>
                </a:cubicBezTo>
                <a:cubicBezTo>
                  <a:pt x="1453206" y="39109"/>
                  <a:pt x="1462196" y="40538"/>
                  <a:pt x="1468104" y="43395"/>
                </a:cubicBezTo>
                <a:cubicBezTo>
                  <a:pt x="1474012" y="46253"/>
                  <a:pt x="1478170" y="49881"/>
                  <a:pt x="1480579" y="54280"/>
                </a:cubicBezTo>
                <a:cubicBezTo>
                  <a:pt x="1482987" y="58679"/>
                  <a:pt x="1484191" y="66754"/>
                  <a:pt x="1484191" y="78506"/>
                </a:cubicBezTo>
                <a:lnTo>
                  <a:pt x="1483902" y="110101"/>
                </a:lnTo>
                <a:cubicBezTo>
                  <a:pt x="1483902" y="119092"/>
                  <a:pt x="1484335" y="125722"/>
                  <a:pt x="1485202" y="129993"/>
                </a:cubicBezTo>
                <a:cubicBezTo>
                  <a:pt x="1486069" y="134263"/>
                  <a:pt x="1487691" y="138839"/>
                  <a:pt x="1490067" y="143720"/>
                </a:cubicBezTo>
                <a:lnTo>
                  <a:pt x="1463288" y="143720"/>
                </a:lnTo>
                <a:cubicBezTo>
                  <a:pt x="1462581" y="141921"/>
                  <a:pt x="1461715" y="139256"/>
                  <a:pt x="1460687" y="135724"/>
                </a:cubicBezTo>
                <a:cubicBezTo>
                  <a:pt x="1460237" y="134119"/>
                  <a:pt x="1459916" y="133059"/>
                  <a:pt x="1459724" y="132546"/>
                </a:cubicBezTo>
                <a:cubicBezTo>
                  <a:pt x="1455100" y="137041"/>
                  <a:pt x="1450155" y="140412"/>
                  <a:pt x="1444889" y="142660"/>
                </a:cubicBezTo>
                <a:cubicBezTo>
                  <a:pt x="1439624" y="144908"/>
                  <a:pt x="1434005" y="146031"/>
                  <a:pt x="1428032" y="146031"/>
                </a:cubicBezTo>
                <a:cubicBezTo>
                  <a:pt x="1417501" y="146031"/>
                  <a:pt x="1409200" y="143186"/>
                  <a:pt x="1403132" y="137494"/>
                </a:cubicBezTo>
                <a:cubicBezTo>
                  <a:pt x="1397063" y="131803"/>
                  <a:pt x="1394029" y="124609"/>
                  <a:pt x="1394029" y="115911"/>
                </a:cubicBezTo>
                <a:cubicBezTo>
                  <a:pt x="1394029" y="110156"/>
                  <a:pt x="1395410" y="105024"/>
                  <a:pt x="1398171" y="100517"/>
                </a:cubicBezTo>
                <a:cubicBezTo>
                  <a:pt x="1400932" y="96008"/>
                  <a:pt x="1404801" y="92554"/>
                  <a:pt x="1409778" y="90156"/>
                </a:cubicBezTo>
                <a:cubicBezTo>
                  <a:pt x="1414755" y="87758"/>
                  <a:pt x="1421932" y="85664"/>
                  <a:pt x="1431307" y="83874"/>
                </a:cubicBezTo>
                <a:cubicBezTo>
                  <a:pt x="1443958" y="81507"/>
                  <a:pt x="1452724" y="79301"/>
                  <a:pt x="1457605" y="77254"/>
                </a:cubicBezTo>
                <a:lnTo>
                  <a:pt x="1457605" y="74527"/>
                </a:lnTo>
                <a:cubicBezTo>
                  <a:pt x="1457605" y="69267"/>
                  <a:pt x="1456320" y="65517"/>
                  <a:pt x="1453751" y="63278"/>
                </a:cubicBezTo>
                <a:cubicBezTo>
                  <a:pt x="1451183" y="61036"/>
                  <a:pt x="1446334" y="59915"/>
                  <a:pt x="1439206" y="59915"/>
                </a:cubicBezTo>
                <a:cubicBezTo>
                  <a:pt x="1434390" y="59915"/>
                  <a:pt x="1430633" y="60885"/>
                  <a:pt x="1427936" y="62823"/>
                </a:cubicBezTo>
                <a:cubicBezTo>
                  <a:pt x="1425239" y="64760"/>
                  <a:pt x="1423055" y="68157"/>
                  <a:pt x="1421386" y="73016"/>
                </a:cubicBezTo>
                <a:moveTo>
                  <a:pt x="1457605" y="94978"/>
                </a:moveTo>
                <a:cubicBezTo>
                  <a:pt x="1454137" y="96120"/>
                  <a:pt x="1448646" y="97485"/>
                  <a:pt x="1441133" y="99072"/>
                </a:cubicBezTo>
                <a:cubicBezTo>
                  <a:pt x="1433619" y="100657"/>
                  <a:pt x="1428707" y="102212"/>
                  <a:pt x="1426395" y="103735"/>
                </a:cubicBezTo>
                <a:cubicBezTo>
                  <a:pt x="1422863" y="106209"/>
                  <a:pt x="1421097" y="109350"/>
                  <a:pt x="1421097" y="113157"/>
                </a:cubicBezTo>
                <a:cubicBezTo>
                  <a:pt x="1421097" y="116902"/>
                  <a:pt x="1422510" y="120139"/>
                  <a:pt x="1425335" y="122868"/>
                </a:cubicBezTo>
                <a:cubicBezTo>
                  <a:pt x="1428161" y="125595"/>
                  <a:pt x="1431757" y="126959"/>
                  <a:pt x="1436124" y="126959"/>
                </a:cubicBezTo>
                <a:cubicBezTo>
                  <a:pt x="1441004" y="126959"/>
                  <a:pt x="1445660" y="125372"/>
                  <a:pt x="1450091" y="122200"/>
                </a:cubicBezTo>
                <a:cubicBezTo>
                  <a:pt x="1453366" y="119789"/>
                  <a:pt x="1455517" y="116838"/>
                  <a:pt x="1456545" y="113347"/>
                </a:cubicBezTo>
                <a:cubicBezTo>
                  <a:pt x="1457251" y="111063"/>
                  <a:pt x="1457605" y="106717"/>
                  <a:pt x="1457605" y="100309"/>
                </a:cubicBezTo>
                <a:lnTo>
                  <a:pt x="1457605" y="94978"/>
                </a:lnTo>
                <a:close/>
                <a:moveTo>
                  <a:pt x="1502096" y="114629"/>
                </a:moveTo>
                <a:lnTo>
                  <a:pt x="1529260" y="110390"/>
                </a:lnTo>
                <a:cubicBezTo>
                  <a:pt x="1530416" y="115624"/>
                  <a:pt x="1532760" y="119598"/>
                  <a:pt x="1536292" y="122311"/>
                </a:cubicBezTo>
                <a:cubicBezTo>
                  <a:pt x="1539824" y="125024"/>
                  <a:pt x="1544768" y="126381"/>
                  <a:pt x="1551126" y="126381"/>
                </a:cubicBezTo>
                <a:cubicBezTo>
                  <a:pt x="1558126" y="126381"/>
                  <a:pt x="1563392" y="125098"/>
                  <a:pt x="1566924" y="122534"/>
                </a:cubicBezTo>
                <a:cubicBezTo>
                  <a:pt x="1569300" y="120738"/>
                  <a:pt x="1570488" y="118332"/>
                  <a:pt x="1570488" y="115318"/>
                </a:cubicBezTo>
                <a:cubicBezTo>
                  <a:pt x="1570488" y="113265"/>
                  <a:pt x="1569846" y="111565"/>
                  <a:pt x="1568561" y="110219"/>
                </a:cubicBezTo>
                <a:cubicBezTo>
                  <a:pt x="1567213" y="108937"/>
                  <a:pt x="1564194" y="107751"/>
                  <a:pt x="1559506" y="106661"/>
                </a:cubicBezTo>
                <a:cubicBezTo>
                  <a:pt x="1537672" y="101853"/>
                  <a:pt x="1523833" y="97460"/>
                  <a:pt x="1517990" y="93482"/>
                </a:cubicBezTo>
                <a:cubicBezTo>
                  <a:pt x="1509898" y="87963"/>
                  <a:pt x="1505852" y="80296"/>
                  <a:pt x="1505852" y="70481"/>
                </a:cubicBezTo>
                <a:cubicBezTo>
                  <a:pt x="1505852" y="61627"/>
                  <a:pt x="1509352" y="54185"/>
                  <a:pt x="1516352" y="48154"/>
                </a:cubicBezTo>
                <a:cubicBezTo>
                  <a:pt x="1523352" y="42124"/>
                  <a:pt x="1534205" y="39109"/>
                  <a:pt x="1548910" y="39109"/>
                </a:cubicBezTo>
                <a:cubicBezTo>
                  <a:pt x="1562910" y="39109"/>
                  <a:pt x="1573313" y="41380"/>
                  <a:pt x="1580120" y="45924"/>
                </a:cubicBezTo>
                <a:cubicBezTo>
                  <a:pt x="1586927" y="50467"/>
                  <a:pt x="1591615" y="57186"/>
                  <a:pt x="1594184" y="66080"/>
                </a:cubicBezTo>
                <a:lnTo>
                  <a:pt x="1568657" y="70896"/>
                </a:lnTo>
                <a:cubicBezTo>
                  <a:pt x="1567566" y="66915"/>
                  <a:pt x="1565495" y="63865"/>
                  <a:pt x="1562444" y="61745"/>
                </a:cubicBezTo>
                <a:cubicBezTo>
                  <a:pt x="1559394" y="59626"/>
                  <a:pt x="1555043" y="58567"/>
                  <a:pt x="1549392" y="58567"/>
                </a:cubicBezTo>
                <a:cubicBezTo>
                  <a:pt x="1542264" y="58567"/>
                  <a:pt x="1537159" y="59561"/>
                  <a:pt x="1534076" y="61550"/>
                </a:cubicBezTo>
                <a:cubicBezTo>
                  <a:pt x="1532021" y="62959"/>
                  <a:pt x="1530994" y="64786"/>
                  <a:pt x="1530994" y="67031"/>
                </a:cubicBezTo>
                <a:cubicBezTo>
                  <a:pt x="1530994" y="68954"/>
                  <a:pt x="1531893" y="70588"/>
                  <a:pt x="1533691" y="71935"/>
                </a:cubicBezTo>
                <a:cubicBezTo>
                  <a:pt x="1536131" y="73731"/>
                  <a:pt x="1544560" y="76265"/>
                  <a:pt x="1558977" y="79536"/>
                </a:cubicBezTo>
                <a:cubicBezTo>
                  <a:pt x="1573394" y="82807"/>
                  <a:pt x="1583460" y="86820"/>
                  <a:pt x="1589175" y="91574"/>
                </a:cubicBezTo>
                <a:cubicBezTo>
                  <a:pt x="1594826" y="96394"/>
                  <a:pt x="1597652" y="103109"/>
                  <a:pt x="1597652" y="111718"/>
                </a:cubicBezTo>
                <a:cubicBezTo>
                  <a:pt x="1597652" y="121100"/>
                  <a:pt x="1593735" y="129164"/>
                  <a:pt x="1585900" y="135911"/>
                </a:cubicBezTo>
                <a:cubicBezTo>
                  <a:pt x="1578065" y="142658"/>
                  <a:pt x="1566474" y="146031"/>
                  <a:pt x="1551126" y="146031"/>
                </a:cubicBezTo>
                <a:cubicBezTo>
                  <a:pt x="1537191" y="146031"/>
                  <a:pt x="1526161" y="143215"/>
                  <a:pt x="1518038" y="137582"/>
                </a:cubicBezTo>
                <a:cubicBezTo>
                  <a:pt x="1509914" y="131947"/>
                  <a:pt x="1504600" y="124296"/>
                  <a:pt x="1502096" y="114629"/>
                </a:cubicBezTo>
                <a:close/>
                <a:moveTo>
                  <a:pt x="1681348" y="111161"/>
                </a:moveTo>
                <a:lnTo>
                  <a:pt x="1708319" y="115785"/>
                </a:lnTo>
                <a:cubicBezTo>
                  <a:pt x="1704851" y="125642"/>
                  <a:pt x="1699377" y="133148"/>
                  <a:pt x="1691895" y="138301"/>
                </a:cubicBezTo>
                <a:cubicBezTo>
                  <a:pt x="1684414" y="143455"/>
                  <a:pt x="1675054" y="146031"/>
                  <a:pt x="1663816" y="146031"/>
                </a:cubicBezTo>
                <a:cubicBezTo>
                  <a:pt x="1646028" y="146031"/>
                  <a:pt x="1632863" y="140220"/>
                  <a:pt x="1624322" y="128596"/>
                </a:cubicBezTo>
                <a:cubicBezTo>
                  <a:pt x="1617579" y="119285"/>
                  <a:pt x="1614208" y="107533"/>
                  <a:pt x="1614208" y="93341"/>
                </a:cubicBezTo>
                <a:cubicBezTo>
                  <a:pt x="1614208" y="76387"/>
                  <a:pt x="1618639" y="63110"/>
                  <a:pt x="1627501" y="53510"/>
                </a:cubicBezTo>
                <a:cubicBezTo>
                  <a:pt x="1636363" y="43909"/>
                  <a:pt x="1647569" y="39109"/>
                  <a:pt x="1661119" y="39109"/>
                </a:cubicBezTo>
                <a:cubicBezTo>
                  <a:pt x="1676339" y="39109"/>
                  <a:pt x="1688347" y="44134"/>
                  <a:pt x="1697145" y="54184"/>
                </a:cubicBezTo>
                <a:cubicBezTo>
                  <a:pt x="1705943" y="64234"/>
                  <a:pt x="1710149" y="79630"/>
                  <a:pt x="1709764" y="100372"/>
                </a:cubicBezTo>
                <a:lnTo>
                  <a:pt x="1641950" y="100372"/>
                </a:lnTo>
                <a:cubicBezTo>
                  <a:pt x="1642143" y="108400"/>
                  <a:pt x="1644326" y="114645"/>
                  <a:pt x="1648500" y="119108"/>
                </a:cubicBezTo>
                <a:cubicBezTo>
                  <a:pt x="1652674" y="123571"/>
                  <a:pt x="1657876" y="125803"/>
                  <a:pt x="1664105" y="125803"/>
                </a:cubicBezTo>
                <a:cubicBezTo>
                  <a:pt x="1668344" y="125803"/>
                  <a:pt x="1671908" y="124647"/>
                  <a:pt x="1674797" y="122335"/>
                </a:cubicBezTo>
                <a:cubicBezTo>
                  <a:pt x="1677687" y="120023"/>
                  <a:pt x="1679871" y="116299"/>
                  <a:pt x="1681348" y="111161"/>
                </a:cubicBezTo>
                <a:moveTo>
                  <a:pt x="1682889" y="83804"/>
                </a:moveTo>
                <a:cubicBezTo>
                  <a:pt x="1682696" y="76002"/>
                  <a:pt x="1680673" y="70070"/>
                  <a:pt x="1676820" y="66008"/>
                </a:cubicBezTo>
                <a:cubicBezTo>
                  <a:pt x="1672967" y="61946"/>
                  <a:pt x="1668279" y="59915"/>
                  <a:pt x="1662757" y="59915"/>
                </a:cubicBezTo>
                <a:cubicBezTo>
                  <a:pt x="1656849" y="59915"/>
                  <a:pt x="1651968" y="62058"/>
                  <a:pt x="1648115" y="66342"/>
                </a:cubicBezTo>
                <a:cubicBezTo>
                  <a:pt x="1644262" y="70629"/>
                  <a:pt x="1642367" y="76449"/>
                  <a:pt x="1642432" y="83804"/>
                </a:cubicBezTo>
                <a:lnTo>
                  <a:pt x="1682889" y="83804"/>
                </a:lnTo>
                <a:close/>
                <a:moveTo>
                  <a:pt x="1824430" y="143720"/>
                </a:moveTo>
                <a:lnTo>
                  <a:pt x="1799289" y="143720"/>
                </a:lnTo>
                <a:lnTo>
                  <a:pt x="1799289" y="128693"/>
                </a:lnTo>
                <a:cubicBezTo>
                  <a:pt x="1795115" y="134536"/>
                  <a:pt x="1790186" y="138887"/>
                  <a:pt x="1784503" y="141745"/>
                </a:cubicBezTo>
                <a:cubicBezTo>
                  <a:pt x="1778820" y="144603"/>
                  <a:pt x="1773088" y="146031"/>
                  <a:pt x="1767308" y="146031"/>
                </a:cubicBezTo>
                <a:cubicBezTo>
                  <a:pt x="1755557" y="146031"/>
                  <a:pt x="1745490" y="141295"/>
                  <a:pt x="1737110" y="131823"/>
                </a:cubicBezTo>
                <a:cubicBezTo>
                  <a:pt x="1728730" y="122351"/>
                  <a:pt x="1724539" y="109138"/>
                  <a:pt x="1724539" y="92185"/>
                </a:cubicBezTo>
                <a:cubicBezTo>
                  <a:pt x="1724539" y="74846"/>
                  <a:pt x="1728617" y="61665"/>
                  <a:pt x="1736773" y="52643"/>
                </a:cubicBezTo>
                <a:cubicBezTo>
                  <a:pt x="1744929" y="43620"/>
                  <a:pt x="1755236" y="39109"/>
                  <a:pt x="1767694" y="39109"/>
                </a:cubicBezTo>
                <a:cubicBezTo>
                  <a:pt x="1779125" y="39109"/>
                  <a:pt x="1789014" y="43861"/>
                  <a:pt x="1797362" y="53365"/>
                </a:cubicBezTo>
                <a:lnTo>
                  <a:pt x="1797362" y="2504"/>
                </a:lnTo>
                <a:lnTo>
                  <a:pt x="1824430" y="2504"/>
                </a:lnTo>
                <a:lnTo>
                  <a:pt x="1824430" y="143720"/>
                </a:lnTo>
                <a:moveTo>
                  <a:pt x="1752185" y="90406"/>
                </a:moveTo>
                <a:cubicBezTo>
                  <a:pt x="1752185" y="101307"/>
                  <a:pt x="1753694" y="109193"/>
                  <a:pt x="1756713" y="114066"/>
                </a:cubicBezTo>
                <a:cubicBezTo>
                  <a:pt x="1761079" y="121120"/>
                  <a:pt x="1767180" y="124647"/>
                  <a:pt x="1775015" y="124647"/>
                </a:cubicBezTo>
                <a:cubicBezTo>
                  <a:pt x="1781244" y="124647"/>
                  <a:pt x="1786542" y="122002"/>
                  <a:pt x="1790909" y="116712"/>
                </a:cubicBezTo>
                <a:cubicBezTo>
                  <a:pt x="1795275" y="111422"/>
                  <a:pt x="1797459" y="103519"/>
                  <a:pt x="1797459" y="93003"/>
                </a:cubicBezTo>
                <a:cubicBezTo>
                  <a:pt x="1797459" y="81268"/>
                  <a:pt x="1795340" y="72819"/>
                  <a:pt x="1791101" y="67658"/>
                </a:cubicBezTo>
                <a:cubicBezTo>
                  <a:pt x="1786863" y="62496"/>
                  <a:pt x="1781436" y="59915"/>
                  <a:pt x="1774822" y="59915"/>
                </a:cubicBezTo>
                <a:cubicBezTo>
                  <a:pt x="1768400" y="59915"/>
                  <a:pt x="1763022" y="62464"/>
                  <a:pt x="1758687" y="67561"/>
                </a:cubicBezTo>
                <a:cubicBezTo>
                  <a:pt x="1754353" y="72658"/>
                  <a:pt x="1752185" y="80273"/>
                  <a:pt x="1752185" y="904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ReconstructionEngine">
            <a:extLst xmlns:a="http://schemas.openxmlformats.org/drawingml/2006/main">
              <a:ext uri="{FF2B5EF4-FFF2-40B4-BE49-F238E27FC236}">
                <a16:creationId xmlns:a16="http://schemas.microsoft.com/office/drawing/2014/main" id="{38A32598-93C5-4A67-8F5F-7DE6C878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828" y="1040716"/>
            <a:ext cx="2137484" cy="182828"/>
          </a:xfrm>
          <a:custGeom xmlns:a="http://schemas.openxmlformats.org/drawingml/2006/main">
            <a:pathLst>
              <a:path w="2137484" h="182828">
                <a:moveTo>
                  <a:pt x="0" y="141215"/>
                </a:moveTo>
                <a:lnTo>
                  <a:pt x="0" y="0"/>
                </a:lnTo>
                <a:lnTo>
                  <a:pt x="60012" y="0"/>
                </a:lnTo>
                <a:cubicBezTo>
                  <a:pt x="75103" y="0"/>
                  <a:pt x="86068" y="1268"/>
                  <a:pt x="92907" y="3805"/>
                </a:cubicBezTo>
                <a:cubicBezTo>
                  <a:pt x="99746" y="6342"/>
                  <a:pt x="105221" y="10853"/>
                  <a:pt x="109331" y="17339"/>
                </a:cubicBezTo>
                <a:cubicBezTo>
                  <a:pt x="113441" y="23825"/>
                  <a:pt x="115496" y="31242"/>
                  <a:pt x="115496" y="39590"/>
                </a:cubicBezTo>
                <a:cubicBezTo>
                  <a:pt x="115496" y="50186"/>
                  <a:pt x="112381" y="58936"/>
                  <a:pt x="106152" y="65839"/>
                </a:cubicBezTo>
                <a:cubicBezTo>
                  <a:pt x="99923" y="72743"/>
                  <a:pt x="90611" y="77094"/>
                  <a:pt x="78217" y="78892"/>
                </a:cubicBezTo>
                <a:cubicBezTo>
                  <a:pt x="84382" y="82488"/>
                  <a:pt x="89472" y="86437"/>
                  <a:pt x="93485" y="90740"/>
                </a:cubicBezTo>
                <a:cubicBezTo>
                  <a:pt x="97499" y="95042"/>
                  <a:pt x="102909" y="102684"/>
                  <a:pt x="109716" y="113666"/>
                </a:cubicBezTo>
                <a:lnTo>
                  <a:pt x="126959" y="141215"/>
                </a:lnTo>
                <a:lnTo>
                  <a:pt x="92859" y="141215"/>
                </a:lnTo>
                <a:lnTo>
                  <a:pt x="72245" y="110478"/>
                </a:lnTo>
                <a:cubicBezTo>
                  <a:pt x="64924" y="99501"/>
                  <a:pt x="59915" y="92584"/>
                  <a:pt x="57218" y="89728"/>
                </a:cubicBezTo>
                <a:cubicBezTo>
                  <a:pt x="54521" y="86871"/>
                  <a:pt x="51663" y="84912"/>
                  <a:pt x="48645" y="83852"/>
                </a:cubicBezTo>
                <a:cubicBezTo>
                  <a:pt x="45627" y="82793"/>
                  <a:pt x="40843" y="82263"/>
                  <a:pt x="34292" y="82263"/>
                </a:cubicBezTo>
                <a:lnTo>
                  <a:pt x="28513" y="82263"/>
                </a:lnTo>
                <a:lnTo>
                  <a:pt x="28513" y="141215"/>
                </a:lnTo>
                <a:lnTo>
                  <a:pt x="0" y="141215"/>
                </a:lnTo>
                <a:moveTo>
                  <a:pt x="28513" y="59723"/>
                </a:moveTo>
                <a:lnTo>
                  <a:pt x="49608" y="59723"/>
                </a:lnTo>
                <a:cubicBezTo>
                  <a:pt x="63287" y="59723"/>
                  <a:pt x="71828" y="59145"/>
                  <a:pt x="75231" y="57989"/>
                </a:cubicBezTo>
                <a:cubicBezTo>
                  <a:pt x="78635" y="56833"/>
                  <a:pt x="81300" y="54842"/>
                  <a:pt x="83226" y="52016"/>
                </a:cubicBezTo>
                <a:cubicBezTo>
                  <a:pt x="85153" y="49191"/>
                  <a:pt x="86116" y="45659"/>
                  <a:pt x="86116" y="41421"/>
                </a:cubicBezTo>
                <a:cubicBezTo>
                  <a:pt x="86116" y="36668"/>
                  <a:pt x="84848" y="32831"/>
                  <a:pt x="82311" y="29909"/>
                </a:cubicBezTo>
                <a:cubicBezTo>
                  <a:pt x="79775" y="26988"/>
                  <a:pt x="76194" y="25141"/>
                  <a:pt x="71571" y="24371"/>
                </a:cubicBezTo>
                <a:cubicBezTo>
                  <a:pt x="69259" y="24050"/>
                  <a:pt x="62323" y="23889"/>
                  <a:pt x="50764" y="23889"/>
                </a:cubicBezTo>
                <a:lnTo>
                  <a:pt x="28513" y="23889"/>
                </a:lnTo>
                <a:lnTo>
                  <a:pt x="28513" y="59723"/>
                </a:lnTo>
                <a:close/>
                <a:moveTo>
                  <a:pt x="200991" y="108657"/>
                </a:moveTo>
                <a:lnTo>
                  <a:pt x="227963" y="113280"/>
                </a:lnTo>
                <a:cubicBezTo>
                  <a:pt x="224495" y="123138"/>
                  <a:pt x="219021" y="130643"/>
                  <a:pt x="211539" y="135797"/>
                </a:cubicBezTo>
                <a:cubicBezTo>
                  <a:pt x="204058" y="140950"/>
                  <a:pt x="194698" y="143527"/>
                  <a:pt x="183460" y="143527"/>
                </a:cubicBezTo>
                <a:cubicBezTo>
                  <a:pt x="165672" y="143527"/>
                  <a:pt x="152507" y="137715"/>
                  <a:pt x="143966" y="126092"/>
                </a:cubicBezTo>
                <a:cubicBezTo>
                  <a:pt x="137223" y="116780"/>
                  <a:pt x="133852" y="105028"/>
                  <a:pt x="133852" y="90836"/>
                </a:cubicBezTo>
                <a:cubicBezTo>
                  <a:pt x="133852" y="73883"/>
                  <a:pt x="138283" y="60606"/>
                  <a:pt x="147145" y="51005"/>
                </a:cubicBezTo>
                <a:cubicBezTo>
                  <a:pt x="156007" y="41404"/>
                  <a:pt x="167213" y="36604"/>
                  <a:pt x="180763" y="36604"/>
                </a:cubicBezTo>
                <a:cubicBezTo>
                  <a:pt x="195982" y="36604"/>
                  <a:pt x="207991" y="41629"/>
                  <a:pt x="216789" y="51679"/>
                </a:cubicBezTo>
                <a:cubicBezTo>
                  <a:pt x="225587" y="61729"/>
                  <a:pt x="229793" y="77126"/>
                  <a:pt x="229408" y="97868"/>
                </a:cubicBezTo>
                <a:lnTo>
                  <a:pt x="161594" y="97868"/>
                </a:lnTo>
                <a:cubicBezTo>
                  <a:pt x="161786" y="105895"/>
                  <a:pt x="163970" y="112140"/>
                  <a:pt x="168144" y="116604"/>
                </a:cubicBezTo>
                <a:cubicBezTo>
                  <a:pt x="172318" y="121067"/>
                  <a:pt x="177520" y="123298"/>
                  <a:pt x="183749" y="123298"/>
                </a:cubicBezTo>
                <a:cubicBezTo>
                  <a:pt x="187987" y="123298"/>
                  <a:pt x="191551" y="122142"/>
                  <a:pt x="194441" y="119831"/>
                </a:cubicBezTo>
                <a:cubicBezTo>
                  <a:pt x="197331" y="117519"/>
                  <a:pt x="199514" y="113794"/>
                  <a:pt x="200991" y="108657"/>
                </a:cubicBezTo>
                <a:moveTo>
                  <a:pt x="202533" y="81300"/>
                </a:moveTo>
                <a:cubicBezTo>
                  <a:pt x="202340" y="73497"/>
                  <a:pt x="200317" y="67565"/>
                  <a:pt x="196464" y="63503"/>
                </a:cubicBezTo>
                <a:cubicBezTo>
                  <a:pt x="192611" y="59442"/>
                  <a:pt x="187923" y="57411"/>
                  <a:pt x="182400" y="57411"/>
                </a:cubicBezTo>
                <a:cubicBezTo>
                  <a:pt x="176492" y="57411"/>
                  <a:pt x="171612" y="59553"/>
                  <a:pt x="167759" y="63838"/>
                </a:cubicBezTo>
                <a:cubicBezTo>
                  <a:pt x="163906" y="68124"/>
                  <a:pt x="162011" y="73945"/>
                  <a:pt x="162075" y="81300"/>
                </a:cubicBezTo>
                <a:lnTo>
                  <a:pt x="202533" y="81300"/>
                </a:lnTo>
                <a:close/>
                <a:moveTo>
                  <a:pt x="341424" y="69163"/>
                </a:moveTo>
                <a:lnTo>
                  <a:pt x="314742" y="73979"/>
                </a:lnTo>
                <a:cubicBezTo>
                  <a:pt x="313843" y="68681"/>
                  <a:pt x="311804" y="64691"/>
                  <a:pt x="308625" y="62010"/>
                </a:cubicBezTo>
                <a:cubicBezTo>
                  <a:pt x="305446" y="59329"/>
                  <a:pt x="301320" y="57989"/>
                  <a:pt x="296247" y="57989"/>
                </a:cubicBezTo>
                <a:cubicBezTo>
                  <a:pt x="289504" y="57989"/>
                  <a:pt x="284126" y="60310"/>
                  <a:pt x="280112" y="64951"/>
                </a:cubicBezTo>
                <a:cubicBezTo>
                  <a:pt x="276099" y="69593"/>
                  <a:pt x="274092" y="77355"/>
                  <a:pt x="274092" y="88238"/>
                </a:cubicBezTo>
                <a:cubicBezTo>
                  <a:pt x="274092" y="100339"/>
                  <a:pt x="276131" y="108887"/>
                  <a:pt x="280209" y="113882"/>
                </a:cubicBezTo>
                <a:cubicBezTo>
                  <a:pt x="284286" y="118875"/>
                  <a:pt x="289761" y="121372"/>
                  <a:pt x="296632" y="121372"/>
                </a:cubicBezTo>
                <a:cubicBezTo>
                  <a:pt x="301770" y="121372"/>
                  <a:pt x="305976" y="119911"/>
                  <a:pt x="309251" y="116989"/>
                </a:cubicBezTo>
                <a:cubicBezTo>
                  <a:pt x="312526" y="114067"/>
                  <a:pt x="314838" y="109042"/>
                  <a:pt x="316187" y="101914"/>
                </a:cubicBezTo>
                <a:lnTo>
                  <a:pt x="342773" y="106537"/>
                </a:lnTo>
                <a:cubicBezTo>
                  <a:pt x="340012" y="118739"/>
                  <a:pt x="334714" y="127954"/>
                  <a:pt x="326879" y="134183"/>
                </a:cubicBezTo>
                <a:cubicBezTo>
                  <a:pt x="319044" y="140412"/>
                  <a:pt x="308545" y="143527"/>
                  <a:pt x="295380" y="143527"/>
                </a:cubicBezTo>
                <a:cubicBezTo>
                  <a:pt x="280417" y="143527"/>
                  <a:pt x="268489" y="138807"/>
                  <a:pt x="259595" y="129367"/>
                </a:cubicBezTo>
                <a:cubicBezTo>
                  <a:pt x="250701" y="119927"/>
                  <a:pt x="246253" y="106858"/>
                  <a:pt x="246253" y="90162"/>
                </a:cubicBezTo>
                <a:cubicBezTo>
                  <a:pt x="246253" y="73273"/>
                  <a:pt x="250717" y="60124"/>
                  <a:pt x="259643" y="50716"/>
                </a:cubicBezTo>
                <a:cubicBezTo>
                  <a:pt x="268569" y="41308"/>
                  <a:pt x="280642" y="36604"/>
                  <a:pt x="295862" y="36604"/>
                </a:cubicBezTo>
                <a:cubicBezTo>
                  <a:pt x="308320" y="36604"/>
                  <a:pt x="318226" y="39285"/>
                  <a:pt x="325579" y="44647"/>
                </a:cubicBezTo>
                <a:cubicBezTo>
                  <a:pt x="332932" y="50010"/>
                  <a:pt x="338213" y="58181"/>
                  <a:pt x="341424" y="69163"/>
                </a:cubicBezTo>
                <a:close/>
                <a:moveTo>
                  <a:pt x="356441" y="88621"/>
                </a:moveTo>
                <a:cubicBezTo>
                  <a:pt x="356441" y="79630"/>
                  <a:pt x="358656" y="70929"/>
                  <a:pt x="363087" y="62516"/>
                </a:cubicBezTo>
                <a:cubicBezTo>
                  <a:pt x="367518" y="54104"/>
                  <a:pt x="373795" y="47682"/>
                  <a:pt x="381919" y="43251"/>
                </a:cubicBezTo>
                <a:cubicBezTo>
                  <a:pt x="390043" y="38820"/>
                  <a:pt x="399113" y="36604"/>
                  <a:pt x="409131" y="36604"/>
                </a:cubicBezTo>
                <a:cubicBezTo>
                  <a:pt x="424608" y="36604"/>
                  <a:pt x="437291" y="41629"/>
                  <a:pt x="447180" y="51679"/>
                </a:cubicBezTo>
                <a:cubicBezTo>
                  <a:pt x="457070" y="61729"/>
                  <a:pt x="462015" y="74428"/>
                  <a:pt x="462015" y="89777"/>
                </a:cubicBezTo>
                <a:cubicBezTo>
                  <a:pt x="462015" y="105253"/>
                  <a:pt x="457022" y="118081"/>
                  <a:pt x="447036" y="128259"/>
                </a:cubicBezTo>
                <a:cubicBezTo>
                  <a:pt x="437050" y="138438"/>
                  <a:pt x="424479" y="143527"/>
                  <a:pt x="409324" y="143527"/>
                </a:cubicBezTo>
                <a:cubicBezTo>
                  <a:pt x="399948" y="143527"/>
                  <a:pt x="391006" y="141408"/>
                  <a:pt x="382497" y="137169"/>
                </a:cubicBezTo>
                <a:cubicBezTo>
                  <a:pt x="373988" y="132931"/>
                  <a:pt x="367518" y="126718"/>
                  <a:pt x="363087" y="118530"/>
                </a:cubicBezTo>
                <a:cubicBezTo>
                  <a:pt x="358656" y="110342"/>
                  <a:pt x="356441" y="100372"/>
                  <a:pt x="356441" y="88621"/>
                </a:cubicBezTo>
                <a:moveTo>
                  <a:pt x="384183" y="90066"/>
                </a:moveTo>
                <a:cubicBezTo>
                  <a:pt x="384183" y="100180"/>
                  <a:pt x="386591" y="107926"/>
                  <a:pt x="391407" y="113304"/>
                </a:cubicBezTo>
                <a:cubicBezTo>
                  <a:pt x="396224" y="118683"/>
                  <a:pt x="402164" y="121372"/>
                  <a:pt x="409228" y="121372"/>
                </a:cubicBezTo>
                <a:cubicBezTo>
                  <a:pt x="416292" y="121372"/>
                  <a:pt x="422216" y="118683"/>
                  <a:pt x="427000" y="113304"/>
                </a:cubicBezTo>
                <a:cubicBezTo>
                  <a:pt x="431784" y="107926"/>
                  <a:pt x="434176" y="100116"/>
                  <a:pt x="434176" y="89873"/>
                </a:cubicBezTo>
                <a:cubicBezTo>
                  <a:pt x="434176" y="79887"/>
                  <a:pt x="431784" y="72205"/>
                  <a:pt x="427000" y="66827"/>
                </a:cubicBezTo>
                <a:cubicBezTo>
                  <a:pt x="422216" y="61448"/>
                  <a:pt x="416292" y="58759"/>
                  <a:pt x="409228" y="58759"/>
                </a:cubicBezTo>
                <a:cubicBezTo>
                  <a:pt x="402164" y="58759"/>
                  <a:pt x="396224" y="61448"/>
                  <a:pt x="391407" y="66827"/>
                </a:cubicBezTo>
                <a:cubicBezTo>
                  <a:pt x="386591" y="72205"/>
                  <a:pt x="384183" y="79951"/>
                  <a:pt x="384183" y="90066"/>
                </a:cubicBezTo>
                <a:close/>
                <a:moveTo>
                  <a:pt x="576093" y="141215"/>
                </a:moveTo>
                <a:lnTo>
                  <a:pt x="549025" y="141215"/>
                </a:lnTo>
                <a:lnTo>
                  <a:pt x="549025" y="89066"/>
                </a:lnTo>
                <a:cubicBezTo>
                  <a:pt x="549025" y="78033"/>
                  <a:pt x="548447" y="70897"/>
                  <a:pt x="547291" y="67658"/>
                </a:cubicBezTo>
                <a:cubicBezTo>
                  <a:pt x="546135" y="64419"/>
                  <a:pt x="544257" y="61901"/>
                  <a:pt x="541656" y="60105"/>
                </a:cubicBezTo>
                <a:cubicBezTo>
                  <a:pt x="539055" y="58309"/>
                  <a:pt x="535924" y="57411"/>
                  <a:pt x="532264" y="57411"/>
                </a:cubicBezTo>
                <a:cubicBezTo>
                  <a:pt x="527576" y="57411"/>
                  <a:pt x="523370" y="58694"/>
                  <a:pt x="519645" y="61261"/>
                </a:cubicBezTo>
                <a:cubicBezTo>
                  <a:pt x="515920" y="63826"/>
                  <a:pt x="513368" y="67225"/>
                  <a:pt x="511987" y="71459"/>
                </a:cubicBezTo>
                <a:cubicBezTo>
                  <a:pt x="510606" y="75692"/>
                  <a:pt x="509916" y="83517"/>
                  <a:pt x="509916" y="94936"/>
                </a:cubicBezTo>
                <a:lnTo>
                  <a:pt x="509916" y="141215"/>
                </a:lnTo>
                <a:lnTo>
                  <a:pt x="482848" y="141215"/>
                </a:lnTo>
                <a:lnTo>
                  <a:pt x="482848" y="38916"/>
                </a:lnTo>
                <a:lnTo>
                  <a:pt x="507989" y="38916"/>
                </a:lnTo>
                <a:lnTo>
                  <a:pt x="507989" y="53943"/>
                </a:lnTo>
                <a:cubicBezTo>
                  <a:pt x="516916" y="42384"/>
                  <a:pt x="528154" y="36604"/>
                  <a:pt x="541704" y="36604"/>
                </a:cubicBezTo>
                <a:cubicBezTo>
                  <a:pt x="547676" y="36604"/>
                  <a:pt x="553135" y="37680"/>
                  <a:pt x="558079" y="39831"/>
                </a:cubicBezTo>
                <a:cubicBezTo>
                  <a:pt x="563024" y="41982"/>
                  <a:pt x="566765" y="44728"/>
                  <a:pt x="569301" y="48067"/>
                </a:cubicBezTo>
                <a:cubicBezTo>
                  <a:pt x="571838" y="51406"/>
                  <a:pt x="573604" y="55195"/>
                  <a:pt x="574599" y="59434"/>
                </a:cubicBezTo>
                <a:cubicBezTo>
                  <a:pt x="575595" y="63672"/>
                  <a:pt x="576093" y="69741"/>
                  <a:pt x="576093" y="77639"/>
                </a:cubicBezTo>
                <a:lnTo>
                  <a:pt x="576093" y="141215"/>
                </a:lnTo>
                <a:close/>
                <a:moveTo>
                  <a:pt x="593843" y="112124"/>
                </a:moveTo>
                <a:lnTo>
                  <a:pt x="621007" y="107886"/>
                </a:lnTo>
                <a:cubicBezTo>
                  <a:pt x="622163" y="113120"/>
                  <a:pt x="624507" y="117093"/>
                  <a:pt x="628039" y="119806"/>
                </a:cubicBezTo>
                <a:cubicBezTo>
                  <a:pt x="631571" y="122520"/>
                  <a:pt x="636516" y="123876"/>
                  <a:pt x="642874" y="123876"/>
                </a:cubicBezTo>
                <a:cubicBezTo>
                  <a:pt x="649873" y="123876"/>
                  <a:pt x="655139" y="122594"/>
                  <a:pt x="658671" y="120029"/>
                </a:cubicBezTo>
                <a:cubicBezTo>
                  <a:pt x="661047" y="118233"/>
                  <a:pt x="662235" y="115828"/>
                  <a:pt x="662235" y="112814"/>
                </a:cubicBezTo>
                <a:cubicBezTo>
                  <a:pt x="662235" y="110761"/>
                  <a:pt x="661593" y="109061"/>
                  <a:pt x="660309" y="107714"/>
                </a:cubicBezTo>
                <a:cubicBezTo>
                  <a:pt x="658960" y="106432"/>
                  <a:pt x="655942" y="105246"/>
                  <a:pt x="651254" y="104156"/>
                </a:cubicBezTo>
                <a:cubicBezTo>
                  <a:pt x="629420" y="99348"/>
                  <a:pt x="615581" y="94955"/>
                  <a:pt x="609737" y="90978"/>
                </a:cubicBezTo>
                <a:cubicBezTo>
                  <a:pt x="601646" y="85459"/>
                  <a:pt x="597600" y="77792"/>
                  <a:pt x="597600" y="67977"/>
                </a:cubicBezTo>
                <a:cubicBezTo>
                  <a:pt x="597600" y="59123"/>
                  <a:pt x="601100" y="51680"/>
                  <a:pt x="608100" y="45650"/>
                </a:cubicBezTo>
                <a:cubicBezTo>
                  <a:pt x="615099" y="39619"/>
                  <a:pt x="625952" y="36604"/>
                  <a:pt x="640658" y="36604"/>
                </a:cubicBezTo>
                <a:cubicBezTo>
                  <a:pt x="654658" y="36604"/>
                  <a:pt x="665061" y="38876"/>
                  <a:pt x="671868" y="43419"/>
                </a:cubicBezTo>
                <a:cubicBezTo>
                  <a:pt x="678675" y="47963"/>
                  <a:pt x="683363" y="54681"/>
                  <a:pt x="685932" y="63576"/>
                </a:cubicBezTo>
                <a:lnTo>
                  <a:pt x="660405" y="68392"/>
                </a:lnTo>
                <a:cubicBezTo>
                  <a:pt x="659313" y="64411"/>
                  <a:pt x="657242" y="61360"/>
                  <a:pt x="654192" y="59241"/>
                </a:cubicBezTo>
                <a:cubicBezTo>
                  <a:pt x="651142" y="57122"/>
                  <a:pt x="646791" y="56062"/>
                  <a:pt x="641140" y="56062"/>
                </a:cubicBezTo>
                <a:cubicBezTo>
                  <a:pt x="634012" y="56062"/>
                  <a:pt x="628906" y="57057"/>
                  <a:pt x="625824" y="59045"/>
                </a:cubicBezTo>
                <a:cubicBezTo>
                  <a:pt x="623769" y="60454"/>
                  <a:pt x="622741" y="62281"/>
                  <a:pt x="622741" y="64527"/>
                </a:cubicBezTo>
                <a:cubicBezTo>
                  <a:pt x="622741" y="66449"/>
                  <a:pt x="623640" y="68084"/>
                  <a:pt x="625438" y="69431"/>
                </a:cubicBezTo>
                <a:cubicBezTo>
                  <a:pt x="627879" y="71227"/>
                  <a:pt x="636307" y="73760"/>
                  <a:pt x="650724" y="77031"/>
                </a:cubicBezTo>
                <a:cubicBezTo>
                  <a:pt x="665141" y="80302"/>
                  <a:pt x="675207" y="84315"/>
                  <a:pt x="680923" y="89069"/>
                </a:cubicBezTo>
                <a:cubicBezTo>
                  <a:pt x="686574" y="93890"/>
                  <a:pt x="689399" y="100604"/>
                  <a:pt x="689399" y="109213"/>
                </a:cubicBezTo>
                <a:cubicBezTo>
                  <a:pt x="689399" y="118595"/>
                  <a:pt x="685482" y="126660"/>
                  <a:pt x="677648" y="133407"/>
                </a:cubicBezTo>
                <a:cubicBezTo>
                  <a:pt x="669813" y="140153"/>
                  <a:pt x="658222" y="143527"/>
                  <a:pt x="642874" y="143527"/>
                </a:cubicBezTo>
                <a:cubicBezTo>
                  <a:pt x="628938" y="143527"/>
                  <a:pt x="617909" y="140710"/>
                  <a:pt x="609785" y="135077"/>
                </a:cubicBezTo>
                <a:cubicBezTo>
                  <a:pt x="601662" y="129442"/>
                  <a:pt x="596348" y="121791"/>
                  <a:pt x="593843" y="112124"/>
                </a:cubicBezTo>
                <a:close/>
                <a:moveTo>
                  <a:pt x="760766" y="38916"/>
                </a:moveTo>
                <a:lnTo>
                  <a:pt x="760766" y="60493"/>
                </a:lnTo>
                <a:lnTo>
                  <a:pt x="742271" y="60493"/>
                </a:lnTo>
                <a:lnTo>
                  <a:pt x="742271" y="101655"/>
                </a:lnTo>
                <a:cubicBezTo>
                  <a:pt x="742271" y="109991"/>
                  <a:pt x="742448" y="114849"/>
                  <a:pt x="742801" y="116227"/>
                </a:cubicBezTo>
                <a:cubicBezTo>
                  <a:pt x="743154" y="117604"/>
                  <a:pt x="743957" y="118742"/>
                  <a:pt x="745209" y="119641"/>
                </a:cubicBezTo>
                <a:cubicBezTo>
                  <a:pt x="746461" y="120538"/>
                  <a:pt x="747987" y="120986"/>
                  <a:pt x="749785" y="120986"/>
                </a:cubicBezTo>
                <a:cubicBezTo>
                  <a:pt x="752289" y="120986"/>
                  <a:pt x="755918" y="120119"/>
                  <a:pt x="760670" y="118386"/>
                </a:cubicBezTo>
                <a:lnTo>
                  <a:pt x="762982" y="139463"/>
                </a:lnTo>
                <a:cubicBezTo>
                  <a:pt x="756688" y="142172"/>
                  <a:pt x="749560" y="143527"/>
                  <a:pt x="741597" y="143527"/>
                </a:cubicBezTo>
                <a:cubicBezTo>
                  <a:pt x="736716" y="143527"/>
                  <a:pt x="732317" y="142708"/>
                  <a:pt x="728400" y="141071"/>
                </a:cubicBezTo>
                <a:cubicBezTo>
                  <a:pt x="724483" y="139433"/>
                  <a:pt x="721609" y="137314"/>
                  <a:pt x="719779" y="134713"/>
                </a:cubicBezTo>
                <a:cubicBezTo>
                  <a:pt x="717949" y="132112"/>
                  <a:pt x="716680" y="128596"/>
                  <a:pt x="715974" y="124165"/>
                </a:cubicBezTo>
                <a:cubicBezTo>
                  <a:pt x="715396" y="121019"/>
                  <a:pt x="715107" y="114661"/>
                  <a:pt x="715107" y="105093"/>
                </a:cubicBezTo>
                <a:lnTo>
                  <a:pt x="715107" y="60493"/>
                </a:lnTo>
                <a:lnTo>
                  <a:pt x="702681" y="60493"/>
                </a:lnTo>
                <a:lnTo>
                  <a:pt x="702681" y="38916"/>
                </a:lnTo>
                <a:lnTo>
                  <a:pt x="715107" y="38916"/>
                </a:lnTo>
                <a:lnTo>
                  <a:pt x="715107" y="18495"/>
                </a:lnTo>
                <a:lnTo>
                  <a:pt x="742271" y="2504"/>
                </a:lnTo>
                <a:lnTo>
                  <a:pt x="742271" y="38916"/>
                </a:lnTo>
                <a:lnTo>
                  <a:pt x="760766" y="38916"/>
                </a:lnTo>
                <a:close/>
                <a:moveTo>
                  <a:pt x="804889" y="141215"/>
                </a:moveTo>
                <a:lnTo>
                  <a:pt x="777821" y="141215"/>
                </a:lnTo>
                <a:lnTo>
                  <a:pt x="777821" y="38916"/>
                </a:lnTo>
                <a:lnTo>
                  <a:pt x="802962" y="38916"/>
                </a:lnTo>
                <a:lnTo>
                  <a:pt x="802962" y="53461"/>
                </a:lnTo>
                <a:cubicBezTo>
                  <a:pt x="807265" y="46590"/>
                  <a:pt x="811134" y="42063"/>
                  <a:pt x="814570" y="39879"/>
                </a:cubicBezTo>
                <a:cubicBezTo>
                  <a:pt x="818005" y="37696"/>
                  <a:pt x="821907" y="36604"/>
                  <a:pt x="826273" y="36604"/>
                </a:cubicBezTo>
                <a:cubicBezTo>
                  <a:pt x="832438" y="36604"/>
                  <a:pt x="838378" y="38306"/>
                  <a:pt x="844094" y="41709"/>
                </a:cubicBezTo>
                <a:lnTo>
                  <a:pt x="835713" y="65310"/>
                </a:lnTo>
                <a:cubicBezTo>
                  <a:pt x="831154" y="62356"/>
                  <a:pt x="826916" y="60879"/>
                  <a:pt x="822998" y="60879"/>
                </a:cubicBezTo>
                <a:cubicBezTo>
                  <a:pt x="819209" y="60879"/>
                  <a:pt x="815999" y="61922"/>
                  <a:pt x="813366" y="64009"/>
                </a:cubicBezTo>
                <a:cubicBezTo>
                  <a:pt x="810733" y="66096"/>
                  <a:pt x="808662" y="69869"/>
                  <a:pt x="807153" y="75328"/>
                </a:cubicBezTo>
                <a:cubicBezTo>
                  <a:pt x="805643" y="80786"/>
                  <a:pt x="804889" y="92217"/>
                  <a:pt x="804889" y="109620"/>
                </a:cubicBezTo>
                <a:lnTo>
                  <a:pt x="804889" y="141215"/>
                </a:lnTo>
                <a:close/>
                <a:moveTo>
                  <a:pt x="923247" y="141215"/>
                </a:moveTo>
                <a:lnTo>
                  <a:pt x="923247" y="125899"/>
                </a:lnTo>
                <a:cubicBezTo>
                  <a:pt x="919522" y="131358"/>
                  <a:pt x="914626" y="135660"/>
                  <a:pt x="908557" y="138807"/>
                </a:cubicBezTo>
                <a:cubicBezTo>
                  <a:pt x="902489" y="141954"/>
                  <a:pt x="896083" y="143527"/>
                  <a:pt x="889340" y="143527"/>
                </a:cubicBezTo>
                <a:cubicBezTo>
                  <a:pt x="882469" y="143527"/>
                  <a:pt x="876304" y="142018"/>
                  <a:pt x="870845" y="139000"/>
                </a:cubicBezTo>
                <a:cubicBezTo>
                  <a:pt x="865387" y="135981"/>
                  <a:pt x="861437" y="131743"/>
                  <a:pt x="858997" y="126284"/>
                </a:cubicBezTo>
                <a:cubicBezTo>
                  <a:pt x="856557" y="120826"/>
                  <a:pt x="855337" y="113280"/>
                  <a:pt x="855337" y="103648"/>
                </a:cubicBezTo>
                <a:lnTo>
                  <a:pt x="855337" y="38916"/>
                </a:lnTo>
                <a:lnTo>
                  <a:pt x="882404" y="38916"/>
                </a:lnTo>
                <a:lnTo>
                  <a:pt x="882404" y="85815"/>
                </a:lnTo>
                <a:cubicBezTo>
                  <a:pt x="882404" y="100168"/>
                  <a:pt x="882902" y="108962"/>
                  <a:pt x="883898" y="112197"/>
                </a:cubicBezTo>
                <a:cubicBezTo>
                  <a:pt x="884893" y="115432"/>
                  <a:pt x="886707" y="117994"/>
                  <a:pt x="889340" y="119885"/>
                </a:cubicBezTo>
                <a:cubicBezTo>
                  <a:pt x="891973" y="121775"/>
                  <a:pt x="895312" y="122720"/>
                  <a:pt x="899358" y="122720"/>
                </a:cubicBezTo>
                <a:cubicBezTo>
                  <a:pt x="903982" y="122720"/>
                  <a:pt x="908124" y="121455"/>
                  <a:pt x="911784" y="118924"/>
                </a:cubicBezTo>
                <a:cubicBezTo>
                  <a:pt x="915445" y="116394"/>
                  <a:pt x="917949" y="113254"/>
                  <a:pt x="919298" y="109505"/>
                </a:cubicBezTo>
                <a:cubicBezTo>
                  <a:pt x="920646" y="105757"/>
                  <a:pt x="921320" y="96579"/>
                  <a:pt x="921320" y="81971"/>
                </a:cubicBezTo>
                <a:lnTo>
                  <a:pt x="921320" y="38916"/>
                </a:lnTo>
                <a:lnTo>
                  <a:pt x="948388" y="38916"/>
                </a:lnTo>
                <a:lnTo>
                  <a:pt x="948388" y="141215"/>
                </a:lnTo>
                <a:lnTo>
                  <a:pt x="923247" y="141215"/>
                </a:lnTo>
                <a:close/>
                <a:moveTo>
                  <a:pt x="1065453" y="69163"/>
                </a:moveTo>
                <a:lnTo>
                  <a:pt x="1038770" y="73979"/>
                </a:lnTo>
                <a:cubicBezTo>
                  <a:pt x="1037871" y="68681"/>
                  <a:pt x="1035832" y="64691"/>
                  <a:pt x="1032653" y="62010"/>
                </a:cubicBezTo>
                <a:cubicBezTo>
                  <a:pt x="1029474" y="59329"/>
                  <a:pt x="1025348" y="57989"/>
                  <a:pt x="1020275" y="57989"/>
                </a:cubicBezTo>
                <a:cubicBezTo>
                  <a:pt x="1013532" y="57989"/>
                  <a:pt x="1008154" y="60310"/>
                  <a:pt x="1004141" y="64951"/>
                </a:cubicBezTo>
                <a:cubicBezTo>
                  <a:pt x="1000127" y="69593"/>
                  <a:pt x="998120" y="77355"/>
                  <a:pt x="998120" y="88238"/>
                </a:cubicBezTo>
                <a:cubicBezTo>
                  <a:pt x="998120" y="100339"/>
                  <a:pt x="1000159" y="108887"/>
                  <a:pt x="1004237" y="113882"/>
                </a:cubicBezTo>
                <a:cubicBezTo>
                  <a:pt x="1008315" y="118875"/>
                  <a:pt x="1013789" y="121372"/>
                  <a:pt x="1020661" y="121372"/>
                </a:cubicBezTo>
                <a:cubicBezTo>
                  <a:pt x="1025798" y="121372"/>
                  <a:pt x="1030004" y="119911"/>
                  <a:pt x="1033279" y="116989"/>
                </a:cubicBezTo>
                <a:cubicBezTo>
                  <a:pt x="1036554" y="114067"/>
                  <a:pt x="1038866" y="109042"/>
                  <a:pt x="1040215" y="101914"/>
                </a:cubicBezTo>
                <a:lnTo>
                  <a:pt x="1066801" y="106537"/>
                </a:lnTo>
                <a:cubicBezTo>
                  <a:pt x="1064040" y="118739"/>
                  <a:pt x="1058742" y="127954"/>
                  <a:pt x="1050907" y="134183"/>
                </a:cubicBezTo>
                <a:cubicBezTo>
                  <a:pt x="1043073" y="140412"/>
                  <a:pt x="1032573" y="143527"/>
                  <a:pt x="1019408" y="143527"/>
                </a:cubicBezTo>
                <a:cubicBezTo>
                  <a:pt x="1004446" y="143527"/>
                  <a:pt x="992517" y="138807"/>
                  <a:pt x="983623" y="129367"/>
                </a:cubicBezTo>
                <a:cubicBezTo>
                  <a:pt x="974729" y="119927"/>
                  <a:pt x="970282" y="106858"/>
                  <a:pt x="970282" y="90162"/>
                </a:cubicBezTo>
                <a:cubicBezTo>
                  <a:pt x="970282" y="73273"/>
                  <a:pt x="974745" y="60124"/>
                  <a:pt x="983671" y="50716"/>
                </a:cubicBezTo>
                <a:cubicBezTo>
                  <a:pt x="992597" y="41308"/>
                  <a:pt x="1004670" y="36604"/>
                  <a:pt x="1019890" y="36604"/>
                </a:cubicBezTo>
                <a:cubicBezTo>
                  <a:pt x="1032348" y="36604"/>
                  <a:pt x="1042254" y="39285"/>
                  <a:pt x="1049607" y="44647"/>
                </a:cubicBezTo>
                <a:cubicBezTo>
                  <a:pt x="1056960" y="50010"/>
                  <a:pt x="1062242" y="58181"/>
                  <a:pt x="1065453" y="69163"/>
                </a:cubicBezTo>
                <a:close/>
                <a:moveTo>
                  <a:pt x="1133640" y="38916"/>
                </a:moveTo>
                <a:lnTo>
                  <a:pt x="1133640" y="60493"/>
                </a:lnTo>
                <a:lnTo>
                  <a:pt x="1115145" y="60493"/>
                </a:lnTo>
                <a:lnTo>
                  <a:pt x="1115145" y="101655"/>
                </a:lnTo>
                <a:cubicBezTo>
                  <a:pt x="1115145" y="109991"/>
                  <a:pt x="1115322" y="114849"/>
                  <a:pt x="1115675" y="116227"/>
                </a:cubicBezTo>
                <a:cubicBezTo>
                  <a:pt x="1116028" y="117604"/>
                  <a:pt x="1116831" y="118742"/>
                  <a:pt x="1118083" y="119641"/>
                </a:cubicBezTo>
                <a:cubicBezTo>
                  <a:pt x="1119335" y="120538"/>
                  <a:pt x="1120860" y="120986"/>
                  <a:pt x="1122658" y="120986"/>
                </a:cubicBezTo>
                <a:cubicBezTo>
                  <a:pt x="1125163" y="120986"/>
                  <a:pt x="1128791" y="120119"/>
                  <a:pt x="1133543" y="118386"/>
                </a:cubicBezTo>
                <a:lnTo>
                  <a:pt x="1135855" y="139463"/>
                </a:lnTo>
                <a:cubicBezTo>
                  <a:pt x="1129562" y="142172"/>
                  <a:pt x="1122434" y="143527"/>
                  <a:pt x="1114471" y="143527"/>
                </a:cubicBezTo>
                <a:cubicBezTo>
                  <a:pt x="1109590" y="143527"/>
                  <a:pt x="1105191" y="142708"/>
                  <a:pt x="1101274" y="141071"/>
                </a:cubicBezTo>
                <a:cubicBezTo>
                  <a:pt x="1097357" y="139433"/>
                  <a:pt x="1094483" y="137314"/>
                  <a:pt x="1092653" y="134713"/>
                </a:cubicBezTo>
                <a:cubicBezTo>
                  <a:pt x="1090822" y="132112"/>
                  <a:pt x="1089554" y="128596"/>
                  <a:pt x="1088848" y="124165"/>
                </a:cubicBezTo>
                <a:cubicBezTo>
                  <a:pt x="1088270" y="121019"/>
                  <a:pt x="1087981" y="114661"/>
                  <a:pt x="1087981" y="105093"/>
                </a:cubicBezTo>
                <a:lnTo>
                  <a:pt x="1087981" y="60493"/>
                </a:lnTo>
                <a:lnTo>
                  <a:pt x="1075555" y="60493"/>
                </a:lnTo>
                <a:lnTo>
                  <a:pt x="1075555" y="38916"/>
                </a:lnTo>
                <a:lnTo>
                  <a:pt x="1087981" y="38916"/>
                </a:lnTo>
                <a:lnTo>
                  <a:pt x="1087981" y="18495"/>
                </a:lnTo>
                <a:lnTo>
                  <a:pt x="1115145" y="2504"/>
                </a:lnTo>
                <a:lnTo>
                  <a:pt x="1115145" y="38916"/>
                </a:lnTo>
                <a:lnTo>
                  <a:pt x="1133640" y="38916"/>
                </a:lnTo>
                <a:close/>
                <a:moveTo>
                  <a:pt x="1151830" y="25045"/>
                </a:moveTo>
                <a:lnTo>
                  <a:pt x="1151830" y="0"/>
                </a:lnTo>
                <a:lnTo>
                  <a:pt x="1178898" y="0"/>
                </a:lnTo>
                <a:lnTo>
                  <a:pt x="1178898" y="25045"/>
                </a:lnTo>
                <a:lnTo>
                  <a:pt x="1151830" y="25045"/>
                </a:lnTo>
                <a:moveTo>
                  <a:pt x="1151830" y="141215"/>
                </a:moveTo>
                <a:lnTo>
                  <a:pt x="1151830" y="38916"/>
                </a:lnTo>
                <a:lnTo>
                  <a:pt x="1178898" y="38916"/>
                </a:lnTo>
                <a:lnTo>
                  <a:pt x="1178898" y="141215"/>
                </a:lnTo>
                <a:lnTo>
                  <a:pt x="1151830" y="141215"/>
                </a:lnTo>
                <a:close/>
                <a:moveTo>
                  <a:pt x="1200806" y="88621"/>
                </a:moveTo>
                <a:cubicBezTo>
                  <a:pt x="1200806" y="79630"/>
                  <a:pt x="1203022" y="70929"/>
                  <a:pt x="1207453" y="62516"/>
                </a:cubicBezTo>
                <a:cubicBezTo>
                  <a:pt x="1211884" y="54104"/>
                  <a:pt x="1218161" y="47682"/>
                  <a:pt x="1226285" y="43251"/>
                </a:cubicBezTo>
                <a:cubicBezTo>
                  <a:pt x="1234408" y="38820"/>
                  <a:pt x="1243479" y="36604"/>
                  <a:pt x="1253497" y="36604"/>
                </a:cubicBezTo>
                <a:cubicBezTo>
                  <a:pt x="1268973" y="36604"/>
                  <a:pt x="1281656" y="41629"/>
                  <a:pt x="1291546" y="51679"/>
                </a:cubicBezTo>
                <a:cubicBezTo>
                  <a:pt x="1301435" y="61729"/>
                  <a:pt x="1306380" y="74428"/>
                  <a:pt x="1306380" y="89777"/>
                </a:cubicBezTo>
                <a:cubicBezTo>
                  <a:pt x="1306380" y="105253"/>
                  <a:pt x="1301387" y="118081"/>
                  <a:pt x="1291401" y="128259"/>
                </a:cubicBezTo>
                <a:cubicBezTo>
                  <a:pt x="1281416" y="138438"/>
                  <a:pt x="1268845" y="143527"/>
                  <a:pt x="1253690" y="143527"/>
                </a:cubicBezTo>
                <a:cubicBezTo>
                  <a:pt x="1244314" y="143527"/>
                  <a:pt x="1235371" y="141408"/>
                  <a:pt x="1226862" y="137169"/>
                </a:cubicBezTo>
                <a:cubicBezTo>
                  <a:pt x="1218354" y="132931"/>
                  <a:pt x="1211884" y="126718"/>
                  <a:pt x="1207453" y="118530"/>
                </a:cubicBezTo>
                <a:cubicBezTo>
                  <a:pt x="1203022" y="110342"/>
                  <a:pt x="1200806" y="100372"/>
                  <a:pt x="1200806" y="88621"/>
                </a:cubicBezTo>
                <a:moveTo>
                  <a:pt x="1228548" y="90066"/>
                </a:moveTo>
                <a:cubicBezTo>
                  <a:pt x="1228548" y="100180"/>
                  <a:pt x="1230956" y="107926"/>
                  <a:pt x="1235773" y="113304"/>
                </a:cubicBezTo>
                <a:cubicBezTo>
                  <a:pt x="1240589" y="118683"/>
                  <a:pt x="1246529" y="121372"/>
                  <a:pt x="1253593" y="121372"/>
                </a:cubicBezTo>
                <a:cubicBezTo>
                  <a:pt x="1260657" y="121372"/>
                  <a:pt x="1266581" y="118683"/>
                  <a:pt x="1271365" y="113304"/>
                </a:cubicBezTo>
                <a:cubicBezTo>
                  <a:pt x="1276150" y="107926"/>
                  <a:pt x="1278542" y="100116"/>
                  <a:pt x="1278542" y="89873"/>
                </a:cubicBezTo>
                <a:cubicBezTo>
                  <a:pt x="1278542" y="79887"/>
                  <a:pt x="1276150" y="72205"/>
                  <a:pt x="1271365" y="66827"/>
                </a:cubicBezTo>
                <a:cubicBezTo>
                  <a:pt x="1266581" y="61448"/>
                  <a:pt x="1260657" y="58759"/>
                  <a:pt x="1253593" y="58759"/>
                </a:cubicBezTo>
                <a:cubicBezTo>
                  <a:pt x="1246529" y="58759"/>
                  <a:pt x="1240589" y="61448"/>
                  <a:pt x="1235773" y="66827"/>
                </a:cubicBezTo>
                <a:cubicBezTo>
                  <a:pt x="1230956" y="72205"/>
                  <a:pt x="1228548" y="79951"/>
                  <a:pt x="1228548" y="90066"/>
                </a:cubicBezTo>
                <a:close/>
                <a:moveTo>
                  <a:pt x="1420459" y="141215"/>
                </a:moveTo>
                <a:lnTo>
                  <a:pt x="1393391" y="141215"/>
                </a:lnTo>
                <a:lnTo>
                  <a:pt x="1393391" y="89066"/>
                </a:lnTo>
                <a:cubicBezTo>
                  <a:pt x="1393391" y="78033"/>
                  <a:pt x="1392813" y="70897"/>
                  <a:pt x="1391657" y="67658"/>
                </a:cubicBezTo>
                <a:cubicBezTo>
                  <a:pt x="1390501" y="64419"/>
                  <a:pt x="1388623" y="61901"/>
                  <a:pt x="1386022" y="60105"/>
                </a:cubicBezTo>
                <a:cubicBezTo>
                  <a:pt x="1383421" y="58309"/>
                  <a:pt x="1380291" y="57411"/>
                  <a:pt x="1376630" y="57411"/>
                </a:cubicBezTo>
                <a:cubicBezTo>
                  <a:pt x="1371942" y="57411"/>
                  <a:pt x="1367736" y="58694"/>
                  <a:pt x="1364011" y="61261"/>
                </a:cubicBezTo>
                <a:cubicBezTo>
                  <a:pt x="1360287" y="63826"/>
                  <a:pt x="1357734" y="67225"/>
                  <a:pt x="1356353" y="71459"/>
                </a:cubicBezTo>
                <a:cubicBezTo>
                  <a:pt x="1354973" y="75692"/>
                  <a:pt x="1354282" y="83517"/>
                  <a:pt x="1354282" y="94936"/>
                </a:cubicBezTo>
                <a:lnTo>
                  <a:pt x="1354282" y="141215"/>
                </a:lnTo>
                <a:lnTo>
                  <a:pt x="1327215" y="141215"/>
                </a:lnTo>
                <a:lnTo>
                  <a:pt x="1327215" y="38916"/>
                </a:lnTo>
                <a:lnTo>
                  <a:pt x="1352356" y="38916"/>
                </a:lnTo>
                <a:lnTo>
                  <a:pt x="1352356" y="53943"/>
                </a:lnTo>
                <a:cubicBezTo>
                  <a:pt x="1361282" y="42384"/>
                  <a:pt x="1372520" y="36604"/>
                  <a:pt x="1386070" y="36604"/>
                </a:cubicBezTo>
                <a:cubicBezTo>
                  <a:pt x="1392043" y="36604"/>
                  <a:pt x="1397501" y="37680"/>
                  <a:pt x="1402446" y="39831"/>
                </a:cubicBezTo>
                <a:cubicBezTo>
                  <a:pt x="1407391" y="41982"/>
                  <a:pt x="1411131" y="44728"/>
                  <a:pt x="1413668" y="48067"/>
                </a:cubicBezTo>
                <a:cubicBezTo>
                  <a:pt x="1416204" y="51406"/>
                  <a:pt x="1417970" y="55195"/>
                  <a:pt x="1418966" y="59434"/>
                </a:cubicBezTo>
                <a:cubicBezTo>
                  <a:pt x="1419961" y="63672"/>
                  <a:pt x="1420459" y="69741"/>
                  <a:pt x="1420459" y="77639"/>
                </a:cubicBezTo>
                <a:lnTo>
                  <a:pt x="1420459" y="141215"/>
                </a:lnTo>
                <a:close/>
                <a:moveTo>
                  <a:pt x="1501204" y="141215"/>
                </a:moveTo>
                <a:lnTo>
                  <a:pt x="1501204" y="0"/>
                </a:lnTo>
                <a:lnTo>
                  <a:pt x="1605911" y="0"/>
                </a:lnTo>
                <a:lnTo>
                  <a:pt x="1605911" y="23889"/>
                </a:lnTo>
                <a:lnTo>
                  <a:pt x="1529716" y="23889"/>
                </a:lnTo>
                <a:lnTo>
                  <a:pt x="1529716" y="55099"/>
                </a:lnTo>
                <a:lnTo>
                  <a:pt x="1600613" y="55099"/>
                </a:lnTo>
                <a:lnTo>
                  <a:pt x="1600613" y="78988"/>
                </a:lnTo>
                <a:lnTo>
                  <a:pt x="1529716" y="78988"/>
                </a:lnTo>
                <a:lnTo>
                  <a:pt x="1529716" y="117326"/>
                </a:lnTo>
                <a:lnTo>
                  <a:pt x="1608608" y="117326"/>
                </a:lnTo>
                <a:lnTo>
                  <a:pt x="1608608" y="141215"/>
                </a:lnTo>
                <a:lnTo>
                  <a:pt x="1501204" y="141215"/>
                </a:lnTo>
                <a:close/>
                <a:moveTo>
                  <a:pt x="1726238" y="141215"/>
                </a:moveTo>
                <a:lnTo>
                  <a:pt x="1699170" y="141215"/>
                </a:lnTo>
                <a:lnTo>
                  <a:pt x="1699170" y="89066"/>
                </a:lnTo>
                <a:cubicBezTo>
                  <a:pt x="1699170" y="78033"/>
                  <a:pt x="1698592" y="70897"/>
                  <a:pt x="1697436" y="67658"/>
                </a:cubicBezTo>
                <a:cubicBezTo>
                  <a:pt x="1696280" y="64419"/>
                  <a:pt x="1694402" y="61901"/>
                  <a:pt x="1691801" y="60105"/>
                </a:cubicBezTo>
                <a:cubicBezTo>
                  <a:pt x="1689200" y="58309"/>
                  <a:pt x="1686070" y="57411"/>
                  <a:pt x="1682409" y="57411"/>
                </a:cubicBezTo>
                <a:cubicBezTo>
                  <a:pt x="1677721" y="57411"/>
                  <a:pt x="1673515" y="58694"/>
                  <a:pt x="1669790" y="61261"/>
                </a:cubicBezTo>
                <a:cubicBezTo>
                  <a:pt x="1666066" y="63826"/>
                  <a:pt x="1663513" y="67225"/>
                  <a:pt x="1662133" y="71459"/>
                </a:cubicBezTo>
                <a:cubicBezTo>
                  <a:pt x="1660752" y="75692"/>
                  <a:pt x="1660061" y="83517"/>
                  <a:pt x="1660061" y="94936"/>
                </a:cubicBezTo>
                <a:lnTo>
                  <a:pt x="1660061" y="141215"/>
                </a:lnTo>
                <a:lnTo>
                  <a:pt x="1632994" y="141215"/>
                </a:lnTo>
                <a:lnTo>
                  <a:pt x="1632994" y="38916"/>
                </a:lnTo>
                <a:lnTo>
                  <a:pt x="1658135" y="38916"/>
                </a:lnTo>
                <a:lnTo>
                  <a:pt x="1658135" y="53943"/>
                </a:lnTo>
                <a:cubicBezTo>
                  <a:pt x="1667061" y="42384"/>
                  <a:pt x="1678299" y="36604"/>
                  <a:pt x="1691849" y="36604"/>
                </a:cubicBezTo>
                <a:cubicBezTo>
                  <a:pt x="1697822" y="36604"/>
                  <a:pt x="1703280" y="37680"/>
                  <a:pt x="1708225" y="39831"/>
                </a:cubicBezTo>
                <a:cubicBezTo>
                  <a:pt x="1713170" y="41982"/>
                  <a:pt x="1716910" y="44728"/>
                  <a:pt x="1719447" y="48067"/>
                </a:cubicBezTo>
                <a:cubicBezTo>
                  <a:pt x="1721984" y="51406"/>
                  <a:pt x="1723750" y="55195"/>
                  <a:pt x="1724745" y="59434"/>
                </a:cubicBezTo>
                <a:cubicBezTo>
                  <a:pt x="1725740" y="63672"/>
                  <a:pt x="1726238" y="69741"/>
                  <a:pt x="1726238" y="77639"/>
                </a:cubicBezTo>
                <a:lnTo>
                  <a:pt x="1726238" y="141215"/>
                </a:lnTo>
                <a:close/>
                <a:moveTo>
                  <a:pt x="1751021" y="147765"/>
                </a:moveTo>
                <a:lnTo>
                  <a:pt x="1781942" y="151618"/>
                </a:lnTo>
                <a:cubicBezTo>
                  <a:pt x="1782456" y="155249"/>
                  <a:pt x="1783644" y="157744"/>
                  <a:pt x="1785506" y="159105"/>
                </a:cubicBezTo>
                <a:cubicBezTo>
                  <a:pt x="1788075" y="161049"/>
                  <a:pt x="1792120" y="162022"/>
                  <a:pt x="1797643" y="162022"/>
                </a:cubicBezTo>
                <a:cubicBezTo>
                  <a:pt x="1804707" y="162022"/>
                  <a:pt x="1810005" y="160954"/>
                  <a:pt x="1813537" y="158819"/>
                </a:cubicBezTo>
                <a:cubicBezTo>
                  <a:pt x="1815913" y="157396"/>
                  <a:pt x="1817711" y="155100"/>
                  <a:pt x="1818931" y="151931"/>
                </a:cubicBezTo>
                <a:cubicBezTo>
                  <a:pt x="1819766" y="149668"/>
                  <a:pt x="1820183" y="145497"/>
                  <a:pt x="1820183" y="139418"/>
                </a:cubicBezTo>
                <a:lnTo>
                  <a:pt x="1820183" y="124379"/>
                </a:lnTo>
                <a:cubicBezTo>
                  <a:pt x="1812092" y="135603"/>
                  <a:pt x="1801881" y="141215"/>
                  <a:pt x="1789552" y="141215"/>
                </a:cubicBezTo>
                <a:cubicBezTo>
                  <a:pt x="1775809" y="141215"/>
                  <a:pt x="1764924" y="135403"/>
                  <a:pt x="1756897" y="123780"/>
                </a:cubicBezTo>
                <a:cubicBezTo>
                  <a:pt x="1750603" y="114597"/>
                  <a:pt x="1747457" y="103166"/>
                  <a:pt x="1747457" y="89488"/>
                </a:cubicBezTo>
                <a:cubicBezTo>
                  <a:pt x="1747457" y="72341"/>
                  <a:pt x="1751583" y="59241"/>
                  <a:pt x="1759835" y="50186"/>
                </a:cubicBezTo>
                <a:cubicBezTo>
                  <a:pt x="1768087" y="41132"/>
                  <a:pt x="1778346" y="36604"/>
                  <a:pt x="1790611" y="36604"/>
                </a:cubicBezTo>
                <a:cubicBezTo>
                  <a:pt x="1803262" y="36604"/>
                  <a:pt x="1813697" y="42185"/>
                  <a:pt x="1821917" y="53347"/>
                </a:cubicBezTo>
                <a:lnTo>
                  <a:pt x="1821917" y="38916"/>
                </a:lnTo>
                <a:lnTo>
                  <a:pt x="1847251" y="38916"/>
                </a:lnTo>
                <a:lnTo>
                  <a:pt x="1847251" y="130776"/>
                </a:lnTo>
                <a:cubicBezTo>
                  <a:pt x="1847251" y="142857"/>
                  <a:pt x="1846256" y="151885"/>
                  <a:pt x="1844265" y="157862"/>
                </a:cubicBezTo>
                <a:cubicBezTo>
                  <a:pt x="1842274" y="163838"/>
                  <a:pt x="1839481" y="168529"/>
                  <a:pt x="1835885" y="171934"/>
                </a:cubicBezTo>
                <a:cubicBezTo>
                  <a:pt x="1832289" y="175342"/>
                  <a:pt x="1827488" y="178009"/>
                  <a:pt x="1821484" y="179935"/>
                </a:cubicBezTo>
                <a:cubicBezTo>
                  <a:pt x="1815480" y="181864"/>
                  <a:pt x="1807886" y="182828"/>
                  <a:pt x="1798703" y="182828"/>
                </a:cubicBezTo>
                <a:cubicBezTo>
                  <a:pt x="1781364" y="182828"/>
                  <a:pt x="1769066" y="179833"/>
                  <a:pt x="1761809" y="173843"/>
                </a:cubicBezTo>
                <a:cubicBezTo>
                  <a:pt x="1754553" y="167854"/>
                  <a:pt x="1750925" y="160263"/>
                  <a:pt x="1750925" y="151067"/>
                </a:cubicBezTo>
                <a:cubicBezTo>
                  <a:pt x="1750925" y="150160"/>
                  <a:pt x="1750957" y="149060"/>
                  <a:pt x="1751021" y="147765"/>
                </a:cubicBezTo>
                <a:moveTo>
                  <a:pt x="1775199" y="87946"/>
                </a:moveTo>
                <a:cubicBezTo>
                  <a:pt x="1775199" y="98767"/>
                  <a:pt x="1777302" y="106690"/>
                  <a:pt x="1781508" y="111715"/>
                </a:cubicBezTo>
                <a:cubicBezTo>
                  <a:pt x="1785715" y="116740"/>
                  <a:pt x="1790900" y="119253"/>
                  <a:pt x="1797065" y="119253"/>
                </a:cubicBezTo>
                <a:cubicBezTo>
                  <a:pt x="1803680" y="119253"/>
                  <a:pt x="1809266" y="116676"/>
                  <a:pt x="1813826" y="111522"/>
                </a:cubicBezTo>
                <a:cubicBezTo>
                  <a:pt x="1818385" y="106369"/>
                  <a:pt x="1820665" y="98735"/>
                  <a:pt x="1820665" y="88621"/>
                </a:cubicBezTo>
                <a:cubicBezTo>
                  <a:pt x="1820665" y="78057"/>
                  <a:pt x="1818482" y="70214"/>
                  <a:pt x="1814115" y="65093"/>
                </a:cubicBezTo>
                <a:cubicBezTo>
                  <a:pt x="1809748" y="59971"/>
                  <a:pt x="1804225" y="57411"/>
                  <a:pt x="1797547" y="57411"/>
                </a:cubicBezTo>
                <a:cubicBezTo>
                  <a:pt x="1791061" y="57411"/>
                  <a:pt x="1785715" y="59923"/>
                  <a:pt x="1781508" y="64948"/>
                </a:cubicBezTo>
                <a:cubicBezTo>
                  <a:pt x="1777302" y="69973"/>
                  <a:pt x="1775199" y="77639"/>
                  <a:pt x="1775199" y="87946"/>
                </a:cubicBezTo>
                <a:close/>
                <a:moveTo>
                  <a:pt x="1873865" y="25045"/>
                </a:moveTo>
                <a:lnTo>
                  <a:pt x="1873865" y="0"/>
                </a:lnTo>
                <a:lnTo>
                  <a:pt x="1900933" y="0"/>
                </a:lnTo>
                <a:lnTo>
                  <a:pt x="1900933" y="25045"/>
                </a:lnTo>
                <a:lnTo>
                  <a:pt x="1873865" y="25045"/>
                </a:lnTo>
                <a:moveTo>
                  <a:pt x="1873865" y="141215"/>
                </a:moveTo>
                <a:lnTo>
                  <a:pt x="1873865" y="38916"/>
                </a:lnTo>
                <a:lnTo>
                  <a:pt x="1900933" y="38916"/>
                </a:lnTo>
                <a:lnTo>
                  <a:pt x="1900933" y="141215"/>
                </a:lnTo>
                <a:lnTo>
                  <a:pt x="1873865" y="141215"/>
                </a:lnTo>
                <a:close/>
                <a:moveTo>
                  <a:pt x="2022154" y="141215"/>
                </a:moveTo>
                <a:lnTo>
                  <a:pt x="1995086" y="141215"/>
                </a:lnTo>
                <a:lnTo>
                  <a:pt x="1995086" y="89066"/>
                </a:lnTo>
                <a:cubicBezTo>
                  <a:pt x="1995086" y="78033"/>
                  <a:pt x="1994508" y="70897"/>
                  <a:pt x="1993352" y="67658"/>
                </a:cubicBezTo>
                <a:cubicBezTo>
                  <a:pt x="1992196" y="64419"/>
                  <a:pt x="1990318" y="61901"/>
                  <a:pt x="1987717" y="60105"/>
                </a:cubicBezTo>
                <a:cubicBezTo>
                  <a:pt x="1985116" y="58309"/>
                  <a:pt x="1981986" y="57411"/>
                  <a:pt x="1978325" y="57411"/>
                </a:cubicBezTo>
                <a:cubicBezTo>
                  <a:pt x="1973638" y="57411"/>
                  <a:pt x="1969431" y="58694"/>
                  <a:pt x="1965707" y="61261"/>
                </a:cubicBezTo>
                <a:cubicBezTo>
                  <a:pt x="1961982" y="63826"/>
                  <a:pt x="1959429" y="67225"/>
                  <a:pt x="1958049" y="71459"/>
                </a:cubicBezTo>
                <a:cubicBezTo>
                  <a:pt x="1956668" y="75692"/>
                  <a:pt x="1955978" y="83517"/>
                  <a:pt x="1955978" y="94936"/>
                </a:cubicBezTo>
                <a:lnTo>
                  <a:pt x="1955978" y="141215"/>
                </a:lnTo>
                <a:lnTo>
                  <a:pt x="1928910" y="141215"/>
                </a:lnTo>
                <a:lnTo>
                  <a:pt x="1928910" y="38916"/>
                </a:lnTo>
                <a:lnTo>
                  <a:pt x="1954051" y="38916"/>
                </a:lnTo>
                <a:lnTo>
                  <a:pt x="1954051" y="53943"/>
                </a:lnTo>
                <a:cubicBezTo>
                  <a:pt x="1962977" y="42384"/>
                  <a:pt x="1974215" y="36604"/>
                  <a:pt x="1987765" y="36604"/>
                </a:cubicBezTo>
                <a:cubicBezTo>
                  <a:pt x="1993738" y="36604"/>
                  <a:pt x="1999196" y="37680"/>
                  <a:pt x="2004141" y="39831"/>
                </a:cubicBezTo>
                <a:cubicBezTo>
                  <a:pt x="2009086" y="41982"/>
                  <a:pt x="2012826" y="44728"/>
                  <a:pt x="2015363" y="48067"/>
                </a:cubicBezTo>
                <a:cubicBezTo>
                  <a:pt x="2017900" y="51406"/>
                  <a:pt x="2019666" y="55195"/>
                  <a:pt x="2020661" y="59434"/>
                </a:cubicBezTo>
                <a:cubicBezTo>
                  <a:pt x="2021656" y="63672"/>
                  <a:pt x="2022154" y="69741"/>
                  <a:pt x="2022154" y="77639"/>
                </a:cubicBezTo>
                <a:lnTo>
                  <a:pt x="2022154" y="141215"/>
                </a:lnTo>
                <a:close/>
                <a:moveTo>
                  <a:pt x="2108682" y="108657"/>
                </a:moveTo>
                <a:lnTo>
                  <a:pt x="2135654" y="113280"/>
                </a:lnTo>
                <a:cubicBezTo>
                  <a:pt x="2132186" y="123138"/>
                  <a:pt x="2126712" y="130643"/>
                  <a:pt x="2119230" y="135797"/>
                </a:cubicBezTo>
                <a:cubicBezTo>
                  <a:pt x="2111749" y="140950"/>
                  <a:pt x="2102389" y="143527"/>
                  <a:pt x="2091151" y="143527"/>
                </a:cubicBezTo>
                <a:cubicBezTo>
                  <a:pt x="2073363" y="143527"/>
                  <a:pt x="2060198" y="137715"/>
                  <a:pt x="2051657" y="126092"/>
                </a:cubicBezTo>
                <a:cubicBezTo>
                  <a:pt x="2044914" y="116780"/>
                  <a:pt x="2041543" y="105028"/>
                  <a:pt x="2041543" y="90836"/>
                </a:cubicBezTo>
                <a:cubicBezTo>
                  <a:pt x="2041543" y="73883"/>
                  <a:pt x="2045974" y="60606"/>
                  <a:pt x="2054836" y="51005"/>
                </a:cubicBezTo>
                <a:cubicBezTo>
                  <a:pt x="2063698" y="41404"/>
                  <a:pt x="2074904" y="36604"/>
                  <a:pt x="2088454" y="36604"/>
                </a:cubicBezTo>
                <a:cubicBezTo>
                  <a:pt x="2103673" y="36604"/>
                  <a:pt x="2115682" y="41629"/>
                  <a:pt x="2124480" y="51679"/>
                </a:cubicBezTo>
                <a:cubicBezTo>
                  <a:pt x="2133278" y="61729"/>
                  <a:pt x="2137484" y="77126"/>
                  <a:pt x="2137099" y="97868"/>
                </a:cubicBezTo>
                <a:lnTo>
                  <a:pt x="2069285" y="97868"/>
                </a:lnTo>
                <a:cubicBezTo>
                  <a:pt x="2069477" y="105895"/>
                  <a:pt x="2071661" y="112140"/>
                  <a:pt x="2075835" y="116604"/>
                </a:cubicBezTo>
                <a:cubicBezTo>
                  <a:pt x="2080009" y="121067"/>
                  <a:pt x="2085211" y="123298"/>
                  <a:pt x="2091440" y="123298"/>
                </a:cubicBezTo>
                <a:cubicBezTo>
                  <a:pt x="2095678" y="123298"/>
                  <a:pt x="2099242" y="122142"/>
                  <a:pt x="2102132" y="119831"/>
                </a:cubicBezTo>
                <a:cubicBezTo>
                  <a:pt x="2105022" y="117519"/>
                  <a:pt x="2107205" y="113794"/>
                  <a:pt x="2108682" y="108657"/>
                </a:cubicBezTo>
                <a:moveTo>
                  <a:pt x="2110224" y="81300"/>
                </a:moveTo>
                <a:cubicBezTo>
                  <a:pt x="2110031" y="73497"/>
                  <a:pt x="2108008" y="67565"/>
                  <a:pt x="2104155" y="63503"/>
                </a:cubicBezTo>
                <a:cubicBezTo>
                  <a:pt x="2100302" y="59442"/>
                  <a:pt x="2095614" y="57411"/>
                  <a:pt x="2090091" y="57411"/>
                </a:cubicBezTo>
                <a:cubicBezTo>
                  <a:pt x="2084183" y="57411"/>
                  <a:pt x="2079303" y="59553"/>
                  <a:pt x="2075450" y="63838"/>
                </a:cubicBezTo>
                <a:cubicBezTo>
                  <a:pt x="2071597" y="68124"/>
                  <a:pt x="2069702" y="73945"/>
                  <a:pt x="2069766" y="81300"/>
                </a:cubicBezTo>
                <a:lnTo>
                  <a:pt x="2110224" y="813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cc0bf46914c52"/>
          <a:stretch xmlns:a="http://schemas.openxmlformats.org/drawingml/2006/main"/>
        </p:blipFill>
        <p:spPr>
          <a:xfrm xmlns:a="http://schemas.openxmlformats.org/drawingml/2006/main">
            <a:off x="5830486" y="2770601"/>
            <a:ext cx="2420591" cy="485546"/>
          </a:xfrm>
          <a:prstGeom xmlns:a="http://schemas.openxmlformats.org/drawingml/2006/main" prst="rect">
            <a:avLst/>
          </a:prstGeom>
        </p:spPr>
      </p:pic>
      <p:pic>
        <p:nvPicPr>
          <p:cNvPr id="14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879ed85094fe3"/>
          <a:stretch xmlns:a="http://schemas.openxmlformats.org/drawingml/2006/main"/>
        </p:blipFill>
        <p:spPr>
          <a:xfrm xmlns:a="http://schemas.openxmlformats.org/drawingml/2006/main">
            <a:off x="5865996" y="2770765"/>
            <a:ext cx="2347599" cy="485218"/>
          </a:xfrm>
          <a:prstGeom xmlns:a="http://schemas.openxmlformats.org/drawingml/2006/main" prst="rect">
            <a:avLst/>
          </a:prstGeom>
        </p:spPr>
      </p:pic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B0B9F-CF2C-4B08-9ABD-8271841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914" y="2810627"/>
            <a:ext cx="2266715" cy="357072"/>
          </a:xfrm>
          <a:custGeom xmlns:a="http://schemas.openxmlformats.org/drawingml/2006/main">
            <a:pathLst>
              <a:path w="2266715" h="357072">
                <a:moveTo>
                  <a:pt x="0" y="59512"/>
                </a:moveTo>
                <a:cubicBezTo>
                  <a:pt x="0" y="26649"/>
                  <a:pt x="26649" y="0"/>
                  <a:pt x="59512" y="0"/>
                </a:cubicBezTo>
                <a:lnTo>
                  <a:pt x="2207203" y="0"/>
                </a:lnTo>
                <a:cubicBezTo>
                  <a:pt x="2240066" y="0"/>
                  <a:pt x="2266715" y="26649"/>
                  <a:pt x="2266715" y="59512"/>
                </a:cubicBezTo>
                <a:lnTo>
                  <a:pt x="2266715" y="297560"/>
                </a:lnTo>
                <a:cubicBezTo>
                  <a:pt x="2266715" y="330423"/>
                  <a:pt x="2240066" y="357072"/>
                  <a:pt x="2207203" y="357072"/>
                </a:cubicBezTo>
                <a:lnTo>
                  <a:pt x="59512" y="357072"/>
                </a:lnTo>
                <a:cubicBezTo>
                  <a:pt x="26649" y="357072"/>
                  <a:pt x="0" y="330423"/>
                  <a:pt x="0" y="297560"/>
                </a:cubicBezTo>
                <a:lnTo>
                  <a:pt x="0" y="59512"/>
                </a:lnTo>
                <a:close/>
              </a:path>
            </a:pathLst>
          </a:custGeom>
          <a:solidFill xmlns:a="http://schemas.openxmlformats.org/drawingml/2006/main">
            <a:srgbClr val="F4E3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B182D-AB22-4F62-B140-87907BD7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914" y="2810627"/>
            <a:ext cx="2266715" cy="357072"/>
          </a:xfrm>
          <a:custGeom xmlns:a="http://schemas.openxmlformats.org/drawingml/2006/main">
            <a:pathLst>
              <a:path w="2266715" h="357072" fill="none">
                <a:moveTo>
                  <a:pt x="0" y="59512"/>
                </a:moveTo>
                <a:cubicBezTo>
                  <a:pt x="0" y="26649"/>
                  <a:pt x="26649" y="0"/>
                  <a:pt x="59512" y="0"/>
                </a:cubicBezTo>
                <a:lnTo>
                  <a:pt x="2207203" y="0"/>
                </a:lnTo>
                <a:cubicBezTo>
                  <a:pt x="2240066" y="0"/>
                  <a:pt x="2266715" y="26649"/>
                  <a:pt x="2266715" y="59512"/>
                </a:cubicBezTo>
                <a:lnTo>
                  <a:pt x="2266715" y="297560"/>
                </a:lnTo>
                <a:cubicBezTo>
                  <a:pt x="2266715" y="330423"/>
                  <a:pt x="2240066" y="357072"/>
                  <a:pt x="2207203" y="357072"/>
                </a:cubicBezTo>
                <a:lnTo>
                  <a:pt x="59512" y="357072"/>
                </a:lnTo>
                <a:cubicBezTo>
                  <a:pt x="26649" y="357072"/>
                  <a:pt x="0" y="330423"/>
                  <a:pt x="0" y="297560"/>
                </a:cubicBezTo>
                <a:lnTo>
                  <a:pt x="0" y="595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sp>
        <p:nvSpPr>
          <p:cNvPr id="253" name="Text §IV.ENoiseRemoval">
            <a:extLst xmlns:a="http://schemas.openxmlformats.org/drawingml/2006/main">
              <a:ext uri="{FF2B5EF4-FFF2-40B4-BE49-F238E27FC236}">
                <a16:creationId xmlns:a16="http://schemas.microsoft.com/office/drawing/2014/main" id="{EACF252E-E032-4571-8551-4BFBF44C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256" y="2915220"/>
            <a:ext cx="1952983" cy="168572"/>
          </a:xfrm>
          <a:custGeom xmlns:a="http://schemas.openxmlformats.org/drawingml/2006/main">
            <a:pathLst>
              <a:path w="1952983" h="168572">
                <a:moveTo>
                  <a:pt x="78217" y="136959"/>
                </a:moveTo>
                <a:cubicBezTo>
                  <a:pt x="78217" y="146983"/>
                  <a:pt x="74862" y="154757"/>
                  <a:pt x="68151" y="160282"/>
                </a:cubicBezTo>
                <a:cubicBezTo>
                  <a:pt x="61440" y="165808"/>
                  <a:pt x="52081" y="168572"/>
                  <a:pt x="40072" y="168572"/>
                </a:cubicBezTo>
                <a:cubicBezTo>
                  <a:pt x="28127" y="168572"/>
                  <a:pt x="18960" y="166387"/>
                  <a:pt x="12571" y="162019"/>
                </a:cubicBezTo>
                <a:cubicBezTo>
                  <a:pt x="6181" y="157650"/>
                  <a:pt x="1991" y="150775"/>
                  <a:pt x="0" y="141396"/>
                </a:cubicBezTo>
                <a:lnTo>
                  <a:pt x="18687" y="137928"/>
                </a:lnTo>
                <a:cubicBezTo>
                  <a:pt x="19843" y="143776"/>
                  <a:pt x="22171" y="148001"/>
                  <a:pt x="25671" y="150604"/>
                </a:cubicBezTo>
                <a:cubicBezTo>
                  <a:pt x="29171" y="153207"/>
                  <a:pt x="33971" y="154508"/>
                  <a:pt x="40072" y="154508"/>
                </a:cubicBezTo>
                <a:cubicBezTo>
                  <a:pt x="46108" y="154508"/>
                  <a:pt x="50828" y="153175"/>
                  <a:pt x="54232" y="150508"/>
                </a:cubicBezTo>
                <a:cubicBezTo>
                  <a:pt x="57636" y="147841"/>
                  <a:pt x="59337" y="143937"/>
                  <a:pt x="59337" y="138798"/>
                </a:cubicBezTo>
                <a:cubicBezTo>
                  <a:pt x="59337" y="135778"/>
                  <a:pt x="58599" y="133191"/>
                  <a:pt x="57122" y="131038"/>
                </a:cubicBezTo>
                <a:cubicBezTo>
                  <a:pt x="55645" y="128884"/>
                  <a:pt x="53365" y="126941"/>
                  <a:pt x="50283" y="125207"/>
                </a:cubicBezTo>
                <a:cubicBezTo>
                  <a:pt x="47200" y="123471"/>
                  <a:pt x="41421" y="121157"/>
                  <a:pt x="32944" y="118265"/>
                </a:cubicBezTo>
                <a:cubicBezTo>
                  <a:pt x="25109" y="115630"/>
                  <a:pt x="19297" y="113011"/>
                  <a:pt x="15509" y="110409"/>
                </a:cubicBezTo>
                <a:cubicBezTo>
                  <a:pt x="11720" y="107806"/>
                  <a:pt x="8798" y="104673"/>
                  <a:pt x="6743" y="101011"/>
                </a:cubicBezTo>
                <a:cubicBezTo>
                  <a:pt x="4688" y="97348"/>
                  <a:pt x="3660" y="92946"/>
                  <a:pt x="3660" y="87805"/>
                </a:cubicBezTo>
                <a:cubicBezTo>
                  <a:pt x="3660" y="82216"/>
                  <a:pt x="5314" y="77157"/>
                  <a:pt x="8621" y="72627"/>
                </a:cubicBezTo>
                <a:cubicBezTo>
                  <a:pt x="11928" y="68096"/>
                  <a:pt x="16440" y="64802"/>
                  <a:pt x="22155" y="62745"/>
                </a:cubicBezTo>
                <a:cubicBezTo>
                  <a:pt x="17112" y="60559"/>
                  <a:pt x="13154" y="57298"/>
                  <a:pt x="10280" y="52962"/>
                </a:cubicBezTo>
                <a:cubicBezTo>
                  <a:pt x="7408" y="48623"/>
                  <a:pt x="5972" y="43722"/>
                  <a:pt x="5972" y="38260"/>
                </a:cubicBezTo>
                <a:cubicBezTo>
                  <a:pt x="5972" y="29006"/>
                  <a:pt x="9003" y="21794"/>
                  <a:pt x="15063" y="16622"/>
                </a:cubicBezTo>
                <a:cubicBezTo>
                  <a:pt x="21124" y="11449"/>
                  <a:pt x="29958" y="8862"/>
                  <a:pt x="41565" y="8862"/>
                </a:cubicBezTo>
                <a:cubicBezTo>
                  <a:pt x="51505" y="8862"/>
                  <a:pt x="59553" y="11064"/>
                  <a:pt x="65710" y="15466"/>
                </a:cubicBezTo>
                <a:cubicBezTo>
                  <a:pt x="71867" y="19867"/>
                  <a:pt x="75651" y="26244"/>
                  <a:pt x="77061" y="34596"/>
                </a:cubicBezTo>
                <a:lnTo>
                  <a:pt x="57965" y="37104"/>
                </a:lnTo>
                <a:cubicBezTo>
                  <a:pt x="57260" y="32416"/>
                  <a:pt x="55484" y="28868"/>
                  <a:pt x="52637" y="26460"/>
                </a:cubicBezTo>
                <a:cubicBezTo>
                  <a:pt x="49789" y="24052"/>
                  <a:pt x="46126" y="22848"/>
                  <a:pt x="41649" y="22848"/>
                </a:cubicBezTo>
                <a:cubicBezTo>
                  <a:pt x="36082" y="22848"/>
                  <a:pt x="31955" y="24117"/>
                  <a:pt x="29268" y="26655"/>
                </a:cubicBezTo>
                <a:cubicBezTo>
                  <a:pt x="26581" y="29192"/>
                  <a:pt x="25238" y="32548"/>
                  <a:pt x="25238" y="36725"/>
                </a:cubicBezTo>
                <a:cubicBezTo>
                  <a:pt x="25238" y="39488"/>
                  <a:pt x="25895" y="41850"/>
                  <a:pt x="27209" y="43811"/>
                </a:cubicBezTo>
                <a:cubicBezTo>
                  <a:pt x="28524" y="45769"/>
                  <a:pt x="30462" y="47488"/>
                  <a:pt x="33025" y="48967"/>
                </a:cubicBezTo>
                <a:cubicBezTo>
                  <a:pt x="35590" y="50444"/>
                  <a:pt x="40302" y="52275"/>
                  <a:pt x="47161" y="54461"/>
                </a:cubicBezTo>
                <a:cubicBezTo>
                  <a:pt x="56457" y="57479"/>
                  <a:pt x="63043" y="60273"/>
                  <a:pt x="66920" y="62844"/>
                </a:cubicBezTo>
                <a:cubicBezTo>
                  <a:pt x="70799" y="65415"/>
                  <a:pt x="73845" y="68515"/>
                  <a:pt x="76056" y="72146"/>
                </a:cubicBezTo>
                <a:cubicBezTo>
                  <a:pt x="78268" y="75776"/>
                  <a:pt x="79373" y="80193"/>
                  <a:pt x="79373" y="85397"/>
                </a:cubicBezTo>
                <a:cubicBezTo>
                  <a:pt x="79373" y="91566"/>
                  <a:pt x="77864" y="97043"/>
                  <a:pt x="74846" y="101829"/>
                </a:cubicBezTo>
                <a:cubicBezTo>
                  <a:pt x="71828" y="106616"/>
                  <a:pt x="67942" y="109845"/>
                  <a:pt x="63190" y="111516"/>
                </a:cubicBezTo>
                <a:cubicBezTo>
                  <a:pt x="73208" y="116784"/>
                  <a:pt x="78217" y="125265"/>
                  <a:pt x="78217" y="136959"/>
                </a:cubicBezTo>
                <a:moveTo>
                  <a:pt x="60493" y="88286"/>
                </a:moveTo>
                <a:cubicBezTo>
                  <a:pt x="60493" y="83597"/>
                  <a:pt x="58775" y="79758"/>
                  <a:pt x="55340" y="76769"/>
                </a:cubicBezTo>
                <a:cubicBezTo>
                  <a:pt x="51904" y="73781"/>
                  <a:pt x="46012" y="71259"/>
                  <a:pt x="37664" y="69202"/>
                </a:cubicBezTo>
                <a:cubicBezTo>
                  <a:pt x="33040" y="69587"/>
                  <a:pt x="29428" y="71306"/>
                  <a:pt x="26827" y="74358"/>
                </a:cubicBezTo>
                <a:cubicBezTo>
                  <a:pt x="24226" y="77411"/>
                  <a:pt x="22926" y="81283"/>
                  <a:pt x="22926" y="85975"/>
                </a:cubicBezTo>
                <a:cubicBezTo>
                  <a:pt x="22926" y="90600"/>
                  <a:pt x="24595" y="94375"/>
                  <a:pt x="27935" y="97299"/>
                </a:cubicBezTo>
                <a:cubicBezTo>
                  <a:pt x="31274" y="100223"/>
                  <a:pt x="36957" y="102681"/>
                  <a:pt x="44985" y="104674"/>
                </a:cubicBezTo>
                <a:cubicBezTo>
                  <a:pt x="49544" y="104546"/>
                  <a:pt x="53269" y="103036"/>
                  <a:pt x="56159" y="100144"/>
                </a:cubicBezTo>
                <a:cubicBezTo>
                  <a:pt x="59048" y="97252"/>
                  <a:pt x="60493" y="93299"/>
                  <a:pt x="60493" y="88286"/>
                </a:cubicBezTo>
                <a:close/>
                <a:moveTo>
                  <a:pt x="155664" y="141215"/>
                </a:moveTo>
                <a:lnTo>
                  <a:pt x="155664" y="0"/>
                </a:lnTo>
                <a:lnTo>
                  <a:pt x="184177" y="0"/>
                </a:lnTo>
                <a:lnTo>
                  <a:pt x="184177" y="141215"/>
                </a:lnTo>
                <a:lnTo>
                  <a:pt x="155664" y="141215"/>
                </a:lnTo>
                <a:close/>
                <a:moveTo>
                  <a:pt x="247795" y="141215"/>
                </a:moveTo>
                <a:lnTo>
                  <a:pt x="197319" y="0"/>
                </a:lnTo>
                <a:lnTo>
                  <a:pt x="228240" y="0"/>
                </a:lnTo>
                <a:lnTo>
                  <a:pt x="263978" y="104418"/>
                </a:lnTo>
                <a:lnTo>
                  <a:pt x="298559" y="0"/>
                </a:lnTo>
                <a:lnTo>
                  <a:pt x="328806" y="0"/>
                </a:lnTo>
                <a:lnTo>
                  <a:pt x="278234" y="141215"/>
                </a:lnTo>
                <a:lnTo>
                  <a:pt x="247795" y="141215"/>
                </a:lnTo>
                <a:close/>
                <a:moveTo>
                  <a:pt x="325997" y="141215"/>
                </a:moveTo>
                <a:lnTo>
                  <a:pt x="325997" y="114051"/>
                </a:lnTo>
                <a:lnTo>
                  <a:pt x="353065" y="114051"/>
                </a:lnTo>
                <a:lnTo>
                  <a:pt x="353065" y="141215"/>
                </a:lnTo>
                <a:lnTo>
                  <a:pt x="325997" y="141215"/>
                </a:lnTo>
                <a:close/>
                <a:moveTo>
                  <a:pt x="381427" y="141215"/>
                </a:moveTo>
                <a:lnTo>
                  <a:pt x="381427" y="0"/>
                </a:lnTo>
                <a:lnTo>
                  <a:pt x="486134" y="0"/>
                </a:lnTo>
                <a:lnTo>
                  <a:pt x="486134" y="23889"/>
                </a:lnTo>
                <a:lnTo>
                  <a:pt x="409940" y="23889"/>
                </a:lnTo>
                <a:lnTo>
                  <a:pt x="409940" y="55099"/>
                </a:lnTo>
                <a:lnTo>
                  <a:pt x="480836" y="55099"/>
                </a:lnTo>
                <a:lnTo>
                  <a:pt x="480836" y="78988"/>
                </a:lnTo>
                <a:lnTo>
                  <a:pt x="409940" y="78988"/>
                </a:lnTo>
                <a:lnTo>
                  <a:pt x="409940" y="117326"/>
                </a:lnTo>
                <a:lnTo>
                  <a:pt x="488831" y="117326"/>
                </a:lnTo>
                <a:lnTo>
                  <a:pt x="488831" y="141215"/>
                </a:lnTo>
                <a:lnTo>
                  <a:pt x="381427" y="141215"/>
                </a:lnTo>
                <a:close/>
                <a:moveTo>
                  <a:pt x="569129" y="141215"/>
                </a:moveTo>
                <a:lnTo>
                  <a:pt x="569129" y="0"/>
                </a:lnTo>
                <a:lnTo>
                  <a:pt x="596871" y="0"/>
                </a:lnTo>
                <a:lnTo>
                  <a:pt x="654667" y="94506"/>
                </a:lnTo>
                <a:lnTo>
                  <a:pt x="654667" y="0"/>
                </a:lnTo>
                <a:lnTo>
                  <a:pt x="681157" y="0"/>
                </a:lnTo>
                <a:lnTo>
                  <a:pt x="681157" y="141215"/>
                </a:lnTo>
                <a:lnTo>
                  <a:pt x="652548" y="141215"/>
                </a:lnTo>
                <a:lnTo>
                  <a:pt x="595619" y="48868"/>
                </a:lnTo>
                <a:lnTo>
                  <a:pt x="595619" y="141215"/>
                </a:lnTo>
                <a:lnTo>
                  <a:pt x="569129" y="141215"/>
                </a:lnTo>
                <a:close/>
                <a:moveTo>
                  <a:pt x="704426" y="88621"/>
                </a:moveTo>
                <a:cubicBezTo>
                  <a:pt x="704426" y="79630"/>
                  <a:pt x="706642" y="70929"/>
                  <a:pt x="711073" y="62516"/>
                </a:cubicBezTo>
                <a:cubicBezTo>
                  <a:pt x="715504" y="54104"/>
                  <a:pt x="721781" y="47682"/>
                  <a:pt x="729905" y="43251"/>
                </a:cubicBezTo>
                <a:cubicBezTo>
                  <a:pt x="738028" y="38820"/>
                  <a:pt x="747099" y="36604"/>
                  <a:pt x="757117" y="36604"/>
                </a:cubicBezTo>
                <a:cubicBezTo>
                  <a:pt x="772594" y="36604"/>
                  <a:pt x="785277" y="41629"/>
                  <a:pt x="795166" y="51679"/>
                </a:cubicBezTo>
                <a:cubicBezTo>
                  <a:pt x="805056" y="61729"/>
                  <a:pt x="810001" y="74428"/>
                  <a:pt x="810001" y="89777"/>
                </a:cubicBezTo>
                <a:cubicBezTo>
                  <a:pt x="810001" y="105253"/>
                  <a:pt x="805008" y="118081"/>
                  <a:pt x="795022" y="128259"/>
                </a:cubicBezTo>
                <a:cubicBezTo>
                  <a:pt x="785036" y="138438"/>
                  <a:pt x="772465" y="143527"/>
                  <a:pt x="757310" y="143527"/>
                </a:cubicBezTo>
                <a:cubicBezTo>
                  <a:pt x="747934" y="143527"/>
                  <a:pt x="738992" y="141408"/>
                  <a:pt x="730483" y="137169"/>
                </a:cubicBezTo>
                <a:cubicBezTo>
                  <a:pt x="721974" y="132931"/>
                  <a:pt x="715504" y="126718"/>
                  <a:pt x="711073" y="118530"/>
                </a:cubicBezTo>
                <a:cubicBezTo>
                  <a:pt x="706642" y="110342"/>
                  <a:pt x="704426" y="100372"/>
                  <a:pt x="704426" y="88621"/>
                </a:cubicBezTo>
                <a:moveTo>
                  <a:pt x="732169" y="90066"/>
                </a:moveTo>
                <a:cubicBezTo>
                  <a:pt x="732169" y="100180"/>
                  <a:pt x="734577" y="107926"/>
                  <a:pt x="739393" y="113304"/>
                </a:cubicBezTo>
                <a:cubicBezTo>
                  <a:pt x="744209" y="118683"/>
                  <a:pt x="750150" y="121372"/>
                  <a:pt x="757213" y="121372"/>
                </a:cubicBezTo>
                <a:cubicBezTo>
                  <a:pt x="764277" y="121372"/>
                  <a:pt x="770202" y="118683"/>
                  <a:pt x="774986" y="113304"/>
                </a:cubicBezTo>
                <a:cubicBezTo>
                  <a:pt x="779770" y="107926"/>
                  <a:pt x="782162" y="100116"/>
                  <a:pt x="782162" y="89873"/>
                </a:cubicBezTo>
                <a:cubicBezTo>
                  <a:pt x="782162" y="79887"/>
                  <a:pt x="779770" y="72205"/>
                  <a:pt x="774986" y="66827"/>
                </a:cubicBezTo>
                <a:cubicBezTo>
                  <a:pt x="770202" y="61448"/>
                  <a:pt x="764277" y="58759"/>
                  <a:pt x="757213" y="58759"/>
                </a:cubicBezTo>
                <a:cubicBezTo>
                  <a:pt x="750150" y="58759"/>
                  <a:pt x="744209" y="61448"/>
                  <a:pt x="739393" y="66827"/>
                </a:cubicBezTo>
                <a:cubicBezTo>
                  <a:pt x="734577" y="72205"/>
                  <a:pt x="732169" y="79951"/>
                  <a:pt x="732169" y="90066"/>
                </a:cubicBezTo>
                <a:close/>
                <a:moveTo>
                  <a:pt x="831027" y="25045"/>
                </a:moveTo>
                <a:lnTo>
                  <a:pt x="831027" y="0"/>
                </a:lnTo>
                <a:lnTo>
                  <a:pt x="858095" y="0"/>
                </a:lnTo>
                <a:lnTo>
                  <a:pt x="858095" y="25045"/>
                </a:lnTo>
                <a:lnTo>
                  <a:pt x="831027" y="25045"/>
                </a:lnTo>
                <a:moveTo>
                  <a:pt x="831027" y="141215"/>
                </a:moveTo>
                <a:lnTo>
                  <a:pt x="831027" y="38916"/>
                </a:lnTo>
                <a:lnTo>
                  <a:pt x="858095" y="38916"/>
                </a:lnTo>
                <a:lnTo>
                  <a:pt x="858095" y="141215"/>
                </a:lnTo>
                <a:lnTo>
                  <a:pt x="831027" y="141215"/>
                </a:lnTo>
                <a:close/>
                <a:moveTo>
                  <a:pt x="876728" y="112124"/>
                </a:moveTo>
                <a:lnTo>
                  <a:pt x="903893" y="107886"/>
                </a:lnTo>
                <a:cubicBezTo>
                  <a:pt x="905048" y="113120"/>
                  <a:pt x="907392" y="117093"/>
                  <a:pt x="910924" y="119806"/>
                </a:cubicBezTo>
                <a:cubicBezTo>
                  <a:pt x="914456" y="122520"/>
                  <a:pt x="919401" y="123876"/>
                  <a:pt x="925759" y="123876"/>
                </a:cubicBezTo>
                <a:cubicBezTo>
                  <a:pt x="932758" y="123876"/>
                  <a:pt x="938024" y="122594"/>
                  <a:pt x="941556" y="120029"/>
                </a:cubicBezTo>
                <a:cubicBezTo>
                  <a:pt x="943932" y="118233"/>
                  <a:pt x="945120" y="115828"/>
                  <a:pt x="945120" y="112814"/>
                </a:cubicBezTo>
                <a:cubicBezTo>
                  <a:pt x="945120" y="110761"/>
                  <a:pt x="944478" y="109061"/>
                  <a:pt x="943194" y="107714"/>
                </a:cubicBezTo>
                <a:cubicBezTo>
                  <a:pt x="941845" y="106432"/>
                  <a:pt x="938827" y="105246"/>
                  <a:pt x="934139" y="104156"/>
                </a:cubicBezTo>
                <a:cubicBezTo>
                  <a:pt x="912305" y="99348"/>
                  <a:pt x="898466" y="94955"/>
                  <a:pt x="892622" y="90978"/>
                </a:cubicBezTo>
                <a:cubicBezTo>
                  <a:pt x="884531" y="85459"/>
                  <a:pt x="880485" y="77792"/>
                  <a:pt x="880485" y="67977"/>
                </a:cubicBezTo>
                <a:cubicBezTo>
                  <a:pt x="880485" y="59123"/>
                  <a:pt x="883985" y="51680"/>
                  <a:pt x="890985" y="45650"/>
                </a:cubicBezTo>
                <a:cubicBezTo>
                  <a:pt x="897984" y="39619"/>
                  <a:pt x="908837" y="36604"/>
                  <a:pt x="923543" y="36604"/>
                </a:cubicBezTo>
                <a:cubicBezTo>
                  <a:pt x="937543" y="36604"/>
                  <a:pt x="947946" y="38876"/>
                  <a:pt x="954753" y="43419"/>
                </a:cubicBezTo>
                <a:cubicBezTo>
                  <a:pt x="961560" y="47963"/>
                  <a:pt x="966248" y="54681"/>
                  <a:pt x="968817" y="63576"/>
                </a:cubicBezTo>
                <a:lnTo>
                  <a:pt x="943290" y="68392"/>
                </a:lnTo>
                <a:cubicBezTo>
                  <a:pt x="942198" y="64411"/>
                  <a:pt x="940127" y="61360"/>
                  <a:pt x="937077" y="59241"/>
                </a:cubicBezTo>
                <a:cubicBezTo>
                  <a:pt x="934027" y="57122"/>
                  <a:pt x="929676" y="56062"/>
                  <a:pt x="924025" y="56062"/>
                </a:cubicBezTo>
                <a:cubicBezTo>
                  <a:pt x="916897" y="56062"/>
                  <a:pt x="911791" y="57057"/>
                  <a:pt x="908709" y="59045"/>
                </a:cubicBezTo>
                <a:cubicBezTo>
                  <a:pt x="906654" y="60454"/>
                  <a:pt x="905626" y="62281"/>
                  <a:pt x="905626" y="64527"/>
                </a:cubicBezTo>
                <a:cubicBezTo>
                  <a:pt x="905626" y="66449"/>
                  <a:pt x="906525" y="68084"/>
                  <a:pt x="908324" y="69431"/>
                </a:cubicBezTo>
                <a:cubicBezTo>
                  <a:pt x="910764" y="71227"/>
                  <a:pt x="919192" y="73760"/>
                  <a:pt x="933609" y="77031"/>
                </a:cubicBezTo>
                <a:cubicBezTo>
                  <a:pt x="948026" y="80302"/>
                  <a:pt x="958092" y="84315"/>
                  <a:pt x="963808" y="89069"/>
                </a:cubicBezTo>
                <a:cubicBezTo>
                  <a:pt x="969459" y="93890"/>
                  <a:pt x="972285" y="100604"/>
                  <a:pt x="972285" y="109213"/>
                </a:cubicBezTo>
                <a:cubicBezTo>
                  <a:pt x="972285" y="118595"/>
                  <a:pt x="968367" y="126660"/>
                  <a:pt x="960533" y="133407"/>
                </a:cubicBezTo>
                <a:cubicBezTo>
                  <a:pt x="952698" y="140153"/>
                  <a:pt x="941107" y="143527"/>
                  <a:pt x="925759" y="143527"/>
                </a:cubicBezTo>
                <a:cubicBezTo>
                  <a:pt x="911823" y="143527"/>
                  <a:pt x="900794" y="140710"/>
                  <a:pt x="892670" y="135077"/>
                </a:cubicBezTo>
                <a:cubicBezTo>
                  <a:pt x="884547" y="129442"/>
                  <a:pt x="879233" y="121791"/>
                  <a:pt x="876728" y="112124"/>
                </a:cubicBezTo>
                <a:close/>
                <a:moveTo>
                  <a:pt x="1055981" y="108657"/>
                </a:moveTo>
                <a:lnTo>
                  <a:pt x="1082952" y="113280"/>
                </a:lnTo>
                <a:cubicBezTo>
                  <a:pt x="1079484" y="123138"/>
                  <a:pt x="1074010" y="130643"/>
                  <a:pt x="1066528" y="135797"/>
                </a:cubicBezTo>
                <a:cubicBezTo>
                  <a:pt x="1059047" y="140950"/>
                  <a:pt x="1049687" y="143527"/>
                  <a:pt x="1038449" y="143527"/>
                </a:cubicBezTo>
                <a:cubicBezTo>
                  <a:pt x="1020661" y="143527"/>
                  <a:pt x="1007496" y="137715"/>
                  <a:pt x="998955" y="126092"/>
                </a:cubicBezTo>
                <a:cubicBezTo>
                  <a:pt x="992212" y="116780"/>
                  <a:pt x="988841" y="105028"/>
                  <a:pt x="988841" y="90836"/>
                </a:cubicBezTo>
                <a:cubicBezTo>
                  <a:pt x="988841" y="73883"/>
                  <a:pt x="993272" y="60606"/>
                  <a:pt x="1002134" y="51005"/>
                </a:cubicBezTo>
                <a:cubicBezTo>
                  <a:pt x="1010996" y="41404"/>
                  <a:pt x="1022202" y="36604"/>
                  <a:pt x="1035752" y="36604"/>
                </a:cubicBezTo>
                <a:cubicBezTo>
                  <a:pt x="1050972" y="36604"/>
                  <a:pt x="1062980" y="41629"/>
                  <a:pt x="1071778" y="51679"/>
                </a:cubicBezTo>
                <a:cubicBezTo>
                  <a:pt x="1080576" y="61729"/>
                  <a:pt x="1084782" y="77126"/>
                  <a:pt x="1084397" y="97868"/>
                </a:cubicBezTo>
                <a:lnTo>
                  <a:pt x="1016583" y="97868"/>
                </a:lnTo>
                <a:cubicBezTo>
                  <a:pt x="1016776" y="105895"/>
                  <a:pt x="1018959" y="112140"/>
                  <a:pt x="1023133" y="116604"/>
                </a:cubicBezTo>
                <a:cubicBezTo>
                  <a:pt x="1027307" y="121067"/>
                  <a:pt x="1032509" y="123298"/>
                  <a:pt x="1038738" y="123298"/>
                </a:cubicBezTo>
                <a:cubicBezTo>
                  <a:pt x="1042977" y="123298"/>
                  <a:pt x="1046541" y="122142"/>
                  <a:pt x="1049430" y="119831"/>
                </a:cubicBezTo>
                <a:cubicBezTo>
                  <a:pt x="1052320" y="117519"/>
                  <a:pt x="1054504" y="113794"/>
                  <a:pt x="1055981" y="108657"/>
                </a:cubicBezTo>
                <a:moveTo>
                  <a:pt x="1057522" y="81300"/>
                </a:moveTo>
                <a:cubicBezTo>
                  <a:pt x="1057329" y="73497"/>
                  <a:pt x="1055306" y="67565"/>
                  <a:pt x="1051453" y="63503"/>
                </a:cubicBezTo>
                <a:cubicBezTo>
                  <a:pt x="1047600" y="59442"/>
                  <a:pt x="1042912" y="57411"/>
                  <a:pt x="1037390" y="57411"/>
                </a:cubicBezTo>
                <a:cubicBezTo>
                  <a:pt x="1031482" y="57411"/>
                  <a:pt x="1026601" y="59553"/>
                  <a:pt x="1022748" y="63838"/>
                </a:cubicBezTo>
                <a:cubicBezTo>
                  <a:pt x="1018895" y="68124"/>
                  <a:pt x="1017000" y="73945"/>
                  <a:pt x="1017065" y="81300"/>
                </a:cubicBezTo>
                <a:lnTo>
                  <a:pt x="1057522" y="81300"/>
                </a:lnTo>
                <a:close/>
                <a:moveTo>
                  <a:pt x="1160769" y="141215"/>
                </a:moveTo>
                <a:lnTo>
                  <a:pt x="1160769" y="0"/>
                </a:lnTo>
                <a:lnTo>
                  <a:pt x="1220780" y="0"/>
                </a:lnTo>
                <a:cubicBezTo>
                  <a:pt x="1235871" y="0"/>
                  <a:pt x="1246837" y="1268"/>
                  <a:pt x="1253676" y="3805"/>
                </a:cubicBezTo>
                <a:cubicBezTo>
                  <a:pt x="1260515" y="6342"/>
                  <a:pt x="1265989" y="10853"/>
                  <a:pt x="1270099" y="17339"/>
                </a:cubicBezTo>
                <a:cubicBezTo>
                  <a:pt x="1274209" y="23825"/>
                  <a:pt x="1276264" y="31242"/>
                  <a:pt x="1276264" y="39590"/>
                </a:cubicBezTo>
                <a:cubicBezTo>
                  <a:pt x="1276264" y="50186"/>
                  <a:pt x="1273150" y="58936"/>
                  <a:pt x="1266921" y="65839"/>
                </a:cubicBezTo>
                <a:cubicBezTo>
                  <a:pt x="1260692" y="72743"/>
                  <a:pt x="1251380" y="77094"/>
                  <a:pt x="1238986" y="78892"/>
                </a:cubicBezTo>
                <a:cubicBezTo>
                  <a:pt x="1245151" y="82488"/>
                  <a:pt x="1250240" y="86437"/>
                  <a:pt x="1254254" y="90740"/>
                </a:cubicBezTo>
                <a:cubicBezTo>
                  <a:pt x="1258267" y="95042"/>
                  <a:pt x="1263678" y="102684"/>
                  <a:pt x="1270485" y="113666"/>
                </a:cubicBezTo>
                <a:lnTo>
                  <a:pt x="1287727" y="141215"/>
                </a:lnTo>
                <a:lnTo>
                  <a:pt x="1253628" y="141215"/>
                </a:lnTo>
                <a:lnTo>
                  <a:pt x="1233014" y="110478"/>
                </a:lnTo>
                <a:cubicBezTo>
                  <a:pt x="1225693" y="99501"/>
                  <a:pt x="1220684" y="92584"/>
                  <a:pt x="1217987" y="89728"/>
                </a:cubicBezTo>
                <a:cubicBezTo>
                  <a:pt x="1215290" y="86871"/>
                  <a:pt x="1212432" y="84912"/>
                  <a:pt x="1209414" y="83852"/>
                </a:cubicBezTo>
                <a:cubicBezTo>
                  <a:pt x="1206395" y="82793"/>
                  <a:pt x="1201611" y="82263"/>
                  <a:pt x="1195061" y="82263"/>
                </a:cubicBezTo>
                <a:lnTo>
                  <a:pt x="1189281" y="82263"/>
                </a:lnTo>
                <a:lnTo>
                  <a:pt x="1189281" y="141215"/>
                </a:lnTo>
                <a:lnTo>
                  <a:pt x="1160769" y="141215"/>
                </a:lnTo>
                <a:moveTo>
                  <a:pt x="1189281" y="59723"/>
                </a:moveTo>
                <a:lnTo>
                  <a:pt x="1210377" y="59723"/>
                </a:lnTo>
                <a:cubicBezTo>
                  <a:pt x="1224055" y="59723"/>
                  <a:pt x="1232596" y="59145"/>
                  <a:pt x="1236000" y="57989"/>
                </a:cubicBezTo>
                <a:cubicBezTo>
                  <a:pt x="1239403" y="56833"/>
                  <a:pt x="1242068" y="54842"/>
                  <a:pt x="1243995" y="52016"/>
                </a:cubicBezTo>
                <a:cubicBezTo>
                  <a:pt x="1245921" y="49191"/>
                  <a:pt x="1246885" y="45659"/>
                  <a:pt x="1246885" y="41421"/>
                </a:cubicBezTo>
                <a:cubicBezTo>
                  <a:pt x="1246885" y="36668"/>
                  <a:pt x="1245616" y="32831"/>
                  <a:pt x="1243080" y="29909"/>
                </a:cubicBezTo>
                <a:cubicBezTo>
                  <a:pt x="1240543" y="26988"/>
                  <a:pt x="1236963" y="25141"/>
                  <a:pt x="1232339" y="24371"/>
                </a:cubicBezTo>
                <a:cubicBezTo>
                  <a:pt x="1230027" y="24050"/>
                  <a:pt x="1223092" y="23889"/>
                  <a:pt x="1211533" y="23889"/>
                </a:cubicBezTo>
                <a:lnTo>
                  <a:pt x="1189281" y="23889"/>
                </a:lnTo>
                <a:lnTo>
                  <a:pt x="1189281" y="59723"/>
                </a:lnTo>
                <a:close/>
                <a:moveTo>
                  <a:pt x="1361761" y="108657"/>
                </a:moveTo>
                <a:lnTo>
                  <a:pt x="1388732" y="113280"/>
                </a:lnTo>
                <a:cubicBezTo>
                  <a:pt x="1385264" y="123138"/>
                  <a:pt x="1379790" y="130643"/>
                  <a:pt x="1372308" y="135797"/>
                </a:cubicBezTo>
                <a:cubicBezTo>
                  <a:pt x="1364827" y="140950"/>
                  <a:pt x="1355467" y="143527"/>
                  <a:pt x="1344229" y="143527"/>
                </a:cubicBezTo>
                <a:cubicBezTo>
                  <a:pt x="1326441" y="143527"/>
                  <a:pt x="1313276" y="137715"/>
                  <a:pt x="1304735" y="126092"/>
                </a:cubicBezTo>
                <a:cubicBezTo>
                  <a:pt x="1297992" y="116780"/>
                  <a:pt x="1294621" y="105028"/>
                  <a:pt x="1294621" y="90836"/>
                </a:cubicBezTo>
                <a:cubicBezTo>
                  <a:pt x="1294621" y="73883"/>
                  <a:pt x="1299052" y="60606"/>
                  <a:pt x="1307914" y="51005"/>
                </a:cubicBezTo>
                <a:cubicBezTo>
                  <a:pt x="1316776" y="41404"/>
                  <a:pt x="1327982" y="36604"/>
                  <a:pt x="1341532" y="36604"/>
                </a:cubicBezTo>
                <a:cubicBezTo>
                  <a:pt x="1356752" y="36604"/>
                  <a:pt x="1368760" y="41629"/>
                  <a:pt x="1377558" y="51679"/>
                </a:cubicBezTo>
                <a:cubicBezTo>
                  <a:pt x="1386356" y="61729"/>
                  <a:pt x="1390562" y="77126"/>
                  <a:pt x="1390177" y="97868"/>
                </a:cubicBezTo>
                <a:lnTo>
                  <a:pt x="1322363" y="97868"/>
                </a:lnTo>
                <a:cubicBezTo>
                  <a:pt x="1322556" y="105895"/>
                  <a:pt x="1324739" y="112140"/>
                  <a:pt x="1328913" y="116604"/>
                </a:cubicBezTo>
                <a:cubicBezTo>
                  <a:pt x="1333087" y="121067"/>
                  <a:pt x="1338289" y="123298"/>
                  <a:pt x="1344518" y="123298"/>
                </a:cubicBezTo>
                <a:cubicBezTo>
                  <a:pt x="1348756" y="123298"/>
                  <a:pt x="1352321" y="122142"/>
                  <a:pt x="1355210" y="119831"/>
                </a:cubicBezTo>
                <a:cubicBezTo>
                  <a:pt x="1358100" y="117519"/>
                  <a:pt x="1360284" y="113794"/>
                  <a:pt x="1361761" y="108657"/>
                </a:cubicBezTo>
                <a:moveTo>
                  <a:pt x="1363302" y="81300"/>
                </a:moveTo>
                <a:cubicBezTo>
                  <a:pt x="1363109" y="73497"/>
                  <a:pt x="1361086" y="67565"/>
                  <a:pt x="1357233" y="63503"/>
                </a:cubicBezTo>
                <a:cubicBezTo>
                  <a:pt x="1353380" y="59442"/>
                  <a:pt x="1348692" y="57411"/>
                  <a:pt x="1343170" y="57411"/>
                </a:cubicBezTo>
                <a:cubicBezTo>
                  <a:pt x="1337261" y="57411"/>
                  <a:pt x="1332381" y="59553"/>
                  <a:pt x="1328528" y="63838"/>
                </a:cubicBezTo>
                <a:cubicBezTo>
                  <a:pt x="1324675" y="68124"/>
                  <a:pt x="1322780" y="73945"/>
                  <a:pt x="1322845" y="81300"/>
                </a:cubicBezTo>
                <a:lnTo>
                  <a:pt x="1363302" y="81300"/>
                </a:lnTo>
                <a:close/>
                <a:moveTo>
                  <a:pt x="1410972" y="38916"/>
                </a:moveTo>
                <a:lnTo>
                  <a:pt x="1435920" y="38916"/>
                </a:lnTo>
                <a:lnTo>
                  <a:pt x="1435920" y="52883"/>
                </a:lnTo>
                <a:cubicBezTo>
                  <a:pt x="1444847" y="42031"/>
                  <a:pt x="1455475" y="36604"/>
                  <a:pt x="1467804" y="36604"/>
                </a:cubicBezTo>
                <a:cubicBezTo>
                  <a:pt x="1474355" y="36604"/>
                  <a:pt x="1480038" y="37959"/>
                  <a:pt x="1484854" y="40668"/>
                </a:cubicBezTo>
                <a:cubicBezTo>
                  <a:pt x="1489671" y="43377"/>
                  <a:pt x="1493620" y="47474"/>
                  <a:pt x="1496703" y="52959"/>
                </a:cubicBezTo>
                <a:cubicBezTo>
                  <a:pt x="1501198" y="47474"/>
                  <a:pt x="1506046" y="43377"/>
                  <a:pt x="1511248" y="40668"/>
                </a:cubicBezTo>
                <a:cubicBezTo>
                  <a:pt x="1516450" y="37959"/>
                  <a:pt x="1522004" y="36604"/>
                  <a:pt x="1527912" y="36604"/>
                </a:cubicBezTo>
                <a:cubicBezTo>
                  <a:pt x="1535426" y="36604"/>
                  <a:pt x="1541783" y="38129"/>
                  <a:pt x="1546985" y="41180"/>
                </a:cubicBezTo>
                <a:cubicBezTo>
                  <a:pt x="1552187" y="44230"/>
                  <a:pt x="1556072" y="48709"/>
                  <a:pt x="1558641" y="54617"/>
                </a:cubicBezTo>
                <a:cubicBezTo>
                  <a:pt x="1560503" y="58984"/>
                  <a:pt x="1561434" y="66048"/>
                  <a:pt x="1561434" y="75809"/>
                </a:cubicBezTo>
                <a:lnTo>
                  <a:pt x="1561434" y="141215"/>
                </a:lnTo>
                <a:lnTo>
                  <a:pt x="1534366" y="141215"/>
                </a:lnTo>
                <a:lnTo>
                  <a:pt x="1534366" y="82811"/>
                </a:lnTo>
                <a:cubicBezTo>
                  <a:pt x="1534366" y="72677"/>
                  <a:pt x="1533435" y="66134"/>
                  <a:pt x="1531573" y="63184"/>
                </a:cubicBezTo>
                <a:cubicBezTo>
                  <a:pt x="1529068" y="59335"/>
                  <a:pt x="1525215" y="57411"/>
                  <a:pt x="1520014" y="57411"/>
                </a:cubicBezTo>
                <a:cubicBezTo>
                  <a:pt x="1516225" y="57411"/>
                  <a:pt x="1512661" y="58566"/>
                  <a:pt x="1509321" y="60876"/>
                </a:cubicBezTo>
                <a:cubicBezTo>
                  <a:pt x="1505982" y="63183"/>
                  <a:pt x="1503574" y="66567"/>
                  <a:pt x="1502097" y="71026"/>
                </a:cubicBezTo>
                <a:cubicBezTo>
                  <a:pt x="1500620" y="75483"/>
                  <a:pt x="1499881" y="82523"/>
                  <a:pt x="1499881" y="92146"/>
                </a:cubicBezTo>
                <a:lnTo>
                  <a:pt x="1499881" y="141215"/>
                </a:lnTo>
                <a:lnTo>
                  <a:pt x="1472813" y="141215"/>
                </a:lnTo>
                <a:lnTo>
                  <a:pt x="1472813" y="85216"/>
                </a:lnTo>
                <a:cubicBezTo>
                  <a:pt x="1472813" y="75274"/>
                  <a:pt x="1472332" y="68861"/>
                  <a:pt x="1471369" y="65975"/>
                </a:cubicBezTo>
                <a:cubicBezTo>
                  <a:pt x="1470405" y="63087"/>
                  <a:pt x="1468912" y="60938"/>
                  <a:pt x="1466889" y="59527"/>
                </a:cubicBezTo>
                <a:cubicBezTo>
                  <a:pt x="1464867" y="58116"/>
                  <a:pt x="1462121" y="57411"/>
                  <a:pt x="1458653" y="57411"/>
                </a:cubicBezTo>
                <a:cubicBezTo>
                  <a:pt x="1454479" y="57411"/>
                  <a:pt x="1450723" y="58534"/>
                  <a:pt x="1447383" y="60779"/>
                </a:cubicBezTo>
                <a:cubicBezTo>
                  <a:pt x="1444044" y="63023"/>
                  <a:pt x="1441652" y="66262"/>
                  <a:pt x="1440207" y="70496"/>
                </a:cubicBezTo>
                <a:cubicBezTo>
                  <a:pt x="1438762" y="74731"/>
                  <a:pt x="1438040" y="81754"/>
                  <a:pt x="1438040" y="91568"/>
                </a:cubicBezTo>
                <a:lnTo>
                  <a:pt x="1438040" y="141215"/>
                </a:lnTo>
                <a:lnTo>
                  <a:pt x="1410972" y="141215"/>
                </a:lnTo>
                <a:lnTo>
                  <a:pt x="1410972" y="38916"/>
                </a:lnTo>
                <a:close/>
                <a:moveTo>
                  <a:pt x="1582310" y="88621"/>
                </a:moveTo>
                <a:cubicBezTo>
                  <a:pt x="1582310" y="79630"/>
                  <a:pt x="1584525" y="70929"/>
                  <a:pt x="1588956" y="62516"/>
                </a:cubicBezTo>
                <a:cubicBezTo>
                  <a:pt x="1593387" y="54104"/>
                  <a:pt x="1599664" y="47682"/>
                  <a:pt x="1607788" y="43251"/>
                </a:cubicBezTo>
                <a:cubicBezTo>
                  <a:pt x="1615912" y="38820"/>
                  <a:pt x="1624982" y="36604"/>
                  <a:pt x="1635000" y="36604"/>
                </a:cubicBezTo>
                <a:cubicBezTo>
                  <a:pt x="1650477" y="36604"/>
                  <a:pt x="1663160" y="41629"/>
                  <a:pt x="1673049" y="51679"/>
                </a:cubicBezTo>
                <a:cubicBezTo>
                  <a:pt x="1682939" y="61729"/>
                  <a:pt x="1687884" y="74428"/>
                  <a:pt x="1687884" y="89777"/>
                </a:cubicBezTo>
                <a:cubicBezTo>
                  <a:pt x="1687884" y="105253"/>
                  <a:pt x="1682891" y="118081"/>
                  <a:pt x="1672905" y="128259"/>
                </a:cubicBezTo>
                <a:cubicBezTo>
                  <a:pt x="1662919" y="138438"/>
                  <a:pt x="1650348" y="143527"/>
                  <a:pt x="1635193" y="143527"/>
                </a:cubicBezTo>
                <a:cubicBezTo>
                  <a:pt x="1625817" y="143527"/>
                  <a:pt x="1616875" y="141408"/>
                  <a:pt x="1608366" y="137169"/>
                </a:cubicBezTo>
                <a:cubicBezTo>
                  <a:pt x="1599857" y="132931"/>
                  <a:pt x="1593387" y="126718"/>
                  <a:pt x="1588956" y="118530"/>
                </a:cubicBezTo>
                <a:cubicBezTo>
                  <a:pt x="1584525" y="110342"/>
                  <a:pt x="1582310" y="100372"/>
                  <a:pt x="1582310" y="88621"/>
                </a:cubicBezTo>
                <a:moveTo>
                  <a:pt x="1610052" y="90066"/>
                </a:moveTo>
                <a:cubicBezTo>
                  <a:pt x="1610052" y="100180"/>
                  <a:pt x="1612460" y="107926"/>
                  <a:pt x="1617276" y="113304"/>
                </a:cubicBezTo>
                <a:cubicBezTo>
                  <a:pt x="1622093" y="118683"/>
                  <a:pt x="1628033" y="121372"/>
                  <a:pt x="1635097" y="121372"/>
                </a:cubicBezTo>
                <a:cubicBezTo>
                  <a:pt x="1642161" y="121372"/>
                  <a:pt x="1648085" y="118683"/>
                  <a:pt x="1652869" y="113304"/>
                </a:cubicBezTo>
                <a:cubicBezTo>
                  <a:pt x="1657653" y="107926"/>
                  <a:pt x="1660045" y="100116"/>
                  <a:pt x="1660045" y="89873"/>
                </a:cubicBezTo>
                <a:cubicBezTo>
                  <a:pt x="1660045" y="79887"/>
                  <a:pt x="1657653" y="72205"/>
                  <a:pt x="1652869" y="66827"/>
                </a:cubicBezTo>
                <a:cubicBezTo>
                  <a:pt x="1648085" y="61448"/>
                  <a:pt x="1642161" y="58759"/>
                  <a:pt x="1635097" y="58759"/>
                </a:cubicBezTo>
                <a:cubicBezTo>
                  <a:pt x="1628033" y="58759"/>
                  <a:pt x="1622093" y="61448"/>
                  <a:pt x="1617276" y="66827"/>
                </a:cubicBezTo>
                <a:cubicBezTo>
                  <a:pt x="1612460" y="72205"/>
                  <a:pt x="1610052" y="79951"/>
                  <a:pt x="1610052" y="90066"/>
                </a:cubicBezTo>
                <a:close/>
                <a:moveTo>
                  <a:pt x="1737038" y="141215"/>
                </a:moveTo>
                <a:lnTo>
                  <a:pt x="1695811" y="38916"/>
                </a:lnTo>
                <a:lnTo>
                  <a:pt x="1724227" y="38916"/>
                </a:lnTo>
                <a:lnTo>
                  <a:pt x="1743492" y="91125"/>
                </a:lnTo>
                <a:lnTo>
                  <a:pt x="1749079" y="108560"/>
                </a:lnTo>
                <a:cubicBezTo>
                  <a:pt x="1750556" y="104129"/>
                  <a:pt x="1751487" y="101207"/>
                  <a:pt x="1751873" y="99795"/>
                </a:cubicBezTo>
                <a:cubicBezTo>
                  <a:pt x="1752772" y="96905"/>
                  <a:pt x="1753735" y="94015"/>
                  <a:pt x="1754763" y="91125"/>
                </a:cubicBezTo>
                <a:lnTo>
                  <a:pt x="1774221" y="38916"/>
                </a:lnTo>
                <a:lnTo>
                  <a:pt x="1802059" y="38916"/>
                </a:lnTo>
                <a:lnTo>
                  <a:pt x="1761409" y="141215"/>
                </a:lnTo>
                <a:lnTo>
                  <a:pt x="1737038" y="141215"/>
                </a:lnTo>
                <a:close/>
                <a:moveTo>
                  <a:pt x="1835669" y="70511"/>
                </a:moveTo>
                <a:lnTo>
                  <a:pt x="1811106" y="66080"/>
                </a:lnTo>
                <a:cubicBezTo>
                  <a:pt x="1813867" y="56060"/>
                  <a:pt x="1818619" y="48643"/>
                  <a:pt x="1825362" y="43829"/>
                </a:cubicBezTo>
                <a:cubicBezTo>
                  <a:pt x="1832105" y="39012"/>
                  <a:pt x="1842123" y="36604"/>
                  <a:pt x="1855416" y="36604"/>
                </a:cubicBezTo>
                <a:cubicBezTo>
                  <a:pt x="1867489" y="36604"/>
                  <a:pt x="1876479" y="38033"/>
                  <a:pt x="1882387" y="40891"/>
                </a:cubicBezTo>
                <a:cubicBezTo>
                  <a:pt x="1888295" y="43748"/>
                  <a:pt x="1892454" y="47377"/>
                  <a:pt x="1894862" y="51776"/>
                </a:cubicBezTo>
                <a:cubicBezTo>
                  <a:pt x="1897270" y="56175"/>
                  <a:pt x="1898474" y="64250"/>
                  <a:pt x="1898474" y="76002"/>
                </a:cubicBezTo>
                <a:lnTo>
                  <a:pt x="1898185" y="107597"/>
                </a:lnTo>
                <a:cubicBezTo>
                  <a:pt x="1898185" y="116587"/>
                  <a:pt x="1898618" y="123218"/>
                  <a:pt x="1899485" y="127488"/>
                </a:cubicBezTo>
                <a:cubicBezTo>
                  <a:pt x="1900352" y="131759"/>
                  <a:pt x="1901974" y="136334"/>
                  <a:pt x="1904350" y="141215"/>
                </a:cubicBezTo>
                <a:lnTo>
                  <a:pt x="1877571" y="141215"/>
                </a:lnTo>
                <a:cubicBezTo>
                  <a:pt x="1876865" y="139417"/>
                  <a:pt x="1875998" y="136752"/>
                  <a:pt x="1874970" y="133220"/>
                </a:cubicBezTo>
                <a:cubicBezTo>
                  <a:pt x="1874521" y="131614"/>
                  <a:pt x="1874200" y="130555"/>
                  <a:pt x="1874007" y="130041"/>
                </a:cubicBezTo>
                <a:cubicBezTo>
                  <a:pt x="1869383" y="134536"/>
                  <a:pt x="1864439" y="137908"/>
                  <a:pt x="1859173" y="140155"/>
                </a:cubicBezTo>
                <a:cubicBezTo>
                  <a:pt x="1853907" y="142403"/>
                  <a:pt x="1848288" y="143527"/>
                  <a:pt x="1842315" y="143527"/>
                </a:cubicBezTo>
                <a:cubicBezTo>
                  <a:pt x="1831784" y="143527"/>
                  <a:pt x="1823484" y="140681"/>
                  <a:pt x="1817415" y="134990"/>
                </a:cubicBezTo>
                <a:cubicBezTo>
                  <a:pt x="1811346" y="129299"/>
                  <a:pt x="1808312" y="122104"/>
                  <a:pt x="1808312" y="113407"/>
                </a:cubicBezTo>
                <a:cubicBezTo>
                  <a:pt x="1808312" y="107651"/>
                  <a:pt x="1809693" y="102520"/>
                  <a:pt x="1812454" y="98012"/>
                </a:cubicBezTo>
                <a:cubicBezTo>
                  <a:pt x="1815216" y="93503"/>
                  <a:pt x="1819085" y="90049"/>
                  <a:pt x="1824062" y="87651"/>
                </a:cubicBezTo>
                <a:cubicBezTo>
                  <a:pt x="1829038" y="85253"/>
                  <a:pt x="1836215" y="83159"/>
                  <a:pt x="1845591" y="81369"/>
                </a:cubicBezTo>
                <a:cubicBezTo>
                  <a:pt x="1858241" y="79003"/>
                  <a:pt x="1867007" y="76797"/>
                  <a:pt x="1871888" y="74750"/>
                </a:cubicBezTo>
                <a:lnTo>
                  <a:pt x="1871888" y="72022"/>
                </a:lnTo>
                <a:cubicBezTo>
                  <a:pt x="1871888" y="66762"/>
                  <a:pt x="1870603" y="63013"/>
                  <a:pt x="1868035" y="60773"/>
                </a:cubicBezTo>
                <a:cubicBezTo>
                  <a:pt x="1865466" y="58532"/>
                  <a:pt x="1860618" y="57411"/>
                  <a:pt x="1853489" y="57411"/>
                </a:cubicBezTo>
                <a:cubicBezTo>
                  <a:pt x="1848673" y="57411"/>
                  <a:pt x="1844916" y="58380"/>
                  <a:pt x="1842219" y="60319"/>
                </a:cubicBezTo>
                <a:cubicBezTo>
                  <a:pt x="1839522" y="62255"/>
                  <a:pt x="1837339" y="65653"/>
                  <a:pt x="1835669" y="70511"/>
                </a:cubicBezTo>
                <a:moveTo>
                  <a:pt x="1871888" y="92474"/>
                </a:moveTo>
                <a:cubicBezTo>
                  <a:pt x="1868420" y="93616"/>
                  <a:pt x="1862929" y="94980"/>
                  <a:pt x="1855416" y="96568"/>
                </a:cubicBezTo>
                <a:cubicBezTo>
                  <a:pt x="1847902" y="98153"/>
                  <a:pt x="1842990" y="99707"/>
                  <a:pt x="1840678" y="101230"/>
                </a:cubicBezTo>
                <a:cubicBezTo>
                  <a:pt x="1837146" y="103705"/>
                  <a:pt x="1835380" y="106845"/>
                  <a:pt x="1835380" y="110652"/>
                </a:cubicBezTo>
                <a:cubicBezTo>
                  <a:pt x="1835380" y="114397"/>
                  <a:pt x="1836793" y="117634"/>
                  <a:pt x="1839618" y="120363"/>
                </a:cubicBezTo>
                <a:cubicBezTo>
                  <a:pt x="1842444" y="123091"/>
                  <a:pt x="1846040" y="124454"/>
                  <a:pt x="1850407" y="124454"/>
                </a:cubicBezTo>
                <a:cubicBezTo>
                  <a:pt x="1855287" y="124454"/>
                  <a:pt x="1859943" y="122868"/>
                  <a:pt x="1864374" y="119695"/>
                </a:cubicBezTo>
                <a:cubicBezTo>
                  <a:pt x="1867649" y="117285"/>
                  <a:pt x="1869801" y="114334"/>
                  <a:pt x="1870828" y="110842"/>
                </a:cubicBezTo>
                <a:cubicBezTo>
                  <a:pt x="1871535" y="108558"/>
                  <a:pt x="1871888" y="104213"/>
                  <a:pt x="1871888" y="97805"/>
                </a:cubicBezTo>
                <a:lnTo>
                  <a:pt x="1871888" y="92474"/>
                </a:lnTo>
                <a:close/>
                <a:moveTo>
                  <a:pt x="1925916" y="141215"/>
                </a:moveTo>
                <a:lnTo>
                  <a:pt x="1925916" y="0"/>
                </a:lnTo>
                <a:lnTo>
                  <a:pt x="1952983" y="0"/>
                </a:lnTo>
                <a:lnTo>
                  <a:pt x="1952983" y="141215"/>
                </a:lnTo>
                <a:lnTo>
                  <a:pt x="1925916" y="141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CE69C-32A8-499D-9433-F690E84B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499" y="2143829"/>
            <a:ext cx="524757" cy="662851"/>
          </a:xfrm>
          <a:custGeom xmlns:a="http://schemas.openxmlformats.org/drawingml/2006/main">
            <a:pathLst>
              <a:path w="524757" h="662851">
                <a:moveTo>
                  <a:pt x="0" y="662851"/>
                </a:moveTo>
                <a:lnTo>
                  <a:pt x="0" y="223515"/>
                </a:lnTo>
                <a:cubicBezTo>
                  <a:pt x="0" y="179720"/>
                  <a:pt x="35493" y="144226"/>
                  <a:pt x="79289" y="144226"/>
                </a:cubicBezTo>
                <a:lnTo>
                  <a:pt x="266637" y="144226"/>
                </a:lnTo>
                <a:lnTo>
                  <a:pt x="266637" y="0"/>
                </a:lnTo>
                <a:lnTo>
                  <a:pt x="524757" y="222134"/>
                </a:lnTo>
                <a:lnTo>
                  <a:pt x="266637" y="444252"/>
                </a:lnTo>
                <a:lnTo>
                  <a:pt x="266637" y="300042"/>
                </a:lnTo>
                <a:lnTo>
                  <a:pt x="155816" y="300042"/>
                </a:lnTo>
                <a:lnTo>
                  <a:pt x="155816" y="662851"/>
                </a:lnTo>
                <a:lnTo>
                  <a:pt x="0" y="662851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6CF85-98F5-4D4C-9954-714282AC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499" y="2143829"/>
            <a:ext cx="524757" cy="662851"/>
          </a:xfrm>
          <a:custGeom xmlns:a="http://schemas.openxmlformats.org/drawingml/2006/main">
            <a:pathLst>
              <a:path w="524757" h="662851" fill="none">
                <a:moveTo>
                  <a:pt x="0" y="662851"/>
                </a:moveTo>
                <a:lnTo>
                  <a:pt x="0" y="223515"/>
                </a:lnTo>
                <a:cubicBezTo>
                  <a:pt x="0" y="179720"/>
                  <a:pt x="35493" y="144226"/>
                  <a:pt x="79289" y="144226"/>
                </a:cubicBezTo>
                <a:lnTo>
                  <a:pt x="266637" y="144226"/>
                </a:lnTo>
                <a:lnTo>
                  <a:pt x="266637" y="0"/>
                </a:lnTo>
                <a:lnTo>
                  <a:pt x="524757" y="222134"/>
                </a:lnTo>
                <a:lnTo>
                  <a:pt x="266637" y="444252"/>
                </a:lnTo>
                <a:lnTo>
                  <a:pt x="266637" y="300042"/>
                </a:lnTo>
                <a:lnTo>
                  <a:pt x="155816" y="300042"/>
                </a:lnTo>
                <a:lnTo>
                  <a:pt x="155816" y="662851"/>
                </a:lnTo>
                <a:lnTo>
                  <a:pt x="0" y="6628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2AF13-56E2-4DD7-9632-0F60F2F8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088" y="2566002"/>
            <a:ext cx="266324" cy="240678"/>
          </a:xfrm>
          <a:custGeom xmlns:a="http://schemas.openxmlformats.org/drawingml/2006/main">
            <a:pathLst>
              <a:path w="266324" h="240678">
                <a:moveTo>
                  <a:pt x="0" y="120339"/>
                </a:moveTo>
                <a:lnTo>
                  <a:pt x="66581" y="120339"/>
                </a:lnTo>
                <a:lnTo>
                  <a:pt x="66581" y="0"/>
                </a:lnTo>
                <a:lnTo>
                  <a:pt x="199743" y="0"/>
                </a:lnTo>
                <a:lnTo>
                  <a:pt x="199743" y="120339"/>
                </a:lnTo>
                <a:lnTo>
                  <a:pt x="266324" y="120339"/>
                </a:lnTo>
                <a:lnTo>
                  <a:pt x="133162" y="240678"/>
                </a:lnTo>
                <a:lnTo>
                  <a:pt x="0" y="120339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AF882-1A6F-46DB-9173-CBB38CEA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088" y="2566002"/>
            <a:ext cx="266324" cy="240678"/>
          </a:xfrm>
          <a:custGeom xmlns:a="http://schemas.openxmlformats.org/drawingml/2006/main">
            <a:pathLst>
              <a:path w="266324" h="240678" fill="none">
                <a:moveTo>
                  <a:pt x="0" y="120339"/>
                </a:moveTo>
                <a:lnTo>
                  <a:pt x="66581" y="120339"/>
                </a:lnTo>
                <a:lnTo>
                  <a:pt x="66581" y="0"/>
                </a:lnTo>
                <a:lnTo>
                  <a:pt x="199743" y="0"/>
                </a:lnTo>
                <a:lnTo>
                  <a:pt x="199743" y="120339"/>
                </a:lnTo>
                <a:lnTo>
                  <a:pt x="266324" y="120339"/>
                </a:lnTo>
                <a:lnTo>
                  <a:pt x="133162" y="240678"/>
                </a:lnTo>
                <a:lnTo>
                  <a:pt x="0" y="1203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sp>
        <p:nvSpPr>
          <p:cNvPr id="258" name="Text LayerSegmentation&amp;">
            <a:extLst xmlns:a="http://schemas.openxmlformats.org/drawingml/2006/main">
              <a:ext uri="{FF2B5EF4-FFF2-40B4-BE49-F238E27FC236}">
                <a16:creationId xmlns:a16="http://schemas.microsoft.com/office/drawing/2014/main" id="{2AC74624-853F-4554-A002-A62F9331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2674" y="2593734"/>
            <a:ext cx="2069659" cy="185333"/>
          </a:xfrm>
          <a:custGeom xmlns:a="http://schemas.openxmlformats.org/drawingml/2006/main">
            <a:pathLst>
              <a:path w="2069659" h="185333">
                <a:moveTo>
                  <a:pt x="0" y="143720"/>
                </a:moveTo>
                <a:lnTo>
                  <a:pt x="29572" y="2504"/>
                </a:lnTo>
                <a:lnTo>
                  <a:pt x="58567" y="2504"/>
                </a:lnTo>
                <a:lnTo>
                  <a:pt x="34003" y="120023"/>
                </a:lnTo>
                <a:lnTo>
                  <a:pt x="105863" y="120023"/>
                </a:lnTo>
                <a:lnTo>
                  <a:pt x="100950" y="143720"/>
                </a:lnTo>
                <a:lnTo>
                  <a:pt x="0" y="143720"/>
                </a:lnTo>
                <a:close/>
                <a:moveTo>
                  <a:pt x="158389" y="70319"/>
                </a:moveTo>
                <a:lnTo>
                  <a:pt x="131417" y="68025"/>
                </a:lnTo>
                <a:cubicBezTo>
                  <a:pt x="134500" y="58900"/>
                  <a:pt x="139878" y="51768"/>
                  <a:pt x="147552" y="46628"/>
                </a:cubicBezTo>
                <a:cubicBezTo>
                  <a:pt x="155226" y="41487"/>
                  <a:pt x="165389" y="38916"/>
                  <a:pt x="178040" y="38916"/>
                </a:cubicBezTo>
                <a:cubicBezTo>
                  <a:pt x="191204" y="38916"/>
                  <a:pt x="200933" y="41568"/>
                  <a:pt x="207227" y="46872"/>
                </a:cubicBezTo>
                <a:cubicBezTo>
                  <a:pt x="213520" y="52174"/>
                  <a:pt x="216667" y="58649"/>
                  <a:pt x="216667" y="66297"/>
                </a:cubicBezTo>
                <a:cubicBezTo>
                  <a:pt x="216667" y="69383"/>
                  <a:pt x="216394" y="72662"/>
                  <a:pt x="215848" y="76134"/>
                </a:cubicBezTo>
                <a:cubicBezTo>
                  <a:pt x="215302" y="79604"/>
                  <a:pt x="213392" y="88731"/>
                  <a:pt x="210116" y="103515"/>
                </a:cubicBezTo>
                <a:cubicBezTo>
                  <a:pt x="207419" y="115727"/>
                  <a:pt x="206071" y="124276"/>
                  <a:pt x="206071" y="129162"/>
                </a:cubicBezTo>
                <a:cubicBezTo>
                  <a:pt x="206071" y="133533"/>
                  <a:pt x="206841" y="138385"/>
                  <a:pt x="208383" y="143720"/>
                </a:cubicBezTo>
                <a:lnTo>
                  <a:pt x="181507" y="143720"/>
                </a:lnTo>
                <a:cubicBezTo>
                  <a:pt x="180416" y="139995"/>
                  <a:pt x="179741" y="136142"/>
                  <a:pt x="179485" y="132160"/>
                </a:cubicBezTo>
                <a:cubicBezTo>
                  <a:pt x="175439" y="136656"/>
                  <a:pt x="170783" y="140123"/>
                  <a:pt x="165517" y="142564"/>
                </a:cubicBezTo>
                <a:cubicBezTo>
                  <a:pt x="160251" y="145004"/>
                  <a:pt x="154953" y="146224"/>
                  <a:pt x="149623" y="146224"/>
                </a:cubicBezTo>
                <a:cubicBezTo>
                  <a:pt x="141146" y="146224"/>
                  <a:pt x="134147" y="143443"/>
                  <a:pt x="128624" y="137880"/>
                </a:cubicBezTo>
                <a:cubicBezTo>
                  <a:pt x="123101" y="132317"/>
                  <a:pt x="120340" y="125163"/>
                  <a:pt x="120340" y="116417"/>
                </a:cubicBezTo>
                <a:cubicBezTo>
                  <a:pt x="120340" y="106642"/>
                  <a:pt x="123374" y="98828"/>
                  <a:pt x="129443" y="92976"/>
                </a:cubicBezTo>
                <a:cubicBezTo>
                  <a:pt x="135511" y="87125"/>
                  <a:pt x="146348" y="83588"/>
                  <a:pt x="161953" y="82365"/>
                </a:cubicBezTo>
                <a:cubicBezTo>
                  <a:pt x="175118" y="81272"/>
                  <a:pt x="183916" y="79953"/>
                  <a:pt x="188347" y="78410"/>
                </a:cubicBezTo>
                <a:cubicBezTo>
                  <a:pt x="189503" y="74557"/>
                  <a:pt x="190080" y="71474"/>
                  <a:pt x="190080" y="69163"/>
                </a:cubicBezTo>
                <a:cubicBezTo>
                  <a:pt x="190080" y="66209"/>
                  <a:pt x="188892" y="63736"/>
                  <a:pt x="186516" y="61745"/>
                </a:cubicBezTo>
                <a:cubicBezTo>
                  <a:pt x="184140" y="59755"/>
                  <a:pt x="180608" y="58759"/>
                  <a:pt x="175920" y="58759"/>
                </a:cubicBezTo>
                <a:cubicBezTo>
                  <a:pt x="170976" y="58759"/>
                  <a:pt x="167074" y="59763"/>
                  <a:pt x="164217" y="61770"/>
                </a:cubicBezTo>
                <a:cubicBezTo>
                  <a:pt x="161359" y="63774"/>
                  <a:pt x="159416" y="66624"/>
                  <a:pt x="158389" y="70319"/>
                </a:cubicBezTo>
                <a:moveTo>
                  <a:pt x="184686" y="95941"/>
                </a:moveTo>
                <a:cubicBezTo>
                  <a:pt x="183017" y="96393"/>
                  <a:pt x="180801" y="96811"/>
                  <a:pt x="178040" y="97197"/>
                </a:cubicBezTo>
                <a:cubicBezTo>
                  <a:pt x="164169" y="98872"/>
                  <a:pt x="155114" y="101321"/>
                  <a:pt x="150875" y="104542"/>
                </a:cubicBezTo>
                <a:cubicBezTo>
                  <a:pt x="147857" y="106862"/>
                  <a:pt x="146348" y="109987"/>
                  <a:pt x="146348" y="113918"/>
                </a:cubicBezTo>
                <a:cubicBezTo>
                  <a:pt x="146348" y="117139"/>
                  <a:pt x="147504" y="119862"/>
                  <a:pt x="149816" y="122085"/>
                </a:cubicBezTo>
                <a:cubicBezTo>
                  <a:pt x="152128" y="124307"/>
                  <a:pt x="155178" y="125417"/>
                  <a:pt x="158967" y="125417"/>
                </a:cubicBezTo>
                <a:cubicBezTo>
                  <a:pt x="163141" y="125417"/>
                  <a:pt x="167074" y="124403"/>
                  <a:pt x="170767" y="122374"/>
                </a:cubicBezTo>
                <a:cubicBezTo>
                  <a:pt x="174459" y="120343"/>
                  <a:pt x="177221" y="117733"/>
                  <a:pt x="179051" y="114545"/>
                </a:cubicBezTo>
                <a:cubicBezTo>
                  <a:pt x="180881" y="111356"/>
                  <a:pt x="182503" y="106379"/>
                  <a:pt x="183916" y="99614"/>
                </a:cubicBezTo>
                <a:lnTo>
                  <a:pt x="184686" y="95941"/>
                </a:lnTo>
                <a:close/>
                <a:moveTo>
                  <a:pt x="238424" y="41421"/>
                </a:moveTo>
                <a:lnTo>
                  <a:pt x="265974" y="41421"/>
                </a:lnTo>
                <a:lnTo>
                  <a:pt x="272909" y="92374"/>
                </a:lnTo>
                <a:cubicBezTo>
                  <a:pt x="274643" y="105485"/>
                  <a:pt x="275606" y="114637"/>
                  <a:pt x="275799" y="119830"/>
                </a:cubicBezTo>
                <a:cubicBezTo>
                  <a:pt x="279395" y="109443"/>
                  <a:pt x="284340" y="98430"/>
                  <a:pt x="290633" y="86790"/>
                </a:cubicBezTo>
                <a:lnTo>
                  <a:pt x="315100" y="41421"/>
                </a:lnTo>
                <a:lnTo>
                  <a:pt x="344384" y="41421"/>
                </a:lnTo>
                <a:lnTo>
                  <a:pt x="281193" y="153738"/>
                </a:lnTo>
                <a:cubicBezTo>
                  <a:pt x="275992" y="163077"/>
                  <a:pt x="271898" y="169615"/>
                  <a:pt x="268912" y="173352"/>
                </a:cubicBezTo>
                <a:cubicBezTo>
                  <a:pt x="265925" y="177089"/>
                  <a:pt x="262329" y="180020"/>
                  <a:pt x="258123" y="182145"/>
                </a:cubicBezTo>
                <a:cubicBezTo>
                  <a:pt x="253917" y="184270"/>
                  <a:pt x="248859" y="185333"/>
                  <a:pt x="242951" y="185333"/>
                </a:cubicBezTo>
                <a:cubicBezTo>
                  <a:pt x="237108" y="185333"/>
                  <a:pt x="230525" y="184301"/>
                  <a:pt x="223204" y="182238"/>
                </a:cubicBezTo>
                <a:lnTo>
                  <a:pt x="225613" y="161540"/>
                </a:lnTo>
                <a:cubicBezTo>
                  <a:pt x="228952" y="162503"/>
                  <a:pt x="232195" y="162985"/>
                  <a:pt x="235342" y="162985"/>
                </a:cubicBezTo>
                <a:cubicBezTo>
                  <a:pt x="243818" y="162985"/>
                  <a:pt x="250786" y="156563"/>
                  <a:pt x="256245" y="143720"/>
                </a:cubicBezTo>
                <a:lnTo>
                  <a:pt x="238424" y="41421"/>
                </a:lnTo>
                <a:close/>
                <a:moveTo>
                  <a:pt x="439928" y="101143"/>
                </a:moveTo>
                <a:lnTo>
                  <a:pt x="370573" y="101143"/>
                </a:lnTo>
                <a:cubicBezTo>
                  <a:pt x="370509" y="102235"/>
                  <a:pt x="370477" y="103070"/>
                  <a:pt x="370477" y="103648"/>
                </a:cubicBezTo>
                <a:cubicBezTo>
                  <a:pt x="370477" y="110455"/>
                  <a:pt x="372419" y="115945"/>
                  <a:pt x="376304" y="120119"/>
                </a:cubicBezTo>
                <a:cubicBezTo>
                  <a:pt x="380189" y="124294"/>
                  <a:pt x="384926" y="126381"/>
                  <a:pt x="390512" y="126381"/>
                </a:cubicBezTo>
                <a:cubicBezTo>
                  <a:pt x="399696" y="126381"/>
                  <a:pt x="406856" y="121629"/>
                  <a:pt x="411993" y="112124"/>
                </a:cubicBezTo>
                <a:lnTo>
                  <a:pt x="436749" y="116363"/>
                </a:lnTo>
                <a:cubicBezTo>
                  <a:pt x="431933" y="126317"/>
                  <a:pt x="425495" y="133782"/>
                  <a:pt x="417436" y="138759"/>
                </a:cubicBezTo>
                <a:cubicBezTo>
                  <a:pt x="409376" y="143736"/>
                  <a:pt x="400338" y="146224"/>
                  <a:pt x="390320" y="146224"/>
                </a:cubicBezTo>
                <a:cubicBezTo>
                  <a:pt x="376577" y="146224"/>
                  <a:pt x="365403" y="141865"/>
                  <a:pt x="356798" y="133148"/>
                </a:cubicBezTo>
                <a:cubicBezTo>
                  <a:pt x="348193" y="124430"/>
                  <a:pt x="343890" y="112899"/>
                  <a:pt x="343890" y="98554"/>
                </a:cubicBezTo>
                <a:cubicBezTo>
                  <a:pt x="343890" y="84529"/>
                  <a:pt x="347776" y="72047"/>
                  <a:pt x="355546" y="61110"/>
                </a:cubicBezTo>
                <a:cubicBezTo>
                  <a:pt x="366142" y="46314"/>
                  <a:pt x="381265" y="38916"/>
                  <a:pt x="400916" y="38916"/>
                </a:cubicBezTo>
                <a:cubicBezTo>
                  <a:pt x="413438" y="38916"/>
                  <a:pt x="423392" y="42791"/>
                  <a:pt x="430777" y="50541"/>
                </a:cubicBezTo>
                <a:cubicBezTo>
                  <a:pt x="438162" y="58292"/>
                  <a:pt x="441855" y="69146"/>
                  <a:pt x="441855" y="83103"/>
                </a:cubicBezTo>
                <a:cubicBezTo>
                  <a:pt x="441855" y="89792"/>
                  <a:pt x="441212" y="95805"/>
                  <a:pt x="439928" y="101143"/>
                </a:cubicBezTo>
                <a:moveTo>
                  <a:pt x="416617" y="84190"/>
                </a:moveTo>
                <a:cubicBezTo>
                  <a:pt x="416681" y="82973"/>
                  <a:pt x="416713" y="82046"/>
                  <a:pt x="416713" y="81408"/>
                </a:cubicBezTo>
                <a:cubicBezTo>
                  <a:pt x="416713" y="73859"/>
                  <a:pt x="415012" y="68196"/>
                  <a:pt x="411608" y="64422"/>
                </a:cubicBezTo>
                <a:cubicBezTo>
                  <a:pt x="408205" y="60647"/>
                  <a:pt x="403645" y="58759"/>
                  <a:pt x="397930" y="58759"/>
                </a:cubicBezTo>
                <a:cubicBezTo>
                  <a:pt x="392214" y="58759"/>
                  <a:pt x="387093" y="60903"/>
                  <a:pt x="382566" y="65189"/>
                </a:cubicBezTo>
                <a:cubicBezTo>
                  <a:pt x="378038" y="69476"/>
                  <a:pt x="374972" y="75809"/>
                  <a:pt x="373366" y="84190"/>
                </a:cubicBezTo>
                <a:lnTo>
                  <a:pt x="416617" y="84190"/>
                </a:lnTo>
                <a:close/>
                <a:moveTo>
                  <a:pt x="470643" y="41421"/>
                </a:moveTo>
                <a:lnTo>
                  <a:pt x="496459" y="41421"/>
                </a:lnTo>
                <a:lnTo>
                  <a:pt x="492317" y="61222"/>
                </a:lnTo>
                <a:cubicBezTo>
                  <a:pt x="501950" y="46351"/>
                  <a:pt x="512385" y="38916"/>
                  <a:pt x="523623" y="38916"/>
                </a:cubicBezTo>
                <a:cubicBezTo>
                  <a:pt x="527605" y="38916"/>
                  <a:pt x="531875" y="39911"/>
                  <a:pt x="536435" y="41902"/>
                </a:cubicBezTo>
                <a:lnTo>
                  <a:pt x="525839" y="64539"/>
                </a:lnTo>
                <a:cubicBezTo>
                  <a:pt x="523334" y="63640"/>
                  <a:pt x="520669" y="63190"/>
                  <a:pt x="517843" y="63190"/>
                </a:cubicBezTo>
                <a:cubicBezTo>
                  <a:pt x="513091" y="63190"/>
                  <a:pt x="508259" y="64992"/>
                  <a:pt x="503346" y="68597"/>
                </a:cubicBezTo>
                <a:cubicBezTo>
                  <a:pt x="498434" y="72199"/>
                  <a:pt x="494597" y="77008"/>
                  <a:pt x="491835" y="83025"/>
                </a:cubicBezTo>
                <a:cubicBezTo>
                  <a:pt x="489074" y="89039"/>
                  <a:pt x="486345" y="98577"/>
                  <a:pt x="483647" y="111640"/>
                </a:cubicBezTo>
                <a:lnTo>
                  <a:pt x="476905" y="143720"/>
                </a:lnTo>
                <a:lnTo>
                  <a:pt x="449259" y="143720"/>
                </a:lnTo>
                <a:lnTo>
                  <a:pt x="470643" y="41421"/>
                </a:lnTo>
                <a:close/>
                <a:moveTo>
                  <a:pt x="583654" y="97970"/>
                </a:moveTo>
                <a:lnTo>
                  <a:pt x="611300" y="96519"/>
                </a:lnTo>
                <a:cubicBezTo>
                  <a:pt x="611685" y="105351"/>
                  <a:pt x="613194" y="111315"/>
                  <a:pt x="615827" y="114409"/>
                </a:cubicBezTo>
                <a:cubicBezTo>
                  <a:pt x="620066" y="119436"/>
                  <a:pt x="627900" y="121950"/>
                  <a:pt x="639331" y="121950"/>
                </a:cubicBezTo>
                <a:cubicBezTo>
                  <a:pt x="648835" y="121950"/>
                  <a:pt x="655706" y="120246"/>
                  <a:pt x="659945" y="116838"/>
                </a:cubicBezTo>
                <a:cubicBezTo>
                  <a:pt x="664183" y="113429"/>
                  <a:pt x="666302" y="109312"/>
                  <a:pt x="666302" y="104487"/>
                </a:cubicBezTo>
                <a:cubicBezTo>
                  <a:pt x="666302" y="100307"/>
                  <a:pt x="664569" y="96769"/>
                  <a:pt x="661101" y="93873"/>
                </a:cubicBezTo>
                <a:cubicBezTo>
                  <a:pt x="658660" y="91752"/>
                  <a:pt x="651966" y="88312"/>
                  <a:pt x="641017" y="83551"/>
                </a:cubicBezTo>
                <a:cubicBezTo>
                  <a:pt x="630067" y="78791"/>
                  <a:pt x="622072" y="74820"/>
                  <a:pt x="617031" y="71637"/>
                </a:cubicBezTo>
                <a:cubicBezTo>
                  <a:pt x="611990" y="68452"/>
                  <a:pt x="608025" y="64319"/>
                  <a:pt x="605135" y="59238"/>
                </a:cubicBezTo>
                <a:cubicBezTo>
                  <a:pt x="602245" y="54157"/>
                  <a:pt x="600800" y="48208"/>
                  <a:pt x="600800" y="41390"/>
                </a:cubicBezTo>
                <a:cubicBezTo>
                  <a:pt x="600800" y="29490"/>
                  <a:pt x="605103" y="19617"/>
                  <a:pt x="613708" y="11770"/>
                </a:cubicBezTo>
                <a:cubicBezTo>
                  <a:pt x="622313" y="3923"/>
                  <a:pt x="634771" y="0"/>
                  <a:pt x="651083" y="0"/>
                </a:cubicBezTo>
                <a:cubicBezTo>
                  <a:pt x="667651" y="0"/>
                  <a:pt x="680479" y="3902"/>
                  <a:pt x="689565" y="11707"/>
                </a:cubicBezTo>
                <a:cubicBezTo>
                  <a:pt x="698652" y="19511"/>
                  <a:pt x="703645" y="29895"/>
                  <a:pt x="704544" y="42859"/>
                </a:cubicBezTo>
                <a:lnTo>
                  <a:pt x="676706" y="44118"/>
                </a:lnTo>
                <a:cubicBezTo>
                  <a:pt x="675999" y="37345"/>
                  <a:pt x="673559" y="32152"/>
                  <a:pt x="669385" y="28540"/>
                </a:cubicBezTo>
                <a:cubicBezTo>
                  <a:pt x="665211" y="24926"/>
                  <a:pt x="659046" y="23118"/>
                  <a:pt x="650890" y="23118"/>
                </a:cubicBezTo>
                <a:cubicBezTo>
                  <a:pt x="642863" y="23118"/>
                  <a:pt x="637131" y="24532"/>
                  <a:pt x="633696" y="27360"/>
                </a:cubicBezTo>
                <a:cubicBezTo>
                  <a:pt x="630260" y="30187"/>
                  <a:pt x="628542" y="33754"/>
                  <a:pt x="628542" y="38061"/>
                </a:cubicBezTo>
                <a:cubicBezTo>
                  <a:pt x="628542" y="42109"/>
                  <a:pt x="630116" y="45450"/>
                  <a:pt x="633262" y="48085"/>
                </a:cubicBezTo>
                <a:cubicBezTo>
                  <a:pt x="636409" y="50786"/>
                  <a:pt x="643377" y="54482"/>
                  <a:pt x="654165" y="59172"/>
                </a:cubicBezTo>
                <a:cubicBezTo>
                  <a:pt x="670412" y="66177"/>
                  <a:pt x="680751" y="71866"/>
                  <a:pt x="685182" y="76237"/>
                </a:cubicBezTo>
                <a:cubicBezTo>
                  <a:pt x="691797" y="82662"/>
                  <a:pt x="695104" y="90920"/>
                  <a:pt x="695104" y="101011"/>
                </a:cubicBezTo>
                <a:cubicBezTo>
                  <a:pt x="695104" y="113479"/>
                  <a:pt x="690175" y="124132"/>
                  <a:pt x="680318" y="132970"/>
                </a:cubicBezTo>
                <a:cubicBezTo>
                  <a:pt x="670461" y="141806"/>
                  <a:pt x="656734" y="146224"/>
                  <a:pt x="639138" y="146224"/>
                </a:cubicBezTo>
                <a:cubicBezTo>
                  <a:pt x="627001" y="146224"/>
                  <a:pt x="616485" y="144181"/>
                  <a:pt x="607591" y="140095"/>
                </a:cubicBezTo>
                <a:cubicBezTo>
                  <a:pt x="598697" y="136009"/>
                  <a:pt x="592420" y="130332"/>
                  <a:pt x="588759" y="123063"/>
                </a:cubicBezTo>
                <a:cubicBezTo>
                  <a:pt x="585099" y="115793"/>
                  <a:pt x="583397" y="107428"/>
                  <a:pt x="583654" y="97970"/>
                </a:cubicBezTo>
                <a:close/>
                <a:moveTo>
                  <a:pt x="810808" y="101143"/>
                </a:moveTo>
                <a:lnTo>
                  <a:pt x="741453" y="101143"/>
                </a:lnTo>
                <a:cubicBezTo>
                  <a:pt x="741389" y="102235"/>
                  <a:pt x="741357" y="103070"/>
                  <a:pt x="741357" y="103648"/>
                </a:cubicBezTo>
                <a:cubicBezTo>
                  <a:pt x="741357" y="110455"/>
                  <a:pt x="743299" y="115945"/>
                  <a:pt x="747185" y="120119"/>
                </a:cubicBezTo>
                <a:cubicBezTo>
                  <a:pt x="751070" y="124294"/>
                  <a:pt x="755806" y="126381"/>
                  <a:pt x="761393" y="126381"/>
                </a:cubicBezTo>
                <a:cubicBezTo>
                  <a:pt x="770576" y="126381"/>
                  <a:pt x="777736" y="121629"/>
                  <a:pt x="782874" y="112124"/>
                </a:cubicBezTo>
                <a:lnTo>
                  <a:pt x="807630" y="116363"/>
                </a:lnTo>
                <a:cubicBezTo>
                  <a:pt x="802813" y="126317"/>
                  <a:pt x="796376" y="133782"/>
                  <a:pt x="788316" y="138759"/>
                </a:cubicBezTo>
                <a:cubicBezTo>
                  <a:pt x="780257" y="143736"/>
                  <a:pt x="771218" y="146224"/>
                  <a:pt x="761200" y="146224"/>
                </a:cubicBezTo>
                <a:cubicBezTo>
                  <a:pt x="747458" y="146224"/>
                  <a:pt x="736284" y="141865"/>
                  <a:pt x="727678" y="133148"/>
                </a:cubicBezTo>
                <a:cubicBezTo>
                  <a:pt x="719073" y="124430"/>
                  <a:pt x="714771" y="112899"/>
                  <a:pt x="714771" y="98554"/>
                </a:cubicBezTo>
                <a:cubicBezTo>
                  <a:pt x="714771" y="84529"/>
                  <a:pt x="718656" y="72047"/>
                  <a:pt x="726426" y="61110"/>
                </a:cubicBezTo>
                <a:cubicBezTo>
                  <a:pt x="737022" y="46314"/>
                  <a:pt x="752145" y="38916"/>
                  <a:pt x="771796" y="38916"/>
                </a:cubicBezTo>
                <a:cubicBezTo>
                  <a:pt x="784319" y="38916"/>
                  <a:pt x="794272" y="42791"/>
                  <a:pt x="801657" y="50541"/>
                </a:cubicBezTo>
                <a:cubicBezTo>
                  <a:pt x="809042" y="58292"/>
                  <a:pt x="812735" y="69146"/>
                  <a:pt x="812735" y="83103"/>
                </a:cubicBezTo>
                <a:cubicBezTo>
                  <a:pt x="812735" y="89792"/>
                  <a:pt x="812093" y="95805"/>
                  <a:pt x="810808" y="101143"/>
                </a:cubicBezTo>
                <a:moveTo>
                  <a:pt x="787497" y="84190"/>
                </a:moveTo>
                <a:cubicBezTo>
                  <a:pt x="787562" y="82973"/>
                  <a:pt x="787594" y="82046"/>
                  <a:pt x="787594" y="81408"/>
                </a:cubicBezTo>
                <a:cubicBezTo>
                  <a:pt x="787594" y="73859"/>
                  <a:pt x="785892" y="68196"/>
                  <a:pt x="782488" y="64422"/>
                </a:cubicBezTo>
                <a:cubicBezTo>
                  <a:pt x="779085" y="60647"/>
                  <a:pt x="774525" y="58759"/>
                  <a:pt x="768810" y="58759"/>
                </a:cubicBezTo>
                <a:cubicBezTo>
                  <a:pt x="763095" y="58759"/>
                  <a:pt x="757973" y="60903"/>
                  <a:pt x="753446" y="65189"/>
                </a:cubicBezTo>
                <a:cubicBezTo>
                  <a:pt x="748919" y="69476"/>
                  <a:pt x="745852" y="75809"/>
                  <a:pt x="744247" y="84190"/>
                </a:cubicBezTo>
                <a:lnTo>
                  <a:pt x="787497" y="84190"/>
                </a:lnTo>
                <a:close/>
                <a:moveTo>
                  <a:pt x="820236" y="149114"/>
                </a:moveTo>
                <a:lnTo>
                  <a:pt x="849423" y="153352"/>
                </a:lnTo>
                <a:cubicBezTo>
                  <a:pt x="849423" y="156306"/>
                  <a:pt x="849904" y="158538"/>
                  <a:pt x="850868" y="160047"/>
                </a:cubicBezTo>
                <a:cubicBezTo>
                  <a:pt x="851831" y="161556"/>
                  <a:pt x="853388" y="162840"/>
                  <a:pt x="855540" y="163900"/>
                </a:cubicBezTo>
                <a:cubicBezTo>
                  <a:pt x="857691" y="164960"/>
                  <a:pt x="860629" y="165489"/>
                  <a:pt x="864353" y="165489"/>
                </a:cubicBezTo>
                <a:cubicBezTo>
                  <a:pt x="870197" y="165489"/>
                  <a:pt x="874885" y="164332"/>
                  <a:pt x="878417" y="162019"/>
                </a:cubicBezTo>
                <a:cubicBezTo>
                  <a:pt x="881050" y="160219"/>
                  <a:pt x="883201" y="157325"/>
                  <a:pt x="884871" y="153337"/>
                </a:cubicBezTo>
                <a:cubicBezTo>
                  <a:pt x="885899" y="150831"/>
                  <a:pt x="887215" y="145366"/>
                  <a:pt x="888820" y="136944"/>
                </a:cubicBezTo>
                <a:lnTo>
                  <a:pt x="889784" y="132160"/>
                </a:lnTo>
                <a:cubicBezTo>
                  <a:pt x="880215" y="140123"/>
                  <a:pt x="870326" y="144105"/>
                  <a:pt x="860115" y="144105"/>
                </a:cubicBezTo>
                <a:cubicBezTo>
                  <a:pt x="850097" y="144105"/>
                  <a:pt x="841877" y="140570"/>
                  <a:pt x="835455" y="133500"/>
                </a:cubicBezTo>
                <a:cubicBezTo>
                  <a:pt x="829034" y="126430"/>
                  <a:pt x="825823" y="116081"/>
                  <a:pt x="825823" y="102453"/>
                </a:cubicBezTo>
                <a:cubicBezTo>
                  <a:pt x="825823" y="90434"/>
                  <a:pt x="828006" y="79411"/>
                  <a:pt x="832373" y="69385"/>
                </a:cubicBezTo>
                <a:cubicBezTo>
                  <a:pt x="836740" y="59357"/>
                  <a:pt x="842873" y="51773"/>
                  <a:pt x="850771" y="46631"/>
                </a:cubicBezTo>
                <a:cubicBezTo>
                  <a:pt x="858670" y="41488"/>
                  <a:pt x="866730" y="38916"/>
                  <a:pt x="874949" y="38916"/>
                </a:cubicBezTo>
                <a:cubicBezTo>
                  <a:pt x="881756" y="38916"/>
                  <a:pt x="887986" y="40720"/>
                  <a:pt x="893637" y="44328"/>
                </a:cubicBezTo>
                <a:cubicBezTo>
                  <a:pt x="899288" y="47937"/>
                  <a:pt x="903687" y="52995"/>
                  <a:pt x="906834" y="59503"/>
                </a:cubicBezTo>
                <a:lnTo>
                  <a:pt x="910687" y="41421"/>
                </a:lnTo>
                <a:lnTo>
                  <a:pt x="936599" y="41421"/>
                </a:lnTo>
                <a:lnTo>
                  <a:pt x="918874" y="126582"/>
                </a:lnTo>
                <a:cubicBezTo>
                  <a:pt x="915985" y="140303"/>
                  <a:pt x="913544" y="150094"/>
                  <a:pt x="911554" y="155956"/>
                </a:cubicBezTo>
                <a:cubicBezTo>
                  <a:pt x="909563" y="161820"/>
                  <a:pt x="907283" y="166491"/>
                  <a:pt x="904714" y="169969"/>
                </a:cubicBezTo>
                <a:cubicBezTo>
                  <a:pt x="902146" y="173446"/>
                  <a:pt x="898903" y="176361"/>
                  <a:pt x="894985" y="178713"/>
                </a:cubicBezTo>
                <a:cubicBezTo>
                  <a:pt x="891068" y="181065"/>
                  <a:pt x="886444" y="182756"/>
                  <a:pt x="881114" y="183785"/>
                </a:cubicBezTo>
                <a:cubicBezTo>
                  <a:pt x="875784" y="184817"/>
                  <a:pt x="870005" y="185333"/>
                  <a:pt x="863775" y="185333"/>
                </a:cubicBezTo>
                <a:cubicBezTo>
                  <a:pt x="849326" y="185333"/>
                  <a:pt x="838409" y="182853"/>
                  <a:pt x="831024" y="177894"/>
                </a:cubicBezTo>
                <a:cubicBezTo>
                  <a:pt x="823639" y="172938"/>
                  <a:pt x="819947" y="164697"/>
                  <a:pt x="819947" y="153172"/>
                </a:cubicBezTo>
                <a:cubicBezTo>
                  <a:pt x="819947" y="151947"/>
                  <a:pt x="820043" y="150595"/>
                  <a:pt x="820236" y="149114"/>
                </a:cubicBezTo>
                <a:moveTo>
                  <a:pt x="852794" y="99638"/>
                </a:moveTo>
                <a:cubicBezTo>
                  <a:pt x="852794" y="107396"/>
                  <a:pt x="854544" y="113311"/>
                  <a:pt x="858044" y="117383"/>
                </a:cubicBezTo>
                <a:cubicBezTo>
                  <a:pt x="861544" y="121455"/>
                  <a:pt x="865927" y="123491"/>
                  <a:pt x="871193" y="123491"/>
                </a:cubicBezTo>
                <a:cubicBezTo>
                  <a:pt x="876009" y="123491"/>
                  <a:pt x="880681" y="121664"/>
                  <a:pt x="885208" y="118009"/>
                </a:cubicBezTo>
                <a:cubicBezTo>
                  <a:pt x="889736" y="114353"/>
                  <a:pt x="893203" y="109158"/>
                  <a:pt x="895611" y="102425"/>
                </a:cubicBezTo>
                <a:cubicBezTo>
                  <a:pt x="898020" y="95693"/>
                  <a:pt x="899224" y="89185"/>
                  <a:pt x="899224" y="82901"/>
                </a:cubicBezTo>
                <a:cubicBezTo>
                  <a:pt x="899224" y="75655"/>
                  <a:pt x="897265" y="69820"/>
                  <a:pt x="893348" y="65397"/>
                </a:cubicBezTo>
                <a:cubicBezTo>
                  <a:pt x="889431" y="60972"/>
                  <a:pt x="884903" y="58759"/>
                  <a:pt x="879766" y="58759"/>
                </a:cubicBezTo>
                <a:cubicBezTo>
                  <a:pt x="874821" y="58759"/>
                  <a:pt x="870278" y="60715"/>
                  <a:pt x="866135" y="64626"/>
                </a:cubicBezTo>
                <a:cubicBezTo>
                  <a:pt x="861993" y="68537"/>
                  <a:pt x="858574" y="74565"/>
                  <a:pt x="855877" y="82709"/>
                </a:cubicBezTo>
                <a:cubicBezTo>
                  <a:pt x="853822" y="88994"/>
                  <a:pt x="852794" y="94637"/>
                  <a:pt x="852794" y="99638"/>
                </a:cubicBezTo>
                <a:close/>
                <a:moveTo>
                  <a:pt x="962537" y="41421"/>
                </a:moveTo>
                <a:lnTo>
                  <a:pt x="988546" y="41421"/>
                </a:lnTo>
                <a:lnTo>
                  <a:pt x="985945" y="53844"/>
                </a:lnTo>
                <a:cubicBezTo>
                  <a:pt x="996091" y="43892"/>
                  <a:pt x="1006751" y="38916"/>
                  <a:pt x="1017925" y="38916"/>
                </a:cubicBezTo>
                <a:cubicBezTo>
                  <a:pt x="1025631" y="38916"/>
                  <a:pt x="1031572" y="40530"/>
                  <a:pt x="1035746" y="43759"/>
                </a:cubicBezTo>
                <a:cubicBezTo>
                  <a:pt x="1039920" y="46986"/>
                  <a:pt x="1042585" y="51440"/>
                  <a:pt x="1043741" y="57122"/>
                </a:cubicBezTo>
                <a:cubicBezTo>
                  <a:pt x="1047273" y="51956"/>
                  <a:pt x="1052346" y="47631"/>
                  <a:pt x="1058960" y="44145"/>
                </a:cubicBezTo>
                <a:cubicBezTo>
                  <a:pt x="1065575" y="40659"/>
                  <a:pt x="1072446" y="38916"/>
                  <a:pt x="1079574" y="38916"/>
                </a:cubicBezTo>
                <a:cubicBezTo>
                  <a:pt x="1087730" y="38916"/>
                  <a:pt x="1094088" y="41110"/>
                  <a:pt x="1098647" y="45499"/>
                </a:cubicBezTo>
                <a:cubicBezTo>
                  <a:pt x="1103207" y="49888"/>
                  <a:pt x="1105486" y="55698"/>
                  <a:pt x="1105486" y="62928"/>
                </a:cubicBezTo>
                <a:cubicBezTo>
                  <a:pt x="1105486" y="66436"/>
                  <a:pt x="1104587" y="72522"/>
                  <a:pt x="1102789" y="81185"/>
                </a:cubicBezTo>
                <a:lnTo>
                  <a:pt x="1089689" y="143720"/>
                </a:lnTo>
                <a:lnTo>
                  <a:pt x="1062043" y="143720"/>
                </a:lnTo>
                <a:lnTo>
                  <a:pt x="1075143" y="81179"/>
                </a:lnTo>
                <a:cubicBezTo>
                  <a:pt x="1076749" y="73345"/>
                  <a:pt x="1077552" y="68915"/>
                  <a:pt x="1077552" y="67889"/>
                </a:cubicBezTo>
                <a:cubicBezTo>
                  <a:pt x="1077552" y="65070"/>
                  <a:pt x="1076701" y="62843"/>
                  <a:pt x="1074999" y="61210"/>
                </a:cubicBezTo>
                <a:cubicBezTo>
                  <a:pt x="1073297" y="59576"/>
                  <a:pt x="1070744" y="58759"/>
                  <a:pt x="1067341" y="58759"/>
                </a:cubicBezTo>
                <a:cubicBezTo>
                  <a:pt x="1060470" y="58759"/>
                  <a:pt x="1054337" y="62387"/>
                  <a:pt x="1048942" y="69641"/>
                </a:cubicBezTo>
                <a:cubicBezTo>
                  <a:pt x="1045025" y="74843"/>
                  <a:pt x="1041686" y="84056"/>
                  <a:pt x="1038924" y="97281"/>
                </a:cubicBezTo>
                <a:lnTo>
                  <a:pt x="1029195" y="143720"/>
                </a:lnTo>
                <a:lnTo>
                  <a:pt x="1001550" y="143720"/>
                </a:lnTo>
                <a:lnTo>
                  <a:pt x="1014457" y="81878"/>
                </a:lnTo>
                <a:cubicBezTo>
                  <a:pt x="1015934" y="74750"/>
                  <a:pt x="1016673" y="70126"/>
                  <a:pt x="1016673" y="68007"/>
                </a:cubicBezTo>
                <a:cubicBezTo>
                  <a:pt x="1016673" y="65310"/>
                  <a:pt x="1015758" y="63094"/>
                  <a:pt x="1013928" y="61360"/>
                </a:cubicBezTo>
                <a:cubicBezTo>
                  <a:pt x="1012097" y="59626"/>
                  <a:pt x="1009577" y="58759"/>
                  <a:pt x="1006366" y="58759"/>
                </a:cubicBezTo>
                <a:cubicBezTo>
                  <a:pt x="1003348" y="58759"/>
                  <a:pt x="1000233" y="59658"/>
                  <a:pt x="997022" y="61456"/>
                </a:cubicBezTo>
                <a:cubicBezTo>
                  <a:pt x="993811" y="63255"/>
                  <a:pt x="991002" y="65728"/>
                  <a:pt x="988594" y="68877"/>
                </a:cubicBezTo>
                <a:cubicBezTo>
                  <a:pt x="986186" y="72023"/>
                  <a:pt x="984115" y="76069"/>
                  <a:pt x="982381" y="81014"/>
                </a:cubicBezTo>
                <a:cubicBezTo>
                  <a:pt x="981610" y="83326"/>
                  <a:pt x="980358" y="88560"/>
                  <a:pt x="978624" y="96718"/>
                </a:cubicBezTo>
                <a:lnTo>
                  <a:pt x="968799" y="143720"/>
                </a:lnTo>
                <a:lnTo>
                  <a:pt x="941153" y="143720"/>
                </a:lnTo>
                <a:lnTo>
                  <a:pt x="962537" y="41421"/>
                </a:lnTo>
                <a:close/>
                <a:moveTo>
                  <a:pt x="1217199" y="101143"/>
                </a:moveTo>
                <a:lnTo>
                  <a:pt x="1147844" y="101143"/>
                </a:lnTo>
                <a:cubicBezTo>
                  <a:pt x="1147779" y="102235"/>
                  <a:pt x="1147747" y="103070"/>
                  <a:pt x="1147747" y="103648"/>
                </a:cubicBezTo>
                <a:cubicBezTo>
                  <a:pt x="1147747" y="110455"/>
                  <a:pt x="1149690" y="115945"/>
                  <a:pt x="1153575" y="120119"/>
                </a:cubicBezTo>
                <a:cubicBezTo>
                  <a:pt x="1157460" y="124294"/>
                  <a:pt x="1162196" y="126381"/>
                  <a:pt x="1167783" y="126381"/>
                </a:cubicBezTo>
                <a:cubicBezTo>
                  <a:pt x="1176967" y="126381"/>
                  <a:pt x="1184127" y="121629"/>
                  <a:pt x="1189264" y="112124"/>
                </a:cubicBezTo>
                <a:lnTo>
                  <a:pt x="1214020" y="116363"/>
                </a:lnTo>
                <a:cubicBezTo>
                  <a:pt x="1209204" y="126317"/>
                  <a:pt x="1202766" y="133782"/>
                  <a:pt x="1194707" y="138759"/>
                </a:cubicBezTo>
                <a:cubicBezTo>
                  <a:pt x="1186647" y="143736"/>
                  <a:pt x="1177609" y="146224"/>
                  <a:pt x="1167591" y="146224"/>
                </a:cubicBezTo>
                <a:cubicBezTo>
                  <a:pt x="1153848" y="146224"/>
                  <a:pt x="1142674" y="141865"/>
                  <a:pt x="1134069" y="133148"/>
                </a:cubicBezTo>
                <a:cubicBezTo>
                  <a:pt x="1125464" y="124430"/>
                  <a:pt x="1121161" y="112899"/>
                  <a:pt x="1121161" y="98554"/>
                </a:cubicBezTo>
                <a:cubicBezTo>
                  <a:pt x="1121161" y="84529"/>
                  <a:pt x="1125046" y="72047"/>
                  <a:pt x="1132817" y="61110"/>
                </a:cubicBezTo>
                <a:cubicBezTo>
                  <a:pt x="1143413" y="46314"/>
                  <a:pt x="1158536" y="38916"/>
                  <a:pt x="1178187" y="38916"/>
                </a:cubicBezTo>
                <a:cubicBezTo>
                  <a:pt x="1190709" y="38916"/>
                  <a:pt x="1200663" y="42791"/>
                  <a:pt x="1208048" y="50541"/>
                </a:cubicBezTo>
                <a:cubicBezTo>
                  <a:pt x="1215433" y="58292"/>
                  <a:pt x="1219126" y="69146"/>
                  <a:pt x="1219126" y="83103"/>
                </a:cubicBezTo>
                <a:cubicBezTo>
                  <a:pt x="1219126" y="89792"/>
                  <a:pt x="1218483" y="95805"/>
                  <a:pt x="1217199" y="101143"/>
                </a:cubicBezTo>
                <a:moveTo>
                  <a:pt x="1193888" y="84190"/>
                </a:moveTo>
                <a:cubicBezTo>
                  <a:pt x="1193952" y="82973"/>
                  <a:pt x="1193984" y="82046"/>
                  <a:pt x="1193984" y="81408"/>
                </a:cubicBezTo>
                <a:cubicBezTo>
                  <a:pt x="1193984" y="73859"/>
                  <a:pt x="1192282" y="68196"/>
                  <a:pt x="1188879" y="64422"/>
                </a:cubicBezTo>
                <a:cubicBezTo>
                  <a:pt x="1185475" y="60647"/>
                  <a:pt x="1180916" y="58759"/>
                  <a:pt x="1175201" y="58759"/>
                </a:cubicBezTo>
                <a:cubicBezTo>
                  <a:pt x="1169485" y="58759"/>
                  <a:pt x="1164364" y="60903"/>
                  <a:pt x="1159836" y="65189"/>
                </a:cubicBezTo>
                <a:cubicBezTo>
                  <a:pt x="1155309" y="69476"/>
                  <a:pt x="1152243" y="75809"/>
                  <a:pt x="1150637" y="84190"/>
                </a:cubicBezTo>
                <a:lnTo>
                  <a:pt x="1193888" y="84190"/>
                </a:lnTo>
                <a:close/>
                <a:moveTo>
                  <a:pt x="1249841" y="41421"/>
                </a:moveTo>
                <a:lnTo>
                  <a:pt x="1276042" y="41421"/>
                </a:lnTo>
                <a:lnTo>
                  <a:pt x="1273345" y="54735"/>
                </a:lnTo>
                <a:cubicBezTo>
                  <a:pt x="1279895" y="49041"/>
                  <a:pt x="1286012" y="44982"/>
                  <a:pt x="1291695" y="42555"/>
                </a:cubicBezTo>
                <a:cubicBezTo>
                  <a:pt x="1297379" y="40129"/>
                  <a:pt x="1303367" y="38916"/>
                  <a:pt x="1309660" y="38916"/>
                </a:cubicBezTo>
                <a:cubicBezTo>
                  <a:pt x="1318073" y="38916"/>
                  <a:pt x="1324703" y="41332"/>
                  <a:pt x="1329552" y="46165"/>
                </a:cubicBezTo>
                <a:cubicBezTo>
                  <a:pt x="1334400" y="50997"/>
                  <a:pt x="1336824" y="57409"/>
                  <a:pt x="1336824" y="65400"/>
                </a:cubicBezTo>
                <a:cubicBezTo>
                  <a:pt x="1336824" y="68992"/>
                  <a:pt x="1335765" y="75801"/>
                  <a:pt x="1333646" y="85827"/>
                </a:cubicBezTo>
                <a:lnTo>
                  <a:pt x="1321605" y="143720"/>
                </a:lnTo>
                <a:lnTo>
                  <a:pt x="1293959" y="143720"/>
                </a:lnTo>
                <a:lnTo>
                  <a:pt x="1306096" y="85628"/>
                </a:lnTo>
                <a:cubicBezTo>
                  <a:pt x="1307894" y="76949"/>
                  <a:pt x="1308793" y="71775"/>
                  <a:pt x="1308793" y="70108"/>
                </a:cubicBezTo>
                <a:cubicBezTo>
                  <a:pt x="1308793" y="66582"/>
                  <a:pt x="1307750" y="63809"/>
                  <a:pt x="1305663" y="61791"/>
                </a:cubicBezTo>
                <a:cubicBezTo>
                  <a:pt x="1303576" y="59770"/>
                  <a:pt x="1300670" y="58759"/>
                  <a:pt x="1296945" y="58759"/>
                </a:cubicBezTo>
                <a:cubicBezTo>
                  <a:pt x="1292899" y="58759"/>
                  <a:pt x="1288404" y="60461"/>
                  <a:pt x="1283459" y="63865"/>
                </a:cubicBezTo>
                <a:cubicBezTo>
                  <a:pt x="1278515" y="67268"/>
                  <a:pt x="1274629" y="71763"/>
                  <a:pt x="1271804" y="77350"/>
                </a:cubicBezTo>
                <a:cubicBezTo>
                  <a:pt x="1269749" y="81334"/>
                  <a:pt x="1267437" y="89458"/>
                  <a:pt x="1264868" y="101724"/>
                </a:cubicBezTo>
                <a:lnTo>
                  <a:pt x="1256103" y="143720"/>
                </a:lnTo>
                <a:lnTo>
                  <a:pt x="1228457" y="143720"/>
                </a:lnTo>
                <a:lnTo>
                  <a:pt x="1249841" y="41421"/>
                </a:lnTo>
                <a:close/>
                <a:moveTo>
                  <a:pt x="1355346" y="62034"/>
                </a:moveTo>
                <a:lnTo>
                  <a:pt x="1359584" y="41421"/>
                </a:lnTo>
                <a:lnTo>
                  <a:pt x="1373184" y="41421"/>
                </a:lnTo>
                <a:lnTo>
                  <a:pt x="1376544" y="25045"/>
                </a:lnTo>
                <a:lnTo>
                  <a:pt x="1408133" y="5972"/>
                </a:lnTo>
                <a:lnTo>
                  <a:pt x="1400830" y="41421"/>
                </a:lnTo>
                <a:lnTo>
                  <a:pt x="1417573" y="41421"/>
                </a:lnTo>
                <a:lnTo>
                  <a:pt x="1413334" y="62034"/>
                </a:lnTo>
                <a:lnTo>
                  <a:pt x="1396583" y="62034"/>
                </a:lnTo>
                <a:lnTo>
                  <a:pt x="1387423" y="104912"/>
                </a:lnTo>
                <a:cubicBezTo>
                  <a:pt x="1385817" y="112672"/>
                  <a:pt x="1385014" y="117097"/>
                  <a:pt x="1385014" y="118187"/>
                </a:cubicBezTo>
                <a:cubicBezTo>
                  <a:pt x="1385014" y="120308"/>
                  <a:pt x="1385689" y="121964"/>
                  <a:pt x="1387037" y="123154"/>
                </a:cubicBezTo>
                <a:cubicBezTo>
                  <a:pt x="1388386" y="124342"/>
                  <a:pt x="1390826" y="124936"/>
                  <a:pt x="1394358" y="124936"/>
                </a:cubicBezTo>
                <a:cubicBezTo>
                  <a:pt x="1395578" y="124936"/>
                  <a:pt x="1398629" y="124711"/>
                  <a:pt x="1403509" y="124262"/>
                </a:cubicBezTo>
                <a:lnTo>
                  <a:pt x="1399174" y="144779"/>
                </a:lnTo>
                <a:cubicBezTo>
                  <a:pt x="1394422" y="145742"/>
                  <a:pt x="1389542" y="146224"/>
                  <a:pt x="1384533" y="146224"/>
                </a:cubicBezTo>
                <a:cubicBezTo>
                  <a:pt x="1374772" y="146224"/>
                  <a:pt x="1367676" y="144338"/>
                  <a:pt x="1363245" y="140565"/>
                </a:cubicBezTo>
                <a:cubicBezTo>
                  <a:pt x="1358814" y="136790"/>
                  <a:pt x="1356598" y="131548"/>
                  <a:pt x="1356598" y="124839"/>
                </a:cubicBezTo>
                <a:cubicBezTo>
                  <a:pt x="1356598" y="121693"/>
                  <a:pt x="1357786" y="114435"/>
                  <a:pt x="1360162" y="103067"/>
                </a:cubicBezTo>
                <a:lnTo>
                  <a:pt x="1369087" y="62034"/>
                </a:lnTo>
                <a:lnTo>
                  <a:pt x="1355346" y="62034"/>
                </a:lnTo>
                <a:close/>
                <a:moveTo>
                  <a:pt x="1452524" y="70319"/>
                </a:moveTo>
                <a:lnTo>
                  <a:pt x="1425553" y="68025"/>
                </a:lnTo>
                <a:cubicBezTo>
                  <a:pt x="1428635" y="58900"/>
                  <a:pt x="1434013" y="51768"/>
                  <a:pt x="1441687" y="46628"/>
                </a:cubicBezTo>
                <a:cubicBezTo>
                  <a:pt x="1449361" y="41487"/>
                  <a:pt x="1459524" y="38916"/>
                  <a:pt x="1472175" y="38916"/>
                </a:cubicBezTo>
                <a:cubicBezTo>
                  <a:pt x="1485339" y="38916"/>
                  <a:pt x="1495068" y="41568"/>
                  <a:pt x="1501362" y="46872"/>
                </a:cubicBezTo>
                <a:cubicBezTo>
                  <a:pt x="1507655" y="52174"/>
                  <a:pt x="1510802" y="58649"/>
                  <a:pt x="1510802" y="66297"/>
                </a:cubicBezTo>
                <a:cubicBezTo>
                  <a:pt x="1510802" y="69383"/>
                  <a:pt x="1510529" y="72662"/>
                  <a:pt x="1509983" y="76134"/>
                </a:cubicBezTo>
                <a:cubicBezTo>
                  <a:pt x="1509437" y="79604"/>
                  <a:pt x="1507527" y="88731"/>
                  <a:pt x="1504252" y="103515"/>
                </a:cubicBezTo>
                <a:cubicBezTo>
                  <a:pt x="1501554" y="115727"/>
                  <a:pt x="1500206" y="124276"/>
                  <a:pt x="1500206" y="129162"/>
                </a:cubicBezTo>
                <a:cubicBezTo>
                  <a:pt x="1500206" y="133533"/>
                  <a:pt x="1500977" y="138385"/>
                  <a:pt x="1502518" y="143720"/>
                </a:cubicBezTo>
                <a:lnTo>
                  <a:pt x="1475643" y="143720"/>
                </a:lnTo>
                <a:cubicBezTo>
                  <a:pt x="1474551" y="139995"/>
                  <a:pt x="1473877" y="136142"/>
                  <a:pt x="1473620" y="132160"/>
                </a:cubicBezTo>
                <a:cubicBezTo>
                  <a:pt x="1469574" y="136656"/>
                  <a:pt x="1464918" y="140123"/>
                  <a:pt x="1459652" y="142564"/>
                </a:cubicBezTo>
                <a:cubicBezTo>
                  <a:pt x="1454386" y="145004"/>
                  <a:pt x="1449088" y="146224"/>
                  <a:pt x="1443758" y="146224"/>
                </a:cubicBezTo>
                <a:cubicBezTo>
                  <a:pt x="1435282" y="146224"/>
                  <a:pt x="1428282" y="143443"/>
                  <a:pt x="1422759" y="137880"/>
                </a:cubicBezTo>
                <a:cubicBezTo>
                  <a:pt x="1417236" y="132317"/>
                  <a:pt x="1414475" y="125163"/>
                  <a:pt x="1414475" y="116417"/>
                </a:cubicBezTo>
                <a:cubicBezTo>
                  <a:pt x="1414475" y="106642"/>
                  <a:pt x="1417509" y="98828"/>
                  <a:pt x="1423578" y="92976"/>
                </a:cubicBezTo>
                <a:cubicBezTo>
                  <a:pt x="1429647" y="87125"/>
                  <a:pt x="1440483" y="83588"/>
                  <a:pt x="1456088" y="82365"/>
                </a:cubicBezTo>
                <a:cubicBezTo>
                  <a:pt x="1469253" y="81272"/>
                  <a:pt x="1478051" y="79953"/>
                  <a:pt x="1482482" y="78410"/>
                </a:cubicBezTo>
                <a:cubicBezTo>
                  <a:pt x="1483638" y="74557"/>
                  <a:pt x="1484216" y="71474"/>
                  <a:pt x="1484216" y="69163"/>
                </a:cubicBezTo>
                <a:cubicBezTo>
                  <a:pt x="1484216" y="66209"/>
                  <a:pt x="1483028" y="63736"/>
                  <a:pt x="1480652" y="61745"/>
                </a:cubicBezTo>
                <a:cubicBezTo>
                  <a:pt x="1478275" y="59755"/>
                  <a:pt x="1474744" y="58759"/>
                  <a:pt x="1470056" y="58759"/>
                </a:cubicBezTo>
                <a:cubicBezTo>
                  <a:pt x="1465111" y="58759"/>
                  <a:pt x="1461210" y="59763"/>
                  <a:pt x="1458352" y="61770"/>
                </a:cubicBezTo>
                <a:cubicBezTo>
                  <a:pt x="1455494" y="63774"/>
                  <a:pt x="1453552" y="66624"/>
                  <a:pt x="1452524" y="70319"/>
                </a:cubicBezTo>
                <a:moveTo>
                  <a:pt x="1478821" y="95941"/>
                </a:moveTo>
                <a:cubicBezTo>
                  <a:pt x="1477152" y="96393"/>
                  <a:pt x="1474936" y="96811"/>
                  <a:pt x="1472175" y="97197"/>
                </a:cubicBezTo>
                <a:cubicBezTo>
                  <a:pt x="1458304" y="98872"/>
                  <a:pt x="1449249" y="101321"/>
                  <a:pt x="1445011" y="104542"/>
                </a:cubicBezTo>
                <a:cubicBezTo>
                  <a:pt x="1441992" y="106862"/>
                  <a:pt x="1440483" y="109987"/>
                  <a:pt x="1440483" y="113918"/>
                </a:cubicBezTo>
                <a:cubicBezTo>
                  <a:pt x="1440483" y="117139"/>
                  <a:pt x="1441639" y="119862"/>
                  <a:pt x="1443951" y="122085"/>
                </a:cubicBezTo>
                <a:cubicBezTo>
                  <a:pt x="1446263" y="124307"/>
                  <a:pt x="1449313" y="125417"/>
                  <a:pt x="1453102" y="125417"/>
                </a:cubicBezTo>
                <a:cubicBezTo>
                  <a:pt x="1457276" y="125417"/>
                  <a:pt x="1461210" y="124403"/>
                  <a:pt x="1464902" y="122374"/>
                </a:cubicBezTo>
                <a:cubicBezTo>
                  <a:pt x="1468595" y="120343"/>
                  <a:pt x="1471356" y="117733"/>
                  <a:pt x="1473186" y="114545"/>
                </a:cubicBezTo>
                <a:cubicBezTo>
                  <a:pt x="1475016" y="111356"/>
                  <a:pt x="1476638" y="106379"/>
                  <a:pt x="1478051" y="99614"/>
                </a:cubicBezTo>
                <a:lnTo>
                  <a:pt x="1478821" y="95941"/>
                </a:lnTo>
                <a:close/>
                <a:moveTo>
                  <a:pt x="1530923" y="62034"/>
                </a:moveTo>
                <a:lnTo>
                  <a:pt x="1535162" y="41421"/>
                </a:lnTo>
                <a:lnTo>
                  <a:pt x="1548762" y="41421"/>
                </a:lnTo>
                <a:lnTo>
                  <a:pt x="1552121" y="25045"/>
                </a:lnTo>
                <a:lnTo>
                  <a:pt x="1583710" y="5972"/>
                </a:lnTo>
                <a:lnTo>
                  <a:pt x="1576407" y="41421"/>
                </a:lnTo>
                <a:lnTo>
                  <a:pt x="1593150" y="41421"/>
                </a:lnTo>
                <a:lnTo>
                  <a:pt x="1588912" y="62034"/>
                </a:lnTo>
                <a:lnTo>
                  <a:pt x="1572160" y="62034"/>
                </a:lnTo>
                <a:lnTo>
                  <a:pt x="1563000" y="104912"/>
                </a:lnTo>
                <a:cubicBezTo>
                  <a:pt x="1561395" y="112672"/>
                  <a:pt x="1560592" y="117097"/>
                  <a:pt x="1560592" y="118187"/>
                </a:cubicBezTo>
                <a:cubicBezTo>
                  <a:pt x="1560592" y="120308"/>
                  <a:pt x="1561266" y="121964"/>
                  <a:pt x="1562615" y="123154"/>
                </a:cubicBezTo>
                <a:cubicBezTo>
                  <a:pt x="1563963" y="124342"/>
                  <a:pt x="1566404" y="124936"/>
                  <a:pt x="1569935" y="124936"/>
                </a:cubicBezTo>
                <a:cubicBezTo>
                  <a:pt x="1571156" y="124936"/>
                  <a:pt x="1574206" y="124711"/>
                  <a:pt x="1579087" y="124262"/>
                </a:cubicBezTo>
                <a:lnTo>
                  <a:pt x="1574752" y="144779"/>
                </a:lnTo>
                <a:cubicBezTo>
                  <a:pt x="1570000" y="145742"/>
                  <a:pt x="1565119" y="146224"/>
                  <a:pt x="1560110" y="146224"/>
                </a:cubicBezTo>
                <a:cubicBezTo>
                  <a:pt x="1550349" y="146224"/>
                  <a:pt x="1543253" y="144338"/>
                  <a:pt x="1538822" y="140565"/>
                </a:cubicBezTo>
                <a:cubicBezTo>
                  <a:pt x="1534391" y="136790"/>
                  <a:pt x="1532175" y="131548"/>
                  <a:pt x="1532175" y="124839"/>
                </a:cubicBezTo>
                <a:cubicBezTo>
                  <a:pt x="1532175" y="121693"/>
                  <a:pt x="1533363" y="114435"/>
                  <a:pt x="1535739" y="103067"/>
                </a:cubicBezTo>
                <a:lnTo>
                  <a:pt x="1544665" y="62034"/>
                </a:lnTo>
                <a:lnTo>
                  <a:pt x="1530923" y="62034"/>
                </a:lnTo>
                <a:close/>
                <a:moveTo>
                  <a:pt x="1618565" y="2504"/>
                </a:moveTo>
                <a:lnTo>
                  <a:pt x="1646211" y="2504"/>
                </a:lnTo>
                <a:lnTo>
                  <a:pt x="1641009" y="27549"/>
                </a:lnTo>
                <a:lnTo>
                  <a:pt x="1613363" y="27549"/>
                </a:lnTo>
                <a:lnTo>
                  <a:pt x="1618565" y="2504"/>
                </a:lnTo>
                <a:moveTo>
                  <a:pt x="1610473" y="41421"/>
                </a:moveTo>
                <a:lnTo>
                  <a:pt x="1638119" y="41421"/>
                </a:lnTo>
                <a:lnTo>
                  <a:pt x="1616735" y="143720"/>
                </a:lnTo>
                <a:lnTo>
                  <a:pt x="1589089" y="143720"/>
                </a:lnTo>
                <a:lnTo>
                  <a:pt x="1610473" y="41421"/>
                </a:lnTo>
                <a:close/>
                <a:moveTo>
                  <a:pt x="1648372" y="101254"/>
                </a:moveTo>
                <a:cubicBezTo>
                  <a:pt x="1648372" y="82276"/>
                  <a:pt x="1653718" y="67142"/>
                  <a:pt x="1664410" y="55851"/>
                </a:cubicBezTo>
                <a:cubicBezTo>
                  <a:pt x="1675103" y="44561"/>
                  <a:pt x="1689150" y="38916"/>
                  <a:pt x="1706553" y="38916"/>
                </a:cubicBezTo>
                <a:cubicBezTo>
                  <a:pt x="1721645" y="38916"/>
                  <a:pt x="1733429" y="43082"/>
                  <a:pt x="1741905" y="51414"/>
                </a:cubicBezTo>
                <a:cubicBezTo>
                  <a:pt x="1750382" y="59745"/>
                  <a:pt x="1754621" y="70955"/>
                  <a:pt x="1754621" y="85044"/>
                </a:cubicBezTo>
                <a:cubicBezTo>
                  <a:pt x="1754621" y="101641"/>
                  <a:pt x="1749323" y="115986"/>
                  <a:pt x="1738727" y="128081"/>
                </a:cubicBezTo>
                <a:cubicBezTo>
                  <a:pt x="1728131" y="140177"/>
                  <a:pt x="1713939" y="146224"/>
                  <a:pt x="1696150" y="146224"/>
                </a:cubicBezTo>
                <a:cubicBezTo>
                  <a:pt x="1686517" y="146224"/>
                  <a:pt x="1677977" y="144294"/>
                  <a:pt x="1670527" y="140435"/>
                </a:cubicBezTo>
                <a:cubicBezTo>
                  <a:pt x="1663078" y="136574"/>
                  <a:pt x="1657523" y="131106"/>
                  <a:pt x="1653863" y="124030"/>
                </a:cubicBezTo>
                <a:cubicBezTo>
                  <a:pt x="1650202" y="116952"/>
                  <a:pt x="1648372" y="109360"/>
                  <a:pt x="1648372" y="101254"/>
                </a:cubicBezTo>
                <a:moveTo>
                  <a:pt x="1727167" y="81459"/>
                </a:moveTo>
                <a:cubicBezTo>
                  <a:pt x="1727167" y="74891"/>
                  <a:pt x="1725257" y="69626"/>
                  <a:pt x="1721436" y="65665"/>
                </a:cubicBezTo>
                <a:cubicBezTo>
                  <a:pt x="1717615" y="61703"/>
                  <a:pt x="1712686" y="59723"/>
                  <a:pt x="1706650" y="59723"/>
                </a:cubicBezTo>
                <a:cubicBezTo>
                  <a:pt x="1700678" y="59723"/>
                  <a:pt x="1695380" y="61575"/>
                  <a:pt x="1690756" y="65279"/>
                </a:cubicBezTo>
                <a:cubicBezTo>
                  <a:pt x="1686132" y="68982"/>
                  <a:pt x="1682536" y="74360"/>
                  <a:pt x="1679967" y="81414"/>
                </a:cubicBezTo>
                <a:cubicBezTo>
                  <a:pt x="1677399" y="88466"/>
                  <a:pt x="1676114" y="94954"/>
                  <a:pt x="1676114" y="100878"/>
                </a:cubicBezTo>
                <a:cubicBezTo>
                  <a:pt x="1676114" y="108221"/>
                  <a:pt x="1678105" y="114051"/>
                  <a:pt x="1682086" y="118368"/>
                </a:cubicBezTo>
                <a:cubicBezTo>
                  <a:pt x="1686068" y="122682"/>
                  <a:pt x="1691077" y="124839"/>
                  <a:pt x="1697113" y="124839"/>
                </a:cubicBezTo>
                <a:cubicBezTo>
                  <a:pt x="1704691" y="124839"/>
                  <a:pt x="1711049" y="121586"/>
                  <a:pt x="1716186" y="115080"/>
                </a:cubicBezTo>
                <a:cubicBezTo>
                  <a:pt x="1723507" y="105871"/>
                  <a:pt x="1727167" y="94664"/>
                  <a:pt x="1727167" y="81459"/>
                </a:cubicBezTo>
                <a:close/>
                <a:moveTo>
                  <a:pt x="1786435" y="41421"/>
                </a:moveTo>
                <a:lnTo>
                  <a:pt x="1812636" y="41421"/>
                </a:lnTo>
                <a:lnTo>
                  <a:pt x="1809939" y="54735"/>
                </a:lnTo>
                <a:cubicBezTo>
                  <a:pt x="1816489" y="49041"/>
                  <a:pt x="1822606" y="44982"/>
                  <a:pt x="1828289" y="42555"/>
                </a:cubicBezTo>
                <a:cubicBezTo>
                  <a:pt x="1833973" y="40129"/>
                  <a:pt x="1839961" y="38916"/>
                  <a:pt x="1846254" y="38916"/>
                </a:cubicBezTo>
                <a:cubicBezTo>
                  <a:pt x="1854667" y="38916"/>
                  <a:pt x="1861297" y="41332"/>
                  <a:pt x="1866146" y="46165"/>
                </a:cubicBezTo>
                <a:cubicBezTo>
                  <a:pt x="1870994" y="50997"/>
                  <a:pt x="1873418" y="57409"/>
                  <a:pt x="1873418" y="65400"/>
                </a:cubicBezTo>
                <a:cubicBezTo>
                  <a:pt x="1873418" y="68992"/>
                  <a:pt x="1872359" y="75801"/>
                  <a:pt x="1870240" y="85827"/>
                </a:cubicBezTo>
                <a:lnTo>
                  <a:pt x="1858199" y="143720"/>
                </a:lnTo>
                <a:lnTo>
                  <a:pt x="1830553" y="143720"/>
                </a:lnTo>
                <a:lnTo>
                  <a:pt x="1842690" y="85628"/>
                </a:lnTo>
                <a:cubicBezTo>
                  <a:pt x="1844488" y="76949"/>
                  <a:pt x="1845387" y="71775"/>
                  <a:pt x="1845387" y="70108"/>
                </a:cubicBezTo>
                <a:cubicBezTo>
                  <a:pt x="1845387" y="66582"/>
                  <a:pt x="1844344" y="63809"/>
                  <a:pt x="1842257" y="61791"/>
                </a:cubicBezTo>
                <a:cubicBezTo>
                  <a:pt x="1840170" y="59770"/>
                  <a:pt x="1837264" y="58759"/>
                  <a:pt x="1833539" y="58759"/>
                </a:cubicBezTo>
                <a:cubicBezTo>
                  <a:pt x="1829493" y="58759"/>
                  <a:pt x="1824998" y="60461"/>
                  <a:pt x="1820053" y="63865"/>
                </a:cubicBezTo>
                <a:cubicBezTo>
                  <a:pt x="1815109" y="67268"/>
                  <a:pt x="1811223" y="71763"/>
                  <a:pt x="1808398" y="77350"/>
                </a:cubicBezTo>
                <a:cubicBezTo>
                  <a:pt x="1806343" y="81334"/>
                  <a:pt x="1804031" y="89458"/>
                  <a:pt x="1801462" y="101724"/>
                </a:cubicBezTo>
                <a:lnTo>
                  <a:pt x="1792696" y="143720"/>
                </a:lnTo>
                <a:lnTo>
                  <a:pt x="1765051" y="143720"/>
                </a:lnTo>
                <a:lnTo>
                  <a:pt x="1786435" y="41421"/>
                </a:lnTo>
                <a:close/>
                <a:moveTo>
                  <a:pt x="2049719" y="82188"/>
                </a:moveTo>
                <a:lnTo>
                  <a:pt x="2069659" y="94153"/>
                </a:lnTo>
                <a:cubicBezTo>
                  <a:pt x="2067796" y="97756"/>
                  <a:pt x="2065372" y="101664"/>
                  <a:pt x="2062386" y="105878"/>
                </a:cubicBezTo>
                <a:cubicBezTo>
                  <a:pt x="2059400" y="110092"/>
                  <a:pt x="2056622" y="113390"/>
                  <a:pt x="2054054" y="115770"/>
                </a:cubicBezTo>
                <a:cubicBezTo>
                  <a:pt x="2057714" y="119697"/>
                  <a:pt x="2062402" y="124076"/>
                  <a:pt x="2068117" y="128906"/>
                </a:cubicBezTo>
                <a:lnTo>
                  <a:pt x="2050682" y="146995"/>
                </a:lnTo>
                <a:cubicBezTo>
                  <a:pt x="2048499" y="145843"/>
                  <a:pt x="2045721" y="143890"/>
                  <a:pt x="2042350" y="141137"/>
                </a:cubicBezTo>
                <a:cubicBezTo>
                  <a:pt x="2038978" y="138383"/>
                  <a:pt x="2036137" y="135791"/>
                  <a:pt x="2033825" y="133358"/>
                </a:cubicBezTo>
                <a:cubicBezTo>
                  <a:pt x="2029201" y="137035"/>
                  <a:pt x="2023390" y="140098"/>
                  <a:pt x="2016390" y="142549"/>
                </a:cubicBezTo>
                <a:cubicBezTo>
                  <a:pt x="2009390" y="144999"/>
                  <a:pt x="2001844" y="146224"/>
                  <a:pt x="1993753" y="146224"/>
                </a:cubicBezTo>
                <a:cubicBezTo>
                  <a:pt x="1979111" y="146224"/>
                  <a:pt x="1967616" y="142346"/>
                  <a:pt x="1959268" y="134590"/>
                </a:cubicBezTo>
                <a:cubicBezTo>
                  <a:pt x="1950920" y="126831"/>
                  <a:pt x="1946746" y="117319"/>
                  <a:pt x="1946746" y="106053"/>
                </a:cubicBezTo>
                <a:cubicBezTo>
                  <a:pt x="1946746" y="98909"/>
                  <a:pt x="1948399" y="92263"/>
                  <a:pt x="1951706" y="86116"/>
                </a:cubicBezTo>
                <a:cubicBezTo>
                  <a:pt x="1955014" y="79967"/>
                  <a:pt x="1959300" y="74703"/>
                  <a:pt x="1964566" y="70325"/>
                </a:cubicBezTo>
                <a:cubicBezTo>
                  <a:pt x="1968355" y="67172"/>
                  <a:pt x="1974520" y="63310"/>
                  <a:pt x="1983061" y="58738"/>
                </a:cubicBezTo>
                <a:cubicBezTo>
                  <a:pt x="1978887" y="49688"/>
                  <a:pt x="1976800" y="41792"/>
                  <a:pt x="1976800" y="35051"/>
                </a:cubicBezTo>
                <a:cubicBezTo>
                  <a:pt x="1976800" y="25165"/>
                  <a:pt x="1980412" y="16852"/>
                  <a:pt x="1987636" y="10111"/>
                </a:cubicBezTo>
                <a:cubicBezTo>
                  <a:pt x="1994861" y="3370"/>
                  <a:pt x="2004381" y="0"/>
                  <a:pt x="2016197" y="0"/>
                </a:cubicBezTo>
                <a:cubicBezTo>
                  <a:pt x="2026344" y="0"/>
                  <a:pt x="2034387" y="2681"/>
                  <a:pt x="2040327" y="8043"/>
                </a:cubicBezTo>
                <a:cubicBezTo>
                  <a:pt x="2046267" y="13403"/>
                  <a:pt x="2049237" y="19680"/>
                  <a:pt x="2049237" y="26872"/>
                </a:cubicBezTo>
                <a:cubicBezTo>
                  <a:pt x="2049237" y="32971"/>
                  <a:pt x="2046685" y="39568"/>
                  <a:pt x="2041579" y="46664"/>
                </a:cubicBezTo>
                <a:cubicBezTo>
                  <a:pt x="2036474" y="53758"/>
                  <a:pt x="2028077" y="60259"/>
                  <a:pt x="2016390" y="66167"/>
                </a:cubicBezTo>
                <a:cubicBezTo>
                  <a:pt x="2020050" y="72344"/>
                  <a:pt x="2024610" y="79421"/>
                  <a:pt x="2030068" y="87398"/>
                </a:cubicBezTo>
                <a:cubicBezTo>
                  <a:pt x="2033343" y="92287"/>
                  <a:pt x="2035976" y="95793"/>
                  <a:pt x="2037967" y="97916"/>
                </a:cubicBezTo>
                <a:cubicBezTo>
                  <a:pt x="2041242" y="94635"/>
                  <a:pt x="2045159" y="89392"/>
                  <a:pt x="2049719" y="82188"/>
                </a:cubicBezTo>
                <a:moveTo>
                  <a:pt x="2006372" y="47254"/>
                </a:moveTo>
                <a:cubicBezTo>
                  <a:pt x="2013950" y="43393"/>
                  <a:pt x="2019280" y="39501"/>
                  <a:pt x="2022362" y="35578"/>
                </a:cubicBezTo>
                <a:cubicBezTo>
                  <a:pt x="2024545" y="32746"/>
                  <a:pt x="2025637" y="29883"/>
                  <a:pt x="2025637" y="26990"/>
                </a:cubicBezTo>
                <a:cubicBezTo>
                  <a:pt x="2025637" y="24351"/>
                  <a:pt x="2024754" y="22179"/>
                  <a:pt x="2022988" y="20475"/>
                </a:cubicBezTo>
                <a:cubicBezTo>
                  <a:pt x="2021222" y="18770"/>
                  <a:pt x="2018798" y="17917"/>
                  <a:pt x="2015716" y="17917"/>
                </a:cubicBezTo>
                <a:cubicBezTo>
                  <a:pt x="2011862" y="17917"/>
                  <a:pt x="2008652" y="19252"/>
                  <a:pt x="2006083" y="21923"/>
                </a:cubicBezTo>
                <a:cubicBezTo>
                  <a:pt x="2003514" y="24592"/>
                  <a:pt x="2002230" y="28082"/>
                  <a:pt x="2002230" y="32393"/>
                </a:cubicBezTo>
                <a:cubicBezTo>
                  <a:pt x="2002230" y="36511"/>
                  <a:pt x="2003610" y="41465"/>
                  <a:pt x="2006372" y="47254"/>
                </a:cubicBezTo>
                <a:moveTo>
                  <a:pt x="1993079" y="78229"/>
                </a:moveTo>
                <a:cubicBezTo>
                  <a:pt x="1980364" y="84599"/>
                  <a:pt x="1974006" y="92995"/>
                  <a:pt x="1974006" y="103419"/>
                </a:cubicBezTo>
                <a:cubicBezTo>
                  <a:pt x="1974006" y="109337"/>
                  <a:pt x="1975900" y="114194"/>
                  <a:pt x="1979689" y="117991"/>
                </a:cubicBezTo>
                <a:cubicBezTo>
                  <a:pt x="1983478" y="121786"/>
                  <a:pt x="1988519" y="123684"/>
                  <a:pt x="1994813" y="123684"/>
                </a:cubicBezTo>
                <a:cubicBezTo>
                  <a:pt x="2002455" y="123684"/>
                  <a:pt x="2010321" y="121014"/>
                  <a:pt x="2018413" y="115673"/>
                </a:cubicBezTo>
                <a:cubicBezTo>
                  <a:pt x="2008716" y="103835"/>
                  <a:pt x="2000271" y="91354"/>
                  <a:pt x="1993079" y="78229"/>
                </a:cubicBez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H">
            <a:extLst xmlns:a="http://schemas.openxmlformats.org/drawingml/2006/main">
              <a:ext uri="{FF2B5EF4-FFF2-40B4-BE49-F238E27FC236}">
                <a16:creationId xmlns:a16="http://schemas.microsoft.com/office/drawing/2014/main" id="{17BCA749-AAB5-4B21-A0C2-E853F77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200" y="2793516"/>
            <a:ext cx="142275" cy="141215"/>
          </a:xfrm>
          <a:custGeom xmlns:a="http://schemas.openxmlformats.org/drawingml/2006/main">
            <a:pathLst>
              <a:path w="142275" h="141215">
                <a:moveTo>
                  <a:pt x="96905" y="78217"/>
                </a:moveTo>
                <a:lnTo>
                  <a:pt x="42287" y="78217"/>
                </a:lnTo>
                <a:lnTo>
                  <a:pt x="29091" y="141215"/>
                </a:lnTo>
                <a:lnTo>
                  <a:pt x="0" y="141215"/>
                </a:lnTo>
                <a:lnTo>
                  <a:pt x="29572" y="0"/>
                </a:lnTo>
                <a:lnTo>
                  <a:pt x="58567" y="0"/>
                </a:lnTo>
                <a:lnTo>
                  <a:pt x="47200" y="54521"/>
                </a:lnTo>
                <a:lnTo>
                  <a:pt x="101817" y="54521"/>
                </a:lnTo>
                <a:lnTo>
                  <a:pt x="113280" y="0"/>
                </a:lnTo>
                <a:lnTo>
                  <a:pt x="142275" y="0"/>
                </a:lnTo>
                <a:lnTo>
                  <a:pt x="112799" y="141215"/>
                </a:lnTo>
                <a:lnTo>
                  <a:pt x="83708" y="141215"/>
                </a:lnTo>
                <a:lnTo>
                  <a:pt x="96905" y="78217"/>
                </a:ln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y">
            <a:extLst xmlns:a="http://schemas.openxmlformats.org/drawingml/2006/main">
              <a:ext uri="{FF2B5EF4-FFF2-40B4-BE49-F238E27FC236}">
                <a16:creationId xmlns:a16="http://schemas.microsoft.com/office/drawing/2014/main" id="{3750BF16-1E76-42AA-8E3B-D659D8F5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917" y="2832432"/>
            <a:ext cx="121179" cy="143912"/>
          </a:xfrm>
          <a:custGeom xmlns:a="http://schemas.openxmlformats.org/drawingml/2006/main">
            <a:pathLst>
              <a:path w="121179" h="143912">
                <a:moveTo>
                  <a:pt x="15220" y="0"/>
                </a:moveTo>
                <a:lnTo>
                  <a:pt x="42769" y="0"/>
                </a:lnTo>
                <a:lnTo>
                  <a:pt x="49705" y="50954"/>
                </a:lnTo>
                <a:cubicBezTo>
                  <a:pt x="51438" y="64064"/>
                  <a:pt x="52402" y="73216"/>
                  <a:pt x="52594" y="78410"/>
                </a:cubicBezTo>
                <a:cubicBezTo>
                  <a:pt x="56191" y="68023"/>
                  <a:pt x="61135" y="57009"/>
                  <a:pt x="67429" y="45370"/>
                </a:cubicBezTo>
                <a:lnTo>
                  <a:pt x="91896" y="0"/>
                </a:lnTo>
                <a:lnTo>
                  <a:pt x="121179" y="0"/>
                </a:lnTo>
                <a:lnTo>
                  <a:pt x="57989" y="112317"/>
                </a:lnTo>
                <a:cubicBezTo>
                  <a:pt x="52787" y="121657"/>
                  <a:pt x="48693" y="128195"/>
                  <a:pt x="45707" y="131932"/>
                </a:cubicBezTo>
                <a:cubicBezTo>
                  <a:pt x="42721" y="135668"/>
                  <a:pt x="39125" y="138599"/>
                  <a:pt x="34918" y="140724"/>
                </a:cubicBezTo>
                <a:cubicBezTo>
                  <a:pt x="30712" y="142850"/>
                  <a:pt x="25655" y="143912"/>
                  <a:pt x="19747" y="143912"/>
                </a:cubicBezTo>
                <a:cubicBezTo>
                  <a:pt x="13903" y="143912"/>
                  <a:pt x="7321" y="142881"/>
                  <a:pt x="0" y="140818"/>
                </a:cubicBezTo>
                <a:lnTo>
                  <a:pt x="2408" y="120119"/>
                </a:lnTo>
                <a:cubicBezTo>
                  <a:pt x="5747" y="121083"/>
                  <a:pt x="8990" y="121564"/>
                  <a:pt x="12137" y="121564"/>
                </a:cubicBezTo>
                <a:cubicBezTo>
                  <a:pt x="20614" y="121564"/>
                  <a:pt x="27582" y="115143"/>
                  <a:pt x="33040" y="102299"/>
                </a:cubicBezTo>
                <a:lnTo>
                  <a:pt x="15220" y="0"/>
                </a:ln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per">
            <a:extLst xmlns:a="http://schemas.openxmlformats.org/drawingml/2006/main">
              <a:ext uri="{FF2B5EF4-FFF2-40B4-BE49-F238E27FC236}">
                <a16:creationId xmlns:a16="http://schemas.microsoft.com/office/drawing/2014/main" id="{4E12CE63-3644-4779-8134-81E1A506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081" y="2829927"/>
            <a:ext cx="325407" cy="143912"/>
          </a:xfrm>
          <a:custGeom xmlns:a="http://schemas.openxmlformats.org/drawingml/2006/main">
            <a:pathLst>
              <a:path w="325407" h="143912">
                <a:moveTo>
                  <a:pt x="29476" y="2504"/>
                </a:moveTo>
                <a:lnTo>
                  <a:pt x="55677" y="2504"/>
                </a:lnTo>
                <a:lnTo>
                  <a:pt x="53461" y="13028"/>
                </a:lnTo>
                <a:cubicBezTo>
                  <a:pt x="59048" y="8362"/>
                  <a:pt x="64282" y="5025"/>
                  <a:pt x="69163" y="3016"/>
                </a:cubicBezTo>
                <a:cubicBezTo>
                  <a:pt x="74043" y="1005"/>
                  <a:pt x="79277" y="0"/>
                  <a:pt x="84864" y="0"/>
                </a:cubicBezTo>
                <a:cubicBezTo>
                  <a:pt x="95588" y="0"/>
                  <a:pt x="104210" y="3700"/>
                  <a:pt x="110728" y="11099"/>
                </a:cubicBezTo>
                <a:cubicBezTo>
                  <a:pt x="117246" y="18496"/>
                  <a:pt x="120505" y="29528"/>
                  <a:pt x="120505" y="44196"/>
                </a:cubicBezTo>
                <a:cubicBezTo>
                  <a:pt x="120505" y="62661"/>
                  <a:pt x="114886" y="78261"/>
                  <a:pt x="103648" y="90999"/>
                </a:cubicBezTo>
                <a:cubicBezTo>
                  <a:pt x="94015" y="101872"/>
                  <a:pt x="82616" y="107308"/>
                  <a:pt x="69452" y="107308"/>
                </a:cubicBezTo>
                <a:cubicBezTo>
                  <a:pt x="55902" y="107308"/>
                  <a:pt x="45659" y="101843"/>
                  <a:pt x="38723" y="90914"/>
                </a:cubicBezTo>
                <a:lnTo>
                  <a:pt x="27646" y="143912"/>
                </a:lnTo>
                <a:lnTo>
                  <a:pt x="0" y="143912"/>
                </a:lnTo>
                <a:lnTo>
                  <a:pt x="29476" y="2504"/>
                </a:lnTo>
                <a:moveTo>
                  <a:pt x="46141" y="61143"/>
                </a:moveTo>
                <a:cubicBezTo>
                  <a:pt x="46141" y="69175"/>
                  <a:pt x="48083" y="75409"/>
                  <a:pt x="51968" y="79846"/>
                </a:cubicBezTo>
                <a:cubicBezTo>
                  <a:pt x="55853" y="84283"/>
                  <a:pt x="60429" y="86501"/>
                  <a:pt x="65695" y="86501"/>
                </a:cubicBezTo>
                <a:cubicBezTo>
                  <a:pt x="70254" y="86501"/>
                  <a:pt x="74653" y="84843"/>
                  <a:pt x="78892" y="81526"/>
                </a:cubicBezTo>
                <a:cubicBezTo>
                  <a:pt x="83130" y="78208"/>
                  <a:pt x="86646" y="72702"/>
                  <a:pt x="89439" y="65006"/>
                </a:cubicBezTo>
                <a:cubicBezTo>
                  <a:pt x="92233" y="57309"/>
                  <a:pt x="93630" y="50177"/>
                  <a:pt x="93630" y="43609"/>
                </a:cubicBezTo>
                <a:cubicBezTo>
                  <a:pt x="93630" y="35945"/>
                  <a:pt x="91799" y="30068"/>
                  <a:pt x="88139" y="25978"/>
                </a:cubicBezTo>
                <a:cubicBezTo>
                  <a:pt x="84479" y="21888"/>
                  <a:pt x="79823" y="19843"/>
                  <a:pt x="74172" y="19843"/>
                </a:cubicBezTo>
                <a:cubicBezTo>
                  <a:pt x="68906" y="19843"/>
                  <a:pt x="64105" y="21721"/>
                  <a:pt x="59771" y="25475"/>
                </a:cubicBezTo>
                <a:cubicBezTo>
                  <a:pt x="55436" y="29230"/>
                  <a:pt x="52081" y="34750"/>
                  <a:pt x="49705" y="42035"/>
                </a:cubicBezTo>
                <a:cubicBezTo>
                  <a:pt x="47329" y="49319"/>
                  <a:pt x="46141" y="55689"/>
                  <a:pt x="46141" y="61143"/>
                </a:cubicBezTo>
                <a:close/>
                <a:moveTo>
                  <a:pt x="228899" y="62227"/>
                </a:moveTo>
                <a:lnTo>
                  <a:pt x="159544" y="62227"/>
                </a:lnTo>
                <a:cubicBezTo>
                  <a:pt x="159480" y="63319"/>
                  <a:pt x="159448" y="64154"/>
                  <a:pt x="159448" y="64732"/>
                </a:cubicBezTo>
                <a:cubicBezTo>
                  <a:pt x="159448" y="71539"/>
                  <a:pt x="161390" y="77029"/>
                  <a:pt x="165275" y="81203"/>
                </a:cubicBezTo>
                <a:cubicBezTo>
                  <a:pt x="169161" y="85378"/>
                  <a:pt x="173897" y="87465"/>
                  <a:pt x="179484" y="87465"/>
                </a:cubicBezTo>
                <a:cubicBezTo>
                  <a:pt x="188667" y="87465"/>
                  <a:pt x="195827" y="82713"/>
                  <a:pt x="200965" y="73208"/>
                </a:cubicBezTo>
                <a:lnTo>
                  <a:pt x="225721" y="77447"/>
                </a:lnTo>
                <a:cubicBezTo>
                  <a:pt x="220904" y="87400"/>
                  <a:pt x="214466" y="94866"/>
                  <a:pt x="206407" y="99843"/>
                </a:cubicBezTo>
                <a:cubicBezTo>
                  <a:pt x="198348" y="104820"/>
                  <a:pt x="189309" y="107308"/>
                  <a:pt x="179291" y="107308"/>
                </a:cubicBezTo>
                <a:cubicBezTo>
                  <a:pt x="165548" y="107308"/>
                  <a:pt x="154375" y="102949"/>
                  <a:pt x="145769" y="94232"/>
                </a:cubicBezTo>
                <a:cubicBezTo>
                  <a:pt x="137164" y="85514"/>
                  <a:pt x="132862" y="73983"/>
                  <a:pt x="132862" y="59638"/>
                </a:cubicBezTo>
                <a:cubicBezTo>
                  <a:pt x="132862" y="45613"/>
                  <a:pt x="136747" y="33131"/>
                  <a:pt x="144517" y="22194"/>
                </a:cubicBezTo>
                <a:cubicBezTo>
                  <a:pt x="155113" y="7398"/>
                  <a:pt x="170236" y="0"/>
                  <a:pt x="189887" y="0"/>
                </a:cubicBezTo>
                <a:cubicBezTo>
                  <a:pt x="202409" y="0"/>
                  <a:pt x="212363" y="3875"/>
                  <a:pt x="219748" y="11625"/>
                </a:cubicBezTo>
                <a:cubicBezTo>
                  <a:pt x="227133" y="19376"/>
                  <a:pt x="230826" y="30230"/>
                  <a:pt x="230826" y="44187"/>
                </a:cubicBezTo>
                <a:cubicBezTo>
                  <a:pt x="230826" y="50876"/>
                  <a:pt x="230184" y="56889"/>
                  <a:pt x="228899" y="62227"/>
                </a:cubicBezTo>
                <a:moveTo>
                  <a:pt x="205588" y="45274"/>
                </a:moveTo>
                <a:cubicBezTo>
                  <a:pt x="205652" y="44057"/>
                  <a:pt x="205685" y="43130"/>
                  <a:pt x="205685" y="42492"/>
                </a:cubicBezTo>
                <a:cubicBezTo>
                  <a:pt x="205685" y="34943"/>
                  <a:pt x="203983" y="29280"/>
                  <a:pt x="200579" y="25506"/>
                </a:cubicBezTo>
                <a:cubicBezTo>
                  <a:pt x="197176" y="21731"/>
                  <a:pt x="192616" y="19843"/>
                  <a:pt x="186901" y="19843"/>
                </a:cubicBezTo>
                <a:cubicBezTo>
                  <a:pt x="181185" y="19843"/>
                  <a:pt x="176064" y="21987"/>
                  <a:pt x="171537" y="26273"/>
                </a:cubicBezTo>
                <a:cubicBezTo>
                  <a:pt x="167009" y="30560"/>
                  <a:pt x="163943" y="36893"/>
                  <a:pt x="162338" y="45274"/>
                </a:cubicBezTo>
                <a:lnTo>
                  <a:pt x="205588" y="45274"/>
                </a:lnTo>
                <a:close/>
                <a:moveTo>
                  <a:pt x="259615" y="2504"/>
                </a:moveTo>
                <a:lnTo>
                  <a:pt x="285431" y="2504"/>
                </a:lnTo>
                <a:lnTo>
                  <a:pt x="281289" y="22306"/>
                </a:lnTo>
                <a:cubicBezTo>
                  <a:pt x="290922" y="7435"/>
                  <a:pt x="301357" y="0"/>
                  <a:pt x="312595" y="0"/>
                </a:cubicBezTo>
                <a:cubicBezTo>
                  <a:pt x="316577" y="0"/>
                  <a:pt x="320847" y="995"/>
                  <a:pt x="325407" y="2986"/>
                </a:cubicBezTo>
                <a:lnTo>
                  <a:pt x="314811" y="25623"/>
                </a:lnTo>
                <a:cubicBezTo>
                  <a:pt x="312306" y="24724"/>
                  <a:pt x="309641" y="24274"/>
                  <a:pt x="306816" y="24274"/>
                </a:cubicBezTo>
                <a:cubicBezTo>
                  <a:pt x="302063" y="24274"/>
                  <a:pt x="297231" y="26076"/>
                  <a:pt x="292318" y="29681"/>
                </a:cubicBezTo>
                <a:cubicBezTo>
                  <a:pt x="287406" y="33283"/>
                  <a:pt x="283569" y="38092"/>
                  <a:pt x="280807" y="44109"/>
                </a:cubicBezTo>
                <a:cubicBezTo>
                  <a:pt x="278046" y="50123"/>
                  <a:pt x="275317" y="59661"/>
                  <a:pt x="272620" y="72724"/>
                </a:cubicBezTo>
                <a:lnTo>
                  <a:pt x="265877" y="104804"/>
                </a:lnTo>
                <a:lnTo>
                  <a:pt x="238231" y="104804"/>
                </a:lnTo>
                <a:lnTo>
                  <a:pt x="259615" y="2504"/>
                </a:ln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par">
            <a:extLst xmlns:a="http://schemas.openxmlformats.org/drawingml/2006/main">
              <a:ext uri="{FF2B5EF4-FFF2-40B4-BE49-F238E27FC236}">
                <a16:creationId xmlns:a16="http://schemas.microsoft.com/office/drawing/2014/main" id="{A67F8A7C-8862-46C1-8EBE-31AEF2F5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832" y="2829927"/>
            <a:ext cx="325407" cy="143912"/>
          </a:xfrm>
          <a:custGeom xmlns:a="http://schemas.openxmlformats.org/drawingml/2006/main">
            <a:pathLst>
              <a:path w="325407" h="143912">
                <a:moveTo>
                  <a:pt x="29476" y="2504"/>
                </a:moveTo>
                <a:lnTo>
                  <a:pt x="55677" y="2504"/>
                </a:lnTo>
                <a:lnTo>
                  <a:pt x="53461" y="13028"/>
                </a:lnTo>
                <a:cubicBezTo>
                  <a:pt x="59048" y="8362"/>
                  <a:pt x="64282" y="5025"/>
                  <a:pt x="69163" y="3016"/>
                </a:cubicBezTo>
                <a:cubicBezTo>
                  <a:pt x="74043" y="1005"/>
                  <a:pt x="79277" y="0"/>
                  <a:pt x="84864" y="0"/>
                </a:cubicBezTo>
                <a:cubicBezTo>
                  <a:pt x="95588" y="0"/>
                  <a:pt x="104210" y="3700"/>
                  <a:pt x="110728" y="11099"/>
                </a:cubicBezTo>
                <a:cubicBezTo>
                  <a:pt x="117246" y="18496"/>
                  <a:pt x="120505" y="29528"/>
                  <a:pt x="120505" y="44196"/>
                </a:cubicBezTo>
                <a:cubicBezTo>
                  <a:pt x="120505" y="62661"/>
                  <a:pt x="114886" y="78261"/>
                  <a:pt x="103648" y="90999"/>
                </a:cubicBezTo>
                <a:cubicBezTo>
                  <a:pt x="94015" y="101872"/>
                  <a:pt x="82616" y="107308"/>
                  <a:pt x="69452" y="107308"/>
                </a:cubicBezTo>
                <a:cubicBezTo>
                  <a:pt x="55902" y="107308"/>
                  <a:pt x="45659" y="101843"/>
                  <a:pt x="38723" y="90914"/>
                </a:cubicBezTo>
                <a:lnTo>
                  <a:pt x="27646" y="143912"/>
                </a:lnTo>
                <a:lnTo>
                  <a:pt x="0" y="143912"/>
                </a:lnTo>
                <a:lnTo>
                  <a:pt x="29476" y="2504"/>
                </a:lnTo>
                <a:moveTo>
                  <a:pt x="46141" y="61143"/>
                </a:moveTo>
                <a:cubicBezTo>
                  <a:pt x="46141" y="69175"/>
                  <a:pt x="48083" y="75409"/>
                  <a:pt x="51968" y="79846"/>
                </a:cubicBezTo>
                <a:cubicBezTo>
                  <a:pt x="55853" y="84283"/>
                  <a:pt x="60429" y="86501"/>
                  <a:pt x="65695" y="86501"/>
                </a:cubicBezTo>
                <a:cubicBezTo>
                  <a:pt x="70254" y="86501"/>
                  <a:pt x="74653" y="84843"/>
                  <a:pt x="78892" y="81526"/>
                </a:cubicBezTo>
                <a:cubicBezTo>
                  <a:pt x="83130" y="78208"/>
                  <a:pt x="86646" y="72702"/>
                  <a:pt x="89439" y="65006"/>
                </a:cubicBezTo>
                <a:cubicBezTo>
                  <a:pt x="92233" y="57309"/>
                  <a:pt x="93630" y="50177"/>
                  <a:pt x="93630" y="43609"/>
                </a:cubicBezTo>
                <a:cubicBezTo>
                  <a:pt x="93630" y="35945"/>
                  <a:pt x="91799" y="30068"/>
                  <a:pt x="88139" y="25978"/>
                </a:cubicBezTo>
                <a:cubicBezTo>
                  <a:pt x="84479" y="21888"/>
                  <a:pt x="79823" y="19843"/>
                  <a:pt x="74172" y="19843"/>
                </a:cubicBezTo>
                <a:cubicBezTo>
                  <a:pt x="68906" y="19843"/>
                  <a:pt x="64105" y="21721"/>
                  <a:pt x="59771" y="25475"/>
                </a:cubicBezTo>
                <a:cubicBezTo>
                  <a:pt x="55436" y="29230"/>
                  <a:pt x="52081" y="34750"/>
                  <a:pt x="49705" y="42035"/>
                </a:cubicBezTo>
                <a:cubicBezTo>
                  <a:pt x="47329" y="49319"/>
                  <a:pt x="46141" y="55689"/>
                  <a:pt x="46141" y="61143"/>
                </a:cubicBezTo>
                <a:close/>
                <a:moveTo>
                  <a:pt x="168311" y="31403"/>
                </a:moveTo>
                <a:lnTo>
                  <a:pt x="141339" y="29109"/>
                </a:lnTo>
                <a:cubicBezTo>
                  <a:pt x="144422" y="19984"/>
                  <a:pt x="149800" y="12852"/>
                  <a:pt x="157474" y="7712"/>
                </a:cubicBezTo>
                <a:cubicBezTo>
                  <a:pt x="165148" y="2571"/>
                  <a:pt x="175310" y="0"/>
                  <a:pt x="187961" y="0"/>
                </a:cubicBezTo>
                <a:cubicBezTo>
                  <a:pt x="201126" y="0"/>
                  <a:pt x="210855" y="2652"/>
                  <a:pt x="217148" y="7956"/>
                </a:cubicBezTo>
                <a:cubicBezTo>
                  <a:pt x="223442" y="13258"/>
                  <a:pt x="226588" y="19733"/>
                  <a:pt x="226588" y="27381"/>
                </a:cubicBezTo>
                <a:cubicBezTo>
                  <a:pt x="226588" y="30467"/>
                  <a:pt x="226315" y="33746"/>
                  <a:pt x="225770" y="37218"/>
                </a:cubicBezTo>
                <a:cubicBezTo>
                  <a:pt x="225224" y="40688"/>
                  <a:pt x="223313" y="49815"/>
                  <a:pt x="220038" y="64599"/>
                </a:cubicBezTo>
                <a:cubicBezTo>
                  <a:pt x="217341" y="76811"/>
                  <a:pt x="215992" y="85360"/>
                  <a:pt x="215992" y="90246"/>
                </a:cubicBezTo>
                <a:cubicBezTo>
                  <a:pt x="215992" y="94617"/>
                  <a:pt x="216763" y="99469"/>
                  <a:pt x="218304" y="104804"/>
                </a:cubicBezTo>
                <a:lnTo>
                  <a:pt x="191429" y="104804"/>
                </a:lnTo>
                <a:cubicBezTo>
                  <a:pt x="190337" y="101079"/>
                  <a:pt x="189663" y="97226"/>
                  <a:pt x="189406" y="93244"/>
                </a:cubicBezTo>
                <a:cubicBezTo>
                  <a:pt x="185360" y="97740"/>
                  <a:pt x="180705" y="101207"/>
                  <a:pt x="175439" y="103648"/>
                </a:cubicBezTo>
                <a:cubicBezTo>
                  <a:pt x="170173" y="106088"/>
                  <a:pt x="164875" y="107308"/>
                  <a:pt x="159545" y="107308"/>
                </a:cubicBezTo>
                <a:cubicBezTo>
                  <a:pt x="151068" y="107308"/>
                  <a:pt x="144068" y="104527"/>
                  <a:pt x="138546" y="98964"/>
                </a:cubicBezTo>
                <a:cubicBezTo>
                  <a:pt x="133023" y="93401"/>
                  <a:pt x="130262" y="86247"/>
                  <a:pt x="130262" y="77501"/>
                </a:cubicBezTo>
                <a:cubicBezTo>
                  <a:pt x="130262" y="67726"/>
                  <a:pt x="133296" y="59912"/>
                  <a:pt x="139364" y="54060"/>
                </a:cubicBezTo>
                <a:cubicBezTo>
                  <a:pt x="145433" y="48209"/>
                  <a:pt x="156270" y="44672"/>
                  <a:pt x="171875" y="43449"/>
                </a:cubicBezTo>
                <a:cubicBezTo>
                  <a:pt x="185039" y="42356"/>
                  <a:pt x="193837" y="41037"/>
                  <a:pt x="198268" y="39494"/>
                </a:cubicBezTo>
                <a:cubicBezTo>
                  <a:pt x="199424" y="35641"/>
                  <a:pt x="200002" y="32558"/>
                  <a:pt x="200002" y="30247"/>
                </a:cubicBezTo>
                <a:cubicBezTo>
                  <a:pt x="200002" y="27293"/>
                  <a:pt x="198814" y="24820"/>
                  <a:pt x="196438" y="22829"/>
                </a:cubicBezTo>
                <a:cubicBezTo>
                  <a:pt x="194062" y="20839"/>
                  <a:pt x="190530" y="19843"/>
                  <a:pt x="185842" y="19843"/>
                </a:cubicBezTo>
                <a:cubicBezTo>
                  <a:pt x="180897" y="19843"/>
                  <a:pt x="176996" y="20847"/>
                  <a:pt x="174138" y="22854"/>
                </a:cubicBezTo>
                <a:cubicBezTo>
                  <a:pt x="171281" y="24858"/>
                  <a:pt x="169338" y="27708"/>
                  <a:pt x="168311" y="31403"/>
                </a:cubicBezTo>
                <a:moveTo>
                  <a:pt x="194608" y="57025"/>
                </a:moveTo>
                <a:cubicBezTo>
                  <a:pt x="192938" y="57477"/>
                  <a:pt x="190723" y="57895"/>
                  <a:pt x="187961" y="58281"/>
                </a:cubicBezTo>
                <a:cubicBezTo>
                  <a:pt x="174090" y="59956"/>
                  <a:pt x="165036" y="62405"/>
                  <a:pt x="160797" y="65626"/>
                </a:cubicBezTo>
                <a:cubicBezTo>
                  <a:pt x="157779" y="67945"/>
                  <a:pt x="156270" y="71071"/>
                  <a:pt x="156270" y="75002"/>
                </a:cubicBezTo>
                <a:cubicBezTo>
                  <a:pt x="156270" y="78223"/>
                  <a:pt x="157426" y="80946"/>
                  <a:pt x="159738" y="83169"/>
                </a:cubicBezTo>
                <a:cubicBezTo>
                  <a:pt x="162049" y="85391"/>
                  <a:pt x="165100" y="86501"/>
                  <a:pt x="168889" y="86501"/>
                </a:cubicBezTo>
                <a:cubicBezTo>
                  <a:pt x="173063" y="86501"/>
                  <a:pt x="176996" y="85487"/>
                  <a:pt x="180689" y="83458"/>
                </a:cubicBezTo>
                <a:cubicBezTo>
                  <a:pt x="184381" y="81427"/>
                  <a:pt x="187143" y="78817"/>
                  <a:pt x="188973" y="75629"/>
                </a:cubicBezTo>
                <a:cubicBezTo>
                  <a:pt x="190803" y="72440"/>
                  <a:pt x="192424" y="67463"/>
                  <a:pt x="193837" y="60698"/>
                </a:cubicBezTo>
                <a:lnTo>
                  <a:pt x="194608" y="57025"/>
                </a:lnTo>
                <a:close/>
                <a:moveTo>
                  <a:pt x="259616" y="2504"/>
                </a:moveTo>
                <a:lnTo>
                  <a:pt x="285431" y="2504"/>
                </a:lnTo>
                <a:lnTo>
                  <a:pt x="281289" y="22306"/>
                </a:lnTo>
                <a:cubicBezTo>
                  <a:pt x="290922" y="7435"/>
                  <a:pt x="301357" y="0"/>
                  <a:pt x="312595" y="0"/>
                </a:cubicBezTo>
                <a:cubicBezTo>
                  <a:pt x="316577" y="0"/>
                  <a:pt x="320847" y="995"/>
                  <a:pt x="325407" y="2986"/>
                </a:cubicBezTo>
                <a:lnTo>
                  <a:pt x="314811" y="25623"/>
                </a:lnTo>
                <a:cubicBezTo>
                  <a:pt x="312306" y="24724"/>
                  <a:pt x="309641" y="24274"/>
                  <a:pt x="306816" y="24274"/>
                </a:cubicBezTo>
                <a:cubicBezTo>
                  <a:pt x="302064" y="24274"/>
                  <a:pt x="297231" y="26076"/>
                  <a:pt x="292319" y="29681"/>
                </a:cubicBezTo>
                <a:cubicBezTo>
                  <a:pt x="287406" y="33283"/>
                  <a:pt x="283569" y="38092"/>
                  <a:pt x="280808" y="44109"/>
                </a:cubicBezTo>
                <a:cubicBezTo>
                  <a:pt x="278046" y="50123"/>
                  <a:pt x="275317" y="59661"/>
                  <a:pt x="272620" y="72724"/>
                </a:cubicBezTo>
                <a:lnTo>
                  <a:pt x="265877" y="104804"/>
                </a:lnTo>
                <a:lnTo>
                  <a:pt x="238231" y="104804"/>
                </a:lnTo>
                <a:lnTo>
                  <a:pt x="259616" y="2504"/>
                </a:ln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ameter">
            <a:extLst xmlns:a="http://schemas.openxmlformats.org/drawingml/2006/main">
              <a:ext uri="{FF2B5EF4-FFF2-40B4-BE49-F238E27FC236}">
                <a16:creationId xmlns:a16="http://schemas.microsoft.com/office/drawing/2014/main" id="{BFA7EB69-2765-4CCE-93F4-9D75A1B3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1506" y="2796984"/>
            <a:ext cx="652829" cy="140252"/>
          </a:xfrm>
          <a:custGeom xmlns:a="http://schemas.openxmlformats.org/drawingml/2006/main">
            <a:pathLst>
              <a:path w="652829" h="140252">
                <a:moveTo>
                  <a:pt x="38049" y="64346"/>
                </a:moveTo>
                <a:lnTo>
                  <a:pt x="11078" y="62053"/>
                </a:lnTo>
                <a:cubicBezTo>
                  <a:pt x="14160" y="52928"/>
                  <a:pt x="19538" y="45795"/>
                  <a:pt x="27212" y="40656"/>
                </a:cubicBezTo>
                <a:cubicBezTo>
                  <a:pt x="34886" y="35514"/>
                  <a:pt x="45049" y="32944"/>
                  <a:pt x="57700" y="32944"/>
                </a:cubicBezTo>
                <a:cubicBezTo>
                  <a:pt x="70864" y="32944"/>
                  <a:pt x="80593" y="35596"/>
                  <a:pt x="86887" y="40900"/>
                </a:cubicBezTo>
                <a:cubicBezTo>
                  <a:pt x="93180" y="46202"/>
                  <a:pt x="96327" y="52677"/>
                  <a:pt x="96327" y="60325"/>
                </a:cubicBezTo>
                <a:cubicBezTo>
                  <a:pt x="96327" y="63411"/>
                  <a:pt x="96054" y="66690"/>
                  <a:pt x="95508" y="70162"/>
                </a:cubicBezTo>
                <a:cubicBezTo>
                  <a:pt x="94962" y="73632"/>
                  <a:pt x="93052" y="82759"/>
                  <a:pt x="89777" y="97543"/>
                </a:cubicBezTo>
                <a:cubicBezTo>
                  <a:pt x="87079" y="109754"/>
                  <a:pt x="85731" y="118303"/>
                  <a:pt x="85731" y="123190"/>
                </a:cubicBezTo>
                <a:cubicBezTo>
                  <a:pt x="85731" y="127561"/>
                  <a:pt x="86501" y="132413"/>
                  <a:pt x="88043" y="137747"/>
                </a:cubicBezTo>
                <a:lnTo>
                  <a:pt x="61168" y="137747"/>
                </a:lnTo>
                <a:cubicBezTo>
                  <a:pt x="60076" y="134023"/>
                  <a:pt x="59402" y="130170"/>
                  <a:pt x="59145" y="126188"/>
                </a:cubicBezTo>
                <a:cubicBezTo>
                  <a:pt x="55099" y="130683"/>
                  <a:pt x="50443" y="134151"/>
                  <a:pt x="45177" y="136591"/>
                </a:cubicBezTo>
                <a:cubicBezTo>
                  <a:pt x="39911" y="139032"/>
                  <a:pt x="34613" y="140252"/>
                  <a:pt x="29283" y="140252"/>
                </a:cubicBezTo>
                <a:cubicBezTo>
                  <a:pt x="20807" y="140252"/>
                  <a:pt x="13807" y="137470"/>
                  <a:pt x="8284" y="131907"/>
                </a:cubicBezTo>
                <a:cubicBezTo>
                  <a:pt x="2761" y="126345"/>
                  <a:pt x="0" y="119190"/>
                  <a:pt x="0" y="110445"/>
                </a:cubicBezTo>
                <a:cubicBezTo>
                  <a:pt x="0" y="100670"/>
                  <a:pt x="3034" y="92856"/>
                  <a:pt x="9103" y="87004"/>
                </a:cubicBezTo>
                <a:cubicBezTo>
                  <a:pt x="15171" y="81152"/>
                  <a:pt x="26008" y="77615"/>
                  <a:pt x="41613" y="76393"/>
                </a:cubicBezTo>
                <a:cubicBezTo>
                  <a:pt x="54778" y="75299"/>
                  <a:pt x="63576" y="73981"/>
                  <a:pt x="68007" y="72438"/>
                </a:cubicBezTo>
                <a:cubicBezTo>
                  <a:pt x="69163" y="68585"/>
                  <a:pt x="69741" y="65502"/>
                  <a:pt x="69741" y="63190"/>
                </a:cubicBezTo>
                <a:cubicBezTo>
                  <a:pt x="69741" y="60236"/>
                  <a:pt x="68553" y="57764"/>
                  <a:pt x="66176" y="55773"/>
                </a:cubicBezTo>
                <a:cubicBezTo>
                  <a:pt x="63800" y="53782"/>
                  <a:pt x="60268" y="52787"/>
                  <a:pt x="55581" y="52787"/>
                </a:cubicBezTo>
                <a:cubicBezTo>
                  <a:pt x="50636" y="52787"/>
                  <a:pt x="46735" y="53790"/>
                  <a:pt x="43877" y="55797"/>
                </a:cubicBezTo>
                <a:cubicBezTo>
                  <a:pt x="41019" y="57802"/>
                  <a:pt x="39077" y="60652"/>
                  <a:pt x="38049" y="64346"/>
                </a:cubicBezTo>
                <a:moveTo>
                  <a:pt x="64346" y="89969"/>
                </a:moveTo>
                <a:cubicBezTo>
                  <a:pt x="62677" y="90421"/>
                  <a:pt x="60461" y="90839"/>
                  <a:pt x="57700" y="91224"/>
                </a:cubicBezTo>
                <a:cubicBezTo>
                  <a:pt x="43829" y="92900"/>
                  <a:pt x="34774" y="95348"/>
                  <a:pt x="30536" y="98569"/>
                </a:cubicBezTo>
                <a:cubicBezTo>
                  <a:pt x="27517" y="100889"/>
                  <a:pt x="26008" y="104015"/>
                  <a:pt x="26008" y="107946"/>
                </a:cubicBezTo>
                <a:cubicBezTo>
                  <a:pt x="26008" y="111167"/>
                  <a:pt x="27164" y="113889"/>
                  <a:pt x="29476" y="116113"/>
                </a:cubicBezTo>
                <a:cubicBezTo>
                  <a:pt x="31788" y="118334"/>
                  <a:pt x="34838" y="119445"/>
                  <a:pt x="38627" y="119445"/>
                </a:cubicBezTo>
                <a:cubicBezTo>
                  <a:pt x="42801" y="119445"/>
                  <a:pt x="46735" y="118431"/>
                  <a:pt x="50427" y="116402"/>
                </a:cubicBezTo>
                <a:cubicBezTo>
                  <a:pt x="54120" y="114371"/>
                  <a:pt x="56881" y="111761"/>
                  <a:pt x="58711" y="108572"/>
                </a:cubicBezTo>
                <a:cubicBezTo>
                  <a:pt x="60541" y="105383"/>
                  <a:pt x="62163" y="100407"/>
                  <a:pt x="63576" y="93642"/>
                </a:cubicBezTo>
                <a:lnTo>
                  <a:pt x="64346" y="89969"/>
                </a:lnTo>
                <a:close/>
                <a:moveTo>
                  <a:pt x="130029" y="35448"/>
                </a:moveTo>
                <a:lnTo>
                  <a:pt x="156037" y="35448"/>
                </a:lnTo>
                <a:lnTo>
                  <a:pt x="153436" y="47871"/>
                </a:lnTo>
                <a:cubicBezTo>
                  <a:pt x="163583" y="37920"/>
                  <a:pt x="174243" y="32944"/>
                  <a:pt x="185417" y="32944"/>
                </a:cubicBezTo>
                <a:cubicBezTo>
                  <a:pt x="193123" y="32944"/>
                  <a:pt x="199063" y="34558"/>
                  <a:pt x="203237" y="37787"/>
                </a:cubicBezTo>
                <a:cubicBezTo>
                  <a:pt x="207411" y="41014"/>
                  <a:pt x="210076" y="45468"/>
                  <a:pt x="211232" y="51150"/>
                </a:cubicBezTo>
                <a:cubicBezTo>
                  <a:pt x="214764" y="45984"/>
                  <a:pt x="219837" y="41658"/>
                  <a:pt x="226452" y="38172"/>
                </a:cubicBezTo>
                <a:cubicBezTo>
                  <a:pt x="233066" y="34687"/>
                  <a:pt x="239938" y="32944"/>
                  <a:pt x="247066" y="32944"/>
                </a:cubicBezTo>
                <a:cubicBezTo>
                  <a:pt x="255221" y="32944"/>
                  <a:pt x="261579" y="35138"/>
                  <a:pt x="266138" y="39527"/>
                </a:cubicBezTo>
                <a:cubicBezTo>
                  <a:pt x="270698" y="43916"/>
                  <a:pt x="272978" y="49726"/>
                  <a:pt x="272978" y="56956"/>
                </a:cubicBezTo>
                <a:cubicBezTo>
                  <a:pt x="272978" y="60464"/>
                  <a:pt x="272079" y="66550"/>
                  <a:pt x="270280" y="75213"/>
                </a:cubicBezTo>
                <a:lnTo>
                  <a:pt x="257180" y="137747"/>
                </a:lnTo>
                <a:lnTo>
                  <a:pt x="229534" y="137747"/>
                </a:lnTo>
                <a:lnTo>
                  <a:pt x="242635" y="75207"/>
                </a:lnTo>
                <a:cubicBezTo>
                  <a:pt x="244240" y="67373"/>
                  <a:pt x="245043" y="62943"/>
                  <a:pt x="245043" y="61917"/>
                </a:cubicBezTo>
                <a:cubicBezTo>
                  <a:pt x="245043" y="59097"/>
                  <a:pt x="244192" y="56871"/>
                  <a:pt x="242490" y="55237"/>
                </a:cubicBezTo>
                <a:cubicBezTo>
                  <a:pt x="240788" y="53604"/>
                  <a:pt x="238236" y="52787"/>
                  <a:pt x="234832" y="52787"/>
                </a:cubicBezTo>
                <a:cubicBezTo>
                  <a:pt x="227961" y="52787"/>
                  <a:pt x="221828" y="56414"/>
                  <a:pt x="216434" y="63669"/>
                </a:cubicBezTo>
                <a:cubicBezTo>
                  <a:pt x="212517" y="68871"/>
                  <a:pt x="209177" y="78084"/>
                  <a:pt x="206416" y="91309"/>
                </a:cubicBezTo>
                <a:lnTo>
                  <a:pt x="196687" y="137747"/>
                </a:lnTo>
                <a:lnTo>
                  <a:pt x="169041" y="137747"/>
                </a:lnTo>
                <a:lnTo>
                  <a:pt x="181949" y="75905"/>
                </a:lnTo>
                <a:cubicBezTo>
                  <a:pt x="183426" y="68777"/>
                  <a:pt x="184164" y="64154"/>
                  <a:pt x="184164" y="62034"/>
                </a:cubicBezTo>
                <a:cubicBezTo>
                  <a:pt x="184164" y="59337"/>
                  <a:pt x="183249" y="57122"/>
                  <a:pt x="181419" y="55388"/>
                </a:cubicBezTo>
                <a:cubicBezTo>
                  <a:pt x="179589" y="53654"/>
                  <a:pt x="177068" y="52787"/>
                  <a:pt x="173857" y="52787"/>
                </a:cubicBezTo>
                <a:cubicBezTo>
                  <a:pt x="170839" y="52787"/>
                  <a:pt x="167725" y="53686"/>
                  <a:pt x="164514" y="55484"/>
                </a:cubicBezTo>
                <a:cubicBezTo>
                  <a:pt x="161303" y="57282"/>
                  <a:pt x="158493" y="59756"/>
                  <a:pt x="156085" y="62904"/>
                </a:cubicBezTo>
                <a:cubicBezTo>
                  <a:pt x="153677" y="66051"/>
                  <a:pt x="151606" y="70097"/>
                  <a:pt x="149872" y="75042"/>
                </a:cubicBezTo>
                <a:cubicBezTo>
                  <a:pt x="149101" y="77353"/>
                  <a:pt x="147849" y="82588"/>
                  <a:pt x="146115" y="90746"/>
                </a:cubicBezTo>
                <a:lnTo>
                  <a:pt x="136290" y="137747"/>
                </a:lnTo>
                <a:lnTo>
                  <a:pt x="108644" y="137747"/>
                </a:lnTo>
                <a:lnTo>
                  <a:pt x="130029" y="35448"/>
                </a:lnTo>
                <a:close/>
                <a:moveTo>
                  <a:pt x="382717" y="95171"/>
                </a:moveTo>
                <a:lnTo>
                  <a:pt x="313362" y="95171"/>
                </a:lnTo>
                <a:cubicBezTo>
                  <a:pt x="313297" y="96263"/>
                  <a:pt x="313265" y="97097"/>
                  <a:pt x="313265" y="97675"/>
                </a:cubicBezTo>
                <a:cubicBezTo>
                  <a:pt x="313265" y="104482"/>
                  <a:pt x="315208" y="109973"/>
                  <a:pt x="319093" y="114147"/>
                </a:cubicBezTo>
                <a:cubicBezTo>
                  <a:pt x="322978" y="118321"/>
                  <a:pt x="327714" y="120408"/>
                  <a:pt x="333301" y="120408"/>
                </a:cubicBezTo>
                <a:cubicBezTo>
                  <a:pt x="342484" y="120408"/>
                  <a:pt x="349645" y="115656"/>
                  <a:pt x="354782" y="106152"/>
                </a:cubicBezTo>
                <a:lnTo>
                  <a:pt x="379538" y="110390"/>
                </a:lnTo>
                <a:cubicBezTo>
                  <a:pt x="374722" y="120344"/>
                  <a:pt x="368284" y="127810"/>
                  <a:pt x="360225" y="132786"/>
                </a:cubicBezTo>
                <a:cubicBezTo>
                  <a:pt x="352165" y="137763"/>
                  <a:pt x="343127" y="140252"/>
                  <a:pt x="333109" y="140252"/>
                </a:cubicBezTo>
                <a:cubicBezTo>
                  <a:pt x="319366" y="140252"/>
                  <a:pt x="308192" y="135893"/>
                  <a:pt x="299587" y="127175"/>
                </a:cubicBezTo>
                <a:cubicBezTo>
                  <a:pt x="290982" y="118458"/>
                  <a:pt x="286679" y="106927"/>
                  <a:pt x="286679" y="92582"/>
                </a:cubicBezTo>
                <a:cubicBezTo>
                  <a:pt x="286679" y="78556"/>
                  <a:pt x="290564" y="66075"/>
                  <a:pt x="298335" y="55138"/>
                </a:cubicBezTo>
                <a:cubicBezTo>
                  <a:pt x="308931" y="40342"/>
                  <a:pt x="324054" y="32944"/>
                  <a:pt x="343705" y="32944"/>
                </a:cubicBezTo>
                <a:cubicBezTo>
                  <a:pt x="356227" y="32944"/>
                  <a:pt x="366181" y="36819"/>
                  <a:pt x="373566" y="44569"/>
                </a:cubicBezTo>
                <a:cubicBezTo>
                  <a:pt x="380951" y="52319"/>
                  <a:pt x="384644" y="63173"/>
                  <a:pt x="384644" y="77131"/>
                </a:cubicBezTo>
                <a:cubicBezTo>
                  <a:pt x="384644" y="83819"/>
                  <a:pt x="384001" y="89833"/>
                  <a:pt x="382717" y="95171"/>
                </a:cubicBezTo>
                <a:moveTo>
                  <a:pt x="359406" y="78217"/>
                </a:moveTo>
                <a:cubicBezTo>
                  <a:pt x="359470" y="77001"/>
                  <a:pt x="359502" y="76074"/>
                  <a:pt x="359502" y="75436"/>
                </a:cubicBezTo>
                <a:cubicBezTo>
                  <a:pt x="359502" y="67886"/>
                  <a:pt x="357800" y="62224"/>
                  <a:pt x="354397" y="58449"/>
                </a:cubicBezTo>
                <a:cubicBezTo>
                  <a:pt x="350993" y="54674"/>
                  <a:pt x="346434" y="52787"/>
                  <a:pt x="340719" y="52787"/>
                </a:cubicBezTo>
                <a:cubicBezTo>
                  <a:pt x="335003" y="52787"/>
                  <a:pt x="329882" y="54930"/>
                  <a:pt x="325354" y="59217"/>
                </a:cubicBezTo>
                <a:cubicBezTo>
                  <a:pt x="320827" y="63503"/>
                  <a:pt x="317761" y="69837"/>
                  <a:pt x="316155" y="78217"/>
                </a:cubicBezTo>
                <a:lnTo>
                  <a:pt x="359406" y="78217"/>
                </a:lnTo>
                <a:close/>
                <a:moveTo>
                  <a:pt x="398553" y="56062"/>
                </a:moveTo>
                <a:lnTo>
                  <a:pt x="402792" y="35448"/>
                </a:lnTo>
                <a:lnTo>
                  <a:pt x="416392" y="35448"/>
                </a:lnTo>
                <a:lnTo>
                  <a:pt x="419751" y="19073"/>
                </a:lnTo>
                <a:lnTo>
                  <a:pt x="451340" y="0"/>
                </a:lnTo>
                <a:lnTo>
                  <a:pt x="444038" y="35448"/>
                </a:lnTo>
                <a:lnTo>
                  <a:pt x="460780" y="35448"/>
                </a:lnTo>
                <a:lnTo>
                  <a:pt x="456542" y="56062"/>
                </a:lnTo>
                <a:lnTo>
                  <a:pt x="439790" y="56062"/>
                </a:lnTo>
                <a:lnTo>
                  <a:pt x="430630" y="98940"/>
                </a:lnTo>
                <a:cubicBezTo>
                  <a:pt x="429025" y="106700"/>
                  <a:pt x="428222" y="111125"/>
                  <a:pt x="428222" y="112215"/>
                </a:cubicBezTo>
                <a:cubicBezTo>
                  <a:pt x="428222" y="114336"/>
                  <a:pt x="428896" y="115991"/>
                  <a:pt x="430245" y="117182"/>
                </a:cubicBezTo>
                <a:cubicBezTo>
                  <a:pt x="431593" y="118370"/>
                  <a:pt x="434034" y="118964"/>
                  <a:pt x="437566" y="118964"/>
                </a:cubicBezTo>
                <a:cubicBezTo>
                  <a:pt x="438786" y="118964"/>
                  <a:pt x="441836" y="118739"/>
                  <a:pt x="446717" y="118289"/>
                </a:cubicBezTo>
                <a:lnTo>
                  <a:pt x="442382" y="138807"/>
                </a:lnTo>
                <a:cubicBezTo>
                  <a:pt x="437630" y="139770"/>
                  <a:pt x="432749" y="140252"/>
                  <a:pt x="427740" y="140252"/>
                </a:cubicBezTo>
                <a:cubicBezTo>
                  <a:pt x="417979" y="140252"/>
                  <a:pt x="410883" y="138365"/>
                  <a:pt x="406452" y="134593"/>
                </a:cubicBezTo>
                <a:cubicBezTo>
                  <a:pt x="402021" y="130818"/>
                  <a:pt x="399806" y="125576"/>
                  <a:pt x="399806" y="118867"/>
                </a:cubicBezTo>
                <a:cubicBezTo>
                  <a:pt x="399806" y="115721"/>
                  <a:pt x="400994" y="108463"/>
                  <a:pt x="403370" y="97094"/>
                </a:cubicBezTo>
                <a:lnTo>
                  <a:pt x="412295" y="56062"/>
                </a:lnTo>
                <a:lnTo>
                  <a:pt x="398553" y="56062"/>
                </a:lnTo>
                <a:close/>
                <a:moveTo>
                  <a:pt x="556321" y="95171"/>
                </a:moveTo>
                <a:lnTo>
                  <a:pt x="486966" y="95171"/>
                </a:lnTo>
                <a:cubicBezTo>
                  <a:pt x="486901" y="96263"/>
                  <a:pt x="486869" y="97097"/>
                  <a:pt x="486869" y="97675"/>
                </a:cubicBezTo>
                <a:cubicBezTo>
                  <a:pt x="486869" y="104482"/>
                  <a:pt x="488812" y="109973"/>
                  <a:pt x="492697" y="114147"/>
                </a:cubicBezTo>
                <a:cubicBezTo>
                  <a:pt x="496582" y="118321"/>
                  <a:pt x="501318" y="120408"/>
                  <a:pt x="506905" y="120408"/>
                </a:cubicBezTo>
                <a:cubicBezTo>
                  <a:pt x="516088" y="120408"/>
                  <a:pt x="523249" y="115656"/>
                  <a:pt x="528386" y="106152"/>
                </a:cubicBezTo>
                <a:lnTo>
                  <a:pt x="553142" y="110390"/>
                </a:lnTo>
                <a:cubicBezTo>
                  <a:pt x="548326" y="120344"/>
                  <a:pt x="541888" y="127810"/>
                  <a:pt x="533829" y="132786"/>
                </a:cubicBezTo>
                <a:cubicBezTo>
                  <a:pt x="525769" y="137763"/>
                  <a:pt x="516731" y="140252"/>
                  <a:pt x="506713" y="140252"/>
                </a:cubicBezTo>
                <a:cubicBezTo>
                  <a:pt x="492970" y="140252"/>
                  <a:pt x="481796" y="135893"/>
                  <a:pt x="473191" y="127175"/>
                </a:cubicBezTo>
                <a:cubicBezTo>
                  <a:pt x="464586" y="118458"/>
                  <a:pt x="460283" y="106927"/>
                  <a:pt x="460283" y="92582"/>
                </a:cubicBezTo>
                <a:cubicBezTo>
                  <a:pt x="460283" y="78556"/>
                  <a:pt x="464168" y="66075"/>
                  <a:pt x="471939" y="55138"/>
                </a:cubicBezTo>
                <a:cubicBezTo>
                  <a:pt x="482535" y="40342"/>
                  <a:pt x="497658" y="32944"/>
                  <a:pt x="517309" y="32944"/>
                </a:cubicBezTo>
                <a:cubicBezTo>
                  <a:pt x="529831" y="32944"/>
                  <a:pt x="539785" y="36819"/>
                  <a:pt x="547170" y="44569"/>
                </a:cubicBezTo>
                <a:cubicBezTo>
                  <a:pt x="554555" y="52319"/>
                  <a:pt x="558247" y="63173"/>
                  <a:pt x="558247" y="77131"/>
                </a:cubicBezTo>
                <a:cubicBezTo>
                  <a:pt x="558247" y="83819"/>
                  <a:pt x="557605" y="89833"/>
                  <a:pt x="556321" y="95171"/>
                </a:cubicBezTo>
                <a:moveTo>
                  <a:pt x="533010" y="78217"/>
                </a:moveTo>
                <a:cubicBezTo>
                  <a:pt x="533074" y="77001"/>
                  <a:pt x="533106" y="76074"/>
                  <a:pt x="533106" y="75436"/>
                </a:cubicBezTo>
                <a:cubicBezTo>
                  <a:pt x="533106" y="67886"/>
                  <a:pt x="531404" y="62224"/>
                  <a:pt x="528001" y="58449"/>
                </a:cubicBezTo>
                <a:cubicBezTo>
                  <a:pt x="524597" y="54674"/>
                  <a:pt x="520038" y="52787"/>
                  <a:pt x="514322" y="52787"/>
                </a:cubicBezTo>
                <a:cubicBezTo>
                  <a:pt x="508607" y="52787"/>
                  <a:pt x="503486" y="54930"/>
                  <a:pt x="498958" y="59217"/>
                </a:cubicBezTo>
                <a:cubicBezTo>
                  <a:pt x="494431" y="63503"/>
                  <a:pt x="491365" y="69837"/>
                  <a:pt x="489759" y="78217"/>
                </a:cubicBezTo>
                <a:lnTo>
                  <a:pt x="533010" y="78217"/>
                </a:lnTo>
                <a:close/>
                <a:moveTo>
                  <a:pt x="587037" y="35448"/>
                </a:moveTo>
                <a:lnTo>
                  <a:pt x="612853" y="35448"/>
                </a:lnTo>
                <a:lnTo>
                  <a:pt x="608711" y="55249"/>
                </a:lnTo>
                <a:cubicBezTo>
                  <a:pt x="618344" y="40379"/>
                  <a:pt x="628779" y="32944"/>
                  <a:pt x="640017" y="32944"/>
                </a:cubicBezTo>
                <a:cubicBezTo>
                  <a:pt x="643999" y="32944"/>
                  <a:pt x="648269" y="33939"/>
                  <a:pt x="652829" y="35930"/>
                </a:cubicBezTo>
                <a:lnTo>
                  <a:pt x="642233" y="58567"/>
                </a:lnTo>
                <a:cubicBezTo>
                  <a:pt x="639728" y="57668"/>
                  <a:pt x="637063" y="57218"/>
                  <a:pt x="634237" y="57218"/>
                </a:cubicBezTo>
                <a:cubicBezTo>
                  <a:pt x="629485" y="57218"/>
                  <a:pt x="624653" y="59020"/>
                  <a:pt x="619740" y="62624"/>
                </a:cubicBezTo>
                <a:cubicBezTo>
                  <a:pt x="614828" y="66227"/>
                  <a:pt x="610991" y="71036"/>
                  <a:pt x="608229" y="77052"/>
                </a:cubicBezTo>
                <a:cubicBezTo>
                  <a:pt x="605468" y="83067"/>
                  <a:pt x="602739" y="92605"/>
                  <a:pt x="600041" y="105667"/>
                </a:cubicBezTo>
                <a:lnTo>
                  <a:pt x="593299" y="137747"/>
                </a:lnTo>
                <a:lnTo>
                  <a:pt x="565653" y="137747"/>
                </a:lnTo>
                <a:lnTo>
                  <a:pt x="587037" y="35448"/>
                </a:ln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s">
            <a:extLst xmlns:a="http://schemas.openxmlformats.org/drawingml/2006/main">
              <a:ext uri="{FF2B5EF4-FFF2-40B4-BE49-F238E27FC236}">
                <a16:creationId xmlns:a16="http://schemas.microsoft.com/office/drawing/2014/main" id="{638BB86A-DA1C-4E01-AE32-F2F26EE2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2074" y="2829927"/>
            <a:ext cx="104515" cy="107308"/>
          </a:xfrm>
          <a:custGeom xmlns:a="http://schemas.openxmlformats.org/drawingml/2006/main">
            <a:pathLst>
              <a:path w="104515" h="107308">
                <a:moveTo>
                  <a:pt x="0" y="76125"/>
                </a:moveTo>
                <a:lnTo>
                  <a:pt x="26779" y="71860"/>
                </a:lnTo>
                <a:cubicBezTo>
                  <a:pt x="29155" y="77545"/>
                  <a:pt x="32109" y="81568"/>
                  <a:pt x="35641" y="83928"/>
                </a:cubicBezTo>
                <a:cubicBezTo>
                  <a:pt x="39173" y="86286"/>
                  <a:pt x="43989" y="87465"/>
                  <a:pt x="50090" y="87465"/>
                </a:cubicBezTo>
                <a:cubicBezTo>
                  <a:pt x="56383" y="87465"/>
                  <a:pt x="61424" y="86056"/>
                  <a:pt x="65213" y="83238"/>
                </a:cubicBezTo>
                <a:cubicBezTo>
                  <a:pt x="67846" y="81316"/>
                  <a:pt x="69163" y="78978"/>
                  <a:pt x="69163" y="76225"/>
                </a:cubicBezTo>
                <a:cubicBezTo>
                  <a:pt x="69163" y="74366"/>
                  <a:pt x="68488" y="72697"/>
                  <a:pt x="67140" y="71216"/>
                </a:cubicBezTo>
                <a:cubicBezTo>
                  <a:pt x="65727" y="69801"/>
                  <a:pt x="61906" y="68064"/>
                  <a:pt x="55677" y="66005"/>
                </a:cubicBezTo>
                <a:cubicBezTo>
                  <a:pt x="38980" y="60472"/>
                  <a:pt x="28641" y="56098"/>
                  <a:pt x="24660" y="52883"/>
                </a:cubicBezTo>
                <a:cubicBezTo>
                  <a:pt x="18431" y="47864"/>
                  <a:pt x="15316" y="41302"/>
                  <a:pt x="15316" y="33197"/>
                </a:cubicBezTo>
                <a:cubicBezTo>
                  <a:pt x="15316" y="25091"/>
                  <a:pt x="18334" y="18110"/>
                  <a:pt x="24371" y="12255"/>
                </a:cubicBezTo>
                <a:cubicBezTo>
                  <a:pt x="32783" y="4085"/>
                  <a:pt x="45274" y="0"/>
                  <a:pt x="61842" y="0"/>
                </a:cubicBezTo>
                <a:cubicBezTo>
                  <a:pt x="75006" y="0"/>
                  <a:pt x="84960" y="2408"/>
                  <a:pt x="91703" y="7225"/>
                </a:cubicBezTo>
                <a:cubicBezTo>
                  <a:pt x="98446" y="12041"/>
                  <a:pt x="102716" y="18559"/>
                  <a:pt x="104515" y="26779"/>
                </a:cubicBezTo>
                <a:lnTo>
                  <a:pt x="78988" y="31210"/>
                </a:lnTo>
                <a:cubicBezTo>
                  <a:pt x="77639" y="27485"/>
                  <a:pt x="75456" y="24692"/>
                  <a:pt x="72438" y="22829"/>
                </a:cubicBezTo>
                <a:cubicBezTo>
                  <a:pt x="68328" y="20325"/>
                  <a:pt x="63383" y="19073"/>
                  <a:pt x="57603" y="19073"/>
                </a:cubicBezTo>
                <a:cubicBezTo>
                  <a:pt x="51824" y="19073"/>
                  <a:pt x="47666" y="20040"/>
                  <a:pt x="45129" y="21975"/>
                </a:cubicBezTo>
                <a:cubicBezTo>
                  <a:pt x="42592" y="23909"/>
                  <a:pt x="41324" y="26135"/>
                  <a:pt x="41324" y="28651"/>
                </a:cubicBezTo>
                <a:cubicBezTo>
                  <a:pt x="41324" y="31230"/>
                  <a:pt x="42609" y="33356"/>
                  <a:pt x="45177" y="35030"/>
                </a:cubicBezTo>
                <a:cubicBezTo>
                  <a:pt x="46783" y="36059"/>
                  <a:pt x="51952" y="37860"/>
                  <a:pt x="60686" y="40433"/>
                </a:cubicBezTo>
                <a:cubicBezTo>
                  <a:pt x="74172" y="44358"/>
                  <a:pt x="83194" y="48219"/>
                  <a:pt x="87754" y="52013"/>
                </a:cubicBezTo>
                <a:cubicBezTo>
                  <a:pt x="94175" y="57354"/>
                  <a:pt x="97386" y="63787"/>
                  <a:pt x="97386" y="71315"/>
                </a:cubicBezTo>
                <a:cubicBezTo>
                  <a:pt x="97386" y="81028"/>
                  <a:pt x="93309" y="89455"/>
                  <a:pt x="85153" y="96598"/>
                </a:cubicBezTo>
                <a:cubicBezTo>
                  <a:pt x="76997" y="103738"/>
                  <a:pt x="65502" y="107308"/>
                  <a:pt x="50668" y="107308"/>
                </a:cubicBezTo>
                <a:cubicBezTo>
                  <a:pt x="35898" y="107308"/>
                  <a:pt x="24483" y="104581"/>
                  <a:pt x="16424" y="99126"/>
                </a:cubicBezTo>
                <a:cubicBezTo>
                  <a:pt x="8364" y="93670"/>
                  <a:pt x="2890" y="86003"/>
                  <a:pt x="0" y="76125"/>
                </a:cubicBezTo>
                <a:close/>
              </a:path>
            </a:pathLst>
          </a:custGeom>
          <a:solidFill xmlns:a="http://schemas.openxmlformats.org/drawingml/2006/main">
            <a:srgbClr val="A66CD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11570-DC65-4618-8637-50B7CADA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712" y="1268298"/>
            <a:ext cx="2433059" cy="725004"/>
          </a:xfrm>
          <a:custGeom xmlns:a="http://schemas.openxmlformats.org/drawingml/2006/main">
            <a:pathLst>
              <a:path w="2433059" h="725004">
                <a:moveTo>
                  <a:pt x="0" y="0"/>
                </a:moveTo>
                <a:lnTo>
                  <a:pt x="2433059" y="0"/>
                </a:lnTo>
                <a:lnTo>
                  <a:pt x="2433059" y="725004"/>
                </a:lnTo>
                <a:lnTo>
                  <a:pt x="0" y="7250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EF7E9-EA27-49AA-A4E7-1D9F55DD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843" y="1279174"/>
            <a:ext cx="2104596" cy="460377"/>
          </a:xfrm>
          <a:custGeom xmlns:a="http://schemas.openxmlformats.org/drawingml/2006/main">
            <a:pathLst>
              <a:path w="2104596" h="460377">
                <a:moveTo>
                  <a:pt x="0" y="0"/>
                </a:moveTo>
                <a:lnTo>
                  <a:pt x="2104596" y="0"/>
                </a:lnTo>
                <a:lnTo>
                  <a:pt x="2104596" y="460377"/>
                </a:lnTo>
                <a:lnTo>
                  <a:pt x="0" y="4603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6E71A-E60E-459B-B758-DD82763A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844" y="1686887"/>
            <a:ext cx="12630" cy="52672"/>
          </a:xfrm>
          <a:custGeom xmlns:a="http://schemas.openxmlformats.org/drawingml/2006/main">
            <a:pathLst>
              <a:path w="12630" h="52672">
                <a:moveTo>
                  <a:pt x="0" y="0"/>
                </a:moveTo>
                <a:lnTo>
                  <a:pt x="12630" y="0"/>
                </a:lnTo>
                <a:lnTo>
                  <a:pt x="12630" y="52672"/>
                </a:lnTo>
                <a:lnTo>
                  <a:pt x="0" y="526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7E988-4927-4F19-88F3-417CF151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843" y="1686888"/>
            <a:ext cx="12630" cy="52672"/>
          </a:xfrm>
          <a:custGeom xmlns:a="http://schemas.openxmlformats.org/drawingml/2006/main">
            <a:pathLst>
              <a:path w="12630" h="52672" fill="none">
                <a:moveTo>
                  <a:pt x="0" y="52672"/>
                </a:moveTo>
                <a:lnTo>
                  <a:pt x="12630" y="52672"/>
                </a:lnTo>
                <a:lnTo>
                  <a:pt x="12630" y="0"/>
                </a:lnTo>
                <a:lnTo>
                  <a:pt x="0" y="0"/>
                </a:lnTo>
                <a:lnTo>
                  <a:pt x="0" y="526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2A600-74D6-456B-AAA9-63297B98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876" y="1675768"/>
            <a:ext cx="12621" cy="63782"/>
          </a:xfrm>
          <a:custGeom xmlns:a="http://schemas.openxmlformats.org/drawingml/2006/main">
            <a:pathLst>
              <a:path w="12621" h="63782">
                <a:moveTo>
                  <a:pt x="0" y="0"/>
                </a:moveTo>
                <a:lnTo>
                  <a:pt x="12621" y="0"/>
                </a:lnTo>
                <a:lnTo>
                  <a:pt x="12621" y="63782"/>
                </a:lnTo>
                <a:lnTo>
                  <a:pt x="0" y="637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89D73-05B1-44CE-A98B-9F8355C8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876" y="1675769"/>
            <a:ext cx="12630" cy="63790"/>
          </a:xfrm>
          <a:custGeom xmlns:a="http://schemas.openxmlformats.org/drawingml/2006/main">
            <a:pathLst>
              <a:path w="12630" h="63790" fill="none">
                <a:moveTo>
                  <a:pt x="0" y="63790"/>
                </a:moveTo>
                <a:lnTo>
                  <a:pt x="12630" y="63790"/>
                </a:lnTo>
                <a:lnTo>
                  <a:pt x="12630" y="0"/>
                </a:lnTo>
                <a:lnTo>
                  <a:pt x="0" y="0"/>
                </a:lnTo>
                <a:lnTo>
                  <a:pt x="0" y="63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01B04-A3B6-4DBC-8B67-FA83D321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909" y="1675617"/>
            <a:ext cx="12630" cy="63933"/>
          </a:xfrm>
          <a:custGeom xmlns:a="http://schemas.openxmlformats.org/drawingml/2006/main">
            <a:pathLst>
              <a:path w="12630" h="63933">
                <a:moveTo>
                  <a:pt x="0" y="0"/>
                </a:moveTo>
                <a:lnTo>
                  <a:pt x="12630" y="0"/>
                </a:lnTo>
                <a:lnTo>
                  <a:pt x="12630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D8308-7E7F-459E-BD4B-D260F5B6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908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F887E-85B5-4AF7-9B09-A1B36777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32" y="1675768"/>
            <a:ext cx="12630" cy="63782"/>
          </a:xfrm>
          <a:custGeom xmlns:a="http://schemas.openxmlformats.org/drawingml/2006/main">
            <a:pathLst>
              <a:path w="12630" h="63782">
                <a:moveTo>
                  <a:pt x="0" y="0"/>
                </a:moveTo>
                <a:lnTo>
                  <a:pt x="12630" y="0"/>
                </a:lnTo>
                <a:lnTo>
                  <a:pt x="12630" y="63782"/>
                </a:lnTo>
                <a:lnTo>
                  <a:pt x="0" y="637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A683A-DCF2-4BAD-BF92-AB862E24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932" y="1675769"/>
            <a:ext cx="12630" cy="63790"/>
          </a:xfrm>
          <a:custGeom xmlns:a="http://schemas.openxmlformats.org/drawingml/2006/main">
            <a:pathLst>
              <a:path w="12630" h="63790" fill="none">
                <a:moveTo>
                  <a:pt x="0" y="63790"/>
                </a:moveTo>
                <a:lnTo>
                  <a:pt x="12630" y="63790"/>
                </a:lnTo>
                <a:lnTo>
                  <a:pt x="12630" y="0"/>
                </a:lnTo>
                <a:lnTo>
                  <a:pt x="0" y="0"/>
                </a:lnTo>
                <a:lnTo>
                  <a:pt x="0" y="63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F87AB-F435-4244-8D68-BBE54E7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965" y="1675617"/>
            <a:ext cx="12621" cy="63933"/>
          </a:xfrm>
          <a:custGeom xmlns:a="http://schemas.openxmlformats.org/drawingml/2006/main">
            <a:pathLst>
              <a:path w="12621" h="63933">
                <a:moveTo>
                  <a:pt x="0" y="0"/>
                </a:moveTo>
                <a:lnTo>
                  <a:pt x="12621" y="0"/>
                </a:lnTo>
                <a:lnTo>
                  <a:pt x="12621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3C332-37F5-4A25-A3A3-756A8B35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964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95D9C-E2A3-478A-8AEF-88182697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997" y="1675919"/>
            <a:ext cx="12630" cy="63631"/>
          </a:xfrm>
          <a:custGeom xmlns:a="http://schemas.openxmlformats.org/drawingml/2006/main">
            <a:pathLst>
              <a:path w="12630" h="63631">
                <a:moveTo>
                  <a:pt x="0" y="0"/>
                </a:moveTo>
                <a:lnTo>
                  <a:pt x="12630" y="0"/>
                </a:lnTo>
                <a:lnTo>
                  <a:pt x="12630" y="63631"/>
                </a:lnTo>
                <a:lnTo>
                  <a:pt x="0" y="63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48F6F-1EFB-4A99-AE36-B673F3BC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997" y="1675920"/>
            <a:ext cx="12630" cy="63639"/>
          </a:xfrm>
          <a:custGeom xmlns:a="http://schemas.openxmlformats.org/drawingml/2006/main">
            <a:pathLst>
              <a:path w="12630" h="63639" fill="none">
                <a:moveTo>
                  <a:pt x="0" y="63639"/>
                </a:moveTo>
                <a:lnTo>
                  <a:pt x="12630" y="63639"/>
                </a:lnTo>
                <a:lnTo>
                  <a:pt x="12630" y="0"/>
                </a:lnTo>
                <a:lnTo>
                  <a:pt x="0" y="0"/>
                </a:lnTo>
                <a:lnTo>
                  <a:pt x="0" y="636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A76A4-80FB-4C1E-91A4-17D0D8C3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029" y="1675617"/>
            <a:ext cx="12630" cy="63933"/>
          </a:xfrm>
          <a:custGeom xmlns:a="http://schemas.openxmlformats.org/drawingml/2006/main">
            <a:pathLst>
              <a:path w="12630" h="63933">
                <a:moveTo>
                  <a:pt x="0" y="0"/>
                </a:moveTo>
                <a:lnTo>
                  <a:pt x="12630" y="0"/>
                </a:lnTo>
                <a:lnTo>
                  <a:pt x="12630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E92FD0-76F8-4AD8-AF2B-7E83007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029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954D0-DF44-42FA-A75E-3CFE2DEB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062" y="1675617"/>
            <a:ext cx="12621" cy="63933"/>
          </a:xfrm>
          <a:custGeom xmlns:a="http://schemas.openxmlformats.org/drawingml/2006/main">
            <a:pathLst>
              <a:path w="12621" h="63933">
                <a:moveTo>
                  <a:pt x="0" y="0"/>
                </a:moveTo>
                <a:lnTo>
                  <a:pt x="12621" y="0"/>
                </a:lnTo>
                <a:lnTo>
                  <a:pt x="12621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258B8-E1E9-4751-A105-7DDC5AB6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2061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DABF1-BC4D-43CA-90F5-3F68270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086" y="1675617"/>
            <a:ext cx="12630" cy="63933"/>
          </a:xfrm>
          <a:custGeom xmlns:a="http://schemas.openxmlformats.org/drawingml/2006/main">
            <a:pathLst>
              <a:path w="12630" h="63933">
                <a:moveTo>
                  <a:pt x="0" y="0"/>
                </a:moveTo>
                <a:lnTo>
                  <a:pt x="12630" y="0"/>
                </a:lnTo>
                <a:lnTo>
                  <a:pt x="12630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50952-522E-4170-BBC0-9AC7318E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085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17C94-01A2-4A68-93DF-3E969587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118" y="1675617"/>
            <a:ext cx="12630" cy="63933"/>
          </a:xfrm>
          <a:custGeom xmlns:a="http://schemas.openxmlformats.org/drawingml/2006/main">
            <a:pathLst>
              <a:path w="12630" h="63933">
                <a:moveTo>
                  <a:pt x="0" y="0"/>
                </a:moveTo>
                <a:lnTo>
                  <a:pt x="12630" y="0"/>
                </a:lnTo>
                <a:lnTo>
                  <a:pt x="12630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E8BA3-9D6B-4F88-89DB-6AA539B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117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93A06-F4E6-4131-A36D-CC6CD784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150" y="1676683"/>
            <a:ext cx="12621" cy="62867"/>
          </a:xfrm>
          <a:custGeom xmlns:a="http://schemas.openxmlformats.org/drawingml/2006/main">
            <a:pathLst>
              <a:path w="12621" h="62867">
                <a:moveTo>
                  <a:pt x="0" y="0"/>
                </a:moveTo>
                <a:lnTo>
                  <a:pt x="12621" y="0"/>
                </a:lnTo>
                <a:lnTo>
                  <a:pt x="12621" y="62867"/>
                </a:lnTo>
                <a:lnTo>
                  <a:pt x="0" y="628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BCC93-03AF-4E94-BF62-CB26E3D9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150" y="1676684"/>
            <a:ext cx="12630" cy="62876"/>
          </a:xfrm>
          <a:custGeom xmlns:a="http://schemas.openxmlformats.org/drawingml/2006/main">
            <a:pathLst>
              <a:path w="12630" h="62876" fill="none">
                <a:moveTo>
                  <a:pt x="0" y="62876"/>
                </a:moveTo>
                <a:lnTo>
                  <a:pt x="12630" y="62876"/>
                </a:lnTo>
                <a:lnTo>
                  <a:pt x="12630" y="0"/>
                </a:lnTo>
                <a:lnTo>
                  <a:pt x="0" y="0"/>
                </a:lnTo>
                <a:lnTo>
                  <a:pt x="0" y="628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01676-81FC-4999-B12E-D1F80297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183" y="1675919"/>
            <a:ext cx="12630" cy="63631"/>
          </a:xfrm>
          <a:custGeom xmlns:a="http://schemas.openxmlformats.org/drawingml/2006/main">
            <a:pathLst>
              <a:path w="12630" h="63631">
                <a:moveTo>
                  <a:pt x="0" y="0"/>
                </a:moveTo>
                <a:lnTo>
                  <a:pt x="12630" y="0"/>
                </a:lnTo>
                <a:lnTo>
                  <a:pt x="12630" y="63631"/>
                </a:lnTo>
                <a:lnTo>
                  <a:pt x="0" y="63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604D4-94CC-4590-B2A2-C0EE26EB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182" y="1675920"/>
            <a:ext cx="12630" cy="63639"/>
          </a:xfrm>
          <a:custGeom xmlns:a="http://schemas.openxmlformats.org/drawingml/2006/main">
            <a:pathLst>
              <a:path w="12630" h="63639" fill="none">
                <a:moveTo>
                  <a:pt x="0" y="63639"/>
                </a:moveTo>
                <a:lnTo>
                  <a:pt x="12630" y="63639"/>
                </a:lnTo>
                <a:lnTo>
                  <a:pt x="12630" y="0"/>
                </a:lnTo>
                <a:lnTo>
                  <a:pt x="0" y="0"/>
                </a:lnTo>
                <a:lnTo>
                  <a:pt x="0" y="636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39CFE-C016-4BFE-B84B-9ADDC28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207" y="1676381"/>
            <a:ext cx="12630" cy="63178"/>
          </a:xfrm>
          <a:custGeom xmlns:a="http://schemas.openxmlformats.org/drawingml/2006/main">
            <a:pathLst>
              <a:path w="12630" h="63178">
                <a:moveTo>
                  <a:pt x="0" y="0"/>
                </a:moveTo>
                <a:lnTo>
                  <a:pt x="12630" y="0"/>
                </a:lnTo>
                <a:lnTo>
                  <a:pt x="12630" y="63178"/>
                </a:lnTo>
                <a:lnTo>
                  <a:pt x="0" y="631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9C33B-ECCB-4E23-A889-AB7B97D3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214" y="1676382"/>
            <a:ext cx="12630" cy="63178"/>
          </a:xfrm>
          <a:custGeom xmlns:a="http://schemas.openxmlformats.org/drawingml/2006/main">
            <a:pathLst>
              <a:path w="12630" h="63178" fill="none">
                <a:moveTo>
                  <a:pt x="0" y="63178"/>
                </a:moveTo>
                <a:lnTo>
                  <a:pt x="12630" y="63178"/>
                </a:lnTo>
                <a:lnTo>
                  <a:pt x="12630" y="0"/>
                </a:lnTo>
                <a:lnTo>
                  <a:pt x="0" y="0"/>
                </a:lnTo>
                <a:lnTo>
                  <a:pt x="0" y="631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092E9-1466-4482-9138-FAEED13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247" y="1675768"/>
            <a:ext cx="12621" cy="63782"/>
          </a:xfrm>
          <a:custGeom xmlns:a="http://schemas.openxmlformats.org/drawingml/2006/main">
            <a:pathLst>
              <a:path w="12621" h="63782">
                <a:moveTo>
                  <a:pt x="0" y="0"/>
                </a:moveTo>
                <a:lnTo>
                  <a:pt x="12621" y="0"/>
                </a:lnTo>
                <a:lnTo>
                  <a:pt x="12621" y="63782"/>
                </a:lnTo>
                <a:lnTo>
                  <a:pt x="0" y="637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771E1-CC55-471E-8B16-F549908E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238" y="1675769"/>
            <a:ext cx="12630" cy="63790"/>
          </a:xfrm>
          <a:custGeom xmlns:a="http://schemas.openxmlformats.org/drawingml/2006/main">
            <a:pathLst>
              <a:path w="12630" h="63790" fill="none">
                <a:moveTo>
                  <a:pt x="0" y="63790"/>
                </a:moveTo>
                <a:lnTo>
                  <a:pt x="12630" y="63790"/>
                </a:lnTo>
                <a:lnTo>
                  <a:pt x="12630" y="0"/>
                </a:lnTo>
                <a:lnTo>
                  <a:pt x="0" y="0"/>
                </a:lnTo>
                <a:lnTo>
                  <a:pt x="0" y="63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64CB1-3F2B-4EBD-B882-07DC4D62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271" y="1668611"/>
            <a:ext cx="12630" cy="70948"/>
          </a:xfrm>
          <a:custGeom xmlns:a="http://schemas.openxmlformats.org/drawingml/2006/main">
            <a:pathLst>
              <a:path w="12630" h="70948">
                <a:moveTo>
                  <a:pt x="0" y="0"/>
                </a:moveTo>
                <a:lnTo>
                  <a:pt x="12630" y="0"/>
                </a:lnTo>
                <a:lnTo>
                  <a:pt x="12630" y="70948"/>
                </a:lnTo>
                <a:lnTo>
                  <a:pt x="0" y="709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69D27-9B3E-4E16-933C-EE03265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271" y="1668611"/>
            <a:ext cx="12630" cy="70949"/>
          </a:xfrm>
          <a:custGeom xmlns:a="http://schemas.openxmlformats.org/drawingml/2006/main">
            <a:pathLst>
              <a:path w="12630" h="70949" fill="none">
                <a:moveTo>
                  <a:pt x="0" y="70949"/>
                </a:moveTo>
                <a:lnTo>
                  <a:pt x="12630" y="70949"/>
                </a:lnTo>
                <a:lnTo>
                  <a:pt x="12630" y="0"/>
                </a:lnTo>
                <a:lnTo>
                  <a:pt x="0" y="0"/>
                </a:lnTo>
                <a:lnTo>
                  <a:pt x="0" y="70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0F992-ECC4-4676-9F93-D428D0A5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304" y="1676221"/>
            <a:ext cx="12630" cy="63329"/>
          </a:xfrm>
          <a:custGeom xmlns:a="http://schemas.openxmlformats.org/drawingml/2006/main">
            <a:pathLst>
              <a:path w="12630" h="63329">
                <a:moveTo>
                  <a:pt x="0" y="0"/>
                </a:moveTo>
                <a:lnTo>
                  <a:pt x="12630" y="0"/>
                </a:lnTo>
                <a:lnTo>
                  <a:pt x="12630" y="63329"/>
                </a:lnTo>
                <a:lnTo>
                  <a:pt x="0" y="633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225AA-74DF-4170-B448-0576F0F4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303" y="1676231"/>
            <a:ext cx="12630" cy="63329"/>
          </a:xfrm>
          <a:custGeom xmlns:a="http://schemas.openxmlformats.org/drawingml/2006/main">
            <a:pathLst>
              <a:path w="12630" h="63329" fill="none">
                <a:moveTo>
                  <a:pt x="0" y="63329"/>
                </a:moveTo>
                <a:lnTo>
                  <a:pt x="12630" y="63329"/>
                </a:lnTo>
                <a:lnTo>
                  <a:pt x="12630" y="0"/>
                </a:lnTo>
                <a:lnTo>
                  <a:pt x="0" y="0"/>
                </a:lnTo>
                <a:lnTo>
                  <a:pt x="0" y="633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88CB9-A166-4E0E-98C3-643EF532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36" y="1675617"/>
            <a:ext cx="12622" cy="63933"/>
          </a:xfrm>
          <a:custGeom xmlns:a="http://schemas.openxmlformats.org/drawingml/2006/main">
            <a:pathLst>
              <a:path w="12622" h="63933">
                <a:moveTo>
                  <a:pt x="0" y="0"/>
                </a:moveTo>
                <a:lnTo>
                  <a:pt x="12622" y="0"/>
                </a:lnTo>
                <a:lnTo>
                  <a:pt x="12622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0F527-FD69-49F3-810B-4CB99AAF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35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80EDA-33EE-480D-BADC-552D0E3B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368" y="1675617"/>
            <a:ext cx="12630" cy="63933"/>
          </a:xfrm>
          <a:custGeom xmlns:a="http://schemas.openxmlformats.org/drawingml/2006/main">
            <a:pathLst>
              <a:path w="12630" h="63933">
                <a:moveTo>
                  <a:pt x="0" y="0"/>
                </a:moveTo>
                <a:lnTo>
                  <a:pt x="12630" y="0"/>
                </a:lnTo>
                <a:lnTo>
                  <a:pt x="12630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BEE2E-2286-48F2-A6E4-AB4C1D50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368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66E22-E26A-49F1-9A55-50EB88B7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92" y="1675617"/>
            <a:ext cx="12630" cy="63933"/>
          </a:xfrm>
          <a:custGeom xmlns:a="http://schemas.openxmlformats.org/drawingml/2006/main">
            <a:pathLst>
              <a:path w="12630" h="63933">
                <a:moveTo>
                  <a:pt x="0" y="0"/>
                </a:moveTo>
                <a:lnTo>
                  <a:pt x="12630" y="0"/>
                </a:lnTo>
                <a:lnTo>
                  <a:pt x="12630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98A93-5B1F-45D2-B48A-86653D55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392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6CB09-FD8D-440A-8BAA-3B3E02D3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33" y="1675617"/>
            <a:ext cx="12621" cy="63933"/>
          </a:xfrm>
          <a:custGeom xmlns:a="http://schemas.openxmlformats.org/drawingml/2006/main">
            <a:pathLst>
              <a:path w="12621" h="63933">
                <a:moveTo>
                  <a:pt x="0" y="0"/>
                </a:moveTo>
                <a:lnTo>
                  <a:pt x="12621" y="0"/>
                </a:lnTo>
                <a:lnTo>
                  <a:pt x="12621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DB0CA-4FA8-45F8-8D2D-2910DC9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424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304E4-411C-4F33-98F0-A1A72E5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457" y="1675617"/>
            <a:ext cx="12630" cy="63933"/>
          </a:xfrm>
          <a:custGeom xmlns:a="http://schemas.openxmlformats.org/drawingml/2006/main">
            <a:pathLst>
              <a:path w="12630" h="63933">
                <a:moveTo>
                  <a:pt x="0" y="0"/>
                </a:moveTo>
                <a:lnTo>
                  <a:pt x="12630" y="0"/>
                </a:lnTo>
                <a:lnTo>
                  <a:pt x="12630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FE345-5620-466E-B6B4-7E2AA733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456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D7A4E-0AEF-4E6B-ABCA-821027DE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481" y="1675617"/>
            <a:ext cx="12630" cy="63933"/>
          </a:xfrm>
          <a:custGeom xmlns:a="http://schemas.openxmlformats.org/drawingml/2006/main">
            <a:pathLst>
              <a:path w="12630" h="63933">
                <a:moveTo>
                  <a:pt x="0" y="0"/>
                </a:moveTo>
                <a:lnTo>
                  <a:pt x="12630" y="0"/>
                </a:lnTo>
                <a:lnTo>
                  <a:pt x="12630" y="63933"/>
                </a:lnTo>
                <a:lnTo>
                  <a:pt x="0" y="63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9DD88-5E61-4332-8F5A-45B8CB28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489" y="1675618"/>
            <a:ext cx="12630" cy="63941"/>
          </a:xfrm>
          <a:custGeom xmlns:a="http://schemas.openxmlformats.org/drawingml/2006/main">
            <a:pathLst>
              <a:path w="12630" h="63941" fill="none">
                <a:moveTo>
                  <a:pt x="0" y="63941"/>
                </a:moveTo>
                <a:lnTo>
                  <a:pt x="12630" y="63941"/>
                </a:lnTo>
                <a:lnTo>
                  <a:pt x="12630" y="0"/>
                </a:lnTo>
                <a:lnTo>
                  <a:pt x="0" y="0"/>
                </a:lnTo>
                <a:lnTo>
                  <a:pt x="0" y="639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F85CB-3AB9-4EDA-B63B-1E02DCBC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21" y="1676221"/>
            <a:ext cx="12621" cy="63329"/>
          </a:xfrm>
          <a:custGeom xmlns:a="http://schemas.openxmlformats.org/drawingml/2006/main">
            <a:pathLst>
              <a:path w="12621" h="63329">
                <a:moveTo>
                  <a:pt x="0" y="0"/>
                </a:moveTo>
                <a:lnTo>
                  <a:pt x="12621" y="0"/>
                </a:lnTo>
                <a:lnTo>
                  <a:pt x="12621" y="63329"/>
                </a:lnTo>
                <a:lnTo>
                  <a:pt x="0" y="633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3A535-5B28-4317-AB0B-CA312497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21" y="1676231"/>
            <a:ext cx="12630" cy="63329"/>
          </a:xfrm>
          <a:custGeom xmlns:a="http://schemas.openxmlformats.org/drawingml/2006/main">
            <a:pathLst>
              <a:path w="12630" h="63329" fill="none">
                <a:moveTo>
                  <a:pt x="0" y="63329"/>
                </a:moveTo>
                <a:lnTo>
                  <a:pt x="12630" y="63329"/>
                </a:lnTo>
                <a:lnTo>
                  <a:pt x="12630" y="0"/>
                </a:lnTo>
                <a:lnTo>
                  <a:pt x="0" y="0"/>
                </a:lnTo>
                <a:lnTo>
                  <a:pt x="0" y="633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727E9-1F98-4A18-88C9-6D69393D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545" y="1675919"/>
            <a:ext cx="12630" cy="63631"/>
          </a:xfrm>
          <a:custGeom xmlns:a="http://schemas.openxmlformats.org/drawingml/2006/main">
            <a:pathLst>
              <a:path w="12630" h="63631">
                <a:moveTo>
                  <a:pt x="0" y="0"/>
                </a:moveTo>
                <a:lnTo>
                  <a:pt x="12630" y="0"/>
                </a:lnTo>
                <a:lnTo>
                  <a:pt x="12630" y="63631"/>
                </a:lnTo>
                <a:lnTo>
                  <a:pt x="0" y="63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98D52-95DE-4B32-9F00-BA8ACFA9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545" y="1675920"/>
            <a:ext cx="12630" cy="63639"/>
          </a:xfrm>
          <a:custGeom xmlns:a="http://schemas.openxmlformats.org/drawingml/2006/main">
            <a:pathLst>
              <a:path w="12630" h="63639" fill="none">
                <a:moveTo>
                  <a:pt x="0" y="63639"/>
                </a:moveTo>
                <a:lnTo>
                  <a:pt x="12630" y="63639"/>
                </a:lnTo>
                <a:lnTo>
                  <a:pt x="12630" y="0"/>
                </a:lnTo>
                <a:lnTo>
                  <a:pt x="0" y="0"/>
                </a:lnTo>
                <a:lnTo>
                  <a:pt x="0" y="636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793FC8-102D-4238-8130-FEEA204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578" y="1679427"/>
            <a:ext cx="12630" cy="60132"/>
          </a:xfrm>
          <a:custGeom xmlns:a="http://schemas.openxmlformats.org/drawingml/2006/main">
            <a:pathLst>
              <a:path w="12630" h="60132">
                <a:moveTo>
                  <a:pt x="0" y="0"/>
                </a:moveTo>
                <a:lnTo>
                  <a:pt x="12630" y="0"/>
                </a:lnTo>
                <a:lnTo>
                  <a:pt x="12630" y="60132"/>
                </a:lnTo>
                <a:lnTo>
                  <a:pt x="0" y="601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1D5C9-8041-4443-B322-05772527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577" y="1679427"/>
            <a:ext cx="12630" cy="60132"/>
          </a:xfrm>
          <a:custGeom xmlns:a="http://schemas.openxmlformats.org/drawingml/2006/main">
            <a:pathLst>
              <a:path w="12630" h="60132" fill="none">
                <a:moveTo>
                  <a:pt x="0" y="60132"/>
                </a:moveTo>
                <a:lnTo>
                  <a:pt x="12630" y="60132"/>
                </a:lnTo>
                <a:lnTo>
                  <a:pt x="12630" y="0"/>
                </a:lnTo>
                <a:lnTo>
                  <a:pt x="0" y="0"/>
                </a:lnTo>
                <a:lnTo>
                  <a:pt x="0" y="601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E631E-973A-452D-9672-0BDEA957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610" y="1705305"/>
            <a:ext cx="12621" cy="34253"/>
          </a:xfrm>
          <a:custGeom xmlns:a="http://schemas.openxmlformats.org/drawingml/2006/main">
            <a:pathLst>
              <a:path w="12621" h="34253">
                <a:moveTo>
                  <a:pt x="0" y="0"/>
                </a:moveTo>
                <a:lnTo>
                  <a:pt x="12621" y="0"/>
                </a:lnTo>
                <a:lnTo>
                  <a:pt x="12621" y="34253"/>
                </a:lnTo>
                <a:lnTo>
                  <a:pt x="0" y="342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1B1B2-1883-4D90-AAB4-5197C2FD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609" y="1705306"/>
            <a:ext cx="12630" cy="34253"/>
          </a:xfrm>
          <a:custGeom xmlns:a="http://schemas.openxmlformats.org/drawingml/2006/main">
            <a:pathLst>
              <a:path w="12630" h="34253" fill="none">
                <a:moveTo>
                  <a:pt x="0" y="34253"/>
                </a:moveTo>
                <a:lnTo>
                  <a:pt x="12630" y="34253"/>
                </a:lnTo>
                <a:lnTo>
                  <a:pt x="12630" y="0"/>
                </a:lnTo>
                <a:lnTo>
                  <a:pt x="0" y="0"/>
                </a:lnTo>
                <a:lnTo>
                  <a:pt x="0" y="342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F5F7A-27D4-43CF-80AA-EEDAEC84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642" y="1709711"/>
            <a:ext cx="12630" cy="29839"/>
          </a:xfrm>
          <a:custGeom xmlns:a="http://schemas.openxmlformats.org/drawingml/2006/main">
            <a:pathLst>
              <a:path w="12630" h="29839">
                <a:moveTo>
                  <a:pt x="0" y="0"/>
                </a:moveTo>
                <a:lnTo>
                  <a:pt x="12630" y="0"/>
                </a:lnTo>
                <a:lnTo>
                  <a:pt x="12630" y="29839"/>
                </a:lnTo>
                <a:lnTo>
                  <a:pt x="0" y="298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B9532-A1C3-4293-B985-93383F4A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8642" y="1709719"/>
            <a:ext cx="12630" cy="29840"/>
          </a:xfrm>
          <a:custGeom xmlns:a="http://schemas.openxmlformats.org/drawingml/2006/main">
            <a:pathLst>
              <a:path w="12630" h="29840" fill="none">
                <a:moveTo>
                  <a:pt x="0" y="29840"/>
                </a:moveTo>
                <a:lnTo>
                  <a:pt x="12630" y="29840"/>
                </a:lnTo>
                <a:lnTo>
                  <a:pt x="12630" y="0"/>
                </a:lnTo>
                <a:lnTo>
                  <a:pt x="0" y="0"/>
                </a:lnTo>
                <a:lnTo>
                  <a:pt x="0" y="298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70C3A-5CB1-47FC-A240-8E37830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666" y="1710323"/>
            <a:ext cx="12630" cy="29227"/>
          </a:xfrm>
          <a:custGeom xmlns:a="http://schemas.openxmlformats.org/drawingml/2006/main">
            <a:pathLst>
              <a:path w="12630" h="29227">
                <a:moveTo>
                  <a:pt x="0" y="0"/>
                </a:moveTo>
                <a:lnTo>
                  <a:pt x="12630" y="0"/>
                </a:lnTo>
                <a:lnTo>
                  <a:pt x="12630" y="29227"/>
                </a:lnTo>
                <a:lnTo>
                  <a:pt x="0" y="292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D85F1C-6D49-4412-A9FE-CBCAB6AA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674" y="1710333"/>
            <a:ext cx="12630" cy="29227"/>
          </a:xfrm>
          <a:custGeom xmlns:a="http://schemas.openxmlformats.org/drawingml/2006/main">
            <a:pathLst>
              <a:path w="12630" h="29227" fill="none">
                <a:moveTo>
                  <a:pt x="0" y="29227"/>
                </a:moveTo>
                <a:lnTo>
                  <a:pt x="12630" y="29227"/>
                </a:lnTo>
                <a:lnTo>
                  <a:pt x="12630" y="0"/>
                </a:lnTo>
                <a:lnTo>
                  <a:pt x="0" y="0"/>
                </a:lnTo>
                <a:lnTo>
                  <a:pt x="0" y="292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61AAA-58D1-4E0C-8FC1-5B3301AC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707" y="1710625"/>
            <a:ext cx="12622" cy="28925"/>
          </a:xfrm>
          <a:custGeom xmlns:a="http://schemas.openxmlformats.org/drawingml/2006/main">
            <a:pathLst>
              <a:path w="12622" h="28925">
                <a:moveTo>
                  <a:pt x="0" y="0"/>
                </a:moveTo>
                <a:lnTo>
                  <a:pt x="12622" y="0"/>
                </a:lnTo>
                <a:lnTo>
                  <a:pt x="12622" y="28925"/>
                </a:lnTo>
                <a:lnTo>
                  <a:pt x="0" y="289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1FD4B-842E-41D8-85B1-F1662718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698" y="1710634"/>
            <a:ext cx="12630" cy="28925"/>
          </a:xfrm>
          <a:custGeom xmlns:a="http://schemas.openxmlformats.org/drawingml/2006/main">
            <a:pathLst>
              <a:path w="12630" h="28925" fill="none">
                <a:moveTo>
                  <a:pt x="0" y="28925"/>
                </a:moveTo>
                <a:lnTo>
                  <a:pt x="12630" y="28925"/>
                </a:lnTo>
                <a:lnTo>
                  <a:pt x="12630" y="0"/>
                </a:lnTo>
                <a:lnTo>
                  <a:pt x="0" y="0"/>
                </a:lnTo>
                <a:lnTo>
                  <a:pt x="0" y="289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22D1A-5053-4FD1-BA41-5BAD466B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731" y="1710021"/>
            <a:ext cx="12630" cy="29529"/>
          </a:xfrm>
          <a:custGeom xmlns:a="http://schemas.openxmlformats.org/drawingml/2006/main">
            <a:pathLst>
              <a:path w="12630" h="29529">
                <a:moveTo>
                  <a:pt x="0" y="0"/>
                </a:moveTo>
                <a:lnTo>
                  <a:pt x="12630" y="0"/>
                </a:lnTo>
                <a:lnTo>
                  <a:pt x="12630" y="29529"/>
                </a:lnTo>
                <a:lnTo>
                  <a:pt x="0" y="295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416E7-C32F-4C70-A11D-857D2234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730" y="1710022"/>
            <a:ext cx="12630" cy="29538"/>
          </a:xfrm>
          <a:custGeom xmlns:a="http://schemas.openxmlformats.org/drawingml/2006/main">
            <a:pathLst>
              <a:path w="12630" h="29538" fill="none">
                <a:moveTo>
                  <a:pt x="0" y="29538"/>
                </a:moveTo>
                <a:lnTo>
                  <a:pt x="12630" y="29538"/>
                </a:lnTo>
                <a:lnTo>
                  <a:pt x="12630" y="0"/>
                </a:lnTo>
                <a:lnTo>
                  <a:pt x="0" y="0"/>
                </a:lnTo>
                <a:lnTo>
                  <a:pt x="0" y="29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BA616-DD24-4AC9-82D6-07715FA8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763" y="1710323"/>
            <a:ext cx="12630" cy="29227"/>
          </a:xfrm>
          <a:custGeom xmlns:a="http://schemas.openxmlformats.org/drawingml/2006/main">
            <a:pathLst>
              <a:path w="12630" h="29227">
                <a:moveTo>
                  <a:pt x="0" y="0"/>
                </a:moveTo>
                <a:lnTo>
                  <a:pt x="12630" y="0"/>
                </a:lnTo>
                <a:lnTo>
                  <a:pt x="12630" y="29227"/>
                </a:lnTo>
                <a:lnTo>
                  <a:pt x="0" y="292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4FC834-3377-4251-A030-2F3CB312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763" y="1710333"/>
            <a:ext cx="12630" cy="29227"/>
          </a:xfrm>
          <a:custGeom xmlns:a="http://schemas.openxmlformats.org/drawingml/2006/main">
            <a:pathLst>
              <a:path w="12630" h="29227" fill="none">
                <a:moveTo>
                  <a:pt x="0" y="29227"/>
                </a:moveTo>
                <a:lnTo>
                  <a:pt x="12630" y="29227"/>
                </a:lnTo>
                <a:lnTo>
                  <a:pt x="12630" y="0"/>
                </a:lnTo>
                <a:lnTo>
                  <a:pt x="0" y="0"/>
                </a:lnTo>
                <a:lnTo>
                  <a:pt x="0" y="292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F720D-717F-4F89-B7B9-1A28A8C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795" y="1703174"/>
            <a:ext cx="12622" cy="36376"/>
          </a:xfrm>
          <a:custGeom xmlns:a="http://schemas.openxmlformats.org/drawingml/2006/main">
            <a:pathLst>
              <a:path w="12622" h="36376">
                <a:moveTo>
                  <a:pt x="0" y="0"/>
                </a:moveTo>
                <a:lnTo>
                  <a:pt x="12622" y="0"/>
                </a:lnTo>
                <a:lnTo>
                  <a:pt x="12622" y="36376"/>
                </a:lnTo>
                <a:lnTo>
                  <a:pt x="0" y="363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841F0-7028-4176-9773-79B5CC90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795" y="1703175"/>
            <a:ext cx="12630" cy="36384"/>
          </a:xfrm>
          <a:custGeom xmlns:a="http://schemas.openxmlformats.org/drawingml/2006/main">
            <a:pathLst>
              <a:path w="12630" h="36384" fill="none">
                <a:moveTo>
                  <a:pt x="0" y="36384"/>
                </a:moveTo>
                <a:lnTo>
                  <a:pt x="12630" y="36384"/>
                </a:lnTo>
                <a:lnTo>
                  <a:pt x="12630" y="0"/>
                </a:lnTo>
                <a:lnTo>
                  <a:pt x="0" y="0"/>
                </a:lnTo>
                <a:lnTo>
                  <a:pt x="0" y="363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433A0-A531-4FED-B024-E2578C89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28" y="1710172"/>
            <a:ext cx="12630" cy="29378"/>
          </a:xfrm>
          <a:custGeom xmlns:a="http://schemas.openxmlformats.org/drawingml/2006/main">
            <a:pathLst>
              <a:path w="12630" h="29378">
                <a:moveTo>
                  <a:pt x="0" y="0"/>
                </a:moveTo>
                <a:lnTo>
                  <a:pt x="12630" y="0"/>
                </a:lnTo>
                <a:lnTo>
                  <a:pt x="12630" y="29378"/>
                </a:lnTo>
                <a:lnTo>
                  <a:pt x="0" y="293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AAFEC-DDEB-4E99-8FA0-19A1179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27" y="1710173"/>
            <a:ext cx="12630" cy="29387"/>
          </a:xfrm>
          <a:custGeom xmlns:a="http://schemas.openxmlformats.org/drawingml/2006/main">
            <a:pathLst>
              <a:path w="12630" h="29387" fill="none">
                <a:moveTo>
                  <a:pt x="0" y="29387"/>
                </a:moveTo>
                <a:lnTo>
                  <a:pt x="12630" y="29387"/>
                </a:lnTo>
                <a:lnTo>
                  <a:pt x="12630" y="0"/>
                </a:lnTo>
                <a:lnTo>
                  <a:pt x="0" y="0"/>
                </a:lnTo>
                <a:lnTo>
                  <a:pt x="0" y="293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10702-DDED-4682-A1A4-41A1C992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52" y="1709862"/>
            <a:ext cx="12630" cy="29688"/>
          </a:xfrm>
          <a:custGeom xmlns:a="http://schemas.openxmlformats.org/drawingml/2006/main">
            <a:pathLst>
              <a:path w="12630" h="29688">
                <a:moveTo>
                  <a:pt x="0" y="0"/>
                </a:moveTo>
                <a:lnTo>
                  <a:pt x="12630" y="0"/>
                </a:lnTo>
                <a:lnTo>
                  <a:pt x="12630" y="29688"/>
                </a:lnTo>
                <a:lnTo>
                  <a:pt x="0" y="296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9D3E4-85B0-4430-8D00-FA0E53DD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51" y="1709871"/>
            <a:ext cx="12630" cy="29689"/>
          </a:xfrm>
          <a:custGeom xmlns:a="http://schemas.openxmlformats.org/drawingml/2006/main">
            <a:pathLst>
              <a:path w="12630" h="29689" fill="none">
                <a:moveTo>
                  <a:pt x="0" y="29689"/>
                </a:moveTo>
                <a:lnTo>
                  <a:pt x="12630" y="29689"/>
                </a:lnTo>
                <a:lnTo>
                  <a:pt x="12630" y="0"/>
                </a:lnTo>
                <a:lnTo>
                  <a:pt x="0" y="0"/>
                </a:lnTo>
                <a:lnTo>
                  <a:pt x="0" y="29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85D04-BE4C-440F-B1A8-206F79D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884" y="1710323"/>
            <a:ext cx="12621" cy="29227"/>
          </a:xfrm>
          <a:custGeom xmlns:a="http://schemas.openxmlformats.org/drawingml/2006/main">
            <a:pathLst>
              <a:path w="12621" h="29227">
                <a:moveTo>
                  <a:pt x="0" y="0"/>
                </a:moveTo>
                <a:lnTo>
                  <a:pt x="12621" y="0"/>
                </a:lnTo>
                <a:lnTo>
                  <a:pt x="12621" y="29227"/>
                </a:lnTo>
                <a:lnTo>
                  <a:pt x="0" y="292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8762B-81AD-484B-87A7-1D9436EB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883" y="1710333"/>
            <a:ext cx="12630" cy="29227"/>
          </a:xfrm>
          <a:custGeom xmlns:a="http://schemas.openxmlformats.org/drawingml/2006/main">
            <a:pathLst>
              <a:path w="12630" h="29227" fill="none">
                <a:moveTo>
                  <a:pt x="0" y="29227"/>
                </a:moveTo>
                <a:lnTo>
                  <a:pt x="12630" y="29227"/>
                </a:lnTo>
                <a:lnTo>
                  <a:pt x="12630" y="0"/>
                </a:lnTo>
                <a:lnTo>
                  <a:pt x="0" y="0"/>
                </a:lnTo>
                <a:lnTo>
                  <a:pt x="0" y="292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DF9E3-A50A-4491-9A83-37BFFF1B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916" y="1710625"/>
            <a:ext cx="12630" cy="28925"/>
          </a:xfrm>
          <a:custGeom xmlns:a="http://schemas.openxmlformats.org/drawingml/2006/main">
            <a:pathLst>
              <a:path w="12630" h="28925">
                <a:moveTo>
                  <a:pt x="0" y="0"/>
                </a:moveTo>
                <a:lnTo>
                  <a:pt x="12630" y="0"/>
                </a:lnTo>
                <a:lnTo>
                  <a:pt x="12630" y="28925"/>
                </a:lnTo>
                <a:lnTo>
                  <a:pt x="0" y="289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1B11A-8D97-4B7C-8BB9-1CBA7D7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916" y="1710634"/>
            <a:ext cx="12630" cy="28925"/>
          </a:xfrm>
          <a:custGeom xmlns:a="http://schemas.openxmlformats.org/drawingml/2006/main">
            <a:pathLst>
              <a:path w="12630" h="28925" fill="none">
                <a:moveTo>
                  <a:pt x="0" y="28925"/>
                </a:moveTo>
                <a:lnTo>
                  <a:pt x="12630" y="28925"/>
                </a:lnTo>
                <a:lnTo>
                  <a:pt x="12630" y="0"/>
                </a:lnTo>
                <a:lnTo>
                  <a:pt x="0" y="0"/>
                </a:lnTo>
                <a:lnTo>
                  <a:pt x="0" y="289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A30A7-494E-410B-A836-D4C3AF7F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940" y="1709560"/>
            <a:ext cx="12630" cy="29990"/>
          </a:xfrm>
          <a:custGeom xmlns:a="http://schemas.openxmlformats.org/drawingml/2006/main">
            <a:pathLst>
              <a:path w="12630" h="29990">
                <a:moveTo>
                  <a:pt x="0" y="0"/>
                </a:moveTo>
                <a:lnTo>
                  <a:pt x="12630" y="0"/>
                </a:lnTo>
                <a:lnTo>
                  <a:pt x="12630" y="29990"/>
                </a:lnTo>
                <a:lnTo>
                  <a:pt x="0" y="299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499F3-3EF0-47D5-9D90-E395614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948" y="1709569"/>
            <a:ext cx="12630" cy="29990"/>
          </a:xfrm>
          <a:custGeom xmlns:a="http://schemas.openxmlformats.org/drawingml/2006/main">
            <a:pathLst>
              <a:path w="12630" h="29990" fill="none">
                <a:moveTo>
                  <a:pt x="0" y="29990"/>
                </a:moveTo>
                <a:lnTo>
                  <a:pt x="12630" y="29990"/>
                </a:lnTo>
                <a:lnTo>
                  <a:pt x="12630" y="0"/>
                </a:lnTo>
                <a:lnTo>
                  <a:pt x="0" y="0"/>
                </a:lnTo>
                <a:lnTo>
                  <a:pt x="0" y="299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BDC0C-C592-40C1-9309-90E19AC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981" y="1709862"/>
            <a:ext cx="12621" cy="29688"/>
          </a:xfrm>
          <a:custGeom xmlns:a="http://schemas.openxmlformats.org/drawingml/2006/main">
            <a:pathLst>
              <a:path w="12621" h="29688">
                <a:moveTo>
                  <a:pt x="0" y="0"/>
                </a:moveTo>
                <a:lnTo>
                  <a:pt x="12621" y="0"/>
                </a:lnTo>
                <a:lnTo>
                  <a:pt x="12621" y="29688"/>
                </a:lnTo>
                <a:lnTo>
                  <a:pt x="0" y="296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968B4-3126-4A90-90A0-F044E6D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980" y="1709871"/>
            <a:ext cx="12630" cy="29689"/>
          </a:xfrm>
          <a:custGeom xmlns:a="http://schemas.openxmlformats.org/drawingml/2006/main">
            <a:pathLst>
              <a:path w="12630" h="29689" fill="none">
                <a:moveTo>
                  <a:pt x="0" y="29689"/>
                </a:moveTo>
                <a:lnTo>
                  <a:pt x="12630" y="29689"/>
                </a:lnTo>
                <a:lnTo>
                  <a:pt x="12630" y="0"/>
                </a:lnTo>
                <a:lnTo>
                  <a:pt x="0" y="0"/>
                </a:lnTo>
                <a:lnTo>
                  <a:pt x="0" y="29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C9AC4-869E-4F6F-A838-3BFA1382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005" y="1710323"/>
            <a:ext cx="12630" cy="29227"/>
          </a:xfrm>
          <a:custGeom xmlns:a="http://schemas.openxmlformats.org/drawingml/2006/main">
            <a:pathLst>
              <a:path w="12630" h="29227">
                <a:moveTo>
                  <a:pt x="0" y="0"/>
                </a:moveTo>
                <a:lnTo>
                  <a:pt x="12630" y="0"/>
                </a:lnTo>
                <a:lnTo>
                  <a:pt x="12630" y="29227"/>
                </a:lnTo>
                <a:lnTo>
                  <a:pt x="0" y="292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71BF3-A8FC-4B17-948E-F25223AD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004" y="1710333"/>
            <a:ext cx="12630" cy="29227"/>
          </a:xfrm>
          <a:custGeom xmlns:a="http://schemas.openxmlformats.org/drawingml/2006/main">
            <a:pathLst>
              <a:path w="12630" h="29227" fill="none">
                <a:moveTo>
                  <a:pt x="0" y="29227"/>
                </a:moveTo>
                <a:lnTo>
                  <a:pt x="12630" y="29227"/>
                </a:lnTo>
                <a:lnTo>
                  <a:pt x="12630" y="0"/>
                </a:lnTo>
                <a:lnTo>
                  <a:pt x="0" y="0"/>
                </a:lnTo>
                <a:lnTo>
                  <a:pt x="0" y="292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A05F4-4B7C-4F0E-81C1-578B75D4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37" y="1709409"/>
            <a:ext cx="12630" cy="30141"/>
          </a:xfrm>
          <a:custGeom xmlns:a="http://schemas.openxmlformats.org/drawingml/2006/main">
            <a:pathLst>
              <a:path w="12630" h="30141">
                <a:moveTo>
                  <a:pt x="0" y="0"/>
                </a:moveTo>
                <a:lnTo>
                  <a:pt x="12630" y="0"/>
                </a:lnTo>
                <a:lnTo>
                  <a:pt x="12630" y="30141"/>
                </a:lnTo>
                <a:lnTo>
                  <a:pt x="0" y="30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314DD-B6F2-48BC-9B98-C719978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037" y="1709418"/>
            <a:ext cx="12630" cy="30141"/>
          </a:xfrm>
          <a:custGeom xmlns:a="http://schemas.openxmlformats.org/drawingml/2006/main">
            <a:pathLst>
              <a:path w="12630" h="30141" fill="none">
                <a:moveTo>
                  <a:pt x="0" y="30141"/>
                </a:moveTo>
                <a:lnTo>
                  <a:pt x="12630" y="30141"/>
                </a:lnTo>
                <a:lnTo>
                  <a:pt x="12630" y="0"/>
                </a:lnTo>
                <a:lnTo>
                  <a:pt x="0" y="0"/>
                </a:lnTo>
                <a:lnTo>
                  <a:pt x="0" y="301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68D03-7719-430C-875E-15EED5A3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069" y="1710323"/>
            <a:ext cx="12630" cy="29227"/>
          </a:xfrm>
          <a:custGeom xmlns:a="http://schemas.openxmlformats.org/drawingml/2006/main">
            <a:pathLst>
              <a:path w="12630" h="29227">
                <a:moveTo>
                  <a:pt x="0" y="0"/>
                </a:moveTo>
                <a:lnTo>
                  <a:pt x="12630" y="0"/>
                </a:lnTo>
                <a:lnTo>
                  <a:pt x="12630" y="29227"/>
                </a:lnTo>
                <a:lnTo>
                  <a:pt x="0" y="292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6976B-F4E8-496A-9A27-4608C9B4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069" y="1710333"/>
            <a:ext cx="12630" cy="29227"/>
          </a:xfrm>
          <a:custGeom xmlns:a="http://schemas.openxmlformats.org/drawingml/2006/main">
            <a:pathLst>
              <a:path w="12630" h="29227" fill="none">
                <a:moveTo>
                  <a:pt x="0" y="29227"/>
                </a:moveTo>
                <a:lnTo>
                  <a:pt x="12630" y="29227"/>
                </a:lnTo>
                <a:lnTo>
                  <a:pt x="12630" y="0"/>
                </a:lnTo>
                <a:lnTo>
                  <a:pt x="0" y="0"/>
                </a:lnTo>
                <a:lnTo>
                  <a:pt x="0" y="292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155A3-F26E-4506-9266-E43488E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102" y="1710172"/>
            <a:ext cx="12630" cy="29378"/>
          </a:xfrm>
          <a:custGeom xmlns:a="http://schemas.openxmlformats.org/drawingml/2006/main">
            <a:pathLst>
              <a:path w="12630" h="29378">
                <a:moveTo>
                  <a:pt x="0" y="0"/>
                </a:moveTo>
                <a:lnTo>
                  <a:pt x="12630" y="0"/>
                </a:lnTo>
                <a:lnTo>
                  <a:pt x="12630" y="29378"/>
                </a:lnTo>
                <a:lnTo>
                  <a:pt x="0" y="293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3289F-4476-47FD-A127-FF60A02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101" y="1710173"/>
            <a:ext cx="12630" cy="29387"/>
          </a:xfrm>
          <a:custGeom xmlns:a="http://schemas.openxmlformats.org/drawingml/2006/main">
            <a:pathLst>
              <a:path w="12630" h="29387" fill="none">
                <a:moveTo>
                  <a:pt x="0" y="29387"/>
                </a:moveTo>
                <a:lnTo>
                  <a:pt x="12630" y="29387"/>
                </a:lnTo>
                <a:lnTo>
                  <a:pt x="12630" y="0"/>
                </a:lnTo>
                <a:lnTo>
                  <a:pt x="0" y="0"/>
                </a:lnTo>
                <a:lnTo>
                  <a:pt x="0" y="293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1A80F-135C-4CC6-9AB9-E4FD41C5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134" y="1709258"/>
            <a:ext cx="12621" cy="30292"/>
          </a:xfrm>
          <a:custGeom xmlns:a="http://schemas.openxmlformats.org/drawingml/2006/main">
            <a:pathLst>
              <a:path w="12621" h="30292">
                <a:moveTo>
                  <a:pt x="0" y="0"/>
                </a:moveTo>
                <a:lnTo>
                  <a:pt x="12621" y="0"/>
                </a:lnTo>
                <a:lnTo>
                  <a:pt x="12621" y="30292"/>
                </a:lnTo>
                <a:lnTo>
                  <a:pt x="0" y="302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5FFC3-1A94-43ED-B0E1-5A0626BB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134" y="1709267"/>
            <a:ext cx="12621" cy="30292"/>
          </a:xfrm>
          <a:custGeom xmlns:a="http://schemas.openxmlformats.org/drawingml/2006/main">
            <a:pathLst>
              <a:path w="12621" h="30292" fill="none">
                <a:moveTo>
                  <a:pt x="0" y="30292"/>
                </a:moveTo>
                <a:lnTo>
                  <a:pt x="12621" y="30292"/>
                </a:lnTo>
                <a:lnTo>
                  <a:pt x="12621" y="0"/>
                </a:lnTo>
                <a:lnTo>
                  <a:pt x="0" y="0"/>
                </a:lnTo>
                <a:lnTo>
                  <a:pt x="0" y="302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41781-E25E-440D-963E-55B86291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158" y="1710172"/>
            <a:ext cx="12630" cy="29378"/>
          </a:xfrm>
          <a:custGeom xmlns:a="http://schemas.openxmlformats.org/drawingml/2006/main">
            <a:pathLst>
              <a:path w="12630" h="29378">
                <a:moveTo>
                  <a:pt x="0" y="0"/>
                </a:moveTo>
                <a:lnTo>
                  <a:pt x="12630" y="0"/>
                </a:lnTo>
                <a:lnTo>
                  <a:pt x="12630" y="29378"/>
                </a:lnTo>
                <a:lnTo>
                  <a:pt x="0" y="293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D915B-1B63-48F3-BBEC-04FC58BF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157" y="1710173"/>
            <a:ext cx="12630" cy="29387"/>
          </a:xfrm>
          <a:custGeom xmlns:a="http://schemas.openxmlformats.org/drawingml/2006/main">
            <a:pathLst>
              <a:path w="12630" h="29387" fill="none">
                <a:moveTo>
                  <a:pt x="0" y="29387"/>
                </a:moveTo>
                <a:lnTo>
                  <a:pt x="12630" y="29387"/>
                </a:lnTo>
                <a:lnTo>
                  <a:pt x="12630" y="0"/>
                </a:lnTo>
                <a:lnTo>
                  <a:pt x="0" y="0"/>
                </a:lnTo>
                <a:lnTo>
                  <a:pt x="0" y="293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8A941-2A27-4C27-A4F7-87278DB9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190" y="1709862"/>
            <a:ext cx="12630" cy="29688"/>
          </a:xfrm>
          <a:custGeom xmlns:a="http://schemas.openxmlformats.org/drawingml/2006/main">
            <a:pathLst>
              <a:path w="12630" h="29688">
                <a:moveTo>
                  <a:pt x="0" y="0"/>
                </a:moveTo>
                <a:lnTo>
                  <a:pt x="12630" y="0"/>
                </a:lnTo>
                <a:lnTo>
                  <a:pt x="12630" y="29688"/>
                </a:lnTo>
                <a:lnTo>
                  <a:pt x="0" y="296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7FF37-D3A1-4396-B37E-1FA70473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190" y="1709871"/>
            <a:ext cx="12630" cy="29689"/>
          </a:xfrm>
          <a:custGeom xmlns:a="http://schemas.openxmlformats.org/drawingml/2006/main">
            <a:pathLst>
              <a:path w="12630" h="29689" fill="none">
                <a:moveTo>
                  <a:pt x="0" y="29689"/>
                </a:moveTo>
                <a:lnTo>
                  <a:pt x="12630" y="29689"/>
                </a:lnTo>
                <a:lnTo>
                  <a:pt x="12630" y="0"/>
                </a:lnTo>
                <a:lnTo>
                  <a:pt x="0" y="0"/>
                </a:lnTo>
                <a:lnTo>
                  <a:pt x="0" y="29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76C8BD-12BE-40F1-BAAD-92934081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223" y="1709862"/>
            <a:ext cx="12630" cy="29688"/>
          </a:xfrm>
          <a:custGeom xmlns:a="http://schemas.openxmlformats.org/drawingml/2006/main">
            <a:pathLst>
              <a:path w="12630" h="29688">
                <a:moveTo>
                  <a:pt x="0" y="0"/>
                </a:moveTo>
                <a:lnTo>
                  <a:pt x="12630" y="0"/>
                </a:lnTo>
                <a:lnTo>
                  <a:pt x="12630" y="29688"/>
                </a:lnTo>
                <a:lnTo>
                  <a:pt x="0" y="296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00EB8-BCAB-4799-826B-BC9FD296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222" y="1709871"/>
            <a:ext cx="12630" cy="29689"/>
          </a:xfrm>
          <a:custGeom xmlns:a="http://schemas.openxmlformats.org/drawingml/2006/main">
            <a:pathLst>
              <a:path w="12630" h="29689" fill="none">
                <a:moveTo>
                  <a:pt x="0" y="29689"/>
                </a:moveTo>
                <a:lnTo>
                  <a:pt x="12630" y="29689"/>
                </a:lnTo>
                <a:lnTo>
                  <a:pt x="12630" y="0"/>
                </a:lnTo>
                <a:lnTo>
                  <a:pt x="0" y="0"/>
                </a:lnTo>
                <a:lnTo>
                  <a:pt x="0" y="29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1BA00-1DC2-4489-86DA-B2D1F8D7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255" y="1711691"/>
            <a:ext cx="12630" cy="27859"/>
          </a:xfrm>
          <a:custGeom xmlns:a="http://schemas.openxmlformats.org/drawingml/2006/main">
            <a:pathLst>
              <a:path w="12630" h="27859">
                <a:moveTo>
                  <a:pt x="0" y="0"/>
                </a:moveTo>
                <a:lnTo>
                  <a:pt x="12630" y="0"/>
                </a:lnTo>
                <a:lnTo>
                  <a:pt x="12630" y="27859"/>
                </a:lnTo>
                <a:lnTo>
                  <a:pt x="0" y="278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BE1CA-766B-4FB6-88A5-0F586B5C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254" y="1711700"/>
            <a:ext cx="12630" cy="27859"/>
          </a:xfrm>
          <a:custGeom xmlns:a="http://schemas.openxmlformats.org/drawingml/2006/main">
            <a:pathLst>
              <a:path w="12630" h="27859" fill="none">
                <a:moveTo>
                  <a:pt x="0" y="27859"/>
                </a:moveTo>
                <a:lnTo>
                  <a:pt x="12630" y="27859"/>
                </a:lnTo>
                <a:lnTo>
                  <a:pt x="12630" y="0"/>
                </a:lnTo>
                <a:lnTo>
                  <a:pt x="0" y="0"/>
                </a:lnTo>
                <a:lnTo>
                  <a:pt x="0" y="278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F78A6-FDD1-40EA-9683-B21B7942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287" y="1708502"/>
            <a:ext cx="12622" cy="31056"/>
          </a:xfrm>
          <a:custGeom xmlns:a="http://schemas.openxmlformats.org/drawingml/2006/main">
            <a:pathLst>
              <a:path w="12622" h="31056">
                <a:moveTo>
                  <a:pt x="0" y="0"/>
                </a:moveTo>
                <a:lnTo>
                  <a:pt x="12622" y="0"/>
                </a:lnTo>
                <a:lnTo>
                  <a:pt x="12622" y="31056"/>
                </a:lnTo>
                <a:lnTo>
                  <a:pt x="0" y="310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7ECE6-9090-4F14-84CD-0DA89500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287" y="1708503"/>
            <a:ext cx="12622" cy="31056"/>
          </a:xfrm>
          <a:custGeom xmlns:a="http://schemas.openxmlformats.org/drawingml/2006/main">
            <a:pathLst>
              <a:path w="12622" h="31056" fill="none">
                <a:moveTo>
                  <a:pt x="0" y="31056"/>
                </a:moveTo>
                <a:lnTo>
                  <a:pt x="12622" y="31056"/>
                </a:lnTo>
                <a:lnTo>
                  <a:pt x="12622" y="0"/>
                </a:lnTo>
                <a:lnTo>
                  <a:pt x="0" y="0"/>
                </a:lnTo>
                <a:lnTo>
                  <a:pt x="0" y="310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8DECF-512B-4442-85C5-737FFC3F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1" y="1708502"/>
            <a:ext cx="12630" cy="31056"/>
          </a:xfrm>
          <a:custGeom xmlns:a="http://schemas.openxmlformats.org/drawingml/2006/main">
            <a:pathLst>
              <a:path w="12630" h="31056">
                <a:moveTo>
                  <a:pt x="0" y="0"/>
                </a:moveTo>
                <a:lnTo>
                  <a:pt x="12630" y="0"/>
                </a:lnTo>
                <a:lnTo>
                  <a:pt x="12630" y="31056"/>
                </a:lnTo>
                <a:lnTo>
                  <a:pt x="0" y="310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0EFFE-544A-4886-81C7-6D6F9A5D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1" y="1708503"/>
            <a:ext cx="12630" cy="31056"/>
          </a:xfrm>
          <a:custGeom xmlns:a="http://schemas.openxmlformats.org/drawingml/2006/main">
            <a:pathLst>
              <a:path w="12630" h="31056" fill="none">
                <a:moveTo>
                  <a:pt x="0" y="31056"/>
                </a:moveTo>
                <a:lnTo>
                  <a:pt x="12630" y="31056"/>
                </a:lnTo>
                <a:lnTo>
                  <a:pt x="12630" y="0"/>
                </a:lnTo>
                <a:lnTo>
                  <a:pt x="0" y="0"/>
                </a:lnTo>
                <a:lnTo>
                  <a:pt x="0" y="310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C1F68-BA76-46B4-B792-1336EE31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343" y="1712153"/>
            <a:ext cx="12638" cy="27397"/>
          </a:xfrm>
          <a:custGeom xmlns:a="http://schemas.openxmlformats.org/drawingml/2006/main">
            <a:pathLst>
              <a:path w="12638" h="27397">
                <a:moveTo>
                  <a:pt x="0" y="0"/>
                </a:moveTo>
                <a:lnTo>
                  <a:pt x="12638" y="0"/>
                </a:lnTo>
                <a:lnTo>
                  <a:pt x="12638" y="27397"/>
                </a:lnTo>
                <a:lnTo>
                  <a:pt x="0" y="273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22A47-D878-4687-BED3-15C44C18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343" y="1712154"/>
            <a:ext cx="12630" cy="27406"/>
          </a:xfrm>
          <a:custGeom xmlns:a="http://schemas.openxmlformats.org/drawingml/2006/main">
            <a:pathLst>
              <a:path w="12630" h="27406" fill="none">
                <a:moveTo>
                  <a:pt x="0" y="27406"/>
                </a:moveTo>
                <a:lnTo>
                  <a:pt x="12630" y="27406"/>
                </a:lnTo>
                <a:lnTo>
                  <a:pt x="12630" y="0"/>
                </a:lnTo>
                <a:lnTo>
                  <a:pt x="0" y="0"/>
                </a:lnTo>
                <a:lnTo>
                  <a:pt x="0" y="274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4057B-EB17-4A66-AE70-4FA2D0CA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376" y="1712153"/>
            <a:ext cx="12630" cy="27397"/>
          </a:xfrm>
          <a:custGeom xmlns:a="http://schemas.openxmlformats.org/drawingml/2006/main">
            <a:pathLst>
              <a:path w="12630" h="27397">
                <a:moveTo>
                  <a:pt x="0" y="0"/>
                </a:moveTo>
                <a:lnTo>
                  <a:pt x="12630" y="0"/>
                </a:lnTo>
                <a:lnTo>
                  <a:pt x="12630" y="27397"/>
                </a:lnTo>
                <a:lnTo>
                  <a:pt x="0" y="273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B352C-32F6-44D7-8DD9-A25EB0B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375" y="1712154"/>
            <a:ext cx="12630" cy="27406"/>
          </a:xfrm>
          <a:custGeom xmlns:a="http://schemas.openxmlformats.org/drawingml/2006/main">
            <a:pathLst>
              <a:path w="12630" h="27406" fill="none">
                <a:moveTo>
                  <a:pt x="0" y="27406"/>
                </a:moveTo>
                <a:lnTo>
                  <a:pt x="12630" y="27406"/>
                </a:lnTo>
                <a:lnTo>
                  <a:pt x="12630" y="0"/>
                </a:lnTo>
                <a:lnTo>
                  <a:pt x="0" y="0"/>
                </a:lnTo>
                <a:lnTo>
                  <a:pt x="0" y="274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2E867-02D6-4A74-A54A-9946CB03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400" y="1712153"/>
            <a:ext cx="12638" cy="27397"/>
          </a:xfrm>
          <a:custGeom xmlns:a="http://schemas.openxmlformats.org/drawingml/2006/main">
            <a:pathLst>
              <a:path w="12638" h="27397">
                <a:moveTo>
                  <a:pt x="0" y="0"/>
                </a:moveTo>
                <a:lnTo>
                  <a:pt x="12638" y="0"/>
                </a:lnTo>
                <a:lnTo>
                  <a:pt x="12638" y="27397"/>
                </a:lnTo>
                <a:lnTo>
                  <a:pt x="0" y="273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7A81E-5D21-47A0-B181-3BF28C70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408" y="1712154"/>
            <a:ext cx="12630" cy="27406"/>
          </a:xfrm>
          <a:custGeom xmlns:a="http://schemas.openxmlformats.org/drawingml/2006/main">
            <a:pathLst>
              <a:path w="12630" h="27406" fill="none">
                <a:moveTo>
                  <a:pt x="0" y="27406"/>
                </a:moveTo>
                <a:lnTo>
                  <a:pt x="12630" y="27406"/>
                </a:lnTo>
                <a:lnTo>
                  <a:pt x="12630" y="0"/>
                </a:lnTo>
                <a:lnTo>
                  <a:pt x="0" y="0"/>
                </a:lnTo>
                <a:lnTo>
                  <a:pt x="0" y="274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F6CC8-880C-4918-974E-4039EF42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440" y="1712153"/>
            <a:ext cx="12622" cy="27397"/>
          </a:xfrm>
          <a:custGeom xmlns:a="http://schemas.openxmlformats.org/drawingml/2006/main">
            <a:pathLst>
              <a:path w="12622" h="27397">
                <a:moveTo>
                  <a:pt x="0" y="0"/>
                </a:moveTo>
                <a:lnTo>
                  <a:pt x="12622" y="0"/>
                </a:lnTo>
                <a:lnTo>
                  <a:pt x="12622" y="27397"/>
                </a:lnTo>
                <a:lnTo>
                  <a:pt x="0" y="273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5BD6EA-C035-48E1-8A18-6B56D1E9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440" y="1712154"/>
            <a:ext cx="12622" cy="27406"/>
          </a:xfrm>
          <a:custGeom xmlns:a="http://schemas.openxmlformats.org/drawingml/2006/main">
            <a:pathLst>
              <a:path w="12622" h="27406" fill="none">
                <a:moveTo>
                  <a:pt x="0" y="27406"/>
                </a:moveTo>
                <a:lnTo>
                  <a:pt x="12622" y="27406"/>
                </a:lnTo>
                <a:lnTo>
                  <a:pt x="12622" y="0"/>
                </a:lnTo>
                <a:lnTo>
                  <a:pt x="0" y="0"/>
                </a:lnTo>
                <a:lnTo>
                  <a:pt x="0" y="274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35106-C69F-46A0-A41B-54A6CF73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64" y="1685057"/>
            <a:ext cx="12630" cy="54493"/>
          </a:xfrm>
          <a:custGeom xmlns:a="http://schemas.openxmlformats.org/drawingml/2006/main">
            <a:pathLst>
              <a:path w="12630" h="54493">
                <a:moveTo>
                  <a:pt x="0" y="0"/>
                </a:moveTo>
                <a:lnTo>
                  <a:pt x="12630" y="0"/>
                </a:lnTo>
                <a:lnTo>
                  <a:pt x="12630" y="54493"/>
                </a:lnTo>
                <a:lnTo>
                  <a:pt x="0" y="544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95460-AE10-4E62-9DFD-D5A520E7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64" y="1685058"/>
            <a:ext cx="12630" cy="54501"/>
          </a:xfrm>
          <a:custGeom xmlns:a="http://schemas.openxmlformats.org/drawingml/2006/main">
            <a:pathLst>
              <a:path w="12630" h="54501" fill="none">
                <a:moveTo>
                  <a:pt x="0" y="54501"/>
                </a:moveTo>
                <a:lnTo>
                  <a:pt x="12630" y="54501"/>
                </a:lnTo>
                <a:lnTo>
                  <a:pt x="12630" y="0"/>
                </a:lnTo>
                <a:lnTo>
                  <a:pt x="0" y="0"/>
                </a:lnTo>
                <a:lnTo>
                  <a:pt x="0" y="545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0E1A9-4AB7-4F48-8FAD-14987D4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97" y="1316782"/>
            <a:ext cx="12630" cy="422768"/>
          </a:xfrm>
          <a:custGeom xmlns:a="http://schemas.openxmlformats.org/drawingml/2006/main">
            <a:pathLst>
              <a:path w="12630" h="422768">
                <a:moveTo>
                  <a:pt x="0" y="0"/>
                </a:moveTo>
                <a:lnTo>
                  <a:pt x="12630" y="0"/>
                </a:lnTo>
                <a:lnTo>
                  <a:pt x="12630" y="422768"/>
                </a:lnTo>
                <a:lnTo>
                  <a:pt x="0" y="4227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AF72A-AFA1-4D8B-B0A0-67613174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96" y="1316783"/>
            <a:ext cx="12630" cy="422776"/>
          </a:xfrm>
          <a:custGeom xmlns:a="http://schemas.openxmlformats.org/drawingml/2006/main">
            <a:pathLst>
              <a:path w="12630" h="422776" fill="none">
                <a:moveTo>
                  <a:pt x="0" y="422776"/>
                </a:moveTo>
                <a:lnTo>
                  <a:pt x="12630" y="422776"/>
                </a:lnTo>
                <a:lnTo>
                  <a:pt x="12630" y="0"/>
                </a:lnTo>
                <a:lnTo>
                  <a:pt x="0" y="0"/>
                </a:lnTo>
                <a:lnTo>
                  <a:pt x="0" y="4227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B3B90-1BD7-4326-B57F-4CD2ADA9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529" y="1310237"/>
            <a:ext cx="12630" cy="429313"/>
          </a:xfrm>
          <a:custGeom xmlns:a="http://schemas.openxmlformats.org/drawingml/2006/main">
            <a:pathLst>
              <a:path w="12630" h="429313">
                <a:moveTo>
                  <a:pt x="0" y="0"/>
                </a:moveTo>
                <a:lnTo>
                  <a:pt x="12630" y="0"/>
                </a:lnTo>
                <a:lnTo>
                  <a:pt x="12630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7D4CF-F0B4-428A-9D08-9BF48BD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529" y="1310238"/>
            <a:ext cx="12630" cy="429322"/>
          </a:xfrm>
          <a:custGeom xmlns:a="http://schemas.openxmlformats.org/drawingml/2006/main">
            <a:pathLst>
              <a:path w="12630" h="429322" fill="none">
                <a:moveTo>
                  <a:pt x="0" y="429322"/>
                </a:moveTo>
                <a:lnTo>
                  <a:pt x="12630" y="429322"/>
                </a:lnTo>
                <a:lnTo>
                  <a:pt x="12630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D0394-3556-4317-A1E8-5E40FA47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61" y="1310237"/>
            <a:ext cx="12630" cy="429313"/>
          </a:xfrm>
          <a:custGeom xmlns:a="http://schemas.openxmlformats.org/drawingml/2006/main">
            <a:pathLst>
              <a:path w="12630" h="429313">
                <a:moveTo>
                  <a:pt x="0" y="0"/>
                </a:moveTo>
                <a:lnTo>
                  <a:pt x="12630" y="0"/>
                </a:lnTo>
                <a:lnTo>
                  <a:pt x="12630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EF41A-4269-485E-9F33-F44F9F56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561" y="1310238"/>
            <a:ext cx="12630" cy="429322"/>
          </a:xfrm>
          <a:custGeom xmlns:a="http://schemas.openxmlformats.org/drawingml/2006/main">
            <a:pathLst>
              <a:path w="12630" h="429322" fill="none">
                <a:moveTo>
                  <a:pt x="0" y="429322"/>
                </a:moveTo>
                <a:lnTo>
                  <a:pt x="12630" y="429322"/>
                </a:lnTo>
                <a:lnTo>
                  <a:pt x="12630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CCEBD-96F4-4BEA-912D-E8DE418C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594" y="1310237"/>
            <a:ext cx="12621" cy="429313"/>
          </a:xfrm>
          <a:custGeom xmlns:a="http://schemas.openxmlformats.org/drawingml/2006/main">
            <a:pathLst>
              <a:path w="12621" h="429313">
                <a:moveTo>
                  <a:pt x="0" y="0"/>
                </a:moveTo>
                <a:lnTo>
                  <a:pt x="12621" y="0"/>
                </a:lnTo>
                <a:lnTo>
                  <a:pt x="12621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F2B88-296A-4556-90E2-3C2D16BF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593" y="1310238"/>
            <a:ext cx="12621" cy="429322"/>
          </a:xfrm>
          <a:custGeom xmlns:a="http://schemas.openxmlformats.org/drawingml/2006/main">
            <a:pathLst>
              <a:path w="12621" h="429322" fill="none">
                <a:moveTo>
                  <a:pt x="0" y="429322"/>
                </a:moveTo>
                <a:lnTo>
                  <a:pt x="12621" y="429322"/>
                </a:lnTo>
                <a:lnTo>
                  <a:pt x="12621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27DD6-8B74-44DE-ACD4-A7D8B902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618" y="1310237"/>
            <a:ext cx="12630" cy="429313"/>
          </a:xfrm>
          <a:custGeom xmlns:a="http://schemas.openxmlformats.org/drawingml/2006/main">
            <a:pathLst>
              <a:path w="12630" h="429313">
                <a:moveTo>
                  <a:pt x="0" y="0"/>
                </a:moveTo>
                <a:lnTo>
                  <a:pt x="12630" y="0"/>
                </a:lnTo>
                <a:lnTo>
                  <a:pt x="12630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B2889-21E8-4845-A6D5-60E50385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617" y="1310238"/>
            <a:ext cx="12630" cy="429322"/>
          </a:xfrm>
          <a:custGeom xmlns:a="http://schemas.openxmlformats.org/drawingml/2006/main">
            <a:pathLst>
              <a:path w="12630" h="429322" fill="none">
                <a:moveTo>
                  <a:pt x="0" y="429322"/>
                </a:moveTo>
                <a:lnTo>
                  <a:pt x="12630" y="429322"/>
                </a:lnTo>
                <a:lnTo>
                  <a:pt x="12630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09E5D-0D12-40B6-BD2B-80C9185A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650" y="1310237"/>
            <a:ext cx="12630" cy="429313"/>
          </a:xfrm>
          <a:custGeom xmlns:a="http://schemas.openxmlformats.org/drawingml/2006/main">
            <a:pathLst>
              <a:path w="12630" h="429313">
                <a:moveTo>
                  <a:pt x="0" y="0"/>
                </a:moveTo>
                <a:lnTo>
                  <a:pt x="12630" y="0"/>
                </a:lnTo>
                <a:lnTo>
                  <a:pt x="12630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7644B-1146-49B4-9B30-4C444ADF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649" y="1310238"/>
            <a:ext cx="12630" cy="429322"/>
          </a:xfrm>
          <a:custGeom xmlns:a="http://schemas.openxmlformats.org/drawingml/2006/main">
            <a:pathLst>
              <a:path w="12630" h="429322" fill="none">
                <a:moveTo>
                  <a:pt x="0" y="429322"/>
                </a:moveTo>
                <a:lnTo>
                  <a:pt x="12630" y="429322"/>
                </a:lnTo>
                <a:lnTo>
                  <a:pt x="12630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6F55D-9EFA-4941-9622-8AE4B85C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82" y="1310237"/>
            <a:ext cx="12630" cy="429313"/>
          </a:xfrm>
          <a:custGeom xmlns:a="http://schemas.openxmlformats.org/drawingml/2006/main">
            <a:pathLst>
              <a:path w="12630" h="429313">
                <a:moveTo>
                  <a:pt x="0" y="0"/>
                </a:moveTo>
                <a:lnTo>
                  <a:pt x="12630" y="0"/>
                </a:lnTo>
                <a:lnTo>
                  <a:pt x="12630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478C1-7343-4A96-BA78-35DC585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82" y="1310238"/>
            <a:ext cx="12630" cy="429322"/>
          </a:xfrm>
          <a:custGeom xmlns:a="http://schemas.openxmlformats.org/drawingml/2006/main">
            <a:pathLst>
              <a:path w="12630" h="429322" fill="none">
                <a:moveTo>
                  <a:pt x="0" y="429322"/>
                </a:moveTo>
                <a:lnTo>
                  <a:pt x="12630" y="429322"/>
                </a:lnTo>
                <a:lnTo>
                  <a:pt x="12630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A235B-A290-4E15-A58D-451CFD20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715" y="1310237"/>
            <a:ext cx="12630" cy="429313"/>
          </a:xfrm>
          <a:custGeom xmlns:a="http://schemas.openxmlformats.org/drawingml/2006/main">
            <a:pathLst>
              <a:path w="12630" h="429313">
                <a:moveTo>
                  <a:pt x="0" y="0"/>
                </a:moveTo>
                <a:lnTo>
                  <a:pt x="12630" y="0"/>
                </a:lnTo>
                <a:lnTo>
                  <a:pt x="12630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ED7DA-E2EA-4CDC-B6A5-51668AC2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714" y="1310238"/>
            <a:ext cx="12630" cy="429322"/>
          </a:xfrm>
          <a:custGeom xmlns:a="http://schemas.openxmlformats.org/drawingml/2006/main">
            <a:pathLst>
              <a:path w="12630" h="429322" fill="none">
                <a:moveTo>
                  <a:pt x="0" y="429322"/>
                </a:moveTo>
                <a:lnTo>
                  <a:pt x="12630" y="429322"/>
                </a:lnTo>
                <a:lnTo>
                  <a:pt x="12630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EFFF1-5035-4AC4-B450-6BF1ECAE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747" y="1310237"/>
            <a:ext cx="12621" cy="429313"/>
          </a:xfrm>
          <a:custGeom xmlns:a="http://schemas.openxmlformats.org/drawingml/2006/main">
            <a:pathLst>
              <a:path w="12621" h="429313">
                <a:moveTo>
                  <a:pt x="0" y="0"/>
                </a:moveTo>
                <a:lnTo>
                  <a:pt x="12621" y="0"/>
                </a:lnTo>
                <a:lnTo>
                  <a:pt x="12621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F6CBE-0E95-48B9-BF8D-11091AC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746" y="1310238"/>
            <a:ext cx="12621" cy="429322"/>
          </a:xfrm>
          <a:custGeom xmlns:a="http://schemas.openxmlformats.org/drawingml/2006/main">
            <a:pathLst>
              <a:path w="12621" h="429322" fill="none">
                <a:moveTo>
                  <a:pt x="0" y="429322"/>
                </a:moveTo>
                <a:lnTo>
                  <a:pt x="12621" y="429322"/>
                </a:lnTo>
                <a:lnTo>
                  <a:pt x="12621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4ADFA-94A3-43CB-9E9B-68A31C22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71" y="1310237"/>
            <a:ext cx="12630" cy="429313"/>
          </a:xfrm>
          <a:custGeom xmlns:a="http://schemas.openxmlformats.org/drawingml/2006/main">
            <a:pathLst>
              <a:path w="12630" h="429313">
                <a:moveTo>
                  <a:pt x="0" y="0"/>
                </a:moveTo>
                <a:lnTo>
                  <a:pt x="12630" y="0"/>
                </a:lnTo>
                <a:lnTo>
                  <a:pt x="12630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4092E-165E-4C1A-8713-4FF5BB5F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70" y="1310238"/>
            <a:ext cx="12630" cy="429322"/>
          </a:xfrm>
          <a:custGeom xmlns:a="http://schemas.openxmlformats.org/drawingml/2006/main">
            <a:pathLst>
              <a:path w="12630" h="429322" fill="none">
                <a:moveTo>
                  <a:pt x="0" y="429322"/>
                </a:moveTo>
                <a:lnTo>
                  <a:pt x="12630" y="429322"/>
                </a:lnTo>
                <a:lnTo>
                  <a:pt x="12630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19CD3-1FB7-4575-B1C4-ADD7FE13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803" y="1316623"/>
            <a:ext cx="12638" cy="422927"/>
          </a:xfrm>
          <a:custGeom xmlns:a="http://schemas.openxmlformats.org/drawingml/2006/main">
            <a:pathLst>
              <a:path w="12638" h="422927">
                <a:moveTo>
                  <a:pt x="0" y="0"/>
                </a:moveTo>
                <a:lnTo>
                  <a:pt x="12638" y="0"/>
                </a:lnTo>
                <a:lnTo>
                  <a:pt x="12638" y="422927"/>
                </a:lnTo>
                <a:lnTo>
                  <a:pt x="0" y="4229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295D3-594C-41B7-B86B-0323614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803" y="1316632"/>
            <a:ext cx="12630" cy="422927"/>
          </a:xfrm>
          <a:custGeom xmlns:a="http://schemas.openxmlformats.org/drawingml/2006/main">
            <a:pathLst>
              <a:path w="12630" h="422927" fill="none">
                <a:moveTo>
                  <a:pt x="0" y="422927"/>
                </a:moveTo>
                <a:lnTo>
                  <a:pt x="12630" y="422927"/>
                </a:lnTo>
                <a:lnTo>
                  <a:pt x="12630" y="0"/>
                </a:lnTo>
                <a:lnTo>
                  <a:pt x="0" y="0"/>
                </a:lnTo>
                <a:lnTo>
                  <a:pt x="0" y="4229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906BD-0A20-4D3F-86FE-14589FEE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835" y="1302626"/>
            <a:ext cx="12630" cy="436932"/>
          </a:xfrm>
          <a:custGeom xmlns:a="http://schemas.openxmlformats.org/drawingml/2006/main">
            <a:pathLst>
              <a:path w="12630" h="436932">
                <a:moveTo>
                  <a:pt x="0" y="0"/>
                </a:moveTo>
                <a:lnTo>
                  <a:pt x="12630" y="0"/>
                </a:lnTo>
                <a:lnTo>
                  <a:pt x="12630" y="436932"/>
                </a:lnTo>
                <a:lnTo>
                  <a:pt x="0" y="4369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038E4-30CB-43DC-AB37-36E02F3C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835" y="1302627"/>
            <a:ext cx="12630" cy="436933"/>
          </a:xfrm>
          <a:custGeom xmlns:a="http://schemas.openxmlformats.org/drawingml/2006/main">
            <a:pathLst>
              <a:path w="12630" h="436933" fill="none">
                <a:moveTo>
                  <a:pt x="0" y="436933"/>
                </a:moveTo>
                <a:lnTo>
                  <a:pt x="12630" y="436933"/>
                </a:lnTo>
                <a:lnTo>
                  <a:pt x="12630" y="0"/>
                </a:lnTo>
                <a:lnTo>
                  <a:pt x="0" y="0"/>
                </a:lnTo>
                <a:lnTo>
                  <a:pt x="0" y="4369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C0CC5-E335-492D-B673-DD082C06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859" y="1302165"/>
            <a:ext cx="12638" cy="437385"/>
          </a:xfrm>
          <a:custGeom xmlns:a="http://schemas.openxmlformats.org/drawingml/2006/main">
            <a:pathLst>
              <a:path w="12638" h="437385">
                <a:moveTo>
                  <a:pt x="0" y="0"/>
                </a:moveTo>
                <a:lnTo>
                  <a:pt x="12638" y="0"/>
                </a:lnTo>
                <a:lnTo>
                  <a:pt x="12638" y="437385"/>
                </a:lnTo>
                <a:lnTo>
                  <a:pt x="0" y="4373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873F1-3E50-4C67-9508-D54F67CA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867" y="1302174"/>
            <a:ext cx="12630" cy="437386"/>
          </a:xfrm>
          <a:custGeom xmlns:a="http://schemas.openxmlformats.org/drawingml/2006/main">
            <a:pathLst>
              <a:path w="12630" h="437386" fill="none">
                <a:moveTo>
                  <a:pt x="0" y="437386"/>
                </a:moveTo>
                <a:lnTo>
                  <a:pt x="12630" y="437386"/>
                </a:lnTo>
                <a:lnTo>
                  <a:pt x="12630" y="0"/>
                </a:lnTo>
                <a:lnTo>
                  <a:pt x="0" y="0"/>
                </a:lnTo>
                <a:lnTo>
                  <a:pt x="0" y="4373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8847E-7135-4107-B54D-0E8B4002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900" y="1301712"/>
            <a:ext cx="12622" cy="437838"/>
          </a:xfrm>
          <a:custGeom xmlns:a="http://schemas.openxmlformats.org/drawingml/2006/main">
            <a:pathLst>
              <a:path w="12622" h="437838">
                <a:moveTo>
                  <a:pt x="0" y="0"/>
                </a:moveTo>
                <a:lnTo>
                  <a:pt x="12622" y="0"/>
                </a:lnTo>
                <a:lnTo>
                  <a:pt x="12622" y="437838"/>
                </a:lnTo>
                <a:lnTo>
                  <a:pt x="0" y="4378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D4F7A-5ED2-4602-995F-C76F6B6C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900" y="1301712"/>
            <a:ext cx="12622" cy="437847"/>
          </a:xfrm>
          <a:custGeom xmlns:a="http://schemas.openxmlformats.org/drawingml/2006/main">
            <a:pathLst>
              <a:path w="12622" h="437847" fill="none">
                <a:moveTo>
                  <a:pt x="0" y="437847"/>
                </a:moveTo>
                <a:lnTo>
                  <a:pt x="12622" y="437847"/>
                </a:lnTo>
                <a:lnTo>
                  <a:pt x="12622" y="0"/>
                </a:lnTo>
                <a:lnTo>
                  <a:pt x="0" y="0"/>
                </a:lnTo>
                <a:lnTo>
                  <a:pt x="0" y="4378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D7C61-5B2A-4C2A-9325-555ED94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924" y="1301099"/>
            <a:ext cx="12630" cy="438451"/>
          </a:xfrm>
          <a:custGeom xmlns:a="http://schemas.openxmlformats.org/drawingml/2006/main">
            <a:pathLst>
              <a:path w="12630" h="438451">
                <a:moveTo>
                  <a:pt x="0" y="0"/>
                </a:moveTo>
                <a:lnTo>
                  <a:pt x="12630" y="0"/>
                </a:lnTo>
                <a:lnTo>
                  <a:pt x="12630" y="438451"/>
                </a:lnTo>
                <a:lnTo>
                  <a:pt x="0" y="4384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043F3-77A6-4B97-8A96-60937E5D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923" y="1301108"/>
            <a:ext cx="12630" cy="438451"/>
          </a:xfrm>
          <a:custGeom xmlns:a="http://schemas.openxmlformats.org/drawingml/2006/main">
            <a:pathLst>
              <a:path w="12630" h="438451" fill="none">
                <a:moveTo>
                  <a:pt x="0" y="438451"/>
                </a:moveTo>
                <a:lnTo>
                  <a:pt x="12630" y="438451"/>
                </a:lnTo>
                <a:lnTo>
                  <a:pt x="12630" y="0"/>
                </a:lnTo>
                <a:lnTo>
                  <a:pt x="0" y="0"/>
                </a:lnTo>
                <a:lnTo>
                  <a:pt x="0" y="4384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B1AC8-48FC-4DAB-A4B2-FBA43FBF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956" y="1301099"/>
            <a:ext cx="12630" cy="438451"/>
          </a:xfrm>
          <a:custGeom xmlns:a="http://schemas.openxmlformats.org/drawingml/2006/main">
            <a:pathLst>
              <a:path w="12630" h="438451">
                <a:moveTo>
                  <a:pt x="0" y="0"/>
                </a:moveTo>
                <a:lnTo>
                  <a:pt x="12630" y="0"/>
                </a:lnTo>
                <a:lnTo>
                  <a:pt x="12630" y="438451"/>
                </a:lnTo>
                <a:lnTo>
                  <a:pt x="0" y="4384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68862-FA5F-4A3C-AAC5-C84F7E26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956" y="1301108"/>
            <a:ext cx="12630" cy="438451"/>
          </a:xfrm>
          <a:custGeom xmlns:a="http://schemas.openxmlformats.org/drawingml/2006/main">
            <a:pathLst>
              <a:path w="12630" h="438451" fill="none">
                <a:moveTo>
                  <a:pt x="0" y="438451"/>
                </a:moveTo>
                <a:lnTo>
                  <a:pt x="12630" y="438451"/>
                </a:lnTo>
                <a:lnTo>
                  <a:pt x="12630" y="0"/>
                </a:lnTo>
                <a:lnTo>
                  <a:pt x="0" y="0"/>
                </a:lnTo>
                <a:lnTo>
                  <a:pt x="0" y="4384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8449B-82EF-433C-9EA5-95ECF8FC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989" y="1301099"/>
            <a:ext cx="12630" cy="438451"/>
          </a:xfrm>
          <a:custGeom xmlns:a="http://schemas.openxmlformats.org/drawingml/2006/main">
            <a:pathLst>
              <a:path w="12630" h="438451">
                <a:moveTo>
                  <a:pt x="0" y="0"/>
                </a:moveTo>
                <a:lnTo>
                  <a:pt x="12630" y="0"/>
                </a:lnTo>
                <a:lnTo>
                  <a:pt x="12630" y="438451"/>
                </a:lnTo>
                <a:lnTo>
                  <a:pt x="0" y="4384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2E3EE-790D-4381-9866-82EC45EA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988" y="1301108"/>
            <a:ext cx="12630" cy="438451"/>
          </a:xfrm>
          <a:custGeom xmlns:a="http://schemas.openxmlformats.org/drawingml/2006/main">
            <a:pathLst>
              <a:path w="12630" h="438451" fill="none">
                <a:moveTo>
                  <a:pt x="0" y="438451"/>
                </a:moveTo>
                <a:lnTo>
                  <a:pt x="12630" y="438451"/>
                </a:lnTo>
                <a:lnTo>
                  <a:pt x="12630" y="0"/>
                </a:lnTo>
                <a:lnTo>
                  <a:pt x="0" y="0"/>
                </a:lnTo>
                <a:lnTo>
                  <a:pt x="0" y="4384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100B6-9BCA-4C64-B88B-B770776F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021" y="1301099"/>
            <a:ext cx="12630" cy="438451"/>
          </a:xfrm>
          <a:custGeom xmlns:a="http://schemas.openxmlformats.org/drawingml/2006/main">
            <a:pathLst>
              <a:path w="12630" h="438451">
                <a:moveTo>
                  <a:pt x="0" y="0"/>
                </a:moveTo>
                <a:lnTo>
                  <a:pt x="12630" y="0"/>
                </a:lnTo>
                <a:lnTo>
                  <a:pt x="12630" y="438451"/>
                </a:lnTo>
                <a:lnTo>
                  <a:pt x="0" y="4384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6324D-5441-4867-99E4-2CF75716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020" y="1301108"/>
            <a:ext cx="12630" cy="438451"/>
          </a:xfrm>
          <a:custGeom xmlns:a="http://schemas.openxmlformats.org/drawingml/2006/main">
            <a:pathLst>
              <a:path w="12630" h="438451" fill="none">
                <a:moveTo>
                  <a:pt x="0" y="438451"/>
                </a:moveTo>
                <a:lnTo>
                  <a:pt x="12630" y="438451"/>
                </a:lnTo>
                <a:lnTo>
                  <a:pt x="12630" y="0"/>
                </a:lnTo>
                <a:lnTo>
                  <a:pt x="0" y="0"/>
                </a:lnTo>
                <a:lnTo>
                  <a:pt x="0" y="4384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51B70-704D-4D0C-86F5-ECD8753C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053" y="1301099"/>
            <a:ext cx="12621" cy="438451"/>
          </a:xfrm>
          <a:custGeom xmlns:a="http://schemas.openxmlformats.org/drawingml/2006/main">
            <a:pathLst>
              <a:path w="12621" h="438451">
                <a:moveTo>
                  <a:pt x="0" y="0"/>
                </a:moveTo>
                <a:lnTo>
                  <a:pt x="12621" y="0"/>
                </a:lnTo>
                <a:lnTo>
                  <a:pt x="12621" y="438451"/>
                </a:lnTo>
                <a:lnTo>
                  <a:pt x="0" y="4384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03807-AFF0-49B2-B9A6-A48CD2B5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053" y="1301108"/>
            <a:ext cx="12621" cy="438451"/>
          </a:xfrm>
          <a:custGeom xmlns:a="http://schemas.openxmlformats.org/drawingml/2006/main">
            <a:pathLst>
              <a:path w="12621" h="438451" fill="none">
                <a:moveTo>
                  <a:pt x="0" y="438451"/>
                </a:moveTo>
                <a:lnTo>
                  <a:pt x="12621" y="438451"/>
                </a:lnTo>
                <a:lnTo>
                  <a:pt x="12621" y="0"/>
                </a:lnTo>
                <a:lnTo>
                  <a:pt x="0" y="0"/>
                </a:lnTo>
                <a:lnTo>
                  <a:pt x="0" y="4384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BB455-BE29-4702-AE0F-DC4230BF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077" y="1302014"/>
            <a:ext cx="12630" cy="437536"/>
          </a:xfrm>
          <a:custGeom xmlns:a="http://schemas.openxmlformats.org/drawingml/2006/main">
            <a:pathLst>
              <a:path w="12630" h="437536">
                <a:moveTo>
                  <a:pt x="0" y="0"/>
                </a:moveTo>
                <a:lnTo>
                  <a:pt x="12630" y="0"/>
                </a:lnTo>
                <a:lnTo>
                  <a:pt x="12630" y="437536"/>
                </a:lnTo>
                <a:lnTo>
                  <a:pt x="0" y="4375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D5DF1-B142-4F0E-856A-7D2141C2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077" y="1302015"/>
            <a:ext cx="12630" cy="437545"/>
          </a:xfrm>
          <a:custGeom xmlns:a="http://schemas.openxmlformats.org/drawingml/2006/main">
            <a:pathLst>
              <a:path w="12630" h="437545" fill="none">
                <a:moveTo>
                  <a:pt x="0" y="437545"/>
                </a:moveTo>
                <a:lnTo>
                  <a:pt x="12630" y="437545"/>
                </a:lnTo>
                <a:lnTo>
                  <a:pt x="12630" y="0"/>
                </a:lnTo>
                <a:lnTo>
                  <a:pt x="0" y="0"/>
                </a:lnTo>
                <a:lnTo>
                  <a:pt x="0" y="4375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45721-AD9E-4E4D-865B-85148334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09" y="1321658"/>
            <a:ext cx="12630" cy="417901"/>
          </a:xfrm>
          <a:custGeom xmlns:a="http://schemas.openxmlformats.org/drawingml/2006/main">
            <a:pathLst>
              <a:path w="12630" h="417901">
                <a:moveTo>
                  <a:pt x="0" y="0"/>
                </a:moveTo>
                <a:lnTo>
                  <a:pt x="12630" y="0"/>
                </a:lnTo>
                <a:lnTo>
                  <a:pt x="12630" y="417901"/>
                </a:lnTo>
                <a:lnTo>
                  <a:pt x="0" y="4179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76627-51BD-40BE-9A39-FAB650F1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09" y="1321659"/>
            <a:ext cx="12630" cy="417901"/>
          </a:xfrm>
          <a:custGeom xmlns:a="http://schemas.openxmlformats.org/drawingml/2006/main">
            <a:pathLst>
              <a:path w="12630" h="417901" fill="none">
                <a:moveTo>
                  <a:pt x="0" y="417901"/>
                </a:moveTo>
                <a:lnTo>
                  <a:pt x="12630" y="417901"/>
                </a:lnTo>
                <a:lnTo>
                  <a:pt x="12630" y="0"/>
                </a:lnTo>
                <a:lnTo>
                  <a:pt x="0" y="0"/>
                </a:lnTo>
                <a:lnTo>
                  <a:pt x="0" y="4179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B9139-071A-4AF0-A605-7EE67802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142" y="1323940"/>
            <a:ext cx="12630" cy="415618"/>
          </a:xfrm>
          <a:custGeom xmlns:a="http://schemas.openxmlformats.org/drawingml/2006/main">
            <a:pathLst>
              <a:path w="12630" h="415618">
                <a:moveTo>
                  <a:pt x="0" y="0"/>
                </a:moveTo>
                <a:lnTo>
                  <a:pt x="12630" y="0"/>
                </a:lnTo>
                <a:lnTo>
                  <a:pt x="12630" y="415618"/>
                </a:lnTo>
                <a:lnTo>
                  <a:pt x="0" y="4156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4CD65-93FD-4D8C-82E6-5C0315EB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141" y="1323940"/>
            <a:ext cx="12630" cy="415619"/>
          </a:xfrm>
          <a:custGeom xmlns:a="http://schemas.openxmlformats.org/drawingml/2006/main">
            <a:pathLst>
              <a:path w="12630" h="415619" fill="none">
                <a:moveTo>
                  <a:pt x="0" y="415619"/>
                </a:moveTo>
                <a:lnTo>
                  <a:pt x="12630" y="415619"/>
                </a:lnTo>
                <a:lnTo>
                  <a:pt x="12630" y="0"/>
                </a:lnTo>
                <a:lnTo>
                  <a:pt x="0" y="0"/>
                </a:lnTo>
                <a:lnTo>
                  <a:pt x="0" y="4156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D3A0D-6F0E-428A-88C0-8208C934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174" y="1323940"/>
            <a:ext cx="12630" cy="415618"/>
          </a:xfrm>
          <a:custGeom xmlns:a="http://schemas.openxmlformats.org/drawingml/2006/main">
            <a:pathLst>
              <a:path w="12630" h="415618">
                <a:moveTo>
                  <a:pt x="0" y="0"/>
                </a:moveTo>
                <a:lnTo>
                  <a:pt x="12630" y="0"/>
                </a:lnTo>
                <a:lnTo>
                  <a:pt x="12630" y="415618"/>
                </a:lnTo>
                <a:lnTo>
                  <a:pt x="0" y="4156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61680-547E-490B-A41F-61054F93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0174" y="1323940"/>
            <a:ext cx="12630" cy="415619"/>
          </a:xfrm>
          <a:custGeom xmlns:a="http://schemas.openxmlformats.org/drawingml/2006/main">
            <a:pathLst>
              <a:path w="12630" h="415619" fill="none">
                <a:moveTo>
                  <a:pt x="0" y="415619"/>
                </a:moveTo>
                <a:lnTo>
                  <a:pt x="12630" y="415619"/>
                </a:lnTo>
                <a:lnTo>
                  <a:pt x="12630" y="0"/>
                </a:lnTo>
                <a:lnTo>
                  <a:pt x="0" y="0"/>
                </a:lnTo>
                <a:lnTo>
                  <a:pt x="0" y="4156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312D0-F34F-4138-9434-CD65D9B5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206" y="1323940"/>
            <a:ext cx="12621" cy="415618"/>
          </a:xfrm>
          <a:custGeom xmlns:a="http://schemas.openxmlformats.org/drawingml/2006/main">
            <a:pathLst>
              <a:path w="12621" h="415618">
                <a:moveTo>
                  <a:pt x="0" y="0"/>
                </a:moveTo>
                <a:lnTo>
                  <a:pt x="12621" y="0"/>
                </a:lnTo>
                <a:lnTo>
                  <a:pt x="12621" y="415618"/>
                </a:lnTo>
                <a:lnTo>
                  <a:pt x="0" y="4156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F13A1-6B02-4A0D-89C5-28C163F6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206" y="1323940"/>
            <a:ext cx="12621" cy="415619"/>
          </a:xfrm>
          <a:custGeom xmlns:a="http://schemas.openxmlformats.org/drawingml/2006/main">
            <a:pathLst>
              <a:path w="12621" h="415619" fill="none">
                <a:moveTo>
                  <a:pt x="0" y="415619"/>
                </a:moveTo>
                <a:lnTo>
                  <a:pt x="12621" y="415619"/>
                </a:lnTo>
                <a:lnTo>
                  <a:pt x="12621" y="0"/>
                </a:lnTo>
                <a:lnTo>
                  <a:pt x="0" y="0"/>
                </a:lnTo>
                <a:lnTo>
                  <a:pt x="0" y="4156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50C12-6297-42A1-AFBB-7BDF2F32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230" y="1323940"/>
            <a:ext cx="12630" cy="415618"/>
          </a:xfrm>
          <a:custGeom xmlns:a="http://schemas.openxmlformats.org/drawingml/2006/main">
            <a:pathLst>
              <a:path w="12630" h="415618">
                <a:moveTo>
                  <a:pt x="0" y="0"/>
                </a:moveTo>
                <a:lnTo>
                  <a:pt x="12630" y="0"/>
                </a:lnTo>
                <a:lnTo>
                  <a:pt x="12630" y="415618"/>
                </a:lnTo>
                <a:lnTo>
                  <a:pt x="0" y="4156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CF3AC-6B83-44EE-B799-ABA50A49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230" y="1323940"/>
            <a:ext cx="12630" cy="415619"/>
          </a:xfrm>
          <a:custGeom xmlns:a="http://schemas.openxmlformats.org/drawingml/2006/main">
            <a:pathLst>
              <a:path w="12630" h="415619" fill="none">
                <a:moveTo>
                  <a:pt x="0" y="415619"/>
                </a:moveTo>
                <a:lnTo>
                  <a:pt x="12630" y="415619"/>
                </a:lnTo>
                <a:lnTo>
                  <a:pt x="12630" y="0"/>
                </a:lnTo>
                <a:lnTo>
                  <a:pt x="0" y="0"/>
                </a:lnTo>
                <a:lnTo>
                  <a:pt x="0" y="4156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21A76-C2EE-4A48-9975-ECABA9A3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263" y="1323940"/>
            <a:ext cx="12638" cy="415618"/>
          </a:xfrm>
          <a:custGeom xmlns:a="http://schemas.openxmlformats.org/drawingml/2006/main">
            <a:pathLst>
              <a:path w="12638" h="415618">
                <a:moveTo>
                  <a:pt x="0" y="0"/>
                </a:moveTo>
                <a:lnTo>
                  <a:pt x="12638" y="0"/>
                </a:lnTo>
                <a:lnTo>
                  <a:pt x="12638" y="415618"/>
                </a:lnTo>
                <a:lnTo>
                  <a:pt x="0" y="4156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6F36C-9C87-4610-926A-51AFC1B2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262" y="1323940"/>
            <a:ext cx="12630" cy="415619"/>
          </a:xfrm>
          <a:custGeom xmlns:a="http://schemas.openxmlformats.org/drawingml/2006/main">
            <a:pathLst>
              <a:path w="12630" h="415619" fill="none">
                <a:moveTo>
                  <a:pt x="0" y="415619"/>
                </a:moveTo>
                <a:lnTo>
                  <a:pt x="12630" y="415619"/>
                </a:lnTo>
                <a:lnTo>
                  <a:pt x="12630" y="0"/>
                </a:lnTo>
                <a:lnTo>
                  <a:pt x="0" y="0"/>
                </a:lnTo>
                <a:lnTo>
                  <a:pt x="0" y="4156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2FF32-A130-42F5-80D8-A27DEB3B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295" y="1323487"/>
            <a:ext cx="12630" cy="416071"/>
          </a:xfrm>
          <a:custGeom xmlns:a="http://schemas.openxmlformats.org/drawingml/2006/main">
            <a:pathLst>
              <a:path w="12630" h="416071">
                <a:moveTo>
                  <a:pt x="0" y="0"/>
                </a:moveTo>
                <a:lnTo>
                  <a:pt x="12630" y="0"/>
                </a:lnTo>
                <a:lnTo>
                  <a:pt x="12630" y="416071"/>
                </a:lnTo>
                <a:lnTo>
                  <a:pt x="0" y="4160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29880-378D-45BB-B9E0-725D1D08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294" y="1323488"/>
            <a:ext cx="12630" cy="416071"/>
          </a:xfrm>
          <a:custGeom xmlns:a="http://schemas.openxmlformats.org/drawingml/2006/main">
            <a:pathLst>
              <a:path w="12630" h="416071" fill="none">
                <a:moveTo>
                  <a:pt x="0" y="416071"/>
                </a:moveTo>
                <a:lnTo>
                  <a:pt x="12630" y="416071"/>
                </a:lnTo>
                <a:lnTo>
                  <a:pt x="12630" y="0"/>
                </a:lnTo>
                <a:lnTo>
                  <a:pt x="0" y="0"/>
                </a:lnTo>
                <a:lnTo>
                  <a:pt x="0" y="4160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0CD6F-7A00-4E8D-9E9F-BBFCBCA9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327" y="1327590"/>
            <a:ext cx="12638" cy="411960"/>
          </a:xfrm>
          <a:custGeom xmlns:a="http://schemas.openxmlformats.org/drawingml/2006/main">
            <a:pathLst>
              <a:path w="12638" h="411960">
                <a:moveTo>
                  <a:pt x="0" y="0"/>
                </a:moveTo>
                <a:lnTo>
                  <a:pt x="12638" y="0"/>
                </a:lnTo>
                <a:lnTo>
                  <a:pt x="12638" y="411960"/>
                </a:lnTo>
                <a:lnTo>
                  <a:pt x="0" y="4119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B3C3F-C118-4E24-8F51-5D962CA3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327" y="1327591"/>
            <a:ext cx="12630" cy="411968"/>
          </a:xfrm>
          <a:custGeom xmlns:a="http://schemas.openxmlformats.org/drawingml/2006/main">
            <a:pathLst>
              <a:path w="12630" h="411968" fill="none">
                <a:moveTo>
                  <a:pt x="0" y="411968"/>
                </a:moveTo>
                <a:lnTo>
                  <a:pt x="12630" y="411968"/>
                </a:lnTo>
                <a:lnTo>
                  <a:pt x="12630" y="0"/>
                </a:lnTo>
                <a:lnTo>
                  <a:pt x="0" y="0"/>
                </a:lnTo>
                <a:lnTo>
                  <a:pt x="0" y="4119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12983-EDAF-4094-9517-2CB1DA9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360" y="1322413"/>
            <a:ext cx="12621" cy="417146"/>
          </a:xfrm>
          <a:custGeom xmlns:a="http://schemas.openxmlformats.org/drawingml/2006/main">
            <a:pathLst>
              <a:path w="12621" h="417146">
                <a:moveTo>
                  <a:pt x="0" y="0"/>
                </a:moveTo>
                <a:lnTo>
                  <a:pt x="12621" y="0"/>
                </a:lnTo>
                <a:lnTo>
                  <a:pt x="12621" y="417146"/>
                </a:lnTo>
                <a:lnTo>
                  <a:pt x="0" y="4171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D4E2D-4943-4B09-A8D5-5FD87933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359" y="1322422"/>
            <a:ext cx="12621" cy="417137"/>
          </a:xfrm>
          <a:custGeom xmlns:a="http://schemas.openxmlformats.org/drawingml/2006/main">
            <a:pathLst>
              <a:path w="12621" h="417137" fill="none">
                <a:moveTo>
                  <a:pt x="0" y="417137"/>
                </a:moveTo>
                <a:lnTo>
                  <a:pt x="12621" y="417137"/>
                </a:lnTo>
                <a:lnTo>
                  <a:pt x="12621" y="0"/>
                </a:lnTo>
                <a:lnTo>
                  <a:pt x="0" y="0"/>
                </a:lnTo>
                <a:lnTo>
                  <a:pt x="0" y="4171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AB538-2517-4ED1-8027-4B1C17DE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383" y="1315113"/>
            <a:ext cx="12630" cy="424446"/>
          </a:xfrm>
          <a:custGeom xmlns:a="http://schemas.openxmlformats.org/drawingml/2006/main">
            <a:pathLst>
              <a:path w="12630" h="424446">
                <a:moveTo>
                  <a:pt x="0" y="0"/>
                </a:moveTo>
                <a:lnTo>
                  <a:pt x="12630" y="0"/>
                </a:lnTo>
                <a:lnTo>
                  <a:pt x="12630" y="424446"/>
                </a:lnTo>
                <a:lnTo>
                  <a:pt x="0" y="4244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DC871-2143-4F9D-80F2-D1895E05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383" y="1315113"/>
            <a:ext cx="12630" cy="424447"/>
          </a:xfrm>
          <a:custGeom xmlns:a="http://schemas.openxmlformats.org/drawingml/2006/main">
            <a:pathLst>
              <a:path w="12630" h="424447" fill="none">
                <a:moveTo>
                  <a:pt x="0" y="424447"/>
                </a:moveTo>
                <a:lnTo>
                  <a:pt x="12630" y="424447"/>
                </a:lnTo>
                <a:lnTo>
                  <a:pt x="12630" y="0"/>
                </a:lnTo>
                <a:lnTo>
                  <a:pt x="0" y="0"/>
                </a:lnTo>
                <a:lnTo>
                  <a:pt x="0" y="4244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54E62-62C2-42CD-B02D-563B932C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416" y="1307644"/>
            <a:ext cx="12630" cy="431906"/>
          </a:xfrm>
          <a:custGeom xmlns:a="http://schemas.openxmlformats.org/drawingml/2006/main">
            <a:pathLst>
              <a:path w="12630" h="431906">
                <a:moveTo>
                  <a:pt x="0" y="0"/>
                </a:moveTo>
                <a:lnTo>
                  <a:pt x="12630" y="0"/>
                </a:lnTo>
                <a:lnTo>
                  <a:pt x="12630" y="431906"/>
                </a:lnTo>
                <a:lnTo>
                  <a:pt x="0" y="4319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0416B-7CC7-466F-993E-D1F06600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2415" y="1307653"/>
            <a:ext cx="12630" cy="431906"/>
          </a:xfrm>
          <a:custGeom xmlns:a="http://schemas.openxmlformats.org/drawingml/2006/main">
            <a:pathLst>
              <a:path w="12630" h="431906" fill="none">
                <a:moveTo>
                  <a:pt x="0" y="431906"/>
                </a:moveTo>
                <a:lnTo>
                  <a:pt x="12630" y="431906"/>
                </a:lnTo>
                <a:lnTo>
                  <a:pt x="12630" y="0"/>
                </a:lnTo>
                <a:lnTo>
                  <a:pt x="0" y="0"/>
                </a:lnTo>
                <a:lnTo>
                  <a:pt x="0" y="4319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A50F3-FBB2-4800-BC4A-40C09111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48" y="1355902"/>
            <a:ext cx="12630" cy="383648"/>
          </a:xfrm>
          <a:custGeom xmlns:a="http://schemas.openxmlformats.org/drawingml/2006/main">
            <a:pathLst>
              <a:path w="12630" h="383648">
                <a:moveTo>
                  <a:pt x="0" y="0"/>
                </a:moveTo>
                <a:lnTo>
                  <a:pt x="12630" y="0"/>
                </a:lnTo>
                <a:lnTo>
                  <a:pt x="12630" y="383648"/>
                </a:lnTo>
                <a:lnTo>
                  <a:pt x="0" y="3836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BC48C-6941-4C1D-ADA5-A34AFBB9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48" y="1355912"/>
            <a:ext cx="12630" cy="383648"/>
          </a:xfrm>
          <a:custGeom xmlns:a="http://schemas.openxmlformats.org/drawingml/2006/main">
            <a:pathLst>
              <a:path w="12630" h="383648" fill="none">
                <a:moveTo>
                  <a:pt x="0" y="383648"/>
                </a:moveTo>
                <a:lnTo>
                  <a:pt x="12630" y="383648"/>
                </a:lnTo>
                <a:lnTo>
                  <a:pt x="12630" y="0"/>
                </a:lnTo>
                <a:lnTo>
                  <a:pt x="0" y="0"/>
                </a:lnTo>
                <a:lnTo>
                  <a:pt x="0" y="3836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DECB3-227E-4353-B98D-A32B0AD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480" y="1695865"/>
            <a:ext cx="12630" cy="43693"/>
          </a:xfrm>
          <a:custGeom xmlns:a="http://schemas.openxmlformats.org/drawingml/2006/main">
            <a:pathLst>
              <a:path w="12630" h="43693">
                <a:moveTo>
                  <a:pt x="0" y="0"/>
                </a:moveTo>
                <a:lnTo>
                  <a:pt x="12630" y="0"/>
                </a:lnTo>
                <a:lnTo>
                  <a:pt x="12630" y="43693"/>
                </a:lnTo>
                <a:lnTo>
                  <a:pt x="0" y="436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9C405-0AF7-4B6B-8CC6-CFD0C685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480" y="1695866"/>
            <a:ext cx="12630" cy="43693"/>
          </a:xfrm>
          <a:custGeom xmlns:a="http://schemas.openxmlformats.org/drawingml/2006/main">
            <a:pathLst>
              <a:path w="12630" h="43693" fill="none">
                <a:moveTo>
                  <a:pt x="0" y="43693"/>
                </a:moveTo>
                <a:lnTo>
                  <a:pt x="12630" y="43693"/>
                </a:lnTo>
                <a:lnTo>
                  <a:pt x="12630" y="0"/>
                </a:lnTo>
                <a:lnTo>
                  <a:pt x="0" y="0"/>
                </a:lnTo>
                <a:lnTo>
                  <a:pt x="0" y="436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F7675-407D-48B3-9853-56944907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13" y="1698458"/>
            <a:ext cx="12622" cy="41100"/>
          </a:xfrm>
          <a:custGeom xmlns:a="http://schemas.openxmlformats.org/drawingml/2006/main">
            <a:pathLst>
              <a:path w="12622" h="41100">
                <a:moveTo>
                  <a:pt x="0" y="0"/>
                </a:moveTo>
                <a:lnTo>
                  <a:pt x="12622" y="0"/>
                </a:lnTo>
                <a:lnTo>
                  <a:pt x="12622" y="41100"/>
                </a:lnTo>
                <a:lnTo>
                  <a:pt x="0" y="41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928D8-4008-4FEB-8F2F-0CDB9B5B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12" y="1698451"/>
            <a:ext cx="12622" cy="41109"/>
          </a:xfrm>
          <a:custGeom xmlns:a="http://schemas.openxmlformats.org/drawingml/2006/main">
            <a:pathLst>
              <a:path w="12622" h="41109" fill="none">
                <a:moveTo>
                  <a:pt x="0" y="41109"/>
                </a:moveTo>
                <a:lnTo>
                  <a:pt x="12622" y="41109"/>
                </a:lnTo>
                <a:lnTo>
                  <a:pt x="12622" y="0"/>
                </a:lnTo>
                <a:lnTo>
                  <a:pt x="0" y="0"/>
                </a:lnTo>
                <a:lnTo>
                  <a:pt x="0" y="411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C9676-2CEF-43D3-9A50-6F32F0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537" y="1699818"/>
            <a:ext cx="12630" cy="39733"/>
          </a:xfrm>
          <a:custGeom xmlns:a="http://schemas.openxmlformats.org/drawingml/2006/main">
            <a:pathLst>
              <a:path w="12630" h="39733">
                <a:moveTo>
                  <a:pt x="0" y="0"/>
                </a:moveTo>
                <a:lnTo>
                  <a:pt x="12630" y="0"/>
                </a:lnTo>
                <a:lnTo>
                  <a:pt x="12630" y="39733"/>
                </a:lnTo>
                <a:lnTo>
                  <a:pt x="0" y="397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66BF4-5235-460E-A7C1-3F1A705A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536" y="1699827"/>
            <a:ext cx="12630" cy="39733"/>
          </a:xfrm>
          <a:custGeom xmlns:a="http://schemas.openxmlformats.org/drawingml/2006/main">
            <a:pathLst>
              <a:path w="12630" h="39733" fill="none">
                <a:moveTo>
                  <a:pt x="0" y="39733"/>
                </a:moveTo>
                <a:lnTo>
                  <a:pt x="12630" y="39733"/>
                </a:lnTo>
                <a:lnTo>
                  <a:pt x="12630" y="0"/>
                </a:lnTo>
                <a:lnTo>
                  <a:pt x="0" y="0"/>
                </a:lnTo>
                <a:lnTo>
                  <a:pt x="0" y="397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430D3-F3D2-4D5F-8868-B9A88125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569" y="1701034"/>
            <a:ext cx="12630" cy="38516"/>
          </a:xfrm>
          <a:custGeom xmlns:a="http://schemas.openxmlformats.org/drawingml/2006/main">
            <a:pathLst>
              <a:path w="12630" h="38516">
                <a:moveTo>
                  <a:pt x="0" y="0"/>
                </a:moveTo>
                <a:lnTo>
                  <a:pt x="12630" y="0"/>
                </a:lnTo>
                <a:lnTo>
                  <a:pt x="12630" y="38516"/>
                </a:lnTo>
                <a:lnTo>
                  <a:pt x="0" y="385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9323F-6B0A-4FF0-B40F-AC83A66F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568" y="1701043"/>
            <a:ext cx="12630" cy="38516"/>
          </a:xfrm>
          <a:custGeom xmlns:a="http://schemas.openxmlformats.org/drawingml/2006/main">
            <a:pathLst>
              <a:path w="12630" h="38516" fill="none">
                <a:moveTo>
                  <a:pt x="0" y="38516"/>
                </a:moveTo>
                <a:lnTo>
                  <a:pt x="12630" y="38516"/>
                </a:lnTo>
                <a:lnTo>
                  <a:pt x="12630" y="0"/>
                </a:lnTo>
                <a:lnTo>
                  <a:pt x="0" y="0"/>
                </a:lnTo>
                <a:lnTo>
                  <a:pt x="0" y="385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90A1C-58CC-44C1-975F-6D5EB3B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601" y="1699515"/>
            <a:ext cx="12630" cy="40035"/>
          </a:xfrm>
          <a:custGeom xmlns:a="http://schemas.openxmlformats.org/drawingml/2006/main">
            <a:pathLst>
              <a:path w="12630" h="40035">
                <a:moveTo>
                  <a:pt x="0" y="0"/>
                </a:moveTo>
                <a:lnTo>
                  <a:pt x="12630" y="0"/>
                </a:lnTo>
                <a:lnTo>
                  <a:pt x="12630" y="40035"/>
                </a:lnTo>
                <a:lnTo>
                  <a:pt x="0" y="400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0B5B1-204A-4880-B008-F2E61D1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601" y="1699516"/>
            <a:ext cx="12630" cy="40043"/>
          </a:xfrm>
          <a:custGeom xmlns:a="http://schemas.openxmlformats.org/drawingml/2006/main">
            <a:pathLst>
              <a:path w="12630" h="40043" fill="none">
                <a:moveTo>
                  <a:pt x="0" y="40043"/>
                </a:moveTo>
                <a:lnTo>
                  <a:pt x="12630" y="40043"/>
                </a:lnTo>
                <a:lnTo>
                  <a:pt x="12630" y="0"/>
                </a:lnTo>
                <a:lnTo>
                  <a:pt x="0" y="0"/>
                </a:lnTo>
                <a:lnTo>
                  <a:pt x="0" y="400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467FA-A84C-472A-AED9-3C82105E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634" y="1698911"/>
            <a:ext cx="12630" cy="40647"/>
          </a:xfrm>
          <a:custGeom xmlns:a="http://schemas.openxmlformats.org/drawingml/2006/main">
            <a:pathLst>
              <a:path w="12630" h="40647">
                <a:moveTo>
                  <a:pt x="0" y="0"/>
                </a:moveTo>
                <a:lnTo>
                  <a:pt x="12630" y="0"/>
                </a:lnTo>
                <a:lnTo>
                  <a:pt x="12630" y="40647"/>
                </a:lnTo>
                <a:lnTo>
                  <a:pt x="0" y="406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B880A-6B6F-409F-8FAC-3E154F6E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633" y="1698912"/>
            <a:ext cx="12630" cy="40647"/>
          </a:xfrm>
          <a:custGeom xmlns:a="http://schemas.openxmlformats.org/drawingml/2006/main">
            <a:pathLst>
              <a:path w="12630" h="40647" fill="none">
                <a:moveTo>
                  <a:pt x="0" y="40647"/>
                </a:moveTo>
                <a:lnTo>
                  <a:pt x="12630" y="40647"/>
                </a:lnTo>
                <a:lnTo>
                  <a:pt x="12630" y="0"/>
                </a:lnTo>
                <a:lnTo>
                  <a:pt x="0" y="0"/>
                </a:lnTo>
                <a:lnTo>
                  <a:pt x="0" y="406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42AEA-ADCE-4D99-B1C3-28EB5FC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666" y="1697695"/>
            <a:ext cx="12621" cy="41864"/>
          </a:xfrm>
          <a:custGeom xmlns:a="http://schemas.openxmlformats.org/drawingml/2006/main">
            <a:pathLst>
              <a:path w="12621" h="41864">
                <a:moveTo>
                  <a:pt x="0" y="0"/>
                </a:moveTo>
                <a:lnTo>
                  <a:pt x="12621" y="0"/>
                </a:lnTo>
                <a:lnTo>
                  <a:pt x="12621" y="41864"/>
                </a:lnTo>
                <a:lnTo>
                  <a:pt x="0" y="418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E24F3-FCA6-47CA-9828-E27AD52B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665" y="1697695"/>
            <a:ext cx="12621" cy="41864"/>
          </a:xfrm>
          <a:custGeom xmlns:a="http://schemas.openxmlformats.org/drawingml/2006/main">
            <a:pathLst>
              <a:path w="12621" h="41864" fill="none">
                <a:moveTo>
                  <a:pt x="0" y="41864"/>
                </a:moveTo>
                <a:lnTo>
                  <a:pt x="12621" y="41864"/>
                </a:lnTo>
                <a:lnTo>
                  <a:pt x="12621" y="0"/>
                </a:lnTo>
                <a:lnTo>
                  <a:pt x="0" y="0"/>
                </a:lnTo>
                <a:lnTo>
                  <a:pt x="0" y="418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AC515-9EA0-4641-861B-AB6AC77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90" y="1698609"/>
            <a:ext cx="12630" cy="40949"/>
          </a:xfrm>
          <a:custGeom xmlns:a="http://schemas.openxmlformats.org/drawingml/2006/main">
            <a:pathLst>
              <a:path w="12630" h="40949">
                <a:moveTo>
                  <a:pt x="0" y="0"/>
                </a:moveTo>
                <a:lnTo>
                  <a:pt x="12630" y="0"/>
                </a:lnTo>
                <a:lnTo>
                  <a:pt x="12630" y="40949"/>
                </a:lnTo>
                <a:lnTo>
                  <a:pt x="0" y="40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E84DE5-16E4-43D9-B41A-CC07F3B1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89" y="1698610"/>
            <a:ext cx="12630" cy="40949"/>
          </a:xfrm>
          <a:custGeom xmlns:a="http://schemas.openxmlformats.org/drawingml/2006/main">
            <a:pathLst>
              <a:path w="12630" h="40949" fill="none">
                <a:moveTo>
                  <a:pt x="0" y="40949"/>
                </a:moveTo>
                <a:lnTo>
                  <a:pt x="12630" y="40949"/>
                </a:lnTo>
                <a:lnTo>
                  <a:pt x="12630" y="0"/>
                </a:lnTo>
                <a:lnTo>
                  <a:pt x="0" y="0"/>
                </a:lnTo>
                <a:lnTo>
                  <a:pt x="0" y="40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D0B36-888E-473F-AEDC-09162FE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722" y="1698609"/>
            <a:ext cx="12630" cy="40949"/>
          </a:xfrm>
          <a:custGeom xmlns:a="http://schemas.openxmlformats.org/drawingml/2006/main">
            <a:pathLst>
              <a:path w="12630" h="40949">
                <a:moveTo>
                  <a:pt x="0" y="0"/>
                </a:moveTo>
                <a:lnTo>
                  <a:pt x="12630" y="0"/>
                </a:lnTo>
                <a:lnTo>
                  <a:pt x="12630" y="40949"/>
                </a:lnTo>
                <a:lnTo>
                  <a:pt x="0" y="40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C2BFB-DBC7-441B-A2BD-B73D8AFB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2722" y="1698610"/>
            <a:ext cx="12630" cy="40949"/>
          </a:xfrm>
          <a:custGeom xmlns:a="http://schemas.openxmlformats.org/drawingml/2006/main">
            <a:pathLst>
              <a:path w="12630" h="40949" fill="none">
                <a:moveTo>
                  <a:pt x="0" y="40949"/>
                </a:moveTo>
                <a:lnTo>
                  <a:pt x="12630" y="40949"/>
                </a:lnTo>
                <a:lnTo>
                  <a:pt x="12630" y="0"/>
                </a:lnTo>
                <a:lnTo>
                  <a:pt x="0" y="0"/>
                </a:lnTo>
                <a:lnTo>
                  <a:pt x="0" y="40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31BFF-C29C-4AC6-8373-67EF6FE4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55" y="1702100"/>
            <a:ext cx="12630" cy="37450"/>
          </a:xfrm>
          <a:custGeom xmlns:a="http://schemas.openxmlformats.org/drawingml/2006/main">
            <a:pathLst>
              <a:path w="12630" h="37450">
                <a:moveTo>
                  <a:pt x="0" y="0"/>
                </a:moveTo>
                <a:lnTo>
                  <a:pt x="12630" y="0"/>
                </a:lnTo>
                <a:lnTo>
                  <a:pt x="12630" y="37450"/>
                </a:lnTo>
                <a:lnTo>
                  <a:pt x="0" y="374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18CE8-764A-4462-9107-CC1CD8F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54" y="1702109"/>
            <a:ext cx="12630" cy="37451"/>
          </a:xfrm>
          <a:custGeom xmlns:a="http://schemas.openxmlformats.org/drawingml/2006/main">
            <a:pathLst>
              <a:path w="12630" h="37451" fill="none">
                <a:moveTo>
                  <a:pt x="0" y="37451"/>
                </a:moveTo>
                <a:lnTo>
                  <a:pt x="12630" y="37451"/>
                </a:lnTo>
                <a:lnTo>
                  <a:pt x="12630" y="0"/>
                </a:lnTo>
                <a:lnTo>
                  <a:pt x="0" y="0"/>
                </a:lnTo>
                <a:lnTo>
                  <a:pt x="0" y="374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CEA64-5C2B-4E46-A123-8BA9469E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87" y="1702561"/>
            <a:ext cx="12630" cy="36989"/>
          </a:xfrm>
          <a:custGeom xmlns:a="http://schemas.openxmlformats.org/drawingml/2006/main">
            <a:pathLst>
              <a:path w="12630" h="36989">
                <a:moveTo>
                  <a:pt x="0" y="0"/>
                </a:moveTo>
                <a:lnTo>
                  <a:pt x="12630" y="0"/>
                </a:lnTo>
                <a:lnTo>
                  <a:pt x="12630" y="36989"/>
                </a:lnTo>
                <a:lnTo>
                  <a:pt x="0" y="369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046EF-826C-410D-9283-581B9477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86" y="1702562"/>
            <a:ext cx="12630" cy="36997"/>
          </a:xfrm>
          <a:custGeom xmlns:a="http://schemas.openxmlformats.org/drawingml/2006/main">
            <a:pathLst>
              <a:path w="12630" h="36997" fill="none">
                <a:moveTo>
                  <a:pt x="0" y="36997"/>
                </a:moveTo>
                <a:lnTo>
                  <a:pt x="12630" y="36997"/>
                </a:lnTo>
                <a:lnTo>
                  <a:pt x="12630" y="0"/>
                </a:lnTo>
                <a:lnTo>
                  <a:pt x="0" y="0"/>
                </a:lnTo>
                <a:lnTo>
                  <a:pt x="0" y="369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2055F-FE82-4BAA-84DA-0F7F7045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819" y="1699364"/>
            <a:ext cx="12621" cy="40186"/>
          </a:xfrm>
          <a:custGeom xmlns:a="http://schemas.openxmlformats.org/drawingml/2006/main">
            <a:pathLst>
              <a:path w="12621" h="40186">
                <a:moveTo>
                  <a:pt x="0" y="0"/>
                </a:moveTo>
                <a:lnTo>
                  <a:pt x="12621" y="0"/>
                </a:lnTo>
                <a:lnTo>
                  <a:pt x="12621" y="40186"/>
                </a:lnTo>
                <a:lnTo>
                  <a:pt x="0" y="401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C47DA-6692-4494-9B0E-541C48B4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819" y="1699365"/>
            <a:ext cx="12621" cy="40194"/>
          </a:xfrm>
          <a:custGeom xmlns:a="http://schemas.openxmlformats.org/drawingml/2006/main">
            <a:pathLst>
              <a:path w="12621" h="40194" fill="none">
                <a:moveTo>
                  <a:pt x="0" y="40194"/>
                </a:moveTo>
                <a:lnTo>
                  <a:pt x="12621" y="40194"/>
                </a:lnTo>
                <a:lnTo>
                  <a:pt x="12621" y="0"/>
                </a:lnTo>
                <a:lnTo>
                  <a:pt x="0" y="0"/>
                </a:lnTo>
                <a:lnTo>
                  <a:pt x="0" y="40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1D9F2-5D2C-49DC-885B-521E9C8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835" y="1697997"/>
            <a:ext cx="12638" cy="41562"/>
          </a:xfrm>
          <a:custGeom xmlns:a="http://schemas.openxmlformats.org/drawingml/2006/main">
            <a:pathLst>
              <a:path w="12638" h="41562">
                <a:moveTo>
                  <a:pt x="0" y="0"/>
                </a:moveTo>
                <a:lnTo>
                  <a:pt x="12638" y="0"/>
                </a:lnTo>
                <a:lnTo>
                  <a:pt x="12638" y="41562"/>
                </a:lnTo>
                <a:lnTo>
                  <a:pt x="0" y="415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E9421-E9F7-4896-BB39-17638E6A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843" y="1697998"/>
            <a:ext cx="12630" cy="41562"/>
          </a:xfrm>
          <a:custGeom xmlns:a="http://schemas.openxmlformats.org/drawingml/2006/main">
            <a:pathLst>
              <a:path w="12630" h="41562" fill="none">
                <a:moveTo>
                  <a:pt x="0" y="41562"/>
                </a:moveTo>
                <a:lnTo>
                  <a:pt x="12630" y="41562"/>
                </a:lnTo>
                <a:lnTo>
                  <a:pt x="12630" y="0"/>
                </a:lnTo>
                <a:lnTo>
                  <a:pt x="0" y="0"/>
                </a:lnTo>
                <a:lnTo>
                  <a:pt x="0" y="41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974AA-89B9-4BEC-81EE-75112166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875" y="1701034"/>
            <a:ext cx="12630" cy="38516"/>
          </a:xfrm>
          <a:custGeom xmlns:a="http://schemas.openxmlformats.org/drawingml/2006/main">
            <a:pathLst>
              <a:path w="12630" h="38516">
                <a:moveTo>
                  <a:pt x="0" y="0"/>
                </a:moveTo>
                <a:lnTo>
                  <a:pt x="12630" y="0"/>
                </a:lnTo>
                <a:lnTo>
                  <a:pt x="12630" y="38516"/>
                </a:lnTo>
                <a:lnTo>
                  <a:pt x="0" y="385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268B4-B60C-4AD6-BAFB-B753586B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875" y="1701043"/>
            <a:ext cx="12630" cy="38516"/>
          </a:xfrm>
          <a:custGeom xmlns:a="http://schemas.openxmlformats.org/drawingml/2006/main">
            <a:pathLst>
              <a:path w="12630" h="38516" fill="none">
                <a:moveTo>
                  <a:pt x="0" y="38516"/>
                </a:moveTo>
                <a:lnTo>
                  <a:pt x="12630" y="38516"/>
                </a:lnTo>
                <a:lnTo>
                  <a:pt x="12630" y="0"/>
                </a:lnTo>
                <a:lnTo>
                  <a:pt x="0" y="0"/>
                </a:lnTo>
                <a:lnTo>
                  <a:pt x="0" y="385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F5D0E-848A-4934-BEC4-1F2756E2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908" y="1702259"/>
            <a:ext cx="12630" cy="37291"/>
          </a:xfrm>
          <a:custGeom xmlns:a="http://schemas.openxmlformats.org/drawingml/2006/main">
            <a:pathLst>
              <a:path w="12630" h="37291">
                <a:moveTo>
                  <a:pt x="0" y="0"/>
                </a:moveTo>
                <a:lnTo>
                  <a:pt x="12630" y="0"/>
                </a:lnTo>
                <a:lnTo>
                  <a:pt x="12630" y="37291"/>
                </a:lnTo>
                <a:lnTo>
                  <a:pt x="0" y="372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DC65A-D5A7-4885-82CD-D0B1652C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907" y="1702260"/>
            <a:ext cx="12630" cy="37300"/>
          </a:xfrm>
          <a:custGeom xmlns:a="http://schemas.openxmlformats.org/drawingml/2006/main">
            <a:pathLst>
              <a:path w="12630" h="37300" fill="none">
                <a:moveTo>
                  <a:pt x="0" y="37300"/>
                </a:moveTo>
                <a:lnTo>
                  <a:pt x="12630" y="37300"/>
                </a:lnTo>
                <a:lnTo>
                  <a:pt x="12630" y="0"/>
                </a:lnTo>
                <a:lnTo>
                  <a:pt x="0" y="0"/>
                </a:lnTo>
                <a:lnTo>
                  <a:pt x="0" y="3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F0FD3-93FA-4DE7-9E3A-5C061453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940" y="1702864"/>
            <a:ext cx="12630" cy="36687"/>
          </a:xfrm>
          <a:custGeom xmlns:a="http://schemas.openxmlformats.org/drawingml/2006/main">
            <a:pathLst>
              <a:path w="12630" h="36687">
                <a:moveTo>
                  <a:pt x="0" y="0"/>
                </a:moveTo>
                <a:lnTo>
                  <a:pt x="12630" y="0"/>
                </a:lnTo>
                <a:lnTo>
                  <a:pt x="12630" y="36687"/>
                </a:lnTo>
                <a:lnTo>
                  <a:pt x="0" y="366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66DD4-EAB4-472A-ABB8-924D3DBD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940" y="1702872"/>
            <a:ext cx="12630" cy="36687"/>
          </a:xfrm>
          <a:custGeom xmlns:a="http://schemas.openxmlformats.org/drawingml/2006/main">
            <a:pathLst>
              <a:path w="12630" h="36687" fill="none">
                <a:moveTo>
                  <a:pt x="0" y="36687"/>
                </a:moveTo>
                <a:lnTo>
                  <a:pt x="12630" y="36687"/>
                </a:lnTo>
                <a:lnTo>
                  <a:pt x="12630" y="0"/>
                </a:lnTo>
                <a:lnTo>
                  <a:pt x="0" y="0"/>
                </a:lnTo>
                <a:lnTo>
                  <a:pt x="0" y="366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CA021-D149-462E-AA53-8838C9D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972" y="1699667"/>
            <a:ext cx="12621" cy="39884"/>
          </a:xfrm>
          <a:custGeom xmlns:a="http://schemas.openxmlformats.org/drawingml/2006/main">
            <a:pathLst>
              <a:path w="12621" h="39884">
                <a:moveTo>
                  <a:pt x="0" y="0"/>
                </a:moveTo>
                <a:lnTo>
                  <a:pt x="12621" y="0"/>
                </a:lnTo>
                <a:lnTo>
                  <a:pt x="12621" y="39884"/>
                </a:lnTo>
                <a:lnTo>
                  <a:pt x="0" y="398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0C6EA-BB81-4674-AAB7-3043A146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972" y="1699676"/>
            <a:ext cx="12621" cy="39884"/>
          </a:xfrm>
          <a:custGeom xmlns:a="http://schemas.openxmlformats.org/drawingml/2006/main">
            <a:pathLst>
              <a:path w="12621" h="39884" fill="none">
                <a:moveTo>
                  <a:pt x="0" y="39884"/>
                </a:moveTo>
                <a:lnTo>
                  <a:pt x="12621" y="39884"/>
                </a:lnTo>
                <a:lnTo>
                  <a:pt x="12621" y="0"/>
                </a:lnTo>
                <a:lnTo>
                  <a:pt x="0" y="0"/>
                </a:lnTo>
                <a:lnTo>
                  <a:pt x="0" y="398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8D25D-B573-45F2-AA24-D794C252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996" y="1700883"/>
            <a:ext cx="12630" cy="38667"/>
          </a:xfrm>
          <a:custGeom xmlns:a="http://schemas.openxmlformats.org/drawingml/2006/main">
            <a:pathLst>
              <a:path w="12630" h="38667">
                <a:moveTo>
                  <a:pt x="0" y="0"/>
                </a:moveTo>
                <a:lnTo>
                  <a:pt x="12630" y="0"/>
                </a:lnTo>
                <a:lnTo>
                  <a:pt x="12630" y="38667"/>
                </a:lnTo>
                <a:lnTo>
                  <a:pt x="0" y="386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28A4A-F5CF-4E60-AEDB-8463D40B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996" y="1700892"/>
            <a:ext cx="12630" cy="38667"/>
          </a:xfrm>
          <a:custGeom xmlns:a="http://schemas.openxmlformats.org/drawingml/2006/main">
            <a:pathLst>
              <a:path w="12630" h="38667" fill="none">
                <a:moveTo>
                  <a:pt x="0" y="38667"/>
                </a:moveTo>
                <a:lnTo>
                  <a:pt x="12630" y="38667"/>
                </a:lnTo>
                <a:lnTo>
                  <a:pt x="12630" y="0"/>
                </a:lnTo>
                <a:lnTo>
                  <a:pt x="0" y="0"/>
                </a:lnTo>
                <a:lnTo>
                  <a:pt x="0" y="386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E7EAA-A45B-48CB-9AEE-3000A9EF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029" y="1700883"/>
            <a:ext cx="12630" cy="38667"/>
          </a:xfrm>
          <a:custGeom xmlns:a="http://schemas.openxmlformats.org/drawingml/2006/main">
            <a:pathLst>
              <a:path w="12630" h="38667">
                <a:moveTo>
                  <a:pt x="0" y="0"/>
                </a:moveTo>
                <a:lnTo>
                  <a:pt x="12630" y="0"/>
                </a:lnTo>
                <a:lnTo>
                  <a:pt x="12630" y="38667"/>
                </a:lnTo>
                <a:lnTo>
                  <a:pt x="0" y="386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4CB65-75C0-4717-A5E1-1126CF27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028" y="1700892"/>
            <a:ext cx="12630" cy="38667"/>
          </a:xfrm>
          <a:custGeom xmlns:a="http://schemas.openxmlformats.org/drawingml/2006/main">
            <a:pathLst>
              <a:path w="12630" h="38667" fill="none">
                <a:moveTo>
                  <a:pt x="0" y="38667"/>
                </a:moveTo>
                <a:lnTo>
                  <a:pt x="12630" y="38667"/>
                </a:lnTo>
                <a:lnTo>
                  <a:pt x="12630" y="0"/>
                </a:lnTo>
                <a:lnTo>
                  <a:pt x="0" y="0"/>
                </a:lnTo>
                <a:lnTo>
                  <a:pt x="0" y="386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58983-CD05-4CDA-86EA-79192B10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061" y="1699969"/>
            <a:ext cx="12630" cy="39581"/>
          </a:xfrm>
          <a:custGeom xmlns:a="http://schemas.openxmlformats.org/drawingml/2006/main">
            <a:pathLst>
              <a:path w="12630" h="39581">
                <a:moveTo>
                  <a:pt x="0" y="0"/>
                </a:moveTo>
                <a:lnTo>
                  <a:pt x="12630" y="0"/>
                </a:lnTo>
                <a:lnTo>
                  <a:pt x="12630" y="39581"/>
                </a:lnTo>
                <a:lnTo>
                  <a:pt x="0" y="395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9FE78-5B24-4EEC-BE36-C5E32AF6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060" y="1699978"/>
            <a:ext cx="12630" cy="39581"/>
          </a:xfrm>
          <a:custGeom xmlns:a="http://schemas.openxmlformats.org/drawingml/2006/main">
            <a:pathLst>
              <a:path w="12630" h="39581" fill="none">
                <a:moveTo>
                  <a:pt x="0" y="39581"/>
                </a:moveTo>
                <a:lnTo>
                  <a:pt x="12630" y="39581"/>
                </a:lnTo>
                <a:lnTo>
                  <a:pt x="12630" y="0"/>
                </a:lnTo>
                <a:lnTo>
                  <a:pt x="0" y="0"/>
                </a:lnTo>
                <a:lnTo>
                  <a:pt x="0" y="395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57E39-8DCE-4A8F-A747-2B90A116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093" y="1700120"/>
            <a:ext cx="12630" cy="39430"/>
          </a:xfrm>
          <a:custGeom xmlns:a="http://schemas.openxmlformats.org/drawingml/2006/main">
            <a:pathLst>
              <a:path w="12630" h="39430">
                <a:moveTo>
                  <a:pt x="0" y="0"/>
                </a:moveTo>
                <a:lnTo>
                  <a:pt x="12630" y="0"/>
                </a:lnTo>
                <a:lnTo>
                  <a:pt x="12630" y="39430"/>
                </a:lnTo>
                <a:lnTo>
                  <a:pt x="0" y="394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E1176-FF13-4780-A020-F361C674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093" y="1700129"/>
            <a:ext cx="12630" cy="39430"/>
          </a:xfrm>
          <a:custGeom xmlns:a="http://schemas.openxmlformats.org/drawingml/2006/main">
            <a:pathLst>
              <a:path w="12630" h="39430" fill="none">
                <a:moveTo>
                  <a:pt x="0" y="39430"/>
                </a:moveTo>
                <a:lnTo>
                  <a:pt x="12630" y="39430"/>
                </a:lnTo>
                <a:lnTo>
                  <a:pt x="12630" y="0"/>
                </a:lnTo>
                <a:lnTo>
                  <a:pt x="0" y="0"/>
                </a:lnTo>
                <a:lnTo>
                  <a:pt x="0" y="394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68682-E4F3-4D19-8EF7-F9B9949B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126" y="1700732"/>
            <a:ext cx="12622" cy="38818"/>
          </a:xfrm>
          <a:custGeom xmlns:a="http://schemas.openxmlformats.org/drawingml/2006/main">
            <a:pathLst>
              <a:path w="12622" h="38818">
                <a:moveTo>
                  <a:pt x="0" y="0"/>
                </a:moveTo>
                <a:lnTo>
                  <a:pt x="12622" y="0"/>
                </a:lnTo>
                <a:lnTo>
                  <a:pt x="12622" y="38818"/>
                </a:lnTo>
                <a:lnTo>
                  <a:pt x="0" y="388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64016-0AD0-4CEA-BC76-E9D4F698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125" y="1700741"/>
            <a:ext cx="12622" cy="38818"/>
          </a:xfrm>
          <a:custGeom xmlns:a="http://schemas.openxmlformats.org/drawingml/2006/main">
            <a:pathLst>
              <a:path w="12622" h="38818" fill="none">
                <a:moveTo>
                  <a:pt x="0" y="38818"/>
                </a:moveTo>
                <a:lnTo>
                  <a:pt x="12622" y="38818"/>
                </a:lnTo>
                <a:lnTo>
                  <a:pt x="12622" y="0"/>
                </a:lnTo>
                <a:lnTo>
                  <a:pt x="0" y="0"/>
                </a:lnTo>
                <a:lnTo>
                  <a:pt x="0" y="388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88A43-6FDA-4872-A267-CC3024A3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49" y="1698458"/>
            <a:ext cx="12630" cy="41100"/>
          </a:xfrm>
          <a:custGeom xmlns:a="http://schemas.openxmlformats.org/drawingml/2006/main">
            <a:pathLst>
              <a:path w="12630" h="41100">
                <a:moveTo>
                  <a:pt x="0" y="0"/>
                </a:moveTo>
                <a:lnTo>
                  <a:pt x="12630" y="0"/>
                </a:lnTo>
                <a:lnTo>
                  <a:pt x="12630" y="41100"/>
                </a:lnTo>
                <a:lnTo>
                  <a:pt x="0" y="41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A6F51-CFE6-45AC-BB7F-2A4CE9AD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9149" y="1698451"/>
            <a:ext cx="12630" cy="41109"/>
          </a:xfrm>
          <a:custGeom xmlns:a="http://schemas.openxmlformats.org/drawingml/2006/main">
            <a:pathLst>
              <a:path w="12630" h="41109" fill="none">
                <a:moveTo>
                  <a:pt x="0" y="41109"/>
                </a:moveTo>
                <a:lnTo>
                  <a:pt x="12630" y="41109"/>
                </a:lnTo>
                <a:lnTo>
                  <a:pt x="12630" y="0"/>
                </a:lnTo>
                <a:lnTo>
                  <a:pt x="0" y="0"/>
                </a:lnTo>
                <a:lnTo>
                  <a:pt x="0" y="411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575BA-762E-47B8-B91E-AD4BE0A3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182" y="1697544"/>
            <a:ext cx="12638" cy="42015"/>
          </a:xfrm>
          <a:custGeom xmlns:a="http://schemas.openxmlformats.org/drawingml/2006/main">
            <a:pathLst>
              <a:path w="12638" h="42015">
                <a:moveTo>
                  <a:pt x="0" y="0"/>
                </a:moveTo>
                <a:lnTo>
                  <a:pt x="12638" y="0"/>
                </a:lnTo>
                <a:lnTo>
                  <a:pt x="12638" y="42015"/>
                </a:lnTo>
                <a:lnTo>
                  <a:pt x="0" y="420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AAA94-CB6C-4F0E-9961-155B6467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181" y="1697544"/>
            <a:ext cx="12630" cy="42016"/>
          </a:xfrm>
          <a:custGeom xmlns:a="http://schemas.openxmlformats.org/drawingml/2006/main">
            <a:pathLst>
              <a:path w="12630" h="42016" fill="none">
                <a:moveTo>
                  <a:pt x="0" y="42016"/>
                </a:moveTo>
                <a:lnTo>
                  <a:pt x="12630" y="42016"/>
                </a:lnTo>
                <a:lnTo>
                  <a:pt x="12630" y="0"/>
                </a:lnTo>
                <a:lnTo>
                  <a:pt x="0" y="0"/>
                </a:lnTo>
                <a:lnTo>
                  <a:pt x="0" y="420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66A77-2878-4FCD-A31B-AEBFEAEB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14" y="1697997"/>
            <a:ext cx="12630" cy="41562"/>
          </a:xfrm>
          <a:custGeom xmlns:a="http://schemas.openxmlformats.org/drawingml/2006/main">
            <a:pathLst>
              <a:path w="12630" h="41562">
                <a:moveTo>
                  <a:pt x="0" y="0"/>
                </a:moveTo>
                <a:lnTo>
                  <a:pt x="12630" y="0"/>
                </a:lnTo>
                <a:lnTo>
                  <a:pt x="12630" y="41562"/>
                </a:lnTo>
                <a:lnTo>
                  <a:pt x="0" y="415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B9CE9-5C80-49A7-83ED-C1FDDD44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14" y="1697998"/>
            <a:ext cx="12630" cy="41562"/>
          </a:xfrm>
          <a:custGeom xmlns:a="http://schemas.openxmlformats.org/drawingml/2006/main">
            <a:pathLst>
              <a:path w="12630" h="41562" fill="none">
                <a:moveTo>
                  <a:pt x="0" y="41562"/>
                </a:moveTo>
                <a:lnTo>
                  <a:pt x="12630" y="41562"/>
                </a:lnTo>
                <a:lnTo>
                  <a:pt x="12630" y="0"/>
                </a:lnTo>
                <a:lnTo>
                  <a:pt x="0" y="0"/>
                </a:lnTo>
                <a:lnTo>
                  <a:pt x="0" y="41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5ADB0-C2C7-4530-B557-C0503E77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246" y="1564635"/>
            <a:ext cx="12630" cy="174924"/>
          </a:xfrm>
          <a:custGeom xmlns:a="http://schemas.openxmlformats.org/drawingml/2006/main">
            <a:pathLst>
              <a:path w="12630" h="174924">
                <a:moveTo>
                  <a:pt x="0" y="0"/>
                </a:moveTo>
                <a:lnTo>
                  <a:pt x="12630" y="0"/>
                </a:lnTo>
                <a:lnTo>
                  <a:pt x="12630" y="174924"/>
                </a:lnTo>
                <a:lnTo>
                  <a:pt x="0" y="1749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2D4CC-88BD-4A70-B233-D1FF958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246" y="1564635"/>
            <a:ext cx="12630" cy="174924"/>
          </a:xfrm>
          <a:custGeom xmlns:a="http://schemas.openxmlformats.org/drawingml/2006/main">
            <a:pathLst>
              <a:path w="12630" h="174924" fill="none">
                <a:moveTo>
                  <a:pt x="0" y="174924"/>
                </a:moveTo>
                <a:lnTo>
                  <a:pt x="12630" y="174924"/>
                </a:lnTo>
                <a:lnTo>
                  <a:pt x="12630" y="0"/>
                </a:lnTo>
                <a:lnTo>
                  <a:pt x="0" y="0"/>
                </a:lnTo>
                <a:lnTo>
                  <a:pt x="0" y="174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6FABF-6F52-4537-A36D-A1801C8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279" y="1310237"/>
            <a:ext cx="12621" cy="429313"/>
          </a:xfrm>
          <a:custGeom xmlns:a="http://schemas.openxmlformats.org/drawingml/2006/main">
            <a:pathLst>
              <a:path w="12621" h="429313">
                <a:moveTo>
                  <a:pt x="0" y="0"/>
                </a:moveTo>
                <a:lnTo>
                  <a:pt x="12621" y="0"/>
                </a:lnTo>
                <a:lnTo>
                  <a:pt x="12621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B8AC5-4F60-4F70-A4FF-981FEF3B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278" y="1310238"/>
            <a:ext cx="12621" cy="429322"/>
          </a:xfrm>
          <a:custGeom xmlns:a="http://schemas.openxmlformats.org/drawingml/2006/main">
            <a:pathLst>
              <a:path w="12621" h="429322" fill="none">
                <a:moveTo>
                  <a:pt x="0" y="429322"/>
                </a:moveTo>
                <a:lnTo>
                  <a:pt x="12621" y="429322"/>
                </a:lnTo>
                <a:lnTo>
                  <a:pt x="12621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8F5BD-ED83-4BEB-AEEF-0FBFBE37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294" y="1304758"/>
            <a:ext cx="12638" cy="434801"/>
          </a:xfrm>
          <a:custGeom xmlns:a="http://schemas.openxmlformats.org/drawingml/2006/main">
            <a:pathLst>
              <a:path w="12638" h="434801">
                <a:moveTo>
                  <a:pt x="0" y="0"/>
                </a:moveTo>
                <a:lnTo>
                  <a:pt x="12638" y="0"/>
                </a:lnTo>
                <a:lnTo>
                  <a:pt x="12638" y="434801"/>
                </a:lnTo>
                <a:lnTo>
                  <a:pt x="0" y="4348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B91DC-A4CC-4672-A593-A777349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302" y="1304759"/>
            <a:ext cx="12630" cy="434801"/>
          </a:xfrm>
          <a:custGeom xmlns:a="http://schemas.openxmlformats.org/drawingml/2006/main">
            <a:pathLst>
              <a:path w="12630" h="434801" fill="none">
                <a:moveTo>
                  <a:pt x="0" y="434801"/>
                </a:moveTo>
                <a:lnTo>
                  <a:pt x="12630" y="434801"/>
                </a:lnTo>
                <a:lnTo>
                  <a:pt x="12630" y="0"/>
                </a:lnTo>
                <a:lnTo>
                  <a:pt x="0" y="0"/>
                </a:lnTo>
                <a:lnTo>
                  <a:pt x="0" y="4348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9F86D-82C1-43EA-8B77-DD6BC709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335" y="1316472"/>
            <a:ext cx="12630" cy="423078"/>
          </a:xfrm>
          <a:custGeom xmlns:a="http://schemas.openxmlformats.org/drawingml/2006/main">
            <a:pathLst>
              <a:path w="12630" h="423078">
                <a:moveTo>
                  <a:pt x="0" y="0"/>
                </a:moveTo>
                <a:lnTo>
                  <a:pt x="12630" y="0"/>
                </a:lnTo>
                <a:lnTo>
                  <a:pt x="12630" y="423078"/>
                </a:lnTo>
                <a:lnTo>
                  <a:pt x="0" y="4230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EB7D5-2680-4B00-8242-783D742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334" y="1316481"/>
            <a:ext cx="12630" cy="423078"/>
          </a:xfrm>
          <a:custGeom xmlns:a="http://schemas.openxmlformats.org/drawingml/2006/main">
            <a:pathLst>
              <a:path w="12630" h="423078" fill="none">
                <a:moveTo>
                  <a:pt x="0" y="423078"/>
                </a:moveTo>
                <a:lnTo>
                  <a:pt x="12630" y="423078"/>
                </a:lnTo>
                <a:lnTo>
                  <a:pt x="12630" y="0"/>
                </a:lnTo>
                <a:lnTo>
                  <a:pt x="0" y="0"/>
                </a:lnTo>
                <a:lnTo>
                  <a:pt x="0" y="4230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BEC8E-04E7-4275-83DF-0B4E81C1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367" y="1311303"/>
            <a:ext cx="12630" cy="428247"/>
          </a:xfrm>
          <a:custGeom xmlns:a="http://schemas.openxmlformats.org/drawingml/2006/main">
            <a:pathLst>
              <a:path w="12630" h="428247">
                <a:moveTo>
                  <a:pt x="0" y="0"/>
                </a:moveTo>
                <a:lnTo>
                  <a:pt x="12630" y="0"/>
                </a:lnTo>
                <a:lnTo>
                  <a:pt x="12630" y="428247"/>
                </a:lnTo>
                <a:lnTo>
                  <a:pt x="0" y="4282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6A0B5-0BBE-4AD8-8757-038117E9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367" y="1311303"/>
            <a:ext cx="12630" cy="428256"/>
          </a:xfrm>
          <a:custGeom xmlns:a="http://schemas.openxmlformats.org/drawingml/2006/main">
            <a:pathLst>
              <a:path w="12630" h="428256" fill="none">
                <a:moveTo>
                  <a:pt x="0" y="428256"/>
                </a:moveTo>
                <a:lnTo>
                  <a:pt x="12630" y="428256"/>
                </a:lnTo>
                <a:lnTo>
                  <a:pt x="12630" y="0"/>
                </a:lnTo>
                <a:lnTo>
                  <a:pt x="0" y="0"/>
                </a:lnTo>
                <a:lnTo>
                  <a:pt x="0" y="4282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4B1B8-0591-49CC-8475-72DCAA14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1387571"/>
            <a:ext cx="12630" cy="351979"/>
          </a:xfrm>
          <a:custGeom xmlns:a="http://schemas.openxmlformats.org/drawingml/2006/main">
            <a:pathLst>
              <a:path w="12630" h="351979">
                <a:moveTo>
                  <a:pt x="0" y="0"/>
                </a:moveTo>
                <a:lnTo>
                  <a:pt x="12630" y="0"/>
                </a:lnTo>
                <a:lnTo>
                  <a:pt x="12630" y="351979"/>
                </a:lnTo>
                <a:lnTo>
                  <a:pt x="0" y="3519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DBACC-0050-4642-9557-736C647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399" y="1387580"/>
            <a:ext cx="12630" cy="351979"/>
          </a:xfrm>
          <a:custGeom xmlns:a="http://schemas.openxmlformats.org/drawingml/2006/main">
            <a:pathLst>
              <a:path w="12630" h="351979" fill="none">
                <a:moveTo>
                  <a:pt x="0" y="351979"/>
                </a:moveTo>
                <a:lnTo>
                  <a:pt x="12630" y="351979"/>
                </a:lnTo>
                <a:lnTo>
                  <a:pt x="12630" y="0"/>
                </a:lnTo>
                <a:lnTo>
                  <a:pt x="0" y="0"/>
                </a:lnTo>
                <a:lnTo>
                  <a:pt x="0" y="3519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96BCE-4AC4-45D6-A309-E21F7034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432" y="1667243"/>
            <a:ext cx="12621" cy="72307"/>
          </a:xfrm>
          <a:custGeom xmlns:a="http://schemas.openxmlformats.org/drawingml/2006/main">
            <a:pathLst>
              <a:path w="12621" h="72307">
                <a:moveTo>
                  <a:pt x="0" y="0"/>
                </a:moveTo>
                <a:lnTo>
                  <a:pt x="12621" y="0"/>
                </a:lnTo>
                <a:lnTo>
                  <a:pt x="12621" y="72307"/>
                </a:lnTo>
                <a:lnTo>
                  <a:pt x="0" y="723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B5DA5-02E1-4C01-A265-958769D8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431" y="1667244"/>
            <a:ext cx="12621" cy="72316"/>
          </a:xfrm>
          <a:custGeom xmlns:a="http://schemas.openxmlformats.org/drawingml/2006/main">
            <a:pathLst>
              <a:path w="12621" h="72316" fill="none">
                <a:moveTo>
                  <a:pt x="0" y="72316"/>
                </a:moveTo>
                <a:lnTo>
                  <a:pt x="12621" y="72316"/>
                </a:lnTo>
                <a:lnTo>
                  <a:pt x="12621" y="0"/>
                </a:lnTo>
                <a:lnTo>
                  <a:pt x="0" y="0"/>
                </a:lnTo>
                <a:lnTo>
                  <a:pt x="0" y="723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7AD7A-54BF-4610-BBCD-5D4B6B64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456" y="1663584"/>
            <a:ext cx="12630" cy="75966"/>
          </a:xfrm>
          <a:custGeom xmlns:a="http://schemas.openxmlformats.org/drawingml/2006/main">
            <a:pathLst>
              <a:path w="12630" h="75966">
                <a:moveTo>
                  <a:pt x="0" y="0"/>
                </a:moveTo>
                <a:lnTo>
                  <a:pt x="12630" y="0"/>
                </a:lnTo>
                <a:lnTo>
                  <a:pt x="12630" y="75966"/>
                </a:lnTo>
                <a:lnTo>
                  <a:pt x="0" y="759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E32D8-2CEC-46AD-ABAA-BD764C0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455" y="1663593"/>
            <a:ext cx="12630" cy="75966"/>
          </a:xfrm>
          <a:custGeom xmlns:a="http://schemas.openxmlformats.org/drawingml/2006/main">
            <a:pathLst>
              <a:path w="12630" h="75966" fill="none">
                <a:moveTo>
                  <a:pt x="0" y="75966"/>
                </a:moveTo>
                <a:lnTo>
                  <a:pt x="12630" y="75966"/>
                </a:lnTo>
                <a:lnTo>
                  <a:pt x="12630" y="0"/>
                </a:lnTo>
                <a:lnTo>
                  <a:pt x="0" y="0"/>
                </a:lnTo>
                <a:lnTo>
                  <a:pt x="0" y="759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FEEA2-C9CC-4602-B74E-41FE812C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488" y="1665262"/>
            <a:ext cx="12630" cy="74288"/>
          </a:xfrm>
          <a:custGeom xmlns:a="http://schemas.openxmlformats.org/drawingml/2006/main">
            <a:pathLst>
              <a:path w="12630" h="74288">
                <a:moveTo>
                  <a:pt x="0" y="0"/>
                </a:moveTo>
                <a:lnTo>
                  <a:pt x="12630" y="0"/>
                </a:lnTo>
                <a:lnTo>
                  <a:pt x="12630" y="74288"/>
                </a:lnTo>
                <a:lnTo>
                  <a:pt x="0" y="742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DD309-F17B-409E-98E7-C886915F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488" y="1665263"/>
            <a:ext cx="12630" cy="74296"/>
          </a:xfrm>
          <a:custGeom xmlns:a="http://schemas.openxmlformats.org/drawingml/2006/main">
            <a:pathLst>
              <a:path w="12630" h="74296" fill="none">
                <a:moveTo>
                  <a:pt x="0" y="74296"/>
                </a:moveTo>
                <a:lnTo>
                  <a:pt x="12630" y="74296"/>
                </a:lnTo>
                <a:lnTo>
                  <a:pt x="12630" y="0"/>
                </a:lnTo>
                <a:lnTo>
                  <a:pt x="0" y="0"/>
                </a:lnTo>
                <a:lnTo>
                  <a:pt x="0" y="74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BE4F3-AB6C-4CD1-8BE5-34947BD5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20" y="1659330"/>
            <a:ext cx="12630" cy="80229"/>
          </a:xfrm>
          <a:custGeom xmlns:a="http://schemas.openxmlformats.org/drawingml/2006/main">
            <a:pathLst>
              <a:path w="12630" h="80229">
                <a:moveTo>
                  <a:pt x="0" y="0"/>
                </a:moveTo>
                <a:lnTo>
                  <a:pt x="12630" y="0"/>
                </a:lnTo>
                <a:lnTo>
                  <a:pt x="12630" y="80229"/>
                </a:lnTo>
                <a:lnTo>
                  <a:pt x="0" y="802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255DC-AECE-4932-B87E-AC2A3CA2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20" y="1659331"/>
            <a:ext cx="12630" cy="80229"/>
          </a:xfrm>
          <a:custGeom xmlns:a="http://schemas.openxmlformats.org/drawingml/2006/main">
            <a:pathLst>
              <a:path w="12630" h="80229" fill="none">
                <a:moveTo>
                  <a:pt x="0" y="80229"/>
                </a:moveTo>
                <a:lnTo>
                  <a:pt x="12630" y="80229"/>
                </a:lnTo>
                <a:lnTo>
                  <a:pt x="12630" y="0"/>
                </a:lnTo>
                <a:lnTo>
                  <a:pt x="0" y="0"/>
                </a:lnTo>
                <a:lnTo>
                  <a:pt x="0" y="802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19A11-29E2-4D2D-9A49-D75D2FB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53" y="1658717"/>
            <a:ext cx="12630" cy="80841"/>
          </a:xfrm>
          <a:custGeom xmlns:a="http://schemas.openxmlformats.org/drawingml/2006/main">
            <a:pathLst>
              <a:path w="12630" h="80841">
                <a:moveTo>
                  <a:pt x="0" y="0"/>
                </a:moveTo>
                <a:lnTo>
                  <a:pt x="12630" y="0"/>
                </a:lnTo>
                <a:lnTo>
                  <a:pt x="12630" y="80841"/>
                </a:lnTo>
                <a:lnTo>
                  <a:pt x="0" y="808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2F730-1CC0-4829-912C-1DDF7CD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552" y="1658718"/>
            <a:ext cx="12630" cy="80841"/>
          </a:xfrm>
          <a:custGeom xmlns:a="http://schemas.openxmlformats.org/drawingml/2006/main">
            <a:pathLst>
              <a:path w="12630" h="80841" fill="none">
                <a:moveTo>
                  <a:pt x="0" y="80841"/>
                </a:moveTo>
                <a:lnTo>
                  <a:pt x="12630" y="80841"/>
                </a:lnTo>
                <a:lnTo>
                  <a:pt x="12630" y="0"/>
                </a:lnTo>
                <a:lnTo>
                  <a:pt x="0" y="0"/>
                </a:lnTo>
                <a:lnTo>
                  <a:pt x="0" y="8084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437D7-7470-4BE9-BFCB-8AC0B933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85" y="1655520"/>
            <a:ext cx="12621" cy="84030"/>
          </a:xfrm>
          <a:custGeom xmlns:a="http://schemas.openxmlformats.org/drawingml/2006/main">
            <a:pathLst>
              <a:path w="12621" h="84030">
                <a:moveTo>
                  <a:pt x="0" y="0"/>
                </a:moveTo>
                <a:lnTo>
                  <a:pt x="12621" y="0"/>
                </a:lnTo>
                <a:lnTo>
                  <a:pt x="12621" y="84030"/>
                </a:lnTo>
                <a:lnTo>
                  <a:pt x="0" y="840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5AA0D-EA23-4AAB-8945-CED33CD3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85" y="1655521"/>
            <a:ext cx="12621" cy="84039"/>
          </a:xfrm>
          <a:custGeom xmlns:a="http://schemas.openxmlformats.org/drawingml/2006/main">
            <a:pathLst>
              <a:path w="12621" h="84039" fill="none">
                <a:moveTo>
                  <a:pt x="0" y="84039"/>
                </a:moveTo>
                <a:lnTo>
                  <a:pt x="12621" y="84039"/>
                </a:lnTo>
                <a:lnTo>
                  <a:pt x="12621" y="0"/>
                </a:lnTo>
                <a:lnTo>
                  <a:pt x="0" y="0"/>
                </a:lnTo>
                <a:lnTo>
                  <a:pt x="0" y="840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7A9F5-F9F0-44DF-B1FB-F3CC2A0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609" y="1656888"/>
            <a:ext cx="12630" cy="82662"/>
          </a:xfrm>
          <a:custGeom xmlns:a="http://schemas.openxmlformats.org/drawingml/2006/main">
            <a:pathLst>
              <a:path w="12630" h="82662">
                <a:moveTo>
                  <a:pt x="0" y="0"/>
                </a:moveTo>
                <a:lnTo>
                  <a:pt x="12630" y="0"/>
                </a:lnTo>
                <a:lnTo>
                  <a:pt x="12630" y="82662"/>
                </a:lnTo>
                <a:lnTo>
                  <a:pt x="0" y="826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8BA8E-4FA8-4696-A6B1-F1DEE3DE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608" y="1656889"/>
            <a:ext cx="12630" cy="82671"/>
          </a:xfrm>
          <a:custGeom xmlns:a="http://schemas.openxmlformats.org/drawingml/2006/main">
            <a:pathLst>
              <a:path w="12630" h="82671" fill="none">
                <a:moveTo>
                  <a:pt x="0" y="82671"/>
                </a:moveTo>
                <a:lnTo>
                  <a:pt x="12630" y="82671"/>
                </a:lnTo>
                <a:lnTo>
                  <a:pt x="12630" y="0"/>
                </a:lnTo>
                <a:lnTo>
                  <a:pt x="0" y="0"/>
                </a:lnTo>
                <a:lnTo>
                  <a:pt x="0" y="826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44A9B-96BD-4D55-9209-9E9D1F6F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641" y="1661302"/>
            <a:ext cx="12638" cy="78248"/>
          </a:xfrm>
          <a:custGeom xmlns:a="http://schemas.openxmlformats.org/drawingml/2006/main">
            <a:pathLst>
              <a:path w="12638" h="78248">
                <a:moveTo>
                  <a:pt x="0" y="0"/>
                </a:moveTo>
                <a:lnTo>
                  <a:pt x="12638" y="0"/>
                </a:lnTo>
                <a:lnTo>
                  <a:pt x="12638" y="78248"/>
                </a:lnTo>
                <a:lnTo>
                  <a:pt x="0" y="782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46353-2C96-4546-ABBE-72651AFD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641" y="1661310"/>
            <a:ext cx="12630" cy="78249"/>
          </a:xfrm>
          <a:custGeom xmlns:a="http://schemas.openxmlformats.org/drawingml/2006/main">
            <a:pathLst>
              <a:path w="12630" h="78249" fill="none">
                <a:moveTo>
                  <a:pt x="0" y="78249"/>
                </a:moveTo>
                <a:lnTo>
                  <a:pt x="12630" y="78249"/>
                </a:lnTo>
                <a:lnTo>
                  <a:pt x="12630" y="0"/>
                </a:lnTo>
                <a:lnTo>
                  <a:pt x="0" y="0"/>
                </a:lnTo>
                <a:lnTo>
                  <a:pt x="0" y="782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C82CB-66BB-4670-BAC4-D396483F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674" y="1661906"/>
            <a:ext cx="12630" cy="77644"/>
          </a:xfrm>
          <a:custGeom xmlns:a="http://schemas.openxmlformats.org/drawingml/2006/main">
            <a:pathLst>
              <a:path w="12630" h="77644">
                <a:moveTo>
                  <a:pt x="0" y="0"/>
                </a:moveTo>
                <a:lnTo>
                  <a:pt x="12630" y="0"/>
                </a:lnTo>
                <a:lnTo>
                  <a:pt x="12630" y="77644"/>
                </a:lnTo>
                <a:lnTo>
                  <a:pt x="0" y="776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E3132-BB41-4194-9C45-A469D1FE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673" y="1661915"/>
            <a:ext cx="12630" cy="77644"/>
          </a:xfrm>
          <a:custGeom xmlns:a="http://schemas.openxmlformats.org/drawingml/2006/main">
            <a:pathLst>
              <a:path w="12630" h="77644" fill="none">
                <a:moveTo>
                  <a:pt x="0" y="77644"/>
                </a:moveTo>
                <a:lnTo>
                  <a:pt x="12630" y="77644"/>
                </a:lnTo>
                <a:lnTo>
                  <a:pt x="12630" y="0"/>
                </a:lnTo>
                <a:lnTo>
                  <a:pt x="0" y="0"/>
                </a:lnTo>
                <a:lnTo>
                  <a:pt x="0" y="77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D2551-AFBE-4786-8B4D-6B3CD71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698" y="1390164"/>
            <a:ext cx="12638" cy="349395"/>
          </a:xfrm>
          <a:custGeom xmlns:a="http://schemas.openxmlformats.org/drawingml/2006/main">
            <a:pathLst>
              <a:path w="12638" h="349395">
                <a:moveTo>
                  <a:pt x="0" y="0"/>
                </a:moveTo>
                <a:lnTo>
                  <a:pt x="12638" y="0"/>
                </a:lnTo>
                <a:lnTo>
                  <a:pt x="12638" y="349395"/>
                </a:lnTo>
                <a:lnTo>
                  <a:pt x="0" y="349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0A8B7-ACA2-4843-BBCA-CEFBD970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705" y="1390165"/>
            <a:ext cx="12630" cy="349395"/>
          </a:xfrm>
          <a:custGeom xmlns:a="http://schemas.openxmlformats.org/drawingml/2006/main">
            <a:pathLst>
              <a:path w="12630" h="349395" fill="none">
                <a:moveTo>
                  <a:pt x="0" y="349395"/>
                </a:moveTo>
                <a:lnTo>
                  <a:pt x="12630" y="349395"/>
                </a:lnTo>
                <a:lnTo>
                  <a:pt x="12630" y="0"/>
                </a:lnTo>
                <a:lnTo>
                  <a:pt x="0" y="0"/>
                </a:lnTo>
                <a:lnTo>
                  <a:pt x="0" y="3493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7BCA4-BED1-4065-97B5-2D74B77E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738" y="1310237"/>
            <a:ext cx="12622" cy="429313"/>
          </a:xfrm>
          <a:custGeom xmlns:a="http://schemas.openxmlformats.org/drawingml/2006/main">
            <a:pathLst>
              <a:path w="12622" h="429313">
                <a:moveTo>
                  <a:pt x="0" y="0"/>
                </a:moveTo>
                <a:lnTo>
                  <a:pt x="12622" y="0"/>
                </a:lnTo>
                <a:lnTo>
                  <a:pt x="12622" y="429313"/>
                </a:lnTo>
                <a:lnTo>
                  <a:pt x="0" y="4293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A8D72-8F8A-4C82-9C8D-A6C0DECD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738" y="1310238"/>
            <a:ext cx="12622" cy="429322"/>
          </a:xfrm>
          <a:custGeom xmlns:a="http://schemas.openxmlformats.org/drawingml/2006/main">
            <a:pathLst>
              <a:path w="12622" h="429322" fill="none">
                <a:moveTo>
                  <a:pt x="0" y="429322"/>
                </a:moveTo>
                <a:lnTo>
                  <a:pt x="12622" y="429322"/>
                </a:lnTo>
                <a:lnTo>
                  <a:pt x="12622" y="0"/>
                </a:lnTo>
                <a:lnTo>
                  <a:pt x="0" y="0"/>
                </a:lnTo>
                <a:lnTo>
                  <a:pt x="0" y="4293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F027E-7643-4111-BB31-12BA5F8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762" y="1307946"/>
            <a:ext cx="12638" cy="431604"/>
          </a:xfrm>
          <a:custGeom xmlns:a="http://schemas.openxmlformats.org/drawingml/2006/main">
            <a:pathLst>
              <a:path w="12638" h="431604">
                <a:moveTo>
                  <a:pt x="0" y="0"/>
                </a:moveTo>
                <a:lnTo>
                  <a:pt x="12638" y="0"/>
                </a:lnTo>
                <a:lnTo>
                  <a:pt x="12638" y="431604"/>
                </a:lnTo>
                <a:lnTo>
                  <a:pt x="0" y="4316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28DED-9DF2-4048-B9FF-8E30CD79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762" y="1307956"/>
            <a:ext cx="12630" cy="431604"/>
          </a:xfrm>
          <a:custGeom xmlns:a="http://schemas.openxmlformats.org/drawingml/2006/main">
            <a:pathLst>
              <a:path w="12630" h="431604" fill="none">
                <a:moveTo>
                  <a:pt x="0" y="431604"/>
                </a:moveTo>
                <a:lnTo>
                  <a:pt x="12630" y="431604"/>
                </a:lnTo>
                <a:lnTo>
                  <a:pt x="12630" y="0"/>
                </a:lnTo>
                <a:lnTo>
                  <a:pt x="0" y="0"/>
                </a:lnTo>
                <a:lnTo>
                  <a:pt x="0" y="4316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997A0-9680-403D-ABC8-7EEE7DCC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794" y="1301099"/>
            <a:ext cx="12630" cy="438451"/>
          </a:xfrm>
          <a:custGeom xmlns:a="http://schemas.openxmlformats.org/drawingml/2006/main">
            <a:pathLst>
              <a:path w="12630" h="438451">
                <a:moveTo>
                  <a:pt x="0" y="0"/>
                </a:moveTo>
                <a:lnTo>
                  <a:pt x="12630" y="0"/>
                </a:lnTo>
                <a:lnTo>
                  <a:pt x="12630" y="438451"/>
                </a:lnTo>
                <a:lnTo>
                  <a:pt x="0" y="4384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3EB97-ECFA-4B5F-AA03-339EB58D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794" y="1301108"/>
            <a:ext cx="12630" cy="438451"/>
          </a:xfrm>
          <a:custGeom xmlns:a="http://schemas.openxmlformats.org/drawingml/2006/main">
            <a:pathLst>
              <a:path w="12630" h="438451" fill="none">
                <a:moveTo>
                  <a:pt x="0" y="438451"/>
                </a:moveTo>
                <a:lnTo>
                  <a:pt x="12630" y="438451"/>
                </a:lnTo>
                <a:lnTo>
                  <a:pt x="12630" y="0"/>
                </a:lnTo>
                <a:lnTo>
                  <a:pt x="0" y="0"/>
                </a:lnTo>
                <a:lnTo>
                  <a:pt x="0" y="4384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156C1-961B-4DD5-8785-1A63F00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827" y="1301712"/>
            <a:ext cx="12630" cy="437838"/>
          </a:xfrm>
          <a:custGeom xmlns:a="http://schemas.openxmlformats.org/drawingml/2006/main">
            <a:pathLst>
              <a:path w="12630" h="437838">
                <a:moveTo>
                  <a:pt x="0" y="0"/>
                </a:moveTo>
                <a:lnTo>
                  <a:pt x="12630" y="0"/>
                </a:lnTo>
                <a:lnTo>
                  <a:pt x="12630" y="437838"/>
                </a:lnTo>
                <a:lnTo>
                  <a:pt x="0" y="4378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38C0D-834F-4F41-8496-0F1812AE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826" y="1301712"/>
            <a:ext cx="12630" cy="437847"/>
          </a:xfrm>
          <a:custGeom xmlns:a="http://schemas.openxmlformats.org/drawingml/2006/main">
            <a:pathLst>
              <a:path w="12630" h="437847" fill="none">
                <a:moveTo>
                  <a:pt x="0" y="437847"/>
                </a:moveTo>
                <a:lnTo>
                  <a:pt x="12630" y="437847"/>
                </a:lnTo>
                <a:lnTo>
                  <a:pt x="12630" y="0"/>
                </a:lnTo>
                <a:lnTo>
                  <a:pt x="0" y="0"/>
                </a:lnTo>
                <a:lnTo>
                  <a:pt x="0" y="4378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6A907-3BBF-44C7-AC7F-88F7C4CC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859" y="1319677"/>
            <a:ext cx="12630" cy="419873"/>
          </a:xfrm>
          <a:custGeom xmlns:a="http://schemas.openxmlformats.org/drawingml/2006/main">
            <a:pathLst>
              <a:path w="12630" h="419873">
                <a:moveTo>
                  <a:pt x="0" y="0"/>
                </a:moveTo>
                <a:lnTo>
                  <a:pt x="12630" y="0"/>
                </a:lnTo>
                <a:lnTo>
                  <a:pt x="12630" y="419873"/>
                </a:lnTo>
                <a:lnTo>
                  <a:pt x="0" y="4198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55FCB-43E5-4880-91BF-5FB8D609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859" y="1319678"/>
            <a:ext cx="12630" cy="419882"/>
          </a:xfrm>
          <a:custGeom xmlns:a="http://schemas.openxmlformats.org/drawingml/2006/main">
            <a:pathLst>
              <a:path w="12630" h="419882" fill="none">
                <a:moveTo>
                  <a:pt x="0" y="419882"/>
                </a:moveTo>
                <a:lnTo>
                  <a:pt x="12630" y="419882"/>
                </a:lnTo>
                <a:lnTo>
                  <a:pt x="12630" y="0"/>
                </a:lnTo>
                <a:lnTo>
                  <a:pt x="0" y="0"/>
                </a:lnTo>
                <a:lnTo>
                  <a:pt x="0" y="4198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AF2D4-5DA4-4A6A-9428-BB8257C4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891" y="1308861"/>
            <a:ext cx="12621" cy="430689"/>
          </a:xfrm>
          <a:custGeom xmlns:a="http://schemas.openxmlformats.org/drawingml/2006/main">
            <a:pathLst>
              <a:path w="12621" h="430689">
                <a:moveTo>
                  <a:pt x="0" y="0"/>
                </a:moveTo>
                <a:lnTo>
                  <a:pt x="12621" y="0"/>
                </a:lnTo>
                <a:lnTo>
                  <a:pt x="12621" y="430689"/>
                </a:lnTo>
                <a:lnTo>
                  <a:pt x="0" y="430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6DD76-AE0C-4ECE-9C5F-B9BFBA5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891" y="1308870"/>
            <a:ext cx="12621" cy="430689"/>
          </a:xfrm>
          <a:custGeom xmlns:a="http://schemas.openxmlformats.org/drawingml/2006/main">
            <a:pathLst>
              <a:path w="12621" h="430689" fill="none">
                <a:moveTo>
                  <a:pt x="0" y="430689"/>
                </a:moveTo>
                <a:lnTo>
                  <a:pt x="12621" y="430689"/>
                </a:lnTo>
                <a:lnTo>
                  <a:pt x="12621" y="0"/>
                </a:lnTo>
                <a:lnTo>
                  <a:pt x="0" y="0"/>
                </a:lnTo>
                <a:lnTo>
                  <a:pt x="0" y="430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1668B-7346-4235-A42A-673A8CD6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915" y="1461254"/>
            <a:ext cx="12630" cy="278296"/>
          </a:xfrm>
          <a:custGeom xmlns:a="http://schemas.openxmlformats.org/drawingml/2006/main">
            <a:pathLst>
              <a:path w="12630" h="278296">
                <a:moveTo>
                  <a:pt x="0" y="0"/>
                </a:moveTo>
                <a:lnTo>
                  <a:pt x="12630" y="0"/>
                </a:lnTo>
                <a:lnTo>
                  <a:pt x="12630" y="278296"/>
                </a:lnTo>
                <a:lnTo>
                  <a:pt x="0" y="2782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35F45-70DB-4264-A8E7-988AC16A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915" y="1461264"/>
            <a:ext cx="12630" cy="278296"/>
          </a:xfrm>
          <a:custGeom xmlns:a="http://schemas.openxmlformats.org/drawingml/2006/main">
            <a:pathLst>
              <a:path w="12630" h="278296" fill="none">
                <a:moveTo>
                  <a:pt x="0" y="278296"/>
                </a:moveTo>
                <a:lnTo>
                  <a:pt x="12630" y="278296"/>
                </a:lnTo>
                <a:lnTo>
                  <a:pt x="12630" y="0"/>
                </a:lnTo>
                <a:lnTo>
                  <a:pt x="0" y="0"/>
                </a:lnTo>
                <a:lnTo>
                  <a:pt x="0" y="278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C5866-747F-4DB4-B6BB-0ABF0A90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948" y="1615024"/>
            <a:ext cx="12630" cy="124526"/>
          </a:xfrm>
          <a:custGeom xmlns:a="http://schemas.openxmlformats.org/drawingml/2006/main">
            <a:pathLst>
              <a:path w="12630" h="124526">
                <a:moveTo>
                  <a:pt x="0" y="0"/>
                </a:moveTo>
                <a:lnTo>
                  <a:pt x="12630" y="0"/>
                </a:lnTo>
                <a:lnTo>
                  <a:pt x="12630" y="124526"/>
                </a:lnTo>
                <a:lnTo>
                  <a:pt x="0" y="124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DCFC5-574A-47A5-AF25-98655A51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947" y="1615025"/>
            <a:ext cx="12630" cy="124534"/>
          </a:xfrm>
          <a:custGeom xmlns:a="http://schemas.openxmlformats.org/drawingml/2006/main">
            <a:pathLst>
              <a:path w="12630" h="124534" fill="none">
                <a:moveTo>
                  <a:pt x="0" y="124534"/>
                </a:moveTo>
                <a:lnTo>
                  <a:pt x="12630" y="124534"/>
                </a:lnTo>
                <a:lnTo>
                  <a:pt x="12630" y="0"/>
                </a:lnTo>
                <a:lnTo>
                  <a:pt x="0" y="0"/>
                </a:lnTo>
                <a:lnTo>
                  <a:pt x="0" y="1245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D2B95-FC9F-4DF2-96AF-9DDE6D3D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980" y="1614260"/>
            <a:ext cx="12630" cy="125290"/>
          </a:xfrm>
          <a:custGeom xmlns:a="http://schemas.openxmlformats.org/drawingml/2006/main">
            <a:pathLst>
              <a:path w="12630" h="125290">
                <a:moveTo>
                  <a:pt x="0" y="0"/>
                </a:moveTo>
                <a:lnTo>
                  <a:pt x="12630" y="0"/>
                </a:lnTo>
                <a:lnTo>
                  <a:pt x="12630" y="125290"/>
                </a:lnTo>
                <a:lnTo>
                  <a:pt x="0" y="1252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D2B9E-6014-4E19-9144-4BF9A2BC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980" y="1614261"/>
            <a:ext cx="12630" cy="125298"/>
          </a:xfrm>
          <a:custGeom xmlns:a="http://schemas.openxmlformats.org/drawingml/2006/main">
            <a:pathLst>
              <a:path w="12630" h="125298" fill="none">
                <a:moveTo>
                  <a:pt x="0" y="125298"/>
                </a:moveTo>
                <a:lnTo>
                  <a:pt x="12630" y="125298"/>
                </a:lnTo>
                <a:lnTo>
                  <a:pt x="12630" y="0"/>
                </a:lnTo>
                <a:lnTo>
                  <a:pt x="0" y="0"/>
                </a:lnTo>
                <a:lnTo>
                  <a:pt x="0" y="1252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DC9B11-3D39-4C66-8B15-6A5D0B3E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12" y="1614260"/>
            <a:ext cx="12630" cy="125290"/>
          </a:xfrm>
          <a:custGeom xmlns:a="http://schemas.openxmlformats.org/drawingml/2006/main">
            <a:pathLst>
              <a:path w="12630" h="125290">
                <a:moveTo>
                  <a:pt x="0" y="0"/>
                </a:moveTo>
                <a:lnTo>
                  <a:pt x="12630" y="0"/>
                </a:lnTo>
                <a:lnTo>
                  <a:pt x="12630" y="125290"/>
                </a:lnTo>
                <a:lnTo>
                  <a:pt x="0" y="1252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F09D1-8B65-4269-AB34-AC0B564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012" y="1614261"/>
            <a:ext cx="12630" cy="125298"/>
          </a:xfrm>
          <a:custGeom xmlns:a="http://schemas.openxmlformats.org/drawingml/2006/main">
            <a:pathLst>
              <a:path w="12630" h="125298" fill="none">
                <a:moveTo>
                  <a:pt x="0" y="125298"/>
                </a:moveTo>
                <a:lnTo>
                  <a:pt x="12630" y="125298"/>
                </a:lnTo>
                <a:lnTo>
                  <a:pt x="12630" y="0"/>
                </a:lnTo>
                <a:lnTo>
                  <a:pt x="0" y="0"/>
                </a:lnTo>
                <a:lnTo>
                  <a:pt x="0" y="1252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57CDB-1C1A-41D3-B8B0-86BE421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045" y="1615939"/>
            <a:ext cx="12621" cy="123611"/>
          </a:xfrm>
          <a:custGeom xmlns:a="http://schemas.openxmlformats.org/drawingml/2006/main">
            <a:pathLst>
              <a:path w="12621" h="123611">
                <a:moveTo>
                  <a:pt x="0" y="0"/>
                </a:moveTo>
                <a:lnTo>
                  <a:pt x="12621" y="0"/>
                </a:lnTo>
                <a:lnTo>
                  <a:pt x="12621" y="123611"/>
                </a:lnTo>
                <a:lnTo>
                  <a:pt x="0" y="1236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77F01-325F-4EE5-9251-D8A054E2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044" y="1615940"/>
            <a:ext cx="12621" cy="123620"/>
          </a:xfrm>
          <a:custGeom xmlns:a="http://schemas.openxmlformats.org/drawingml/2006/main">
            <a:pathLst>
              <a:path w="12621" h="123620" fill="none">
                <a:moveTo>
                  <a:pt x="0" y="123620"/>
                </a:moveTo>
                <a:lnTo>
                  <a:pt x="12621" y="123620"/>
                </a:lnTo>
                <a:lnTo>
                  <a:pt x="12621" y="0"/>
                </a:lnTo>
                <a:lnTo>
                  <a:pt x="0" y="0"/>
                </a:lnTo>
                <a:lnTo>
                  <a:pt x="0" y="1236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71C99-7D50-4FF6-B4B2-8CFCF078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69" y="1619748"/>
            <a:ext cx="12630" cy="119810"/>
          </a:xfrm>
          <a:custGeom xmlns:a="http://schemas.openxmlformats.org/drawingml/2006/main">
            <a:pathLst>
              <a:path w="12630" h="119810">
                <a:moveTo>
                  <a:pt x="0" y="0"/>
                </a:moveTo>
                <a:lnTo>
                  <a:pt x="12630" y="0"/>
                </a:lnTo>
                <a:lnTo>
                  <a:pt x="12630" y="119810"/>
                </a:lnTo>
                <a:lnTo>
                  <a:pt x="0" y="1198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62F17-E433-401A-A04E-6CB4EF1D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068" y="1619749"/>
            <a:ext cx="12630" cy="119811"/>
          </a:xfrm>
          <a:custGeom xmlns:a="http://schemas.openxmlformats.org/drawingml/2006/main">
            <a:pathLst>
              <a:path w="12630" h="119811" fill="none">
                <a:moveTo>
                  <a:pt x="0" y="119811"/>
                </a:moveTo>
                <a:lnTo>
                  <a:pt x="12630" y="119811"/>
                </a:lnTo>
                <a:lnTo>
                  <a:pt x="12630" y="0"/>
                </a:lnTo>
                <a:lnTo>
                  <a:pt x="0" y="0"/>
                </a:lnTo>
                <a:lnTo>
                  <a:pt x="0" y="1198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D97B8-AE2D-4F5A-8F5C-D2BF395C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101" y="1593106"/>
            <a:ext cx="12638" cy="146452"/>
          </a:xfrm>
          <a:custGeom xmlns:a="http://schemas.openxmlformats.org/drawingml/2006/main">
            <a:pathLst>
              <a:path w="12638" h="146452">
                <a:moveTo>
                  <a:pt x="0" y="0"/>
                </a:moveTo>
                <a:lnTo>
                  <a:pt x="12638" y="0"/>
                </a:lnTo>
                <a:lnTo>
                  <a:pt x="12638" y="146452"/>
                </a:lnTo>
                <a:lnTo>
                  <a:pt x="0" y="1464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F00A7-5019-4F58-B3C5-F61C4368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100" y="1593107"/>
            <a:ext cx="12630" cy="146452"/>
          </a:xfrm>
          <a:custGeom xmlns:a="http://schemas.openxmlformats.org/drawingml/2006/main">
            <a:pathLst>
              <a:path w="12630" h="146452" fill="none">
                <a:moveTo>
                  <a:pt x="0" y="146452"/>
                </a:moveTo>
                <a:lnTo>
                  <a:pt x="12630" y="146452"/>
                </a:lnTo>
                <a:lnTo>
                  <a:pt x="12630" y="0"/>
                </a:lnTo>
                <a:lnTo>
                  <a:pt x="0" y="0"/>
                </a:lnTo>
                <a:lnTo>
                  <a:pt x="0" y="1464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41FAB-CD4B-4E1D-BC4A-F8395C3E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33" y="1589901"/>
            <a:ext cx="12630" cy="149649"/>
          </a:xfrm>
          <a:custGeom xmlns:a="http://schemas.openxmlformats.org/drawingml/2006/main">
            <a:pathLst>
              <a:path w="12630" h="149649">
                <a:moveTo>
                  <a:pt x="0" y="0"/>
                </a:moveTo>
                <a:lnTo>
                  <a:pt x="12630" y="0"/>
                </a:lnTo>
                <a:lnTo>
                  <a:pt x="12630" y="149649"/>
                </a:lnTo>
                <a:lnTo>
                  <a:pt x="0" y="1496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40BB8-FB0D-4D45-A807-CBDCA4C9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33" y="1589910"/>
            <a:ext cx="12630" cy="149649"/>
          </a:xfrm>
          <a:custGeom xmlns:a="http://schemas.openxmlformats.org/drawingml/2006/main">
            <a:pathLst>
              <a:path w="12630" h="149649" fill="none">
                <a:moveTo>
                  <a:pt x="0" y="149649"/>
                </a:moveTo>
                <a:lnTo>
                  <a:pt x="12630" y="149649"/>
                </a:lnTo>
                <a:lnTo>
                  <a:pt x="12630" y="0"/>
                </a:lnTo>
                <a:lnTo>
                  <a:pt x="0" y="0"/>
                </a:lnTo>
                <a:lnTo>
                  <a:pt x="0" y="1496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106B1-27A6-4642-85A1-CC4B983D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166" y="1589750"/>
            <a:ext cx="12630" cy="149800"/>
          </a:xfrm>
          <a:custGeom xmlns:a="http://schemas.openxmlformats.org/drawingml/2006/main">
            <a:pathLst>
              <a:path w="12630" h="149800">
                <a:moveTo>
                  <a:pt x="0" y="0"/>
                </a:moveTo>
                <a:lnTo>
                  <a:pt x="12630" y="0"/>
                </a:lnTo>
                <a:lnTo>
                  <a:pt x="12630" y="149800"/>
                </a:lnTo>
                <a:lnTo>
                  <a:pt x="0" y="149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1CFBD-E1FC-4B09-A146-0AF695A9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165" y="1589750"/>
            <a:ext cx="12630" cy="149810"/>
          </a:xfrm>
          <a:custGeom xmlns:a="http://schemas.openxmlformats.org/drawingml/2006/main">
            <a:pathLst>
              <a:path w="12630" h="149810" fill="none">
                <a:moveTo>
                  <a:pt x="0" y="149810"/>
                </a:moveTo>
                <a:lnTo>
                  <a:pt x="12630" y="149810"/>
                </a:lnTo>
                <a:lnTo>
                  <a:pt x="12630" y="0"/>
                </a:lnTo>
                <a:lnTo>
                  <a:pt x="0" y="0"/>
                </a:lnTo>
                <a:lnTo>
                  <a:pt x="0" y="1498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F276E8-7794-4635-B5CF-3A805D8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198" y="1589901"/>
            <a:ext cx="12622" cy="149649"/>
          </a:xfrm>
          <a:custGeom xmlns:a="http://schemas.openxmlformats.org/drawingml/2006/main">
            <a:pathLst>
              <a:path w="12622" h="149649">
                <a:moveTo>
                  <a:pt x="0" y="0"/>
                </a:moveTo>
                <a:lnTo>
                  <a:pt x="12622" y="0"/>
                </a:lnTo>
                <a:lnTo>
                  <a:pt x="12622" y="149649"/>
                </a:lnTo>
                <a:lnTo>
                  <a:pt x="0" y="1496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15269-4E56-48BE-BA00-02D1770D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197" y="1589910"/>
            <a:ext cx="12622" cy="149649"/>
          </a:xfrm>
          <a:custGeom xmlns:a="http://schemas.openxmlformats.org/drawingml/2006/main">
            <a:pathLst>
              <a:path w="12622" h="149649" fill="none">
                <a:moveTo>
                  <a:pt x="0" y="149649"/>
                </a:moveTo>
                <a:lnTo>
                  <a:pt x="12622" y="149649"/>
                </a:lnTo>
                <a:lnTo>
                  <a:pt x="12622" y="0"/>
                </a:lnTo>
                <a:lnTo>
                  <a:pt x="0" y="0"/>
                </a:lnTo>
                <a:lnTo>
                  <a:pt x="0" y="1496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65CDE-C61F-4CBF-80F9-A3FA80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213" y="1590975"/>
            <a:ext cx="12638" cy="148584"/>
          </a:xfrm>
          <a:custGeom xmlns:a="http://schemas.openxmlformats.org/drawingml/2006/main">
            <a:pathLst>
              <a:path w="12638" h="148584">
                <a:moveTo>
                  <a:pt x="0" y="0"/>
                </a:moveTo>
                <a:lnTo>
                  <a:pt x="12638" y="0"/>
                </a:lnTo>
                <a:lnTo>
                  <a:pt x="12638" y="148584"/>
                </a:lnTo>
                <a:lnTo>
                  <a:pt x="0" y="1485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9EEF1-ADA1-4DF5-ACA3-A55B783B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221" y="1590975"/>
            <a:ext cx="12630" cy="148584"/>
          </a:xfrm>
          <a:custGeom xmlns:a="http://schemas.openxmlformats.org/drawingml/2006/main">
            <a:pathLst>
              <a:path w="12630" h="148584" fill="none">
                <a:moveTo>
                  <a:pt x="0" y="148584"/>
                </a:moveTo>
                <a:lnTo>
                  <a:pt x="12630" y="148584"/>
                </a:lnTo>
                <a:lnTo>
                  <a:pt x="12630" y="0"/>
                </a:lnTo>
                <a:lnTo>
                  <a:pt x="0" y="0"/>
                </a:lnTo>
                <a:lnTo>
                  <a:pt x="0" y="1485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1DADF-633C-4769-BD64-1D018F1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254" y="1591428"/>
            <a:ext cx="12630" cy="148131"/>
          </a:xfrm>
          <a:custGeom xmlns:a="http://schemas.openxmlformats.org/drawingml/2006/main">
            <a:pathLst>
              <a:path w="12630" h="148131">
                <a:moveTo>
                  <a:pt x="0" y="0"/>
                </a:moveTo>
                <a:lnTo>
                  <a:pt x="12630" y="0"/>
                </a:lnTo>
                <a:lnTo>
                  <a:pt x="12630" y="148131"/>
                </a:lnTo>
                <a:lnTo>
                  <a:pt x="0" y="1481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71CBA-ABB4-4555-B8E4-746BA9E0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254" y="1591428"/>
            <a:ext cx="12630" cy="148131"/>
          </a:xfrm>
          <a:custGeom xmlns:a="http://schemas.openxmlformats.org/drawingml/2006/main">
            <a:pathLst>
              <a:path w="12630" h="148131" fill="none">
                <a:moveTo>
                  <a:pt x="0" y="148131"/>
                </a:moveTo>
                <a:lnTo>
                  <a:pt x="12630" y="148131"/>
                </a:lnTo>
                <a:lnTo>
                  <a:pt x="12630" y="0"/>
                </a:lnTo>
                <a:lnTo>
                  <a:pt x="0" y="0"/>
                </a:lnTo>
                <a:lnTo>
                  <a:pt x="0" y="1481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948F3C-DFE8-4521-8DDB-D02B57AD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286" y="1592191"/>
            <a:ext cx="12630" cy="147367"/>
          </a:xfrm>
          <a:custGeom xmlns:a="http://schemas.openxmlformats.org/drawingml/2006/main">
            <a:pathLst>
              <a:path w="12630" h="147367">
                <a:moveTo>
                  <a:pt x="0" y="0"/>
                </a:moveTo>
                <a:lnTo>
                  <a:pt x="12630" y="0"/>
                </a:lnTo>
                <a:lnTo>
                  <a:pt x="12630" y="147367"/>
                </a:lnTo>
                <a:lnTo>
                  <a:pt x="0" y="1473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78150-42D0-44C1-94E4-ECA3580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286" y="1592192"/>
            <a:ext cx="12630" cy="147368"/>
          </a:xfrm>
          <a:custGeom xmlns:a="http://schemas.openxmlformats.org/drawingml/2006/main">
            <a:pathLst>
              <a:path w="12630" h="147368" fill="none">
                <a:moveTo>
                  <a:pt x="0" y="147368"/>
                </a:moveTo>
                <a:lnTo>
                  <a:pt x="12630" y="147368"/>
                </a:lnTo>
                <a:lnTo>
                  <a:pt x="12630" y="0"/>
                </a:lnTo>
                <a:lnTo>
                  <a:pt x="0" y="0"/>
                </a:lnTo>
                <a:lnTo>
                  <a:pt x="0" y="1473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E5639-BD75-4F0D-99B9-B4F5924A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319" y="1592494"/>
            <a:ext cx="12630" cy="147065"/>
          </a:xfrm>
          <a:custGeom xmlns:a="http://schemas.openxmlformats.org/drawingml/2006/main">
            <a:pathLst>
              <a:path w="12630" h="147065">
                <a:moveTo>
                  <a:pt x="0" y="0"/>
                </a:moveTo>
                <a:lnTo>
                  <a:pt x="12630" y="0"/>
                </a:lnTo>
                <a:lnTo>
                  <a:pt x="12630" y="147065"/>
                </a:lnTo>
                <a:lnTo>
                  <a:pt x="0" y="1470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D34AE-C15D-412F-8A45-746DAB9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318" y="1592494"/>
            <a:ext cx="12630" cy="147065"/>
          </a:xfrm>
          <a:custGeom xmlns:a="http://schemas.openxmlformats.org/drawingml/2006/main">
            <a:pathLst>
              <a:path w="12630" h="147065" fill="none">
                <a:moveTo>
                  <a:pt x="0" y="147065"/>
                </a:moveTo>
                <a:lnTo>
                  <a:pt x="12630" y="147065"/>
                </a:lnTo>
                <a:lnTo>
                  <a:pt x="12630" y="0"/>
                </a:lnTo>
                <a:lnTo>
                  <a:pt x="0" y="0"/>
                </a:lnTo>
                <a:lnTo>
                  <a:pt x="0" y="1470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40D9F-28FA-4497-BBEC-BACB3400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351" y="1588231"/>
            <a:ext cx="12621" cy="151319"/>
          </a:xfrm>
          <a:custGeom xmlns:a="http://schemas.openxmlformats.org/drawingml/2006/main">
            <a:pathLst>
              <a:path w="12621" h="151319">
                <a:moveTo>
                  <a:pt x="0" y="0"/>
                </a:moveTo>
                <a:lnTo>
                  <a:pt x="12621" y="0"/>
                </a:lnTo>
                <a:lnTo>
                  <a:pt x="12621" y="151319"/>
                </a:lnTo>
                <a:lnTo>
                  <a:pt x="0" y="1513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E37FE-EA87-4374-8D54-D76AD74D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351" y="1588232"/>
            <a:ext cx="12621" cy="151328"/>
          </a:xfrm>
          <a:custGeom xmlns:a="http://schemas.openxmlformats.org/drawingml/2006/main">
            <a:pathLst>
              <a:path w="12621" h="151328" fill="none">
                <a:moveTo>
                  <a:pt x="0" y="151328"/>
                </a:moveTo>
                <a:lnTo>
                  <a:pt x="12621" y="151328"/>
                </a:lnTo>
                <a:lnTo>
                  <a:pt x="12621" y="0"/>
                </a:lnTo>
                <a:lnTo>
                  <a:pt x="0" y="0"/>
                </a:lnTo>
                <a:lnTo>
                  <a:pt x="0" y="1513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3CDE0-6949-447B-A910-D2F00F92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75" y="1587618"/>
            <a:ext cx="12630" cy="151932"/>
          </a:xfrm>
          <a:custGeom xmlns:a="http://schemas.openxmlformats.org/drawingml/2006/main">
            <a:pathLst>
              <a:path w="12630" h="151932">
                <a:moveTo>
                  <a:pt x="0" y="0"/>
                </a:moveTo>
                <a:lnTo>
                  <a:pt x="12630" y="0"/>
                </a:lnTo>
                <a:lnTo>
                  <a:pt x="12630" y="151932"/>
                </a:lnTo>
                <a:lnTo>
                  <a:pt x="0" y="1519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FB39E-6A1D-4CB8-96C0-FD7222F8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74" y="1587619"/>
            <a:ext cx="12630" cy="151940"/>
          </a:xfrm>
          <a:custGeom xmlns:a="http://schemas.openxmlformats.org/drawingml/2006/main">
            <a:pathLst>
              <a:path w="12630" h="151940" fill="none">
                <a:moveTo>
                  <a:pt x="0" y="151940"/>
                </a:moveTo>
                <a:lnTo>
                  <a:pt x="12630" y="151940"/>
                </a:lnTo>
                <a:lnTo>
                  <a:pt x="12630" y="0"/>
                </a:lnTo>
                <a:lnTo>
                  <a:pt x="0" y="0"/>
                </a:lnTo>
                <a:lnTo>
                  <a:pt x="0" y="1519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DCEB7-3B24-4589-8E7C-DE2564D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07" y="1576047"/>
            <a:ext cx="12630" cy="163503"/>
          </a:xfrm>
          <a:custGeom xmlns:a="http://schemas.openxmlformats.org/drawingml/2006/main">
            <a:pathLst>
              <a:path w="12630" h="163503">
                <a:moveTo>
                  <a:pt x="0" y="0"/>
                </a:moveTo>
                <a:lnTo>
                  <a:pt x="12630" y="0"/>
                </a:lnTo>
                <a:lnTo>
                  <a:pt x="12630" y="163503"/>
                </a:lnTo>
                <a:lnTo>
                  <a:pt x="0" y="1635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42545-095C-4D9C-A036-C71A550E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07" y="1576056"/>
            <a:ext cx="12630" cy="163503"/>
          </a:xfrm>
          <a:custGeom xmlns:a="http://schemas.openxmlformats.org/drawingml/2006/main">
            <a:pathLst>
              <a:path w="12630" h="163503" fill="none">
                <a:moveTo>
                  <a:pt x="0" y="163503"/>
                </a:moveTo>
                <a:lnTo>
                  <a:pt x="12630" y="163503"/>
                </a:lnTo>
                <a:lnTo>
                  <a:pt x="12630" y="0"/>
                </a:lnTo>
                <a:lnTo>
                  <a:pt x="0" y="0"/>
                </a:lnTo>
                <a:lnTo>
                  <a:pt x="0" y="1635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A9F3B-BF03-4E21-B7B9-F942E59A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440" y="1309776"/>
            <a:ext cx="1056" cy="429774"/>
          </a:xfrm>
          <a:custGeom xmlns:a="http://schemas.openxmlformats.org/drawingml/2006/main">
            <a:pathLst>
              <a:path w="1056" h="429774">
                <a:moveTo>
                  <a:pt x="0" y="0"/>
                </a:moveTo>
                <a:lnTo>
                  <a:pt x="1056" y="0"/>
                </a:lnTo>
                <a:lnTo>
                  <a:pt x="1056" y="429774"/>
                </a:lnTo>
                <a:lnTo>
                  <a:pt x="0" y="4297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FDAB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FDD1F-B8AA-4E5F-B321-A1E7E75B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439" y="1309785"/>
            <a:ext cx="1050" cy="429774"/>
          </a:xfrm>
          <a:custGeom xmlns:a="http://schemas.openxmlformats.org/drawingml/2006/main">
            <a:pathLst>
              <a:path w="1050" h="429774" fill="none">
                <a:moveTo>
                  <a:pt x="0" y="429774"/>
                </a:moveTo>
                <a:lnTo>
                  <a:pt x="1050" y="429774"/>
                </a:lnTo>
                <a:moveTo>
                  <a:pt x="1050" y="0"/>
                </a:moveTo>
                <a:lnTo>
                  <a:pt x="0" y="0"/>
                </a:lnTo>
                <a:lnTo>
                  <a:pt x="0" y="429774"/>
                </a:lnTo>
              </a:path>
            </a:pathLst>
          </a:custGeom>
          <a:noFill xmlns:a="http://schemas.openxmlformats.org/drawingml/2006/main"/>
          <a:ln xmlns:a="http://schemas.openxmlformats.org/drawingml/2006/main" w="8420" cap="flat">
            <a:solidFill>
              <a:srgbClr val="A7CF8B"/>
            </a:solidFill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F23E0-F106-405F-88AA-61538467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844" y="1739556"/>
            <a:ext cx="10" cy="29369"/>
          </a:xfrm>
          <a:custGeom xmlns:a="http://schemas.openxmlformats.org/drawingml/2006/main">
            <a:pathLst>
              <a:path w="1" h="29369" fill="none">
                <a:moveTo>
                  <a:pt x="0" y="0"/>
                </a:moveTo>
                <a:lnTo>
                  <a:pt x="0" y="29369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B5781-3E28-43CC-80A2-E9FB3EC1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635" y="1799555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31737-2208-4FBB-BD1B-829CB054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61" y="1843642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166D5-493E-478D-BFB4-629D2778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148" y="1799555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7F778-CC57-4E4C-AE01-6B450FE2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835" y="1799555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69BCB-2E57-4D17-AA40-4C3AB32D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457" y="1739557"/>
            <a:ext cx="10" cy="29369"/>
          </a:xfrm>
          <a:custGeom xmlns:a="http://schemas.openxmlformats.org/drawingml/2006/main">
            <a:pathLst>
              <a:path w="1" h="29369" fill="none">
                <a:moveTo>
                  <a:pt x="0" y="0"/>
                </a:moveTo>
                <a:lnTo>
                  <a:pt x="0" y="29369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9014AB-5421-467F-8F89-F1213751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246" y="1799555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AEDB1-8277-4B15-99E9-F173CB7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873" y="1843643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955AD6-35A0-4915-A5FB-80AE570A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760" y="1799555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55AEC-26A7-4ECB-983B-F3E686E4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74" y="1799555"/>
            <a:ext cx="33234" cy="52936"/>
          </a:xfrm>
          <a:custGeom xmlns:a="http://schemas.openxmlformats.org/drawingml/2006/main">
            <a:pathLst>
              <a:path w="33234" h="52936">
                <a:moveTo>
                  <a:pt x="8516" y="47019"/>
                </a:moveTo>
                <a:lnTo>
                  <a:pt x="33234" y="47019"/>
                </a:lnTo>
                <a:lnTo>
                  <a:pt x="33234" y="52936"/>
                </a:lnTo>
                <a:lnTo>
                  <a:pt x="0" y="52936"/>
                </a:lnTo>
                <a:lnTo>
                  <a:pt x="0" y="47019"/>
                </a:lnTo>
                <a:cubicBezTo>
                  <a:pt x="2685" y="44255"/>
                  <a:pt x="6347" y="40547"/>
                  <a:pt x="10985" y="35896"/>
                </a:cubicBezTo>
                <a:cubicBezTo>
                  <a:pt x="15630" y="31238"/>
                  <a:pt x="18547" y="28233"/>
                  <a:pt x="19736" y="26881"/>
                </a:cubicBezTo>
                <a:cubicBezTo>
                  <a:pt x="22003" y="24354"/>
                  <a:pt x="23585" y="22215"/>
                  <a:pt x="24482" y="20461"/>
                </a:cubicBezTo>
                <a:cubicBezTo>
                  <a:pt x="25387" y="18708"/>
                  <a:pt x="25840" y="16984"/>
                  <a:pt x="25840" y="15290"/>
                </a:cubicBezTo>
                <a:cubicBezTo>
                  <a:pt x="25840" y="12526"/>
                  <a:pt x="24864" y="10275"/>
                  <a:pt x="22912" y="8537"/>
                </a:cubicBezTo>
                <a:cubicBezTo>
                  <a:pt x="20959" y="6791"/>
                  <a:pt x="18416" y="5918"/>
                  <a:pt x="15282" y="5918"/>
                </a:cubicBezTo>
                <a:cubicBezTo>
                  <a:pt x="13060" y="5918"/>
                  <a:pt x="10715" y="6300"/>
                  <a:pt x="8247" y="7066"/>
                </a:cubicBezTo>
                <a:cubicBezTo>
                  <a:pt x="5786" y="7831"/>
                  <a:pt x="3153" y="8994"/>
                  <a:pt x="348" y="10554"/>
                </a:cubicBezTo>
                <a:lnTo>
                  <a:pt x="348" y="3444"/>
                </a:lnTo>
                <a:cubicBezTo>
                  <a:pt x="3198" y="2307"/>
                  <a:pt x="5861" y="1449"/>
                  <a:pt x="8337" y="869"/>
                </a:cubicBezTo>
                <a:cubicBezTo>
                  <a:pt x="10820" y="290"/>
                  <a:pt x="13090" y="0"/>
                  <a:pt x="15147" y="0"/>
                </a:cubicBezTo>
                <a:cubicBezTo>
                  <a:pt x="20570" y="0"/>
                  <a:pt x="24894" y="1348"/>
                  <a:pt x="28118" y="4045"/>
                </a:cubicBezTo>
                <a:cubicBezTo>
                  <a:pt x="31342" y="6735"/>
                  <a:pt x="32954" y="10331"/>
                  <a:pt x="32954" y="14833"/>
                </a:cubicBezTo>
                <a:cubicBezTo>
                  <a:pt x="32954" y="16973"/>
                  <a:pt x="32550" y="19001"/>
                  <a:pt x="31742" y="20918"/>
                </a:cubicBezTo>
                <a:cubicBezTo>
                  <a:pt x="30941" y="22828"/>
                  <a:pt x="29475" y="25083"/>
                  <a:pt x="27343" y="27683"/>
                </a:cubicBezTo>
                <a:cubicBezTo>
                  <a:pt x="26760" y="28359"/>
                  <a:pt x="24901" y="30306"/>
                  <a:pt x="21767" y="33523"/>
                </a:cubicBezTo>
                <a:cubicBezTo>
                  <a:pt x="18640" y="36740"/>
                  <a:pt x="14223" y="41238"/>
                  <a:pt x="8516" y="4701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FE594-9590-411A-A022-25AD2C14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068" y="1739557"/>
            <a:ext cx="10" cy="29369"/>
          </a:xfrm>
          <a:custGeom xmlns:a="http://schemas.openxmlformats.org/drawingml/2006/main">
            <a:pathLst>
              <a:path w="1" h="29369" fill="none">
                <a:moveTo>
                  <a:pt x="0" y="0"/>
                </a:moveTo>
                <a:lnTo>
                  <a:pt x="0" y="29369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921D9-33BD-4C78-BC03-F9EFC768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859" y="1799556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28B9E-86BC-4315-B780-F887491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486" y="1843644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0F7E8-D790-4D96-8799-CFDCD6A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72" y="1799556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45B2E-2C86-4BEF-A71A-F534E14B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836" y="1800492"/>
            <a:ext cx="38148" cy="52000"/>
          </a:xfrm>
          <a:custGeom xmlns:a="http://schemas.openxmlformats.org/drawingml/2006/main">
            <a:pathLst>
              <a:path w="38148" h="52000">
                <a:moveTo>
                  <a:pt x="23630" y="6129"/>
                </a:moveTo>
                <a:lnTo>
                  <a:pt x="5745" y="33890"/>
                </a:lnTo>
                <a:lnTo>
                  <a:pt x="23630" y="33890"/>
                </a:lnTo>
                <a:lnTo>
                  <a:pt x="23630" y="6129"/>
                </a:lnTo>
                <a:close/>
                <a:moveTo>
                  <a:pt x="21767" y="0"/>
                </a:moveTo>
                <a:lnTo>
                  <a:pt x="30676" y="0"/>
                </a:lnTo>
                <a:lnTo>
                  <a:pt x="30676" y="33890"/>
                </a:lnTo>
                <a:lnTo>
                  <a:pt x="38148" y="33890"/>
                </a:lnTo>
                <a:lnTo>
                  <a:pt x="38148" y="39741"/>
                </a:lnTo>
                <a:lnTo>
                  <a:pt x="30676" y="39741"/>
                </a:lnTo>
                <a:lnTo>
                  <a:pt x="30676" y="52000"/>
                </a:lnTo>
                <a:lnTo>
                  <a:pt x="23630" y="52000"/>
                </a:lnTo>
                <a:lnTo>
                  <a:pt x="23630" y="39741"/>
                </a:lnTo>
                <a:lnTo>
                  <a:pt x="0" y="39741"/>
                </a:lnTo>
                <a:lnTo>
                  <a:pt x="0" y="32954"/>
                </a:lnTo>
                <a:lnTo>
                  <a:pt x="2176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8E85D-595F-46D9-89AC-1F39864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681" y="1739558"/>
            <a:ext cx="10" cy="29369"/>
          </a:xfrm>
          <a:custGeom xmlns:a="http://schemas.openxmlformats.org/drawingml/2006/main">
            <a:pathLst>
              <a:path w="1" h="29369" fill="none">
                <a:moveTo>
                  <a:pt x="0" y="0"/>
                </a:moveTo>
                <a:lnTo>
                  <a:pt x="0" y="29369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A2C83-AE5E-45CA-BC39-2BD75352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471" y="1799556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50C34-9EFD-447E-9D79-3A6B308A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097" y="1843644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6EFFD-2DF6-4BCB-8345-8911E4C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984" y="1799556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91DE8-1308-4902-94D2-077CD4F3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952" y="1799556"/>
            <a:ext cx="36151" cy="53951"/>
          </a:xfrm>
          <a:custGeom xmlns:a="http://schemas.openxmlformats.org/drawingml/2006/main">
            <a:pathLst>
              <a:path w="36151" h="53951">
                <a:moveTo>
                  <a:pt x="18693" y="24139"/>
                </a:moveTo>
                <a:cubicBezTo>
                  <a:pt x="15514" y="24139"/>
                  <a:pt x="12993" y="25220"/>
                  <a:pt x="11130" y="27382"/>
                </a:cubicBezTo>
                <a:cubicBezTo>
                  <a:pt x="9275" y="29537"/>
                  <a:pt x="8348" y="32494"/>
                  <a:pt x="8348" y="36253"/>
                </a:cubicBezTo>
                <a:cubicBezTo>
                  <a:pt x="8348" y="39990"/>
                  <a:pt x="9275" y="42947"/>
                  <a:pt x="11130" y="45124"/>
                </a:cubicBezTo>
                <a:cubicBezTo>
                  <a:pt x="12993" y="47294"/>
                  <a:pt x="15514" y="48378"/>
                  <a:pt x="18693" y="48378"/>
                </a:cubicBezTo>
                <a:cubicBezTo>
                  <a:pt x="21872" y="48378"/>
                  <a:pt x="24389" y="47294"/>
                  <a:pt x="26244" y="45124"/>
                </a:cubicBezTo>
                <a:cubicBezTo>
                  <a:pt x="28099" y="42947"/>
                  <a:pt x="29027" y="39990"/>
                  <a:pt x="29027" y="36253"/>
                </a:cubicBezTo>
                <a:cubicBezTo>
                  <a:pt x="29027" y="32494"/>
                  <a:pt x="28099" y="29537"/>
                  <a:pt x="26244" y="27382"/>
                </a:cubicBezTo>
                <a:cubicBezTo>
                  <a:pt x="24389" y="25220"/>
                  <a:pt x="21872" y="24139"/>
                  <a:pt x="18693" y="24139"/>
                </a:cubicBezTo>
                <a:moveTo>
                  <a:pt x="32752" y="2084"/>
                </a:moveTo>
                <a:lnTo>
                  <a:pt x="32752" y="8492"/>
                </a:lnTo>
                <a:cubicBezTo>
                  <a:pt x="30971" y="7660"/>
                  <a:pt x="29176" y="7025"/>
                  <a:pt x="27366" y="6586"/>
                </a:cubicBezTo>
                <a:cubicBezTo>
                  <a:pt x="25556" y="6141"/>
                  <a:pt x="23761" y="5918"/>
                  <a:pt x="21980" y="5918"/>
                </a:cubicBezTo>
                <a:cubicBezTo>
                  <a:pt x="17305" y="5918"/>
                  <a:pt x="13733" y="7485"/>
                  <a:pt x="11265" y="10621"/>
                </a:cubicBezTo>
                <a:cubicBezTo>
                  <a:pt x="8804" y="13756"/>
                  <a:pt x="7398" y="18492"/>
                  <a:pt x="7046" y="24830"/>
                </a:cubicBezTo>
                <a:cubicBezTo>
                  <a:pt x="8423" y="22809"/>
                  <a:pt x="10151" y="21260"/>
                  <a:pt x="12230" y="20183"/>
                </a:cubicBezTo>
                <a:cubicBezTo>
                  <a:pt x="14317" y="19105"/>
                  <a:pt x="16610" y="18567"/>
                  <a:pt x="19108" y="18567"/>
                </a:cubicBezTo>
                <a:cubicBezTo>
                  <a:pt x="24366" y="18567"/>
                  <a:pt x="28522" y="20153"/>
                  <a:pt x="31573" y="23325"/>
                </a:cubicBezTo>
                <a:cubicBezTo>
                  <a:pt x="34625" y="26491"/>
                  <a:pt x="36151" y="30800"/>
                  <a:pt x="36151" y="36253"/>
                </a:cubicBezTo>
                <a:cubicBezTo>
                  <a:pt x="36151" y="41595"/>
                  <a:pt x="34562" y="45882"/>
                  <a:pt x="31383" y="49114"/>
                </a:cubicBezTo>
                <a:cubicBezTo>
                  <a:pt x="28204" y="52338"/>
                  <a:pt x="23974" y="53951"/>
                  <a:pt x="18693" y="53951"/>
                </a:cubicBezTo>
                <a:cubicBezTo>
                  <a:pt x="12634" y="53951"/>
                  <a:pt x="8004" y="51647"/>
                  <a:pt x="4802" y="47041"/>
                </a:cubicBezTo>
                <a:cubicBezTo>
                  <a:pt x="1601" y="42427"/>
                  <a:pt x="0" y="35744"/>
                  <a:pt x="0" y="26992"/>
                </a:cubicBezTo>
                <a:cubicBezTo>
                  <a:pt x="0" y="18775"/>
                  <a:pt x="1964" y="12222"/>
                  <a:pt x="5891" y="7333"/>
                </a:cubicBezTo>
                <a:cubicBezTo>
                  <a:pt x="9818" y="2444"/>
                  <a:pt x="15087" y="0"/>
                  <a:pt x="21700" y="0"/>
                </a:cubicBezTo>
                <a:cubicBezTo>
                  <a:pt x="23480" y="0"/>
                  <a:pt x="25275" y="175"/>
                  <a:pt x="27085" y="524"/>
                </a:cubicBezTo>
                <a:cubicBezTo>
                  <a:pt x="28896" y="873"/>
                  <a:pt x="30784" y="1393"/>
                  <a:pt x="32752" y="20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F35D0-13F5-4D19-8A01-A0FA4C45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294" y="1739558"/>
            <a:ext cx="10" cy="29369"/>
          </a:xfrm>
          <a:custGeom xmlns:a="http://schemas.openxmlformats.org/drawingml/2006/main">
            <a:pathLst>
              <a:path w="1" h="29369" fill="none">
                <a:moveTo>
                  <a:pt x="0" y="0"/>
                </a:moveTo>
                <a:lnTo>
                  <a:pt x="0" y="29369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7B0C9-9CEC-4A80-B2F7-AAB8CCB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084" y="1799557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8F339-C605-482F-B375-463D4D76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9711" y="1843644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D5E79-FFF0-4DEB-ACA9-D0989161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597" y="1799557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7CD32-5508-45E4-966B-CF928C3A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418" y="1799557"/>
            <a:ext cx="35904" cy="53951"/>
          </a:xfrm>
          <a:custGeom xmlns:a="http://schemas.openxmlformats.org/drawingml/2006/main">
            <a:pathLst>
              <a:path w="35904" h="53951">
                <a:moveTo>
                  <a:pt x="17952" y="28240"/>
                </a:moveTo>
                <a:cubicBezTo>
                  <a:pt x="14586" y="28240"/>
                  <a:pt x="11938" y="29135"/>
                  <a:pt x="10008" y="30926"/>
                </a:cubicBezTo>
                <a:cubicBezTo>
                  <a:pt x="8086" y="32717"/>
                  <a:pt x="7125" y="35176"/>
                  <a:pt x="7125" y="38304"/>
                </a:cubicBezTo>
                <a:cubicBezTo>
                  <a:pt x="7125" y="41439"/>
                  <a:pt x="8086" y="43902"/>
                  <a:pt x="10008" y="45693"/>
                </a:cubicBezTo>
                <a:cubicBezTo>
                  <a:pt x="11938" y="47483"/>
                  <a:pt x="14586" y="48378"/>
                  <a:pt x="17952" y="48378"/>
                </a:cubicBezTo>
                <a:cubicBezTo>
                  <a:pt x="21318" y="48378"/>
                  <a:pt x="23970" y="47479"/>
                  <a:pt x="25907" y="45681"/>
                </a:cubicBezTo>
                <a:cubicBezTo>
                  <a:pt x="27852" y="43876"/>
                  <a:pt x="28825" y="41417"/>
                  <a:pt x="28825" y="38304"/>
                </a:cubicBezTo>
                <a:cubicBezTo>
                  <a:pt x="28825" y="35176"/>
                  <a:pt x="27860" y="32717"/>
                  <a:pt x="25930" y="30926"/>
                </a:cubicBezTo>
                <a:cubicBezTo>
                  <a:pt x="24007" y="29135"/>
                  <a:pt x="21348" y="28240"/>
                  <a:pt x="17952" y="28240"/>
                </a:cubicBezTo>
                <a:moveTo>
                  <a:pt x="10872" y="25253"/>
                </a:moveTo>
                <a:cubicBezTo>
                  <a:pt x="7835" y="24510"/>
                  <a:pt x="5468" y="23106"/>
                  <a:pt x="3770" y="21041"/>
                </a:cubicBezTo>
                <a:cubicBezTo>
                  <a:pt x="2079" y="18968"/>
                  <a:pt x="1234" y="16446"/>
                  <a:pt x="1234" y="13474"/>
                </a:cubicBezTo>
                <a:cubicBezTo>
                  <a:pt x="1234" y="9320"/>
                  <a:pt x="2723" y="6037"/>
                  <a:pt x="5700" y="3622"/>
                </a:cubicBezTo>
                <a:cubicBezTo>
                  <a:pt x="8684" y="1207"/>
                  <a:pt x="12769" y="0"/>
                  <a:pt x="17952" y="0"/>
                </a:cubicBezTo>
                <a:cubicBezTo>
                  <a:pt x="23166" y="0"/>
                  <a:pt x="27257" y="1207"/>
                  <a:pt x="30227" y="3622"/>
                </a:cubicBezTo>
                <a:cubicBezTo>
                  <a:pt x="33197" y="6037"/>
                  <a:pt x="34681" y="9320"/>
                  <a:pt x="34681" y="13474"/>
                </a:cubicBezTo>
                <a:cubicBezTo>
                  <a:pt x="34681" y="16446"/>
                  <a:pt x="33832" y="18968"/>
                  <a:pt x="32134" y="21041"/>
                </a:cubicBezTo>
                <a:cubicBezTo>
                  <a:pt x="30444" y="23106"/>
                  <a:pt x="28092" y="24510"/>
                  <a:pt x="25077" y="25253"/>
                </a:cubicBezTo>
                <a:cubicBezTo>
                  <a:pt x="28488" y="26041"/>
                  <a:pt x="31143" y="27586"/>
                  <a:pt x="33043" y="29890"/>
                </a:cubicBezTo>
                <a:cubicBezTo>
                  <a:pt x="34951" y="32185"/>
                  <a:pt x="35904" y="34990"/>
                  <a:pt x="35904" y="38304"/>
                </a:cubicBezTo>
                <a:cubicBezTo>
                  <a:pt x="35904" y="43348"/>
                  <a:pt x="34356" y="47219"/>
                  <a:pt x="31259" y="49916"/>
                </a:cubicBezTo>
                <a:cubicBezTo>
                  <a:pt x="28163" y="52606"/>
                  <a:pt x="23727" y="53951"/>
                  <a:pt x="17952" y="53951"/>
                </a:cubicBezTo>
                <a:cubicBezTo>
                  <a:pt x="12185" y="53951"/>
                  <a:pt x="7749" y="52606"/>
                  <a:pt x="4645" y="49916"/>
                </a:cubicBezTo>
                <a:cubicBezTo>
                  <a:pt x="1548" y="47219"/>
                  <a:pt x="0" y="43348"/>
                  <a:pt x="0" y="38304"/>
                </a:cubicBezTo>
                <a:cubicBezTo>
                  <a:pt x="0" y="34990"/>
                  <a:pt x="957" y="32185"/>
                  <a:pt x="2872" y="29890"/>
                </a:cubicBezTo>
                <a:cubicBezTo>
                  <a:pt x="4795" y="27586"/>
                  <a:pt x="7461" y="26041"/>
                  <a:pt x="10872" y="25253"/>
                </a:cubicBezTo>
                <a:moveTo>
                  <a:pt x="8280" y="14142"/>
                </a:moveTo>
                <a:cubicBezTo>
                  <a:pt x="8280" y="16832"/>
                  <a:pt x="9126" y="18931"/>
                  <a:pt x="10816" y="20439"/>
                </a:cubicBezTo>
                <a:cubicBezTo>
                  <a:pt x="12514" y="21947"/>
                  <a:pt x="14893" y="22701"/>
                  <a:pt x="17952" y="22701"/>
                </a:cubicBezTo>
                <a:cubicBezTo>
                  <a:pt x="20997" y="22701"/>
                  <a:pt x="23375" y="21947"/>
                  <a:pt x="25088" y="20439"/>
                </a:cubicBezTo>
                <a:cubicBezTo>
                  <a:pt x="26809" y="18931"/>
                  <a:pt x="27669" y="16832"/>
                  <a:pt x="27669" y="14142"/>
                </a:cubicBezTo>
                <a:cubicBezTo>
                  <a:pt x="27669" y="11445"/>
                  <a:pt x="26809" y="9343"/>
                  <a:pt x="25088" y="7835"/>
                </a:cubicBezTo>
                <a:cubicBezTo>
                  <a:pt x="23375" y="6326"/>
                  <a:pt x="20997" y="5572"/>
                  <a:pt x="17952" y="5572"/>
                </a:cubicBezTo>
                <a:cubicBezTo>
                  <a:pt x="14893" y="5572"/>
                  <a:pt x="12514" y="6326"/>
                  <a:pt x="10816" y="7835"/>
                </a:cubicBezTo>
                <a:cubicBezTo>
                  <a:pt x="9126" y="9343"/>
                  <a:pt x="8280" y="11445"/>
                  <a:pt x="8280" y="141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441BF-2B19-4B55-92D8-00C55377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907" y="1739559"/>
            <a:ext cx="10" cy="29369"/>
          </a:xfrm>
          <a:custGeom xmlns:a="http://schemas.openxmlformats.org/drawingml/2006/main">
            <a:pathLst>
              <a:path w="1" h="29369" fill="none">
                <a:moveTo>
                  <a:pt x="0" y="0"/>
                </a:moveTo>
                <a:lnTo>
                  <a:pt x="0" y="29369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CBFF4-A018-472B-8C49-3E808259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96" y="1799557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841EF-3FE9-432F-B569-6F661DBC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324" y="1843645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CAE39-39FD-445F-92D1-535A8B20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362" y="1800494"/>
            <a:ext cx="31170" cy="52000"/>
          </a:xfrm>
          <a:custGeom xmlns:a="http://schemas.openxmlformats.org/drawingml/2006/main">
            <a:pathLst>
              <a:path w="31170" h="52000">
                <a:moveTo>
                  <a:pt x="1021" y="46083"/>
                </a:moveTo>
                <a:lnTo>
                  <a:pt x="12589" y="46083"/>
                </a:lnTo>
                <a:lnTo>
                  <a:pt x="12589" y="6408"/>
                </a:lnTo>
                <a:lnTo>
                  <a:pt x="0" y="8916"/>
                </a:lnTo>
                <a:lnTo>
                  <a:pt x="0" y="2508"/>
                </a:lnTo>
                <a:lnTo>
                  <a:pt x="12522" y="0"/>
                </a:lnTo>
                <a:lnTo>
                  <a:pt x="19602" y="0"/>
                </a:lnTo>
                <a:lnTo>
                  <a:pt x="19602" y="46083"/>
                </a:lnTo>
                <a:lnTo>
                  <a:pt x="31170" y="46083"/>
                </a:lnTo>
                <a:lnTo>
                  <a:pt x="31170" y="52000"/>
                </a:lnTo>
                <a:lnTo>
                  <a:pt x="1021" y="52000"/>
                </a:lnTo>
                <a:lnTo>
                  <a:pt x="1021" y="46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D912E9-F747-4263-8617-49EF281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897" y="1799557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2F27F-1AB8-4263-A40F-4EF23DF4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520" y="1739559"/>
            <a:ext cx="10" cy="29369"/>
          </a:xfrm>
          <a:custGeom xmlns:a="http://schemas.openxmlformats.org/drawingml/2006/main">
            <a:pathLst>
              <a:path w="1" h="29369" fill="none">
                <a:moveTo>
                  <a:pt x="0" y="0"/>
                </a:moveTo>
                <a:lnTo>
                  <a:pt x="0" y="29369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7D864-1162-4B4A-83BC-A3E58E7D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09" y="1799558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78CE1-18B4-4336-BB23-3BFB5294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936" y="1843645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9E89F-EDB1-4BA2-B798-E9FB51B5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975" y="1800494"/>
            <a:ext cx="31170" cy="52000"/>
          </a:xfrm>
          <a:custGeom xmlns:a="http://schemas.openxmlformats.org/drawingml/2006/main">
            <a:pathLst>
              <a:path w="31170" h="52000">
                <a:moveTo>
                  <a:pt x="1021" y="46083"/>
                </a:moveTo>
                <a:lnTo>
                  <a:pt x="12589" y="46083"/>
                </a:lnTo>
                <a:lnTo>
                  <a:pt x="12589" y="6408"/>
                </a:lnTo>
                <a:lnTo>
                  <a:pt x="0" y="8916"/>
                </a:lnTo>
                <a:lnTo>
                  <a:pt x="0" y="2508"/>
                </a:lnTo>
                <a:lnTo>
                  <a:pt x="12522" y="0"/>
                </a:lnTo>
                <a:lnTo>
                  <a:pt x="19602" y="0"/>
                </a:lnTo>
                <a:lnTo>
                  <a:pt x="19602" y="46083"/>
                </a:lnTo>
                <a:lnTo>
                  <a:pt x="31170" y="46083"/>
                </a:lnTo>
                <a:lnTo>
                  <a:pt x="31170" y="52000"/>
                </a:lnTo>
                <a:lnTo>
                  <a:pt x="1021" y="52000"/>
                </a:lnTo>
                <a:lnTo>
                  <a:pt x="1021" y="46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F9B55-CDB1-41EC-B295-F446A2BD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037" y="1799558"/>
            <a:ext cx="33234" cy="52936"/>
          </a:xfrm>
          <a:custGeom xmlns:a="http://schemas.openxmlformats.org/drawingml/2006/main">
            <a:pathLst>
              <a:path w="33234" h="52936">
                <a:moveTo>
                  <a:pt x="8516" y="47019"/>
                </a:moveTo>
                <a:lnTo>
                  <a:pt x="33234" y="47019"/>
                </a:lnTo>
                <a:lnTo>
                  <a:pt x="33234" y="52936"/>
                </a:lnTo>
                <a:lnTo>
                  <a:pt x="0" y="52936"/>
                </a:lnTo>
                <a:lnTo>
                  <a:pt x="0" y="47019"/>
                </a:lnTo>
                <a:cubicBezTo>
                  <a:pt x="2685" y="44255"/>
                  <a:pt x="6347" y="40547"/>
                  <a:pt x="10985" y="35896"/>
                </a:cubicBezTo>
                <a:cubicBezTo>
                  <a:pt x="15630" y="31238"/>
                  <a:pt x="18547" y="28233"/>
                  <a:pt x="19736" y="26881"/>
                </a:cubicBezTo>
                <a:cubicBezTo>
                  <a:pt x="22003" y="24354"/>
                  <a:pt x="23585" y="22215"/>
                  <a:pt x="24482" y="20461"/>
                </a:cubicBezTo>
                <a:cubicBezTo>
                  <a:pt x="25387" y="18708"/>
                  <a:pt x="25840" y="16984"/>
                  <a:pt x="25840" y="15290"/>
                </a:cubicBezTo>
                <a:cubicBezTo>
                  <a:pt x="25840" y="12526"/>
                  <a:pt x="24864" y="10275"/>
                  <a:pt x="22912" y="8537"/>
                </a:cubicBezTo>
                <a:cubicBezTo>
                  <a:pt x="20959" y="6791"/>
                  <a:pt x="18416" y="5918"/>
                  <a:pt x="15282" y="5918"/>
                </a:cubicBezTo>
                <a:cubicBezTo>
                  <a:pt x="13060" y="5918"/>
                  <a:pt x="10715" y="6300"/>
                  <a:pt x="8247" y="7066"/>
                </a:cubicBezTo>
                <a:cubicBezTo>
                  <a:pt x="5786" y="7831"/>
                  <a:pt x="3153" y="8994"/>
                  <a:pt x="348" y="10554"/>
                </a:cubicBezTo>
                <a:lnTo>
                  <a:pt x="348" y="3444"/>
                </a:lnTo>
                <a:cubicBezTo>
                  <a:pt x="3198" y="2307"/>
                  <a:pt x="5861" y="1449"/>
                  <a:pt x="8337" y="869"/>
                </a:cubicBezTo>
                <a:cubicBezTo>
                  <a:pt x="10820" y="290"/>
                  <a:pt x="13090" y="0"/>
                  <a:pt x="15147" y="0"/>
                </a:cubicBezTo>
                <a:cubicBezTo>
                  <a:pt x="20570" y="0"/>
                  <a:pt x="24894" y="1348"/>
                  <a:pt x="28118" y="4045"/>
                </a:cubicBezTo>
                <a:cubicBezTo>
                  <a:pt x="31342" y="6735"/>
                  <a:pt x="32954" y="10331"/>
                  <a:pt x="32954" y="14833"/>
                </a:cubicBezTo>
                <a:cubicBezTo>
                  <a:pt x="32954" y="16973"/>
                  <a:pt x="32550" y="19001"/>
                  <a:pt x="31742" y="20918"/>
                </a:cubicBezTo>
                <a:cubicBezTo>
                  <a:pt x="30941" y="22828"/>
                  <a:pt x="29475" y="25083"/>
                  <a:pt x="27343" y="27683"/>
                </a:cubicBezTo>
                <a:cubicBezTo>
                  <a:pt x="26760" y="28359"/>
                  <a:pt x="24901" y="30306"/>
                  <a:pt x="21767" y="33523"/>
                </a:cubicBezTo>
                <a:cubicBezTo>
                  <a:pt x="18640" y="36740"/>
                  <a:pt x="14223" y="41238"/>
                  <a:pt x="8516" y="4701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EA743-0F8B-4F03-801C-E0C452C1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132" y="1739559"/>
            <a:ext cx="10" cy="29369"/>
          </a:xfrm>
          <a:custGeom xmlns:a="http://schemas.openxmlformats.org/drawingml/2006/main">
            <a:pathLst>
              <a:path w="1" h="29369" fill="none">
                <a:moveTo>
                  <a:pt x="0" y="0"/>
                </a:moveTo>
                <a:lnTo>
                  <a:pt x="0" y="29369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9DB22-5D8F-4523-A52C-10484FB2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921" y="1799558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FECF5-336E-44C9-892B-D1CA494A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548" y="1843646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8D7DE-F0F7-4C20-940D-62EDF876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587" y="1800494"/>
            <a:ext cx="31170" cy="52000"/>
          </a:xfrm>
          <a:custGeom xmlns:a="http://schemas.openxmlformats.org/drawingml/2006/main">
            <a:pathLst>
              <a:path w="31170" h="52000">
                <a:moveTo>
                  <a:pt x="1021" y="46083"/>
                </a:moveTo>
                <a:lnTo>
                  <a:pt x="12589" y="46083"/>
                </a:lnTo>
                <a:lnTo>
                  <a:pt x="12589" y="6408"/>
                </a:lnTo>
                <a:lnTo>
                  <a:pt x="0" y="8916"/>
                </a:lnTo>
                <a:lnTo>
                  <a:pt x="0" y="2508"/>
                </a:lnTo>
                <a:lnTo>
                  <a:pt x="12522" y="0"/>
                </a:lnTo>
                <a:lnTo>
                  <a:pt x="19602" y="0"/>
                </a:lnTo>
                <a:lnTo>
                  <a:pt x="19602" y="46083"/>
                </a:lnTo>
                <a:lnTo>
                  <a:pt x="31170" y="46083"/>
                </a:lnTo>
                <a:lnTo>
                  <a:pt x="31170" y="52000"/>
                </a:lnTo>
                <a:lnTo>
                  <a:pt x="1021" y="52000"/>
                </a:lnTo>
                <a:lnTo>
                  <a:pt x="1021" y="46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BFC09-8FD4-4EAF-859D-3768BBD8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898" y="1800494"/>
            <a:ext cx="38148" cy="52000"/>
          </a:xfrm>
          <a:custGeom xmlns:a="http://schemas.openxmlformats.org/drawingml/2006/main">
            <a:pathLst>
              <a:path w="38148" h="52000">
                <a:moveTo>
                  <a:pt x="23630" y="6129"/>
                </a:moveTo>
                <a:lnTo>
                  <a:pt x="5745" y="33890"/>
                </a:lnTo>
                <a:lnTo>
                  <a:pt x="23630" y="33890"/>
                </a:lnTo>
                <a:lnTo>
                  <a:pt x="23630" y="6129"/>
                </a:lnTo>
                <a:close/>
                <a:moveTo>
                  <a:pt x="21767" y="0"/>
                </a:moveTo>
                <a:lnTo>
                  <a:pt x="30676" y="0"/>
                </a:lnTo>
                <a:lnTo>
                  <a:pt x="30676" y="33890"/>
                </a:lnTo>
                <a:lnTo>
                  <a:pt x="38148" y="33890"/>
                </a:lnTo>
                <a:lnTo>
                  <a:pt x="38148" y="39741"/>
                </a:lnTo>
                <a:lnTo>
                  <a:pt x="30676" y="39741"/>
                </a:lnTo>
                <a:lnTo>
                  <a:pt x="30676" y="52000"/>
                </a:lnTo>
                <a:lnTo>
                  <a:pt x="23630" y="52000"/>
                </a:lnTo>
                <a:lnTo>
                  <a:pt x="23630" y="39741"/>
                </a:lnTo>
                <a:lnTo>
                  <a:pt x="0" y="39741"/>
                </a:lnTo>
                <a:lnTo>
                  <a:pt x="0" y="32954"/>
                </a:lnTo>
                <a:lnTo>
                  <a:pt x="2176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0A989-AE81-48A2-84A9-CD53A9FC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798" y="1903089"/>
            <a:ext cx="44005" cy="52000"/>
          </a:xfrm>
          <a:custGeom xmlns:a="http://schemas.openxmlformats.org/drawingml/2006/main">
            <a:pathLst>
              <a:path w="44005" h="52000">
                <a:moveTo>
                  <a:pt x="7080" y="5784"/>
                </a:moveTo>
                <a:lnTo>
                  <a:pt x="7080" y="46216"/>
                </a:lnTo>
                <a:lnTo>
                  <a:pt x="15641" y="46216"/>
                </a:lnTo>
                <a:cubicBezTo>
                  <a:pt x="22867" y="46216"/>
                  <a:pt x="28155" y="44593"/>
                  <a:pt x="31506" y="41346"/>
                </a:cubicBezTo>
                <a:cubicBezTo>
                  <a:pt x="34857" y="38092"/>
                  <a:pt x="36533" y="32958"/>
                  <a:pt x="36533" y="25944"/>
                </a:cubicBezTo>
                <a:cubicBezTo>
                  <a:pt x="36533" y="18983"/>
                  <a:pt x="34857" y="13882"/>
                  <a:pt x="31506" y="10643"/>
                </a:cubicBezTo>
                <a:cubicBezTo>
                  <a:pt x="28155" y="7404"/>
                  <a:pt x="22867" y="5784"/>
                  <a:pt x="15641" y="5784"/>
                </a:cubicBezTo>
                <a:lnTo>
                  <a:pt x="7080" y="5784"/>
                </a:lnTo>
                <a:close/>
                <a:moveTo>
                  <a:pt x="0" y="0"/>
                </a:moveTo>
                <a:lnTo>
                  <a:pt x="14553" y="0"/>
                </a:lnTo>
                <a:cubicBezTo>
                  <a:pt x="24696" y="0"/>
                  <a:pt x="32138" y="2095"/>
                  <a:pt x="36881" y="6286"/>
                </a:cubicBezTo>
                <a:cubicBezTo>
                  <a:pt x="41630" y="10476"/>
                  <a:pt x="44005" y="17029"/>
                  <a:pt x="44005" y="25944"/>
                </a:cubicBezTo>
                <a:cubicBezTo>
                  <a:pt x="44005" y="34912"/>
                  <a:pt x="41619" y="41498"/>
                  <a:pt x="36847" y="45704"/>
                </a:cubicBezTo>
                <a:cubicBezTo>
                  <a:pt x="32082" y="49901"/>
                  <a:pt x="24651" y="52000"/>
                  <a:pt x="14553" y="52000"/>
                </a:cubicBezTo>
                <a:lnTo>
                  <a:pt x="0" y="52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9ED63A-E20E-4759-B6D3-28B31352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093" y="1903089"/>
            <a:ext cx="40785" cy="52000"/>
          </a:xfrm>
          <a:custGeom xmlns:a="http://schemas.openxmlformats.org/drawingml/2006/main">
            <a:pathLst>
              <a:path w="40785" h="52000">
                <a:moveTo>
                  <a:pt x="24830" y="27616"/>
                </a:moveTo>
                <a:cubicBezTo>
                  <a:pt x="26349" y="28129"/>
                  <a:pt x="27826" y="29221"/>
                  <a:pt x="29262" y="30893"/>
                </a:cubicBezTo>
                <a:cubicBezTo>
                  <a:pt x="30698" y="32564"/>
                  <a:pt x="32142" y="34864"/>
                  <a:pt x="33593" y="37791"/>
                </a:cubicBezTo>
                <a:lnTo>
                  <a:pt x="40785" y="52000"/>
                </a:lnTo>
                <a:lnTo>
                  <a:pt x="33167" y="52000"/>
                </a:lnTo>
                <a:lnTo>
                  <a:pt x="26480" y="38660"/>
                </a:lnTo>
                <a:cubicBezTo>
                  <a:pt x="24744" y="35176"/>
                  <a:pt x="23065" y="32865"/>
                  <a:pt x="21442" y="31728"/>
                </a:cubicBezTo>
                <a:cubicBezTo>
                  <a:pt x="19818" y="30592"/>
                  <a:pt x="17604" y="30023"/>
                  <a:pt x="14799" y="30023"/>
                </a:cubicBezTo>
                <a:lnTo>
                  <a:pt x="7080" y="30023"/>
                </a:lnTo>
                <a:lnTo>
                  <a:pt x="7080" y="52000"/>
                </a:lnTo>
                <a:lnTo>
                  <a:pt x="0" y="52000"/>
                </a:lnTo>
                <a:lnTo>
                  <a:pt x="0" y="0"/>
                </a:lnTo>
                <a:lnTo>
                  <a:pt x="15989" y="0"/>
                </a:lnTo>
                <a:cubicBezTo>
                  <a:pt x="21973" y="0"/>
                  <a:pt x="26438" y="1245"/>
                  <a:pt x="29386" y="3733"/>
                </a:cubicBezTo>
                <a:cubicBezTo>
                  <a:pt x="32333" y="6215"/>
                  <a:pt x="33806" y="9963"/>
                  <a:pt x="33806" y="14978"/>
                </a:cubicBezTo>
                <a:cubicBezTo>
                  <a:pt x="33806" y="18255"/>
                  <a:pt x="33040" y="20974"/>
                  <a:pt x="31506" y="23136"/>
                </a:cubicBezTo>
                <a:cubicBezTo>
                  <a:pt x="29973" y="25291"/>
                  <a:pt x="27747" y="26784"/>
                  <a:pt x="24830" y="27616"/>
                </a:cubicBezTo>
                <a:moveTo>
                  <a:pt x="7080" y="5784"/>
                </a:moveTo>
                <a:lnTo>
                  <a:pt x="7080" y="24239"/>
                </a:lnTo>
                <a:lnTo>
                  <a:pt x="15989" y="24239"/>
                </a:lnTo>
                <a:cubicBezTo>
                  <a:pt x="19400" y="24239"/>
                  <a:pt x="21977" y="23456"/>
                  <a:pt x="23719" y="21888"/>
                </a:cubicBezTo>
                <a:cubicBezTo>
                  <a:pt x="25462" y="20320"/>
                  <a:pt x="26334" y="18017"/>
                  <a:pt x="26334" y="14978"/>
                </a:cubicBezTo>
                <a:cubicBezTo>
                  <a:pt x="26334" y="11939"/>
                  <a:pt x="25462" y="9647"/>
                  <a:pt x="23719" y="8102"/>
                </a:cubicBezTo>
                <a:cubicBezTo>
                  <a:pt x="21977" y="6557"/>
                  <a:pt x="19400" y="5784"/>
                  <a:pt x="15989" y="5784"/>
                </a:cubicBezTo>
                <a:lnTo>
                  <a:pt x="7080" y="57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7BE9D-D085-48F0-A4CF-87DE42A9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629" y="1903089"/>
            <a:ext cx="47966" cy="52000"/>
          </a:xfrm>
          <a:custGeom xmlns:a="http://schemas.openxmlformats.org/drawingml/2006/main">
            <a:pathLst>
              <a:path w="47966" h="52000">
                <a:moveTo>
                  <a:pt x="23989" y="6932"/>
                </a:moveTo>
                <a:lnTo>
                  <a:pt x="14373" y="32809"/>
                </a:lnTo>
                <a:lnTo>
                  <a:pt x="33627" y="32809"/>
                </a:lnTo>
                <a:lnTo>
                  <a:pt x="23989" y="6932"/>
                </a:lnTo>
                <a:close/>
                <a:moveTo>
                  <a:pt x="19983" y="0"/>
                </a:moveTo>
                <a:lnTo>
                  <a:pt x="28017" y="0"/>
                </a:lnTo>
                <a:lnTo>
                  <a:pt x="47966" y="52000"/>
                </a:lnTo>
                <a:lnTo>
                  <a:pt x="40606" y="52000"/>
                </a:lnTo>
                <a:lnTo>
                  <a:pt x="35837" y="38660"/>
                </a:lnTo>
                <a:lnTo>
                  <a:pt x="12241" y="38660"/>
                </a:lnTo>
                <a:lnTo>
                  <a:pt x="7473" y="52000"/>
                </a:lnTo>
                <a:lnTo>
                  <a:pt x="0" y="52000"/>
                </a:lnTo>
                <a:lnTo>
                  <a:pt x="1998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EC45D0-E498-42DC-A6AE-C974BA05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238" y="1903089"/>
            <a:ext cx="47899" cy="52000"/>
          </a:xfrm>
          <a:custGeom xmlns:a="http://schemas.openxmlformats.org/drawingml/2006/main">
            <a:pathLst>
              <a:path w="47899" h="52000">
                <a:moveTo>
                  <a:pt x="0" y="0"/>
                </a:moveTo>
                <a:lnTo>
                  <a:pt x="10558" y="0"/>
                </a:lnTo>
                <a:lnTo>
                  <a:pt x="23910" y="35384"/>
                </a:lnTo>
                <a:lnTo>
                  <a:pt x="37341" y="0"/>
                </a:lnTo>
                <a:lnTo>
                  <a:pt x="47899" y="0"/>
                </a:lnTo>
                <a:lnTo>
                  <a:pt x="47899" y="52000"/>
                </a:lnTo>
                <a:lnTo>
                  <a:pt x="40987" y="52000"/>
                </a:lnTo>
                <a:lnTo>
                  <a:pt x="40987" y="6341"/>
                </a:lnTo>
                <a:lnTo>
                  <a:pt x="27489" y="42004"/>
                </a:lnTo>
                <a:lnTo>
                  <a:pt x="20376" y="42004"/>
                </a:lnTo>
                <a:lnTo>
                  <a:pt x="6878" y="6341"/>
                </a:lnTo>
                <a:lnTo>
                  <a:pt x="6878" y="52000"/>
                </a:lnTo>
                <a:lnTo>
                  <a:pt x="0" y="52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5C037-04E5-4596-8C76-31174C9D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535" y="1903089"/>
            <a:ext cx="47966" cy="52000"/>
          </a:xfrm>
          <a:custGeom xmlns:a="http://schemas.openxmlformats.org/drawingml/2006/main">
            <a:pathLst>
              <a:path w="47966" h="52000">
                <a:moveTo>
                  <a:pt x="23989" y="6932"/>
                </a:moveTo>
                <a:lnTo>
                  <a:pt x="14373" y="32809"/>
                </a:lnTo>
                <a:lnTo>
                  <a:pt x="33627" y="32809"/>
                </a:lnTo>
                <a:lnTo>
                  <a:pt x="23989" y="6932"/>
                </a:lnTo>
                <a:close/>
                <a:moveTo>
                  <a:pt x="19983" y="0"/>
                </a:moveTo>
                <a:lnTo>
                  <a:pt x="28017" y="0"/>
                </a:lnTo>
                <a:lnTo>
                  <a:pt x="47966" y="52000"/>
                </a:lnTo>
                <a:lnTo>
                  <a:pt x="40606" y="52000"/>
                </a:lnTo>
                <a:lnTo>
                  <a:pt x="35837" y="38660"/>
                </a:lnTo>
                <a:lnTo>
                  <a:pt x="12241" y="38660"/>
                </a:lnTo>
                <a:lnTo>
                  <a:pt x="7473" y="52000"/>
                </a:lnTo>
                <a:lnTo>
                  <a:pt x="0" y="52000"/>
                </a:lnTo>
                <a:lnTo>
                  <a:pt x="1998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3A8F8-677F-4668-A732-85A72DEA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801" y="1915148"/>
            <a:ext cx="31069" cy="40956"/>
          </a:xfrm>
          <a:custGeom xmlns:a="http://schemas.openxmlformats.org/drawingml/2006/main">
            <a:pathLst>
              <a:path w="31069" h="40956">
                <a:moveTo>
                  <a:pt x="31069" y="2430"/>
                </a:moveTo>
                <a:lnTo>
                  <a:pt x="31069" y="8425"/>
                </a:lnTo>
                <a:cubicBezTo>
                  <a:pt x="29243" y="7422"/>
                  <a:pt x="27415" y="6672"/>
                  <a:pt x="25582" y="6174"/>
                </a:cubicBezTo>
                <a:cubicBezTo>
                  <a:pt x="23749" y="5676"/>
                  <a:pt x="21898" y="5427"/>
                  <a:pt x="20028" y="5427"/>
                </a:cubicBezTo>
                <a:cubicBezTo>
                  <a:pt x="15839" y="5427"/>
                  <a:pt x="12585" y="6746"/>
                  <a:pt x="10266" y="9384"/>
                </a:cubicBezTo>
                <a:cubicBezTo>
                  <a:pt x="7955" y="12014"/>
                  <a:pt x="6799" y="15710"/>
                  <a:pt x="6799" y="20472"/>
                </a:cubicBezTo>
                <a:cubicBezTo>
                  <a:pt x="6799" y="25235"/>
                  <a:pt x="7955" y="28935"/>
                  <a:pt x="10266" y="31572"/>
                </a:cubicBezTo>
                <a:cubicBezTo>
                  <a:pt x="12585" y="34203"/>
                  <a:pt x="15839" y="35518"/>
                  <a:pt x="20028" y="35518"/>
                </a:cubicBezTo>
                <a:cubicBezTo>
                  <a:pt x="21898" y="35518"/>
                  <a:pt x="23749" y="35269"/>
                  <a:pt x="25582" y="34771"/>
                </a:cubicBezTo>
                <a:cubicBezTo>
                  <a:pt x="27415" y="34273"/>
                  <a:pt x="29243" y="33523"/>
                  <a:pt x="31069" y="32520"/>
                </a:cubicBezTo>
                <a:lnTo>
                  <a:pt x="31069" y="38449"/>
                </a:lnTo>
                <a:cubicBezTo>
                  <a:pt x="29266" y="39281"/>
                  <a:pt x="27400" y="39905"/>
                  <a:pt x="25470" y="40321"/>
                </a:cubicBezTo>
                <a:cubicBezTo>
                  <a:pt x="23547" y="40744"/>
                  <a:pt x="21498" y="40956"/>
                  <a:pt x="19321" y="40956"/>
                </a:cubicBezTo>
                <a:cubicBezTo>
                  <a:pt x="13404" y="40956"/>
                  <a:pt x="8703" y="39110"/>
                  <a:pt x="5217" y="35417"/>
                </a:cubicBezTo>
                <a:cubicBezTo>
                  <a:pt x="1739" y="31725"/>
                  <a:pt x="0" y="26743"/>
                  <a:pt x="0" y="20472"/>
                </a:cubicBezTo>
                <a:cubicBezTo>
                  <a:pt x="0" y="14113"/>
                  <a:pt x="1758" y="9113"/>
                  <a:pt x="5273" y="5472"/>
                </a:cubicBezTo>
                <a:cubicBezTo>
                  <a:pt x="8797" y="1824"/>
                  <a:pt x="13621" y="0"/>
                  <a:pt x="19747" y="0"/>
                </a:cubicBezTo>
                <a:cubicBezTo>
                  <a:pt x="21730" y="0"/>
                  <a:pt x="23667" y="204"/>
                  <a:pt x="25559" y="613"/>
                </a:cubicBezTo>
                <a:cubicBezTo>
                  <a:pt x="27452" y="1014"/>
                  <a:pt x="29288" y="1620"/>
                  <a:pt x="31069" y="24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D367C-DBF3-4118-9A2A-8D14050A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252" y="1905006"/>
            <a:ext cx="24505" cy="50083"/>
          </a:xfrm>
          <a:custGeom xmlns:a="http://schemas.openxmlformats.org/drawingml/2006/main">
            <a:pathLst>
              <a:path w="24505" h="50083">
                <a:moveTo>
                  <a:pt x="11220" y="0"/>
                </a:moveTo>
                <a:lnTo>
                  <a:pt x="11220" y="11078"/>
                </a:lnTo>
                <a:lnTo>
                  <a:pt x="24505" y="11078"/>
                </a:lnTo>
                <a:lnTo>
                  <a:pt x="24505" y="16059"/>
                </a:lnTo>
                <a:lnTo>
                  <a:pt x="11220" y="16059"/>
                </a:lnTo>
                <a:lnTo>
                  <a:pt x="11220" y="37234"/>
                </a:lnTo>
                <a:cubicBezTo>
                  <a:pt x="11220" y="40414"/>
                  <a:pt x="11658" y="42457"/>
                  <a:pt x="12533" y="43363"/>
                </a:cubicBezTo>
                <a:cubicBezTo>
                  <a:pt x="13408" y="44270"/>
                  <a:pt x="15192" y="44723"/>
                  <a:pt x="17885" y="44723"/>
                </a:cubicBezTo>
                <a:lnTo>
                  <a:pt x="24505" y="44723"/>
                </a:lnTo>
                <a:lnTo>
                  <a:pt x="24505" y="50083"/>
                </a:lnTo>
                <a:lnTo>
                  <a:pt x="17885" y="50083"/>
                </a:lnTo>
                <a:cubicBezTo>
                  <a:pt x="12903" y="50083"/>
                  <a:pt x="9466" y="49162"/>
                  <a:pt x="7574" y="47320"/>
                </a:cubicBezTo>
                <a:cubicBezTo>
                  <a:pt x="5681" y="45470"/>
                  <a:pt x="4735" y="42108"/>
                  <a:pt x="4735" y="37234"/>
                </a:cubicBezTo>
                <a:lnTo>
                  <a:pt x="4735" y="16059"/>
                </a:lnTo>
                <a:lnTo>
                  <a:pt x="0" y="16059"/>
                </a:lnTo>
                <a:lnTo>
                  <a:pt x="0" y="11078"/>
                </a:lnTo>
                <a:lnTo>
                  <a:pt x="4735" y="11078"/>
                </a:lnTo>
                <a:lnTo>
                  <a:pt x="4735" y="0"/>
                </a:lnTo>
                <a:lnTo>
                  <a:pt x="112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A3745-9A8C-44BD-B7A3-6CCEC0FD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2243" y="1900894"/>
            <a:ext cx="6452" cy="54196"/>
          </a:xfrm>
          <a:custGeom xmlns:a="http://schemas.openxmlformats.org/drawingml/2006/main">
            <a:pathLst>
              <a:path w="6452" h="54196">
                <a:moveTo>
                  <a:pt x="0" y="15190"/>
                </a:moveTo>
                <a:lnTo>
                  <a:pt x="6452" y="15190"/>
                </a:lnTo>
                <a:lnTo>
                  <a:pt x="6452" y="54196"/>
                </a:lnTo>
                <a:lnTo>
                  <a:pt x="0" y="54196"/>
                </a:lnTo>
                <a:lnTo>
                  <a:pt x="0" y="15190"/>
                </a:lnTo>
                <a:close/>
                <a:moveTo>
                  <a:pt x="0" y="0"/>
                </a:moveTo>
                <a:lnTo>
                  <a:pt x="6452" y="0"/>
                </a:lnTo>
                <a:lnTo>
                  <a:pt x="6452" y="8124"/>
                </a:lnTo>
                <a:lnTo>
                  <a:pt x="0" y="81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20888-E149-4715-B358-75740806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571" y="1916084"/>
            <a:ext cx="38216" cy="39006"/>
          </a:xfrm>
          <a:custGeom xmlns:a="http://schemas.openxmlformats.org/drawingml/2006/main">
            <a:pathLst>
              <a:path w="38216" h="39006">
                <a:moveTo>
                  <a:pt x="0" y="0"/>
                </a:moveTo>
                <a:lnTo>
                  <a:pt x="6833" y="0"/>
                </a:lnTo>
                <a:lnTo>
                  <a:pt x="19108" y="32731"/>
                </a:lnTo>
                <a:lnTo>
                  <a:pt x="31383" y="0"/>
                </a:lnTo>
                <a:lnTo>
                  <a:pt x="38216" y="0"/>
                </a:lnTo>
                <a:lnTo>
                  <a:pt x="23484" y="39006"/>
                </a:lnTo>
                <a:lnTo>
                  <a:pt x="14721" y="390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9F77E-1137-445E-B102-BC8C7062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91" y="1900894"/>
            <a:ext cx="6452" cy="54196"/>
          </a:xfrm>
          <a:custGeom xmlns:a="http://schemas.openxmlformats.org/drawingml/2006/main">
            <a:pathLst>
              <a:path w="6452" h="54196">
                <a:moveTo>
                  <a:pt x="0" y="15190"/>
                </a:moveTo>
                <a:lnTo>
                  <a:pt x="6452" y="15190"/>
                </a:lnTo>
                <a:lnTo>
                  <a:pt x="6452" y="54196"/>
                </a:lnTo>
                <a:lnTo>
                  <a:pt x="0" y="54196"/>
                </a:lnTo>
                <a:lnTo>
                  <a:pt x="0" y="15190"/>
                </a:lnTo>
                <a:close/>
                <a:moveTo>
                  <a:pt x="0" y="0"/>
                </a:moveTo>
                <a:lnTo>
                  <a:pt x="6452" y="0"/>
                </a:lnTo>
                <a:lnTo>
                  <a:pt x="6452" y="8124"/>
                </a:lnTo>
                <a:lnTo>
                  <a:pt x="0" y="81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06755-C0DE-4A71-8A0F-09402F21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805" y="1905006"/>
            <a:ext cx="24505" cy="50083"/>
          </a:xfrm>
          <a:custGeom xmlns:a="http://schemas.openxmlformats.org/drawingml/2006/main">
            <a:pathLst>
              <a:path w="24505" h="50083">
                <a:moveTo>
                  <a:pt x="11220" y="0"/>
                </a:moveTo>
                <a:lnTo>
                  <a:pt x="11220" y="11078"/>
                </a:lnTo>
                <a:lnTo>
                  <a:pt x="24505" y="11078"/>
                </a:lnTo>
                <a:lnTo>
                  <a:pt x="24505" y="16059"/>
                </a:lnTo>
                <a:lnTo>
                  <a:pt x="11220" y="16059"/>
                </a:lnTo>
                <a:lnTo>
                  <a:pt x="11220" y="37234"/>
                </a:lnTo>
                <a:cubicBezTo>
                  <a:pt x="11220" y="40414"/>
                  <a:pt x="11658" y="42457"/>
                  <a:pt x="12533" y="43363"/>
                </a:cubicBezTo>
                <a:cubicBezTo>
                  <a:pt x="13408" y="44270"/>
                  <a:pt x="15192" y="44723"/>
                  <a:pt x="17885" y="44723"/>
                </a:cubicBezTo>
                <a:lnTo>
                  <a:pt x="24505" y="44723"/>
                </a:lnTo>
                <a:lnTo>
                  <a:pt x="24505" y="50083"/>
                </a:lnTo>
                <a:lnTo>
                  <a:pt x="17885" y="50083"/>
                </a:lnTo>
                <a:cubicBezTo>
                  <a:pt x="12903" y="50083"/>
                  <a:pt x="9466" y="49162"/>
                  <a:pt x="7574" y="47320"/>
                </a:cubicBezTo>
                <a:cubicBezTo>
                  <a:pt x="5681" y="45470"/>
                  <a:pt x="4735" y="42108"/>
                  <a:pt x="4735" y="37234"/>
                </a:cubicBezTo>
                <a:lnTo>
                  <a:pt x="4735" y="16059"/>
                </a:lnTo>
                <a:lnTo>
                  <a:pt x="0" y="16059"/>
                </a:lnTo>
                <a:lnTo>
                  <a:pt x="0" y="11078"/>
                </a:lnTo>
                <a:lnTo>
                  <a:pt x="4735" y="11078"/>
                </a:lnTo>
                <a:lnTo>
                  <a:pt x="4735" y="0"/>
                </a:lnTo>
                <a:lnTo>
                  <a:pt x="112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D577D-DDE9-4FF8-A681-5846270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174" y="1916084"/>
            <a:ext cx="38216" cy="53839"/>
          </a:xfrm>
          <a:custGeom xmlns:a="http://schemas.openxmlformats.org/drawingml/2006/main">
            <a:pathLst>
              <a:path w="38216" h="53839">
                <a:moveTo>
                  <a:pt x="20959" y="42628"/>
                </a:moveTo>
                <a:cubicBezTo>
                  <a:pt x="19142" y="47271"/>
                  <a:pt x="17365" y="50299"/>
                  <a:pt x="15630" y="51711"/>
                </a:cubicBezTo>
                <a:cubicBezTo>
                  <a:pt x="13902" y="53130"/>
                  <a:pt x="11590" y="53839"/>
                  <a:pt x="8696" y="53839"/>
                </a:cubicBezTo>
                <a:lnTo>
                  <a:pt x="3534" y="53839"/>
                </a:lnTo>
                <a:lnTo>
                  <a:pt x="3534" y="48479"/>
                </a:lnTo>
                <a:lnTo>
                  <a:pt x="7327" y="48479"/>
                </a:lnTo>
                <a:cubicBezTo>
                  <a:pt x="9100" y="48479"/>
                  <a:pt x="10476" y="48059"/>
                  <a:pt x="11456" y="47219"/>
                </a:cubicBezTo>
                <a:cubicBezTo>
                  <a:pt x="12443" y="46387"/>
                  <a:pt x="13531" y="44415"/>
                  <a:pt x="14721" y="41302"/>
                </a:cubicBezTo>
                <a:lnTo>
                  <a:pt x="15877" y="38382"/>
                </a:lnTo>
                <a:lnTo>
                  <a:pt x="0" y="0"/>
                </a:lnTo>
                <a:lnTo>
                  <a:pt x="6833" y="0"/>
                </a:lnTo>
                <a:lnTo>
                  <a:pt x="19108" y="30503"/>
                </a:lnTo>
                <a:lnTo>
                  <a:pt x="31383" y="0"/>
                </a:lnTo>
                <a:lnTo>
                  <a:pt x="38216" y="0"/>
                </a:lnTo>
                <a:lnTo>
                  <a:pt x="20959" y="426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F3865-AD46-4EEF-AD48-87A899E0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274" y="1739560"/>
            <a:ext cx="29568" cy="10"/>
          </a:xfrm>
          <a:custGeom xmlns:a="http://schemas.openxmlformats.org/drawingml/2006/main">
            <a:pathLst>
              <a:path w="29568" h="1" fill="none">
                <a:moveTo>
                  <a:pt x="295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60AC2-8737-42CD-9C2C-E4FFFCE9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240" y="1713722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4B976-233C-4437-A907-51108AC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67" y="1757809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050C2-35C0-42A2-803A-2318B1C2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754" y="1713722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A2141-79ED-4F04-A179-F30611EF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274" y="1520333"/>
            <a:ext cx="29568" cy="10"/>
          </a:xfrm>
          <a:custGeom xmlns:a="http://schemas.openxmlformats.org/drawingml/2006/main">
            <a:pathLst>
              <a:path w="29568" h="1" fill="none">
                <a:moveTo>
                  <a:pt x="295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F9283-61D8-4AA0-BE23-11995D58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240" y="1494494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682B7-3082-4B69-8D1B-AC134BCC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67" y="1538583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BB367-57CD-4002-A011-E602B9BD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562" y="1495432"/>
            <a:ext cx="33874" cy="53014"/>
          </a:xfrm>
          <a:custGeom xmlns:a="http://schemas.openxmlformats.org/drawingml/2006/main">
            <a:pathLst>
              <a:path w="33874" h="53014">
                <a:moveTo>
                  <a:pt x="2210" y="0"/>
                </a:moveTo>
                <a:lnTo>
                  <a:pt x="30014" y="0"/>
                </a:lnTo>
                <a:lnTo>
                  <a:pt x="30014" y="5929"/>
                </a:lnTo>
                <a:lnTo>
                  <a:pt x="8696" y="5929"/>
                </a:lnTo>
                <a:lnTo>
                  <a:pt x="8696" y="18667"/>
                </a:lnTo>
                <a:cubicBezTo>
                  <a:pt x="9720" y="18318"/>
                  <a:pt x="10745" y="18058"/>
                  <a:pt x="11770" y="17887"/>
                </a:cubicBezTo>
                <a:cubicBezTo>
                  <a:pt x="12802" y="17716"/>
                  <a:pt x="13834" y="17631"/>
                  <a:pt x="14867" y="17631"/>
                </a:cubicBezTo>
                <a:cubicBezTo>
                  <a:pt x="20709" y="17631"/>
                  <a:pt x="25335" y="19221"/>
                  <a:pt x="28746" y="22400"/>
                </a:cubicBezTo>
                <a:cubicBezTo>
                  <a:pt x="32164" y="25580"/>
                  <a:pt x="33874" y="29886"/>
                  <a:pt x="33874" y="35317"/>
                </a:cubicBezTo>
                <a:cubicBezTo>
                  <a:pt x="33874" y="40912"/>
                  <a:pt x="32120" y="45262"/>
                  <a:pt x="28611" y="48367"/>
                </a:cubicBezTo>
                <a:cubicBezTo>
                  <a:pt x="25103" y="51465"/>
                  <a:pt x="20159" y="53014"/>
                  <a:pt x="13778" y="53014"/>
                </a:cubicBezTo>
                <a:cubicBezTo>
                  <a:pt x="11579" y="53014"/>
                  <a:pt x="9339" y="52829"/>
                  <a:pt x="7057" y="52457"/>
                </a:cubicBezTo>
                <a:cubicBezTo>
                  <a:pt x="4784" y="52086"/>
                  <a:pt x="2431" y="51529"/>
                  <a:pt x="0" y="50786"/>
                </a:cubicBezTo>
                <a:lnTo>
                  <a:pt x="0" y="43709"/>
                </a:lnTo>
                <a:cubicBezTo>
                  <a:pt x="2102" y="44846"/>
                  <a:pt x="4275" y="45693"/>
                  <a:pt x="6519" y="46250"/>
                </a:cubicBezTo>
                <a:cubicBezTo>
                  <a:pt x="8763" y="46807"/>
                  <a:pt x="11134" y="47086"/>
                  <a:pt x="13632" y="47086"/>
                </a:cubicBezTo>
                <a:cubicBezTo>
                  <a:pt x="17679" y="47086"/>
                  <a:pt x="20881" y="46031"/>
                  <a:pt x="23237" y="43921"/>
                </a:cubicBezTo>
                <a:cubicBezTo>
                  <a:pt x="25601" y="41811"/>
                  <a:pt x="26782" y="38943"/>
                  <a:pt x="26782" y="35317"/>
                </a:cubicBezTo>
                <a:cubicBezTo>
                  <a:pt x="26782" y="31699"/>
                  <a:pt x="25601" y="28835"/>
                  <a:pt x="23237" y="26725"/>
                </a:cubicBezTo>
                <a:cubicBezTo>
                  <a:pt x="20881" y="24607"/>
                  <a:pt x="17679" y="23548"/>
                  <a:pt x="13632" y="23548"/>
                </a:cubicBezTo>
                <a:cubicBezTo>
                  <a:pt x="11740" y="23548"/>
                  <a:pt x="9851" y="23756"/>
                  <a:pt x="7966" y="24172"/>
                </a:cubicBezTo>
                <a:cubicBezTo>
                  <a:pt x="6089" y="24588"/>
                  <a:pt x="4170" y="25239"/>
                  <a:pt x="2210" y="26123"/>
                </a:cubicBezTo>
                <a:lnTo>
                  <a:pt x="22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8BBCB-3604-409B-BCDE-2880088B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274" y="1301108"/>
            <a:ext cx="29568" cy="10"/>
          </a:xfrm>
          <a:custGeom xmlns:a="http://schemas.openxmlformats.org/drawingml/2006/main">
            <a:pathLst>
              <a:path w="29568" h="1" fill="none">
                <a:moveTo>
                  <a:pt x="295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flat">
            <a:solidFill>
              <a:srgbClr val="000000"/>
            </a:solidFill>
            <a:round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976CA-7C6F-4C97-B802-F290A968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393" y="1276206"/>
            <a:ext cx="31170" cy="52000"/>
          </a:xfrm>
          <a:custGeom xmlns:a="http://schemas.openxmlformats.org/drawingml/2006/main">
            <a:pathLst>
              <a:path w="31170" h="52000">
                <a:moveTo>
                  <a:pt x="1021" y="46083"/>
                </a:moveTo>
                <a:lnTo>
                  <a:pt x="12589" y="46083"/>
                </a:lnTo>
                <a:lnTo>
                  <a:pt x="12589" y="6408"/>
                </a:lnTo>
                <a:lnTo>
                  <a:pt x="0" y="8916"/>
                </a:lnTo>
                <a:lnTo>
                  <a:pt x="0" y="2508"/>
                </a:lnTo>
                <a:lnTo>
                  <a:pt x="12522" y="0"/>
                </a:lnTo>
                <a:lnTo>
                  <a:pt x="19602" y="0"/>
                </a:lnTo>
                <a:lnTo>
                  <a:pt x="19602" y="46083"/>
                </a:lnTo>
                <a:lnTo>
                  <a:pt x="31170" y="46083"/>
                </a:lnTo>
                <a:lnTo>
                  <a:pt x="31170" y="52000"/>
                </a:lnTo>
                <a:lnTo>
                  <a:pt x="1021" y="52000"/>
                </a:lnTo>
                <a:lnTo>
                  <a:pt x="1021" y="46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5035C-FD93-4DB5-8712-5B7A8916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67" y="1319358"/>
            <a:ext cx="7405" cy="8849"/>
          </a:xfrm>
          <a:custGeom xmlns:a="http://schemas.openxmlformats.org/drawingml/2006/main">
            <a:pathLst>
              <a:path w="7405" h="8849">
                <a:moveTo>
                  <a:pt x="0" y="0"/>
                </a:moveTo>
                <a:lnTo>
                  <a:pt x="7405" y="0"/>
                </a:lnTo>
                <a:lnTo>
                  <a:pt x="7405" y="8849"/>
                </a:lnTo>
                <a:lnTo>
                  <a:pt x="0" y="8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969EC-7D0F-4186-A320-84D40BA2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754" y="1275270"/>
            <a:ext cx="36185" cy="53951"/>
          </a:xfrm>
          <a:custGeom xmlns:a="http://schemas.openxmlformats.org/drawingml/2006/main">
            <a:pathLst>
              <a:path w="36185" h="53951">
                <a:moveTo>
                  <a:pt x="18087" y="5572"/>
                </a:moveTo>
                <a:cubicBezTo>
                  <a:pt x="14444" y="5572"/>
                  <a:pt x="11703" y="7355"/>
                  <a:pt x="9863" y="10922"/>
                </a:cubicBezTo>
                <a:cubicBezTo>
                  <a:pt x="8030" y="14480"/>
                  <a:pt x="7114" y="19837"/>
                  <a:pt x="7114" y="26992"/>
                </a:cubicBezTo>
                <a:cubicBezTo>
                  <a:pt x="7114" y="34117"/>
                  <a:pt x="8030" y="39463"/>
                  <a:pt x="9863" y="43029"/>
                </a:cubicBezTo>
                <a:cubicBezTo>
                  <a:pt x="11703" y="46595"/>
                  <a:pt x="14444" y="48378"/>
                  <a:pt x="18087" y="48378"/>
                </a:cubicBezTo>
                <a:cubicBezTo>
                  <a:pt x="21760" y="48378"/>
                  <a:pt x="24512" y="46595"/>
                  <a:pt x="26345" y="43029"/>
                </a:cubicBezTo>
                <a:cubicBezTo>
                  <a:pt x="28185" y="39463"/>
                  <a:pt x="29105" y="34117"/>
                  <a:pt x="29105" y="26992"/>
                </a:cubicBezTo>
                <a:cubicBezTo>
                  <a:pt x="29105" y="19837"/>
                  <a:pt x="28185" y="14480"/>
                  <a:pt x="26345" y="10922"/>
                </a:cubicBezTo>
                <a:cubicBezTo>
                  <a:pt x="24512" y="7355"/>
                  <a:pt x="21760" y="5572"/>
                  <a:pt x="18087" y="5572"/>
                </a:cubicBezTo>
                <a:moveTo>
                  <a:pt x="18087" y="0"/>
                </a:moveTo>
                <a:cubicBezTo>
                  <a:pt x="23959" y="0"/>
                  <a:pt x="28443" y="2307"/>
                  <a:pt x="31540" y="6921"/>
                </a:cubicBezTo>
                <a:cubicBezTo>
                  <a:pt x="34637" y="11527"/>
                  <a:pt x="36185" y="18218"/>
                  <a:pt x="36185" y="26992"/>
                </a:cubicBezTo>
                <a:cubicBezTo>
                  <a:pt x="36185" y="35744"/>
                  <a:pt x="34637" y="42427"/>
                  <a:pt x="31540" y="47041"/>
                </a:cubicBezTo>
                <a:cubicBezTo>
                  <a:pt x="28443" y="51647"/>
                  <a:pt x="23959" y="53951"/>
                  <a:pt x="18087" y="53951"/>
                </a:cubicBezTo>
                <a:cubicBezTo>
                  <a:pt x="12222" y="53951"/>
                  <a:pt x="7742" y="51647"/>
                  <a:pt x="4645" y="47041"/>
                </a:cubicBezTo>
                <a:cubicBezTo>
                  <a:pt x="1548" y="42427"/>
                  <a:pt x="0" y="35744"/>
                  <a:pt x="0" y="26992"/>
                </a:cubicBezTo>
                <a:cubicBezTo>
                  <a:pt x="0" y="18218"/>
                  <a:pt x="1548" y="11527"/>
                  <a:pt x="4645" y="6921"/>
                </a:cubicBezTo>
                <a:cubicBezTo>
                  <a:pt x="7742" y="2307"/>
                  <a:pt x="12222" y="0"/>
                  <a:pt x="1808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31632-8E6A-4DD8-AE54-BA9B08BB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427" y="1553406"/>
            <a:ext cx="52353" cy="40510"/>
          </a:xfrm>
          <a:custGeom xmlns:a="http://schemas.openxmlformats.org/drawingml/2006/main">
            <a:pathLst>
              <a:path w="52353" h="40510">
                <a:moveTo>
                  <a:pt x="27804" y="15848"/>
                </a:moveTo>
                <a:cubicBezTo>
                  <a:pt x="28320" y="14339"/>
                  <a:pt x="29419" y="12872"/>
                  <a:pt x="31102" y="11445"/>
                </a:cubicBezTo>
                <a:cubicBezTo>
                  <a:pt x="32785" y="10019"/>
                  <a:pt x="35100" y="8585"/>
                  <a:pt x="38048" y="7144"/>
                </a:cubicBezTo>
                <a:lnTo>
                  <a:pt x="52353" y="0"/>
                </a:lnTo>
                <a:lnTo>
                  <a:pt x="52353" y="7567"/>
                </a:lnTo>
                <a:lnTo>
                  <a:pt x="38923" y="14209"/>
                </a:lnTo>
                <a:cubicBezTo>
                  <a:pt x="35414" y="15933"/>
                  <a:pt x="33088" y="17601"/>
                  <a:pt x="31944" y="19213"/>
                </a:cubicBezTo>
                <a:cubicBezTo>
                  <a:pt x="30799" y="20825"/>
                  <a:pt x="30227" y="23025"/>
                  <a:pt x="30227" y="25811"/>
                </a:cubicBezTo>
                <a:lnTo>
                  <a:pt x="30227" y="33478"/>
                </a:lnTo>
                <a:lnTo>
                  <a:pt x="52353" y="33478"/>
                </a:lnTo>
                <a:lnTo>
                  <a:pt x="52353" y="40510"/>
                </a:lnTo>
                <a:lnTo>
                  <a:pt x="0" y="40510"/>
                </a:lnTo>
                <a:lnTo>
                  <a:pt x="0" y="24629"/>
                </a:lnTo>
                <a:cubicBezTo>
                  <a:pt x="0" y="18686"/>
                  <a:pt x="1253" y="14250"/>
                  <a:pt x="3759" y="11323"/>
                </a:cubicBezTo>
                <a:cubicBezTo>
                  <a:pt x="6257" y="8396"/>
                  <a:pt x="10031" y="6932"/>
                  <a:pt x="15080" y="6932"/>
                </a:cubicBezTo>
                <a:cubicBezTo>
                  <a:pt x="18379" y="6932"/>
                  <a:pt x="21116" y="7693"/>
                  <a:pt x="23293" y="9217"/>
                </a:cubicBezTo>
                <a:cubicBezTo>
                  <a:pt x="25462" y="10740"/>
                  <a:pt x="26966" y="12950"/>
                  <a:pt x="27804" y="15848"/>
                </a:cubicBezTo>
                <a:moveTo>
                  <a:pt x="5823" y="33478"/>
                </a:moveTo>
                <a:lnTo>
                  <a:pt x="24404" y="33478"/>
                </a:lnTo>
                <a:lnTo>
                  <a:pt x="24404" y="24629"/>
                </a:lnTo>
                <a:cubicBezTo>
                  <a:pt x="24404" y="21241"/>
                  <a:pt x="23615" y="18682"/>
                  <a:pt x="22036" y="16951"/>
                </a:cubicBezTo>
                <a:cubicBezTo>
                  <a:pt x="20458" y="15220"/>
                  <a:pt x="18139" y="14354"/>
                  <a:pt x="15080" y="14354"/>
                </a:cubicBezTo>
                <a:cubicBezTo>
                  <a:pt x="12020" y="14354"/>
                  <a:pt x="9713" y="15220"/>
                  <a:pt x="8157" y="16951"/>
                </a:cubicBezTo>
                <a:cubicBezTo>
                  <a:pt x="6601" y="18682"/>
                  <a:pt x="5823" y="21241"/>
                  <a:pt x="5823" y="24629"/>
                </a:cubicBezTo>
                <a:lnTo>
                  <a:pt x="5823" y="33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342BA-F0F1-436E-A0C1-CD036A0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567" y="1515727"/>
            <a:ext cx="41234" cy="32954"/>
          </a:xfrm>
          <a:custGeom xmlns:a="http://schemas.openxmlformats.org/drawingml/2006/main">
            <a:pathLst>
              <a:path w="41234" h="32954">
                <a:moveTo>
                  <a:pt x="20477" y="12783"/>
                </a:moveTo>
                <a:cubicBezTo>
                  <a:pt x="20477" y="17961"/>
                  <a:pt x="21071" y="21550"/>
                  <a:pt x="22261" y="23548"/>
                </a:cubicBezTo>
                <a:cubicBezTo>
                  <a:pt x="23450" y="25547"/>
                  <a:pt x="25485" y="26546"/>
                  <a:pt x="28365" y="26546"/>
                </a:cubicBezTo>
                <a:cubicBezTo>
                  <a:pt x="30653" y="26546"/>
                  <a:pt x="32471" y="25796"/>
                  <a:pt x="33818" y="24295"/>
                </a:cubicBezTo>
                <a:cubicBezTo>
                  <a:pt x="35156" y="22794"/>
                  <a:pt x="35826" y="20759"/>
                  <a:pt x="35826" y="18188"/>
                </a:cubicBezTo>
                <a:cubicBezTo>
                  <a:pt x="35826" y="14629"/>
                  <a:pt x="34558" y="11776"/>
                  <a:pt x="32022" y="9629"/>
                </a:cubicBezTo>
                <a:cubicBezTo>
                  <a:pt x="29487" y="7482"/>
                  <a:pt x="26117" y="6408"/>
                  <a:pt x="21913" y="6408"/>
                </a:cubicBezTo>
                <a:lnTo>
                  <a:pt x="20477" y="6408"/>
                </a:lnTo>
                <a:lnTo>
                  <a:pt x="20477" y="12783"/>
                </a:lnTo>
                <a:close/>
                <a:moveTo>
                  <a:pt x="17806" y="0"/>
                </a:moveTo>
                <a:lnTo>
                  <a:pt x="40213" y="0"/>
                </a:lnTo>
                <a:lnTo>
                  <a:pt x="40213" y="6408"/>
                </a:lnTo>
                <a:lnTo>
                  <a:pt x="34255" y="6408"/>
                </a:lnTo>
                <a:cubicBezTo>
                  <a:pt x="36634" y="7872"/>
                  <a:pt x="38392" y="9696"/>
                  <a:pt x="39529" y="11880"/>
                </a:cubicBezTo>
                <a:cubicBezTo>
                  <a:pt x="40666" y="14064"/>
                  <a:pt x="41234" y="16735"/>
                  <a:pt x="41234" y="19893"/>
                </a:cubicBezTo>
                <a:cubicBezTo>
                  <a:pt x="41234" y="23883"/>
                  <a:pt x="40105" y="27059"/>
                  <a:pt x="37846" y="29422"/>
                </a:cubicBezTo>
                <a:cubicBezTo>
                  <a:pt x="35587" y="31777"/>
                  <a:pt x="32565" y="32954"/>
                  <a:pt x="28780" y="32954"/>
                </a:cubicBezTo>
                <a:cubicBezTo>
                  <a:pt x="24366" y="32954"/>
                  <a:pt x="21038" y="31487"/>
                  <a:pt x="18794" y="28552"/>
                </a:cubicBezTo>
                <a:cubicBezTo>
                  <a:pt x="16550" y="25610"/>
                  <a:pt x="15428" y="21227"/>
                  <a:pt x="15428" y="15402"/>
                </a:cubicBezTo>
                <a:lnTo>
                  <a:pt x="15428" y="6408"/>
                </a:lnTo>
                <a:lnTo>
                  <a:pt x="14788" y="6408"/>
                </a:lnTo>
                <a:cubicBezTo>
                  <a:pt x="11819" y="6408"/>
                  <a:pt x="9522" y="7378"/>
                  <a:pt x="7899" y="9317"/>
                </a:cubicBezTo>
                <a:cubicBezTo>
                  <a:pt x="6276" y="11256"/>
                  <a:pt x="5464" y="13979"/>
                  <a:pt x="5464" y="17486"/>
                </a:cubicBezTo>
                <a:cubicBezTo>
                  <a:pt x="5464" y="19715"/>
                  <a:pt x="5733" y="21888"/>
                  <a:pt x="6272" y="24005"/>
                </a:cubicBezTo>
                <a:cubicBezTo>
                  <a:pt x="6811" y="26115"/>
                  <a:pt x="7618" y="28144"/>
                  <a:pt x="8696" y="30090"/>
                </a:cubicBezTo>
                <a:lnTo>
                  <a:pt x="2726" y="30090"/>
                </a:lnTo>
                <a:cubicBezTo>
                  <a:pt x="1814" y="27750"/>
                  <a:pt x="1133" y="25476"/>
                  <a:pt x="684" y="23270"/>
                </a:cubicBezTo>
                <a:cubicBezTo>
                  <a:pt x="228" y="21063"/>
                  <a:pt x="0" y="18916"/>
                  <a:pt x="0" y="16828"/>
                </a:cubicBezTo>
                <a:cubicBezTo>
                  <a:pt x="0" y="11182"/>
                  <a:pt x="1474" y="6965"/>
                  <a:pt x="4421" y="4179"/>
                </a:cubicBezTo>
                <a:cubicBezTo>
                  <a:pt x="7360" y="1393"/>
                  <a:pt x="11822" y="0"/>
                  <a:pt x="1780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DC72E-8F65-4484-A04C-BAF56658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356" y="1482997"/>
            <a:ext cx="50423" cy="24340"/>
          </a:xfrm>
          <a:custGeom xmlns:a="http://schemas.openxmlformats.org/drawingml/2006/main">
            <a:pathLst>
              <a:path w="50423" h="24340">
                <a:moveTo>
                  <a:pt x="0" y="13195"/>
                </a:moveTo>
                <a:lnTo>
                  <a:pt x="11153" y="13195"/>
                </a:lnTo>
                <a:lnTo>
                  <a:pt x="11153" y="0"/>
                </a:lnTo>
                <a:lnTo>
                  <a:pt x="16168" y="0"/>
                </a:lnTo>
                <a:lnTo>
                  <a:pt x="16168" y="13195"/>
                </a:lnTo>
                <a:lnTo>
                  <a:pt x="37486" y="13195"/>
                </a:lnTo>
                <a:cubicBezTo>
                  <a:pt x="40688" y="13195"/>
                  <a:pt x="42745" y="12760"/>
                  <a:pt x="43658" y="11891"/>
                </a:cubicBezTo>
                <a:cubicBezTo>
                  <a:pt x="44570" y="11022"/>
                  <a:pt x="45026" y="9250"/>
                  <a:pt x="45026" y="6575"/>
                </a:cubicBezTo>
                <a:lnTo>
                  <a:pt x="45026" y="0"/>
                </a:lnTo>
                <a:lnTo>
                  <a:pt x="50423" y="0"/>
                </a:lnTo>
                <a:lnTo>
                  <a:pt x="50423" y="6575"/>
                </a:lnTo>
                <a:cubicBezTo>
                  <a:pt x="50423" y="11523"/>
                  <a:pt x="49496" y="14937"/>
                  <a:pt x="47641" y="16817"/>
                </a:cubicBezTo>
                <a:cubicBezTo>
                  <a:pt x="45778" y="18697"/>
                  <a:pt x="42393" y="19637"/>
                  <a:pt x="37486" y="19637"/>
                </a:cubicBezTo>
                <a:lnTo>
                  <a:pt x="16168" y="19637"/>
                </a:lnTo>
                <a:lnTo>
                  <a:pt x="16168" y="24340"/>
                </a:lnTo>
                <a:lnTo>
                  <a:pt x="11153" y="24340"/>
                </a:lnTo>
                <a:lnTo>
                  <a:pt x="11153" y="19637"/>
                </a:lnTo>
                <a:lnTo>
                  <a:pt x="0" y="19637"/>
                </a:lnTo>
                <a:lnTo>
                  <a:pt x="0" y="13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F09D7-850C-458B-97B4-78D899B4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216" y="1468159"/>
            <a:ext cx="54564" cy="6408"/>
          </a:xfrm>
          <a:custGeom xmlns:a="http://schemas.openxmlformats.org/drawingml/2006/main">
            <a:pathLst>
              <a:path w="54564" h="6408">
                <a:moveTo>
                  <a:pt x="15293" y="6408"/>
                </a:moveTo>
                <a:lnTo>
                  <a:pt x="15293" y="0"/>
                </a:lnTo>
                <a:lnTo>
                  <a:pt x="54564" y="0"/>
                </a:lnTo>
                <a:lnTo>
                  <a:pt x="54564" y="6408"/>
                </a:lnTo>
                <a:lnTo>
                  <a:pt x="15293" y="6408"/>
                </a:lnTo>
                <a:close/>
                <a:moveTo>
                  <a:pt x="0" y="6408"/>
                </a:moveTo>
                <a:lnTo>
                  <a:pt x="0" y="0"/>
                </a:lnTo>
                <a:lnTo>
                  <a:pt x="8179" y="0"/>
                </a:lnTo>
                <a:lnTo>
                  <a:pt x="8179" y="6408"/>
                </a:lnTo>
                <a:lnTo>
                  <a:pt x="0" y="64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06141-D197-4F75-BA41-ECFA5FAE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567" y="1421730"/>
            <a:ext cx="41234" cy="35807"/>
          </a:xfrm>
          <a:custGeom xmlns:a="http://schemas.openxmlformats.org/drawingml/2006/main">
            <a:pathLst>
              <a:path w="41234" h="35807">
                <a:moveTo>
                  <a:pt x="5464" y="17909"/>
                </a:moveTo>
                <a:cubicBezTo>
                  <a:pt x="5464" y="21342"/>
                  <a:pt x="6814" y="24057"/>
                  <a:pt x="9515" y="26056"/>
                </a:cubicBezTo>
                <a:cubicBezTo>
                  <a:pt x="12215" y="28054"/>
                  <a:pt x="15914" y="29054"/>
                  <a:pt x="20611" y="29054"/>
                </a:cubicBezTo>
                <a:cubicBezTo>
                  <a:pt x="25309" y="29054"/>
                  <a:pt x="29008" y="28062"/>
                  <a:pt x="31708" y="26078"/>
                </a:cubicBezTo>
                <a:cubicBezTo>
                  <a:pt x="34408" y="24087"/>
                  <a:pt x="35759" y="21364"/>
                  <a:pt x="35759" y="17909"/>
                </a:cubicBezTo>
                <a:cubicBezTo>
                  <a:pt x="35759" y="14492"/>
                  <a:pt x="34405" y="11787"/>
                  <a:pt x="31697" y="9796"/>
                </a:cubicBezTo>
                <a:cubicBezTo>
                  <a:pt x="28982" y="7797"/>
                  <a:pt x="25286" y="6798"/>
                  <a:pt x="20611" y="6798"/>
                </a:cubicBezTo>
                <a:cubicBezTo>
                  <a:pt x="15959" y="6798"/>
                  <a:pt x="12271" y="7797"/>
                  <a:pt x="9548" y="9796"/>
                </a:cubicBezTo>
                <a:cubicBezTo>
                  <a:pt x="6826" y="11787"/>
                  <a:pt x="5464" y="14492"/>
                  <a:pt x="5464" y="17909"/>
                </a:cubicBezTo>
                <a:moveTo>
                  <a:pt x="0" y="17909"/>
                </a:moveTo>
                <a:cubicBezTo>
                  <a:pt x="0" y="12337"/>
                  <a:pt x="1825" y="7961"/>
                  <a:pt x="5475" y="4781"/>
                </a:cubicBezTo>
                <a:cubicBezTo>
                  <a:pt x="9118" y="1594"/>
                  <a:pt x="14164" y="0"/>
                  <a:pt x="20611" y="0"/>
                </a:cubicBezTo>
                <a:cubicBezTo>
                  <a:pt x="27037" y="0"/>
                  <a:pt x="32082" y="1594"/>
                  <a:pt x="35747" y="4781"/>
                </a:cubicBezTo>
                <a:cubicBezTo>
                  <a:pt x="39405" y="7961"/>
                  <a:pt x="41234" y="12337"/>
                  <a:pt x="41234" y="17909"/>
                </a:cubicBezTo>
                <a:cubicBezTo>
                  <a:pt x="41234" y="23504"/>
                  <a:pt x="39405" y="27887"/>
                  <a:pt x="35747" y="31060"/>
                </a:cubicBezTo>
                <a:cubicBezTo>
                  <a:pt x="32082" y="34225"/>
                  <a:pt x="27037" y="35807"/>
                  <a:pt x="20611" y="35807"/>
                </a:cubicBezTo>
                <a:cubicBezTo>
                  <a:pt x="14164" y="35807"/>
                  <a:pt x="9118" y="34225"/>
                  <a:pt x="5475" y="31060"/>
                </a:cubicBezTo>
                <a:cubicBezTo>
                  <a:pt x="1825" y="27887"/>
                  <a:pt x="0" y="23504"/>
                  <a:pt x="0" y="1790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9094B-3B69-4B8D-B6BC-0F9D90E3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842" y="1279185"/>
            <a:ext cx="10" cy="460377"/>
          </a:xfrm>
          <a:custGeom xmlns:a="http://schemas.openxmlformats.org/drawingml/2006/main">
            <a:pathLst>
              <a:path w="1" h="460377" fill="none">
                <a:moveTo>
                  <a:pt x="0" y="4603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sq">
            <a:solidFill>
              <a:srgbClr val="000000"/>
            </a:solidFill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FDA52-ADF5-44D0-A2DA-DD2CEF1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438" y="1279186"/>
            <a:ext cx="10" cy="460377"/>
          </a:xfrm>
          <a:custGeom xmlns:a="http://schemas.openxmlformats.org/drawingml/2006/main">
            <a:pathLst>
              <a:path w="1" h="460377" fill="none">
                <a:moveTo>
                  <a:pt x="0" y="4603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sq">
            <a:solidFill>
              <a:srgbClr val="000000"/>
            </a:solidFill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33DD6-F5E5-479A-A619-EA2D043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841" y="1739564"/>
            <a:ext cx="2104596" cy="10"/>
          </a:xfrm>
          <a:custGeom xmlns:a="http://schemas.openxmlformats.org/drawingml/2006/main">
            <a:pathLst>
              <a:path w="2104596" h="1" fill="none">
                <a:moveTo>
                  <a:pt x="0" y="0"/>
                </a:moveTo>
                <a:lnTo>
                  <a:pt x="2104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sq">
            <a:solidFill>
              <a:srgbClr val="000000"/>
            </a:solidFill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AAADE-15D8-4A17-8F9F-3D529678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841" y="1279187"/>
            <a:ext cx="2104596" cy="10"/>
          </a:xfrm>
          <a:custGeom xmlns:a="http://schemas.openxmlformats.org/drawingml/2006/main">
            <a:pathLst>
              <a:path w="2104596" h="1" fill="none">
                <a:moveTo>
                  <a:pt x="0" y="0"/>
                </a:moveTo>
                <a:lnTo>
                  <a:pt x="2104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36" cap="sq">
            <a:solidFill>
              <a:srgbClr val="000000"/>
            </a:solidFill>
            <a:miter/>
          </a:ln>
        </p:spPr>
      </p:sp>
      <p:sp>
        <p:nvSpPr>
          <p:cNvPr id="642" name="Text (">
            <a:extLst xmlns:a="http://schemas.openxmlformats.org/drawingml/2006/main">
              <a:ext uri="{FF2B5EF4-FFF2-40B4-BE49-F238E27FC236}">
                <a16:creationId xmlns:a16="http://schemas.microsoft.com/office/drawing/2014/main" id="{4BAECDDB-C161-434F-A487-BC49C7EF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57" y="74035"/>
            <a:ext cx="85316" cy="216839"/>
          </a:xfrm>
          <a:custGeom xmlns:a="http://schemas.openxmlformats.org/drawingml/2006/main">
            <a:pathLst>
              <a:path w="85316" h="216839">
                <a:moveTo>
                  <a:pt x="40122" y="216839"/>
                </a:moveTo>
                <a:lnTo>
                  <a:pt x="18145" y="216839"/>
                </a:lnTo>
                <a:cubicBezTo>
                  <a:pt x="11984" y="202474"/>
                  <a:pt x="7420" y="187939"/>
                  <a:pt x="4452" y="173234"/>
                </a:cubicBezTo>
                <a:cubicBezTo>
                  <a:pt x="1484" y="158531"/>
                  <a:pt x="0" y="145049"/>
                  <a:pt x="0" y="132788"/>
                </a:cubicBezTo>
                <a:cubicBezTo>
                  <a:pt x="0" y="117444"/>
                  <a:pt x="2461" y="102045"/>
                  <a:pt x="7382" y="86591"/>
                </a:cubicBezTo>
                <a:cubicBezTo>
                  <a:pt x="12303" y="71134"/>
                  <a:pt x="19836" y="55396"/>
                  <a:pt x="29979" y="39375"/>
                </a:cubicBezTo>
                <a:cubicBezTo>
                  <a:pt x="36365" y="29145"/>
                  <a:pt x="46621" y="16020"/>
                  <a:pt x="60747" y="0"/>
                </a:cubicBezTo>
                <a:lnTo>
                  <a:pt x="85316" y="0"/>
                </a:lnTo>
                <a:cubicBezTo>
                  <a:pt x="70965" y="16847"/>
                  <a:pt x="59901" y="32679"/>
                  <a:pt x="52125" y="47497"/>
                </a:cubicBezTo>
                <a:cubicBezTo>
                  <a:pt x="44348" y="62315"/>
                  <a:pt x="38544" y="78449"/>
                  <a:pt x="34712" y="95899"/>
                </a:cubicBezTo>
                <a:cubicBezTo>
                  <a:pt x="30880" y="113347"/>
                  <a:pt x="28964" y="130419"/>
                  <a:pt x="28964" y="147115"/>
                </a:cubicBezTo>
                <a:cubicBezTo>
                  <a:pt x="28964" y="158397"/>
                  <a:pt x="29810" y="169379"/>
                  <a:pt x="31500" y="180060"/>
                </a:cubicBezTo>
                <a:cubicBezTo>
                  <a:pt x="33191" y="190740"/>
                  <a:pt x="36065" y="203000"/>
                  <a:pt x="40122" y="2168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Text a">
            <a:extLst xmlns:a="http://schemas.openxmlformats.org/drawingml/2006/main">
              <a:ext uri="{FF2B5EF4-FFF2-40B4-BE49-F238E27FC236}">
                <a16:creationId xmlns:a16="http://schemas.microsoft.com/office/drawing/2014/main" id="{1AE910D5-8478-494B-9EB5-A218A931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42" y="119567"/>
            <a:ext cx="112702" cy="125550"/>
          </a:xfrm>
          <a:custGeom xmlns:a="http://schemas.openxmlformats.org/drawingml/2006/main">
            <a:pathLst>
              <a:path w="112702" h="125550">
                <a:moveTo>
                  <a:pt x="44517" y="36741"/>
                </a:moveTo>
                <a:lnTo>
                  <a:pt x="12961" y="34057"/>
                </a:lnTo>
                <a:cubicBezTo>
                  <a:pt x="16567" y="23381"/>
                  <a:pt x="22860" y="15036"/>
                  <a:pt x="31838" y="9023"/>
                </a:cubicBezTo>
                <a:cubicBezTo>
                  <a:pt x="40817" y="3008"/>
                  <a:pt x="52707" y="0"/>
                  <a:pt x="67509" y="0"/>
                </a:cubicBezTo>
                <a:cubicBezTo>
                  <a:pt x="82911" y="0"/>
                  <a:pt x="94294" y="3103"/>
                  <a:pt x="101657" y="9309"/>
                </a:cubicBezTo>
                <a:cubicBezTo>
                  <a:pt x="109021" y="15512"/>
                  <a:pt x="112702" y="23088"/>
                  <a:pt x="112702" y="32036"/>
                </a:cubicBezTo>
                <a:cubicBezTo>
                  <a:pt x="112702" y="35647"/>
                  <a:pt x="112383" y="39483"/>
                  <a:pt x="111744" y="43545"/>
                </a:cubicBezTo>
                <a:cubicBezTo>
                  <a:pt x="111106" y="47605"/>
                  <a:pt x="108870" y="58284"/>
                  <a:pt x="105039" y="75581"/>
                </a:cubicBezTo>
                <a:cubicBezTo>
                  <a:pt x="101883" y="89868"/>
                  <a:pt x="100305" y="99871"/>
                  <a:pt x="100305" y="105588"/>
                </a:cubicBezTo>
                <a:cubicBezTo>
                  <a:pt x="100305" y="110702"/>
                  <a:pt x="101207" y="116379"/>
                  <a:pt x="103010" y="122620"/>
                </a:cubicBezTo>
                <a:lnTo>
                  <a:pt x="71566" y="122620"/>
                </a:lnTo>
                <a:cubicBezTo>
                  <a:pt x="70289" y="118262"/>
                  <a:pt x="69500" y="113754"/>
                  <a:pt x="69199" y="109096"/>
                </a:cubicBezTo>
                <a:cubicBezTo>
                  <a:pt x="64466" y="114355"/>
                  <a:pt x="59018" y="118413"/>
                  <a:pt x="52857" y="121268"/>
                </a:cubicBezTo>
                <a:cubicBezTo>
                  <a:pt x="46696" y="124123"/>
                  <a:pt x="40498" y="125550"/>
                  <a:pt x="34262" y="125550"/>
                </a:cubicBezTo>
                <a:cubicBezTo>
                  <a:pt x="24344" y="125550"/>
                  <a:pt x="16154" y="122296"/>
                  <a:pt x="9692" y="115788"/>
                </a:cubicBezTo>
                <a:cubicBezTo>
                  <a:pt x="3231" y="109279"/>
                  <a:pt x="0" y="100908"/>
                  <a:pt x="0" y="90676"/>
                </a:cubicBezTo>
                <a:cubicBezTo>
                  <a:pt x="0" y="79239"/>
                  <a:pt x="3550" y="70097"/>
                  <a:pt x="10650" y="63251"/>
                </a:cubicBezTo>
                <a:cubicBezTo>
                  <a:pt x="17751" y="56404"/>
                  <a:pt x="30430" y="52266"/>
                  <a:pt x="48687" y="50836"/>
                </a:cubicBezTo>
                <a:cubicBezTo>
                  <a:pt x="64090" y="49556"/>
                  <a:pt x="74384" y="48014"/>
                  <a:pt x="79568" y="46208"/>
                </a:cubicBezTo>
                <a:cubicBezTo>
                  <a:pt x="80920" y="41700"/>
                  <a:pt x="81596" y="38093"/>
                  <a:pt x="81596" y="35389"/>
                </a:cubicBezTo>
                <a:cubicBezTo>
                  <a:pt x="81596" y="31932"/>
                  <a:pt x="80206" y="29040"/>
                  <a:pt x="77426" y="26710"/>
                </a:cubicBezTo>
                <a:cubicBezTo>
                  <a:pt x="74647" y="24381"/>
                  <a:pt x="70514" y="23217"/>
                  <a:pt x="65029" y="23217"/>
                </a:cubicBezTo>
                <a:cubicBezTo>
                  <a:pt x="59244" y="23217"/>
                  <a:pt x="54679" y="24391"/>
                  <a:pt x="51336" y="26739"/>
                </a:cubicBezTo>
                <a:cubicBezTo>
                  <a:pt x="47992" y="29084"/>
                  <a:pt x="45720" y="32418"/>
                  <a:pt x="44517" y="36741"/>
                </a:cubicBezTo>
                <a:moveTo>
                  <a:pt x="75285" y="66720"/>
                </a:moveTo>
                <a:cubicBezTo>
                  <a:pt x="73332" y="67248"/>
                  <a:pt x="70739" y="67738"/>
                  <a:pt x="67509" y="68188"/>
                </a:cubicBezTo>
                <a:cubicBezTo>
                  <a:pt x="51280" y="70149"/>
                  <a:pt x="40686" y="73013"/>
                  <a:pt x="35727" y="76782"/>
                </a:cubicBezTo>
                <a:cubicBezTo>
                  <a:pt x="32195" y="79496"/>
                  <a:pt x="30430" y="83153"/>
                  <a:pt x="30430" y="87753"/>
                </a:cubicBezTo>
                <a:cubicBezTo>
                  <a:pt x="30430" y="91521"/>
                  <a:pt x="31782" y="94706"/>
                  <a:pt x="34487" y="97308"/>
                </a:cubicBezTo>
                <a:cubicBezTo>
                  <a:pt x="37192" y="99907"/>
                  <a:pt x="40761" y="101207"/>
                  <a:pt x="45194" y="101207"/>
                </a:cubicBezTo>
                <a:cubicBezTo>
                  <a:pt x="50077" y="101207"/>
                  <a:pt x="54679" y="100020"/>
                  <a:pt x="59000" y="97646"/>
                </a:cubicBezTo>
                <a:cubicBezTo>
                  <a:pt x="63320" y="95270"/>
                  <a:pt x="66551" y="92216"/>
                  <a:pt x="68692" y="88485"/>
                </a:cubicBezTo>
                <a:cubicBezTo>
                  <a:pt x="70833" y="84754"/>
                  <a:pt x="72731" y="78932"/>
                  <a:pt x="74384" y="71017"/>
                </a:cubicBezTo>
                <a:lnTo>
                  <a:pt x="75285" y="66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Text )Boot">
            <a:extLst xmlns:a="http://schemas.openxmlformats.org/drawingml/2006/main">
              <a:ext uri="{FF2B5EF4-FFF2-40B4-BE49-F238E27FC236}">
                <a16:creationId xmlns:a16="http://schemas.microsoft.com/office/drawing/2014/main" id="{25E962AC-F36E-4DC8-9C59-27938E53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81" y="74035"/>
            <a:ext cx="692224" cy="216839"/>
          </a:xfrm>
          <a:custGeom xmlns:a="http://schemas.openxmlformats.org/drawingml/2006/main">
            <a:pathLst>
              <a:path w="692224" h="216839">
                <a:moveTo>
                  <a:pt x="45194" y="0"/>
                </a:moveTo>
                <a:lnTo>
                  <a:pt x="67171" y="0"/>
                </a:lnTo>
                <a:cubicBezTo>
                  <a:pt x="73332" y="14290"/>
                  <a:pt x="77896" y="28806"/>
                  <a:pt x="80864" y="43549"/>
                </a:cubicBezTo>
                <a:cubicBezTo>
                  <a:pt x="83832" y="58289"/>
                  <a:pt x="85316" y="71753"/>
                  <a:pt x="85316" y="83939"/>
                </a:cubicBezTo>
                <a:cubicBezTo>
                  <a:pt x="85316" y="99283"/>
                  <a:pt x="82855" y="114683"/>
                  <a:pt x="77934" y="130139"/>
                </a:cubicBezTo>
                <a:cubicBezTo>
                  <a:pt x="73012" y="145594"/>
                  <a:pt x="65480" y="161369"/>
                  <a:pt x="55337" y="177464"/>
                </a:cubicBezTo>
                <a:cubicBezTo>
                  <a:pt x="48875" y="187694"/>
                  <a:pt x="38619" y="200819"/>
                  <a:pt x="24569" y="216839"/>
                </a:cubicBezTo>
                <a:lnTo>
                  <a:pt x="0" y="216839"/>
                </a:lnTo>
                <a:cubicBezTo>
                  <a:pt x="14276" y="199993"/>
                  <a:pt x="25302" y="184198"/>
                  <a:pt x="33078" y="169455"/>
                </a:cubicBezTo>
                <a:cubicBezTo>
                  <a:pt x="40855" y="154712"/>
                  <a:pt x="46659" y="138598"/>
                  <a:pt x="50491" y="121113"/>
                </a:cubicBezTo>
                <a:cubicBezTo>
                  <a:pt x="54323" y="103625"/>
                  <a:pt x="56238" y="86496"/>
                  <a:pt x="56238" y="69724"/>
                </a:cubicBezTo>
                <a:cubicBezTo>
                  <a:pt x="56238" y="58367"/>
                  <a:pt x="55412" y="47367"/>
                  <a:pt x="53759" y="36723"/>
                </a:cubicBezTo>
                <a:cubicBezTo>
                  <a:pt x="52106" y="26080"/>
                  <a:pt x="49251" y="13839"/>
                  <a:pt x="45194" y="0"/>
                </a:cubicBezTo>
                <a:close/>
                <a:moveTo>
                  <a:pt x="165370" y="168152"/>
                </a:moveTo>
                <a:lnTo>
                  <a:pt x="199970" y="2930"/>
                </a:lnTo>
                <a:lnTo>
                  <a:pt x="256434" y="2930"/>
                </a:lnTo>
                <a:cubicBezTo>
                  <a:pt x="268681" y="2930"/>
                  <a:pt x="277246" y="3306"/>
                  <a:pt x="282130" y="4057"/>
                </a:cubicBezTo>
                <a:cubicBezTo>
                  <a:pt x="290244" y="5184"/>
                  <a:pt x="297119" y="7440"/>
                  <a:pt x="302754" y="10823"/>
                </a:cubicBezTo>
                <a:cubicBezTo>
                  <a:pt x="308390" y="14206"/>
                  <a:pt x="312672" y="18718"/>
                  <a:pt x="315602" y="24358"/>
                </a:cubicBezTo>
                <a:cubicBezTo>
                  <a:pt x="318533" y="29995"/>
                  <a:pt x="319998" y="36235"/>
                  <a:pt x="319998" y="43077"/>
                </a:cubicBezTo>
                <a:cubicBezTo>
                  <a:pt x="319998" y="52250"/>
                  <a:pt x="317443" y="60202"/>
                  <a:pt x="312334" y="66931"/>
                </a:cubicBezTo>
                <a:cubicBezTo>
                  <a:pt x="307225" y="73658"/>
                  <a:pt x="299336" y="78751"/>
                  <a:pt x="288667" y="82209"/>
                </a:cubicBezTo>
                <a:cubicBezTo>
                  <a:pt x="297157" y="84536"/>
                  <a:pt x="303787" y="88685"/>
                  <a:pt x="308559" y="94656"/>
                </a:cubicBezTo>
                <a:cubicBezTo>
                  <a:pt x="313330" y="100627"/>
                  <a:pt x="315715" y="107367"/>
                  <a:pt x="315715" y="114875"/>
                </a:cubicBezTo>
                <a:cubicBezTo>
                  <a:pt x="315715" y="124786"/>
                  <a:pt x="312898" y="134191"/>
                  <a:pt x="307262" y="143090"/>
                </a:cubicBezTo>
                <a:cubicBezTo>
                  <a:pt x="301627" y="151988"/>
                  <a:pt x="293851" y="158390"/>
                  <a:pt x="283933" y="162295"/>
                </a:cubicBezTo>
                <a:cubicBezTo>
                  <a:pt x="274015" y="166200"/>
                  <a:pt x="260453" y="168152"/>
                  <a:pt x="243248" y="168152"/>
                </a:cubicBezTo>
                <a:lnTo>
                  <a:pt x="165370" y="168152"/>
                </a:lnTo>
                <a:moveTo>
                  <a:pt x="219918" y="69650"/>
                </a:moveTo>
                <a:lnTo>
                  <a:pt x="245840" y="69650"/>
                </a:lnTo>
                <a:cubicBezTo>
                  <a:pt x="257486" y="69650"/>
                  <a:pt x="265863" y="68826"/>
                  <a:pt x="270972" y="67178"/>
                </a:cubicBezTo>
                <a:cubicBezTo>
                  <a:pt x="276082" y="65529"/>
                  <a:pt x="279913" y="62833"/>
                  <a:pt x="282468" y="59088"/>
                </a:cubicBezTo>
                <a:cubicBezTo>
                  <a:pt x="285023" y="55340"/>
                  <a:pt x="286300" y="51332"/>
                  <a:pt x="286300" y="47064"/>
                </a:cubicBezTo>
                <a:cubicBezTo>
                  <a:pt x="286300" y="42868"/>
                  <a:pt x="285098" y="39421"/>
                  <a:pt x="282693" y="36723"/>
                </a:cubicBezTo>
                <a:cubicBezTo>
                  <a:pt x="280289" y="34026"/>
                  <a:pt x="276870" y="32227"/>
                  <a:pt x="272437" y="31328"/>
                </a:cubicBezTo>
                <a:cubicBezTo>
                  <a:pt x="269958" y="30879"/>
                  <a:pt x="263985" y="30655"/>
                  <a:pt x="254518" y="30655"/>
                </a:cubicBezTo>
                <a:lnTo>
                  <a:pt x="228145" y="30655"/>
                </a:lnTo>
                <a:lnTo>
                  <a:pt x="219918" y="69650"/>
                </a:lnTo>
                <a:moveTo>
                  <a:pt x="204929" y="141554"/>
                </a:moveTo>
                <a:lnTo>
                  <a:pt x="237725" y="141554"/>
                </a:lnTo>
                <a:cubicBezTo>
                  <a:pt x="251475" y="141554"/>
                  <a:pt x="260698" y="140674"/>
                  <a:pt x="265394" y="138913"/>
                </a:cubicBezTo>
                <a:cubicBezTo>
                  <a:pt x="270089" y="137152"/>
                  <a:pt x="273846" y="134248"/>
                  <a:pt x="276664" y="130203"/>
                </a:cubicBezTo>
                <a:cubicBezTo>
                  <a:pt x="279481" y="126155"/>
                  <a:pt x="280890" y="121883"/>
                  <a:pt x="280890" y="117387"/>
                </a:cubicBezTo>
                <a:cubicBezTo>
                  <a:pt x="280890" y="111916"/>
                  <a:pt x="278861" y="107401"/>
                  <a:pt x="274804" y="103841"/>
                </a:cubicBezTo>
                <a:cubicBezTo>
                  <a:pt x="270747" y="100282"/>
                  <a:pt x="263985" y="98502"/>
                  <a:pt x="254518" y="98502"/>
                </a:cubicBezTo>
                <a:lnTo>
                  <a:pt x="213945" y="98502"/>
                </a:lnTo>
                <a:lnTo>
                  <a:pt x="204929" y="141554"/>
                </a:lnTo>
                <a:close/>
                <a:moveTo>
                  <a:pt x="335828" y="118468"/>
                </a:moveTo>
                <a:cubicBezTo>
                  <a:pt x="335828" y="96263"/>
                  <a:pt x="342083" y="78556"/>
                  <a:pt x="354593" y="65346"/>
                </a:cubicBezTo>
                <a:cubicBezTo>
                  <a:pt x="367103" y="52137"/>
                  <a:pt x="383539" y="45532"/>
                  <a:pt x="403901" y="45532"/>
                </a:cubicBezTo>
                <a:cubicBezTo>
                  <a:pt x="421557" y="45532"/>
                  <a:pt x="435345" y="50406"/>
                  <a:pt x="445262" y="60155"/>
                </a:cubicBezTo>
                <a:cubicBezTo>
                  <a:pt x="455180" y="69901"/>
                  <a:pt x="460139" y="83017"/>
                  <a:pt x="460139" y="99502"/>
                </a:cubicBezTo>
                <a:cubicBezTo>
                  <a:pt x="460139" y="118920"/>
                  <a:pt x="453941" y="135704"/>
                  <a:pt x="441543" y="149855"/>
                </a:cubicBezTo>
                <a:cubicBezTo>
                  <a:pt x="429146" y="164007"/>
                  <a:pt x="412541" y="171082"/>
                  <a:pt x="391729" y="171082"/>
                </a:cubicBezTo>
                <a:cubicBezTo>
                  <a:pt x="380459" y="171082"/>
                  <a:pt x="370466" y="168825"/>
                  <a:pt x="361750" y="164309"/>
                </a:cubicBezTo>
                <a:cubicBezTo>
                  <a:pt x="353034" y="159792"/>
                  <a:pt x="346535" y="153394"/>
                  <a:pt x="342253" y="145115"/>
                </a:cubicBezTo>
                <a:cubicBezTo>
                  <a:pt x="337970" y="136834"/>
                  <a:pt x="335828" y="127951"/>
                  <a:pt x="335828" y="118468"/>
                </a:cubicBezTo>
                <a:moveTo>
                  <a:pt x="428019" y="95307"/>
                </a:moveTo>
                <a:cubicBezTo>
                  <a:pt x="428019" y="87623"/>
                  <a:pt x="425784" y="81463"/>
                  <a:pt x="421313" y="76828"/>
                </a:cubicBezTo>
                <a:cubicBezTo>
                  <a:pt x="416843" y="72193"/>
                  <a:pt x="411076" y="69875"/>
                  <a:pt x="404013" y="69875"/>
                </a:cubicBezTo>
                <a:cubicBezTo>
                  <a:pt x="397026" y="69875"/>
                  <a:pt x="390827" y="72043"/>
                  <a:pt x="385418" y="76377"/>
                </a:cubicBezTo>
                <a:cubicBezTo>
                  <a:pt x="380008" y="80709"/>
                  <a:pt x="375800" y="87001"/>
                  <a:pt x="372795" y="95255"/>
                </a:cubicBezTo>
                <a:cubicBezTo>
                  <a:pt x="369789" y="103505"/>
                  <a:pt x="368287" y="111096"/>
                  <a:pt x="368287" y="118028"/>
                </a:cubicBezTo>
                <a:cubicBezTo>
                  <a:pt x="368287" y="126619"/>
                  <a:pt x="370616" y="133440"/>
                  <a:pt x="375274" y="138490"/>
                </a:cubicBezTo>
                <a:cubicBezTo>
                  <a:pt x="379933" y="143538"/>
                  <a:pt x="385793" y="146062"/>
                  <a:pt x="392856" y="146062"/>
                </a:cubicBezTo>
                <a:cubicBezTo>
                  <a:pt x="401722" y="146062"/>
                  <a:pt x="409160" y="142256"/>
                  <a:pt x="415171" y="134644"/>
                </a:cubicBezTo>
                <a:cubicBezTo>
                  <a:pt x="423736" y="123869"/>
                  <a:pt x="428019" y="110757"/>
                  <a:pt x="428019" y="95307"/>
                </a:cubicBezTo>
                <a:close/>
                <a:moveTo>
                  <a:pt x="475933" y="118468"/>
                </a:moveTo>
                <a:cubicBezTo>
                  <a:pt x="475933" y="96263"/>
                  <a:pt x="482188" y="78556"/>
                  <a:pt x="494698" y="65346"/>
                </a:cubicBezTo>
                <a:cubicBezTo>
                  <a:pt x="507208" y="52137"/>
                  <a:pt x="523643" y="45532"/>
                  <a:pt x="544005" y="45532"/>
                </a:cubicBezTo>
                <a:cubicBezTo>
                  <a:pt x="561662" y="45532"/>
                  <a:pt x="575449" y="50406"/>
                  <a:pt x="585367" y="60155"/>
                </a:cubicBezTo>
                <a:cubicBezTo>
                  <a:pt x="595285" y="69901"/>
                  <a:pt x="600243" y="83017"/>
                  <a:pt x="600243" y="99502"/>
                </a:cubicBezTo>
                <a:cubicBezTo>
                  <a:pt x="600243" y="118920"/>
                  <a:pt x="594045" y="135704"/>
                  <a:pt x="581648" y="149855"/>
                </a:cubicBezTo>
                <a:cubicBezTo>
                  <a:pt x="569250" y="164007"/>
                  <a:pt x="552646" y="171082"/>
                  <a:pt x="531833" y="171082"/>
                </a:cubicBezTo>
                <a:cubicBezTo>
                  <a:pt x="520563" y="171082"/>
                  <a:pt x="510570" y="168825"/>
                  <a:pt x="501854" y="164309"/>
                </a:cubicBezTo>
                <a:cubicBezTo>
                  <a:pt x="493139" y="159792"/>
                  <a:pt x="486640" y="153394"/>
                  <a:pt x="482357" y="145115"/>
                </a:cubicBezTo>
                <a:cubicBezTo>
                  <a:pt x="478074" y="136834"/>
                  <a:pt x="475933" y="127951"/>
                  <a:pt x="475933" y="118468"/>
                </a:cubicBezTo>
                <a:moveTo>
                  <a:pt x="568123" y="95307"/>
                </a:moveTo>
                <a:cubicBezTo>
                  <a:pt x="568123" y="87623"/>
                  <a:pt x="565888" y="81463"/>
                  <a:pt x="561418" y="76828"/>
                </a:cubicBezTo>
                <a:cubicBezTo>
                  <a:pt x="556947" y="72193"/>
                  <a:pt x="551180" y="69875"/>
                  <a:pt x="544118" y="69875"/>
                </a:cubicBezTo>
                <a:cubicBezTo>
                  <a:pt x="537130" y="69875"/>
                  <a:pt x="530932" y="72043"/>
                  <a:pt x="525522" y="76377"/>
                </a:cubicBezTo>
                <a:cubicBezTo>
                  <a:pt x="520112" y="80709"/>
                  <a:pt x="515905" y="87001"/>
                  <a:pt x="512899" y="95255"/>
                </a:cubicBezTo>
                <a:cubicBezTo>
                  <a:pt x="509894" y="103505"/>
                  <a:pt x="508391" y="111096"/>
                  <a:pt x="508391" y="118028"/>
                </a:cubicBezTo>
                <a:cubicBezTo>
                  <a:pt x="508391" y="126619"/>
                  <a:pt x="510720" y="133440"/>
                  <a:pt x="515379" y="138490"/>
                </a:cubicBezTo>
                <a:cubicBezTo>
                  <a:pt x="520037" y="143538"/>
                  <a:pt x="525897" y="146062"/>
                  <a:pt x="532960" y="146062"/>
                </a:cubicBezTo>
                <a:cubicBezTo>
                  <a:pt x="541826" y="146062"/>
                  <a:pt x="549264" y="142256"/>
                  <a:pt x="555275" y="134644"/>
                </a:cubicBezTo>
                <a:cubicBezTo>
                  <a:pt x="563841" y="123869"/>
                  <a:pt x="568123" y="110757"/>
                  <a:pt x="568123" y="95307"/>
                </a:cubicBezTo>
                <a:close/>
                <a:moveTo>
                  <a:pt x="619418" y="72580"/>
                </a:moveTo>
                <a:lnTo>
                  <a:pt x="624377" y="48462"/>
                </a:lnTo>
                <a:lnTo>
                  <a:pt x="640289" y="48462"/>
                </a:lnTo>
                <a:lnTo>
                  <a:pt x="644220" y="29303"/>
                </a:lnTo>
                <a:lnTo>
                  <a:pt x="681179" y="6988"/>
                </a:lnTo>
                <a:lnTo>
                  <a:pt x="672635" y="48462"/>
                </a:lnTo>
                <a:lnTo>
                  <a:pt x="692224" y="48462"/>
                </a:lnTo>
                <a:lnTo>
                  <a:pt x="687265" y="72580"/>
                </a:lnTo>
                <a:lnTo>
                  <a:pt x="667665" y="72580"/>
                </a:lnTo>
                <a:lnTo>
                  <a:pt x="656948" y="122747"/>
                </a:lnTo>
                <a:cubicBezTo>
                  <a:pt x="655070" y="131826"/>
                  <a:pt x="654130" y="137004"/>
                  <a:pt x="654130" y="138279"/>
                </a:cubicBezTo>
                <a:cubicBezTo>
                  <a:pt x="654130" y="140761"/>
                  <a:pt x="654919" y="142698"/>
                  <a:pt x="656497" y="144090"/>
                </a:cubicBezTo>
                <a:cubicBezTo>
                  <a:pt x="658075" y="145480"/>
                  <a:pt x="660930" y="146175"/>
                  <a:pt x="665063" y="146175"/>
                </a:cubicBezTo>
                <a:cubicBezTo>
                  <a:pt x="666490" y="146175"/>
                  <a:pt x="670059" y="145912"/>
                  <a:pt x="675769" y="145386"/>
                </a:cubicBezTo>
                <a:lnTo>
                  <a:pt x="670698" y="169392"/>
                </a:lnTo>
                <a:cubicBezTo>
                  <a:pt x="665138" y="170519"/>
                  <a:pt x="659427" y="171082"/>
                  <a:pt x="653567" y="171082"/>
                </a:cubicBezTo>
                <a:cubicBezTo>
                  <a:pt x="642146" y="171082"/>
                  <a:pt x="633844" y="168875"/>
                  <a:pt x="628660" y="164461"/>
                </a:cubicBezTo>
                <a:cubicBezTo>
                  <a:pt x="623475" y="160044"/>
                  <a:pt x="620883" y="153911"/>
                  <a:pt x="620883" y="146062"/>
                </a:cubicBezTo>
                <a:cubicBezTo>
                  <a:pt x="620883" y="142381"/>
                  <a:pt x="622273" y="133889"/>
                  <a:pt x="625053" y="120588"/>
                </a:cubicBezTo>
                <a:lnTo>
                  <a:pt x="635496" y="72580"/>
                </a:lnTo>
                <a:lnTo>
                  <a:pt x="619418" y="72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Text st">
            <a:extLst xmlns:a="http://schemas.openxmlformats.org/drawingml/2006/main">
              <a:ext uri="{FF2B5EF4-FFF2-40B4-BE49-F238E27FC236}">
                <a16:creationId xmlns:a16="http://schemas.microsoft.com/office/drawing/2014/main" id="{4E1132D3-6B00-44E8-9950-A8AC42F8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45" y="81023"/>
            <a:ext cx="213331" cy="164095"/>
          </a:xfrm>
          <a:custGeom xmlns:a="http://schemas.openxmlformats.org/drawingml/2006/main">
            <a:pathLst>
              <a:path w="213331" h="164095">
                <a:moveTo>
                  <a:pt x="0" y="127611"/>
                </a:moveTo>
                <a:lnTo>
                  <a:pt x="31331" y="122620"/>
                </a:lnTo>
                <a:cubicBezTo>
                  <a:pt x="34111" y="129272"/>
                  <a:pt x="37567" y="133978"/>
                  <a:pt x="41700" y="136740"/>
                </a:cubicBezTo>
                <a:cubicBezTo>
                  <a:pt x="45832" y="139498"/>
                  <a:pt x="51467" y="140878"/>
                  <a:pt x="58605" y="140878"/>
                </a:cubicBezTo>
                <a:cubicBezTo>
                  <a:pt x="65968" y="140878"/>
                  <a:pt x="71867" y="139230"/>
                  <a:pt x="76299" y="135933"/>
                </a:cubicBezTo>
                <a:cubicBezTo>
                  <a:pt x="79380" y="133684"/>
                  <a:pt x="80920" y="130948"/>
                  <a:pt x="80920" y="127727"/>
                </a:cubicBezTo>
                <a:cubicBezTo>
                  <a:pt x="80920" y="125553"/>
                  <a:pt x="80131" y="123599"/>
                  <a:pt x="78554" y="121866"/>
                </a:cubicBezTo>
                <a:cubicBezTo>
                  <a:pt x="76901" y="120211"/>
                  <a:pt x="72430" y="118179"/>
                  <a:pt x="65142" y="115770"/>
                </a:cubicBezTo>
                <a:cubicBezTo>
                  <a:pt x="45607" y="109297"/>
                  <a:pt x="33510" y="104179"/>
                  <a:pt x="28852" y="100418"/>
                </a:cubicBezTo>
                <a:cubicBezTo>
                  <a:pt x="21564" y="94546"/>
                  <a:pt x="17920" y="86868"/>
                  <a:pt x="17920" y="77384"/>
                </a:cubicBezTo>
                <a:cubicBezTo>
                  <a:pt x="17920" y="67901"/>
                  <a:pt x="21451" y="59733"/>
                  <a:pt x="28514" y="52882"/>
                </a:cubicBezTo>
                <a:cubicBezTo>
                  <a:pt x="38356" y="43323"/>
                  <a:pt x="52970" y="38544"/>
                  <a:pt x="72355" y="38544"/>
                </a:cubicBezTo>
                <a:cubicBezTo>
                  <a:pt x="87758" y="38544"/>
                  <a:pt x="99403" y="41362"/>
                  <a:pt x="107293" y="46997"/>
                </a:cubicBezTo>
                <a:cubicBezTo>
                  <a:pt x="115182" y="52632"/>
                  <a:pt x="120178" y="60258"/>
                  <a:pt x="122282" y="69875"/>
                </a:cubicBezTo>
                <a:lnTo>
                  <a:pt x="92416" y="75060"/>
                </a:lnTo>
                <a:cubicBezTo>
                  <a:pt x="90838" y="70702"/>
                  <a:pt x="88283" y="67434"/>
                  <a:pt x="84752" y="65255"/>
                </a:cubicBezTo>
                <a:cubicBezTo>
                  <a:pt x="79944" y="62324"/>
                  <a:pt x="74158" y="60859"/>
                  <a:pt x="67396" y="60859"/>
                </a:cubicBezTo>
                <a:cubicBezTo>
                  <a:pt x="60634" y="60859"/>
                  <a:pt x="55769" y="61991"/>
                  <a:pt x="52801" y="64254"/>
                </a:cubicBezTo>
                <a:cubicBezTo>
                  <a:pt x="49833" y="66518"/>
                  <a:pt x="48349" y="69122"/>
                  <a:pt x="48349" y="72066"/>
                </a:cubicBezTo>
                <a:cubicBezTo>
                  <a:pt x="48349" y="75083"/>
                  <a:pt x="49852" y="77571"/>
                  <a:pt x="52857" y="79529"/>
                </a:cubicBezTo>
                <a:cubicBezTo>
                  <a:pt x="54736" y="80734"/>
                  <a:pt x="60784" y="82841"/>
                  <a:pt x="71002" y="85851"/>
                </a:cubicBezTo>
                <a:cubicBezTo>
                  <a:pt x="86781" y="90444"/>
                  <a:pt x="97337" y="94960"/>
                  <a:pt x="102672" y="99400"/>
                </a:cubicBezTo>
                <a:cubicBezTo>
                  <a:pt x="110185" y="105648"/>
                  <a:pt x="113942" y="113175"/>
                  <a:pt x="113942" y="121983"/>
                </a:cubicBezTo>
                <a:cubicBezTo>
                  <a:pt x="113942" y="133347"/>
                  <a:pt x="109171" y="143207"/>
                  <a:pt x="99629" y="151563"/>
                </a:cubicBezTo>
                <a:cubicBezTo>
                  <a:pt x="90087" y="159918"/>
                  <a:pt x="76638" y="164095"/>
                  <a:pt x="59281" y="164095"/>
                </a:cubicBezTo>
                <a:cubicBezTo>
                  <a:pt x="42000" y="164095"/>
                  <a:pt x="28645" y="160904"/>
                  <a:pt x="19216" y="154522"/>
                </a:cubicBezTo>
                <a:cubicBezTo>
                  <a:pt x="9786" y="148138"/>
                  <a:pt x="3381" y="139167"/>
                  <a:pt x="0" y="127611"/>
                </a:cubicBezTo>
                <a:close/>
                <a:moveTo>
                  <a:pt x="140525" y="65593"/>
                </a:moveTo>
                <a:lnTo>
                  <a:pt x="145484" y="41474"/>
                </a:lnTo>
                <a:lnTo>
                  <a:pt x="161396" y="41474"/>
                </a:lnTo>
                <a:lnTo>
                  <a:pt x="165327" y="22315"/>
                </a:lnTo>
                <a:lnTo>
                  <a:pt x="202286" y="0"/>
                </a:lnTo>
                <a:lnTo>
                  <a:pt x="193742" y="41474"/>
                </a:lnTo>
                <a:lnTo>
                  <a:pt x="213331" y="41474"/>
                </a:lnTo>
                <a:lnTo>
                  <a:pt x="208372" y="65593"/>
                </a:lnTo>
                <a:lnTo>
                  <a:pt x="188772" y="65593"/>
                </a:lnTo>
                <a:lnTo>
                  <a:pt x="178055" y="115759"/>
                </a:lnTo>
                <a:cubicBezTo>
                  <a:pt x="176177" y="124839"/>
                  <a:pt x="175237" y="130016"/>
                  <a:pt x="175237" y="131291"/>
                </a:cubicBezTo>
                <a:cubicBezTo>
                  <a:pt x="175237" y="133773"/>
                  <a:pt x="176026" y="135710"/>
                  <a:pt x="177604" y="137102"/>
                </a:cubicBezTo>
                <a:cubicBezTo>
                  <a:pt x="179182" y="138492"/>
                  <a:pt x="182037" y="139187"/>
                  <a:pt x="186169" y="139187"/>
                </a:cubicBezTo>
                <a:cubicBezTo>
                  <a:pt x="187597" y="139187"/>
                  <a:pt x="191166" y="138924"/>
                  <a:pt x="196876" y="138398"/>
                </a:cubicBezTo>
                <a:lnTo>
                  <a:pt x="191805" y="162404"/>
                </a:lnTo>
                <a:cubicBezTo>
                  <a:pt x="186245" y="163531"/>
                  <a:pt x="180534" y="164095"/>
                  <a:pt x="174674" y="164095"/>
                </a:cubicBezTo>
                <a:cubicBezTo>
                  <a:pt x="163253" y="164095"/>
                  <a:pt x="154951" y="161888"/>
                  <a:pt x="149767" y="157473"/>
                </a:cubicBezTo>
                <a:cubicBezTo>
                  <a:pt x="144582" y="153057"/>
                  <a:pt x="141990" y="146924"/>
                  <a:pt x="141990" y="139075"/>
                </a:cubicBezTo>
                <a:cubicBezTo>
                  <a:pt x="141990" y="135393"/>
                  <a:pt x="143380" y="126902"/>
                  <a:pt x="146160" y="113600"/>
                </a:cubicBezTo>
                <a:lnTo>
                  <a:pt x="156603" y="65593"/>
                </a:lnTo>
                <a:lnTo>
                  <a:pt x="140525" y="65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Text r">
            <a:extLst xmlns:a="http://schemas.openxmlformats.org/drawingml/2006/main">
              <a:ext uri="{FF2B5EF4-FFF2-40B4-BE49-F238E27FC236}">
                <a16:creationId xmlns:a16="http://schemas.microsoft.com/office/drawing/2014/main" id="{5B111D59-C254-49EC-8F78-E352992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383" y="119567"/>
            <a:ext cx="101996" cy="122620"/>
          </a:xfrm>
          <a:custGeom xmlns:a="http://schemas.openxmlformats.org/drawingml/2006/main">
            <a:pathLst>
              <a:path w="101996" h="122620">
                <a:moveTo>
                  <a:pt x="25020" y="2930"/>
                </a:moveTo>
                <a:lnTo>
                  <a:pt x="55224" y="2930"/>
                </a:lnTo>
                <a:lnTo>
                  <a:pt x="50378" y="26098"/>
                </a:lnTo>
                <a:cubicBezTo>
                  <a:pt x="61648" y="8699"/>
                  <a:pt x="73858" y="0"/>
                  <a:pt x="87006" y="0"/>
                </a:cubicBezTo>
                <a:cubicBezTo>
                  <a:pt x="91665" y="0"/>
                  <a:pt x="96661" y="1165"/>
                  <a:pt x="101996" y="3494"/>
                </a:cubicBezTo>
                <a:lnTo>
                  <a:pt x="89598" y="29979"/>
                </a:lnTo>
                <a:cubicBezTo>
                  <a:pt x="86668" y="28927"/>
                  <a:pt x="83550" y="28401"/>
                  <a:pt x="80244" y="28401"/>
                </a:cubicBezTo>
                <a:cubicBezTo>
                  <a:pt x="74684" y="28401"/>
                  <a:pt x="69030" y="30509"/>
                  <a:pt x="63282" y="34726"/>
                </a:cubicBezTo>
                <a:cubicBezTo>
                  <a:pt x="57535" y="38941"/>
                  <a:pt x="53045" y="44568"/>
                  <a:pt x="49814" y="51607"/>
                </a:cubicBezTo>
                <a:cubicBezTo>
                  <a:pt x="46584" y="58644"/>
                  <a:pt x="43390" y="69804"/>
                  <a:pt x="40235" y="85087"/>
                </a:cubicBezTo>
                <a:lnTo>
                  <a:pt x="32346" y="122620"/>
                </a:lnTo>
                <a:lnTo>
                  <a:pt x="0" y="122620"/>
                </a:lnTo>
                <a:lnTo>
                  <a:pt x="25020" y="2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Text appingPhase">
            <a:extLst xmlns:a="http://schemas.openxmlformats.org/drawingml/2006/main">
              <a:ext uri="{FF2B5EF4-FFF2-40B4-BE49-F238E27FC236}">
                <a16:creationId xmlns:a16="http://schemas.microsoft.com/office/drawing/2014/main" id="{0F5B0A08-D16C-4208-BD6A-6CF22504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069" y="76966"/>
            <a:ext cx="1479050" cy="213909"/>
          </a:xfrm>
          <a:custGeom xmlns:a="http://schemas.openxmlformats.org/drawingml/2006/main">
            <a:pathLst>
              <a:path w="1479050" h="213909">
                <a:moveTo>
                  <a:pt x="44517" y="79342"/>
                </a:moveTo>
                <a:lnTo>
                  <a:pt x="12961" y="76659"/>
                </a:lnTo>
                <a:cubicBezTo>
                  <a:pt x="16567" y="65983"/>
                  <a:pt x="22860" y="57638"/>
                  <a:pt x="31838" y="51625"/>
                </a:cubicBezTo>
                <a:cubicBezTo>
                  <a:pt x="40817" y="45609"/>
                  <a:pt x="52707" y="42601"/>
                  <a:pt x="67509" y="42601"/>
                </a:cubicBezTo>
                <a:cubicBezTo>
                  <a:pt x="82911" y="42601"/>
                  <a:pt x="94294" y="45704"/>
                  <a:pt x="101657" y="51910"/>
                </a:cubicBezTo>
                <a:cubicBezTo>
                  <a:pt x="109021" y="58113"/>
                  <a:pt x="112702" y="65689"/>
                  <a:pt x="112702" y="74637"/>
                </a:cubicBezTo>
                <a:cubicBezTo>
                  <a:pt x="112702" y="78248"/>
                  <a:pt x="112383" y="82085"/>
                  <a:pt x="111744" y="86147"/>
                </a:cubicBezTo>
                <a:cubicBezTo>
                  <a:pt x="111106" y="90206"/>
                  <a:pt x="108870" y="100885"/>
                  <a:pt x="105039" y="118182"/>
                </a:cubicBezTo>
                <a:cubicBezTo>
                  <a:pt x="101883" y="132470"/>
                  <a:pt x="100305" y="142472"/>
                  <a:pt x="100305" y="148189"/>
                </a:cubicBezTo>
                <a:cubicBezTo>
                  <a:pt x="100305" y="153303"/>
                  <a:pt x="101207" y="158981"/>
                  <a:pt x="103010" y="165222"/>
                </a:cubicBezTo>
                <a:lnTo>
                  <a:pt x="71566" y="165222"/>
                </a:lnTo>
                <a:cubicBezTo>
                  <a:pt x="70289" y="160864"/>
                  <a:pt x="69500" y="156356"/>
                  <a:pt x="69199" y="151697"/>
                </a:cubicBezTo>
                <a:cubicBezTo>
                  <a:pt x="64466" y="156957"/>
                  <a:pt x="59018" y="161014"/>
                  <a:pt x="52857" y="163869"/>
                </a:cubicBezTo>
                <a:cubicBezTo>
                  <a:pt x="46696" y="166724"/>
                  <a:pt x="40498" y="168152"/>
                  <a:pt x="34262" y="168152"/>
                </a:cubicBezTo>
                <a:cubicBezTo>
                  <a:pt x="24344" y="168152"/>
                  <a:pt x="16154" y="164898"/>
                  <a:pt x="9692" y="158389"/>
                </a:cubicBezTo>
                <a:cubicBezTo>
                  <a:pt x="3231" y="151880"/>
                  <a:pt x="0" y="143510"/>
                  <a:pt x="0" y="133278"/>
                </a:cubicBezTo>
                <a:cubicBezTo>
                  <a:pt x="0" y="121841"/>
                  <a:pt x="3550" y="112699"/>
                  <a:pt x="10650" y="105852"/>
                </a:cubicBezTo>
                <a:cubicBezTo>
                  <a:pt x="17751" y="99005"/>
                  <a:pt x="30430" y="94867"/>
                  <a:pt x="48687" y="93437"/>
                </a:cubicBezTo>
                <a:cubicBezTo>
                  <a:pt x="64090" y="92158"/>
                  <a:pt x="74384" y="90615"/>
                  <a:pt x="79568" y="88809"/>
                </a:cubicBezTo>
                <a:cubicBezTo>
                  <a:pt x="80920" y="84301"/>
                  <a:pt x="81596" y="80695"/>
                  <a:pt x="81596" y="77990"/>
                </a:cubicBezTo>
                <a:cubicBezTo>
                  <a:pt x="81596" y="74534"/>
                  <a:pt x="80206" y="71641"/>
                  <a:pt x="77426" y="69312"/>
                </a:cubicBezTo>
                <a:cubicBezTo>
                  <a:pt x="74647" y="66983"/>
                  <a:pt x="70514" y="65818"/>
                  <a:pt x="65029" y="65818"/>
                </a:cubicBezTo>
                <a:cubicBezTo>
                  <a:pt x="59244" y="65818"/>
                  <a:pt x="54679" y="66992"/>
                  <a:pt x="51336" y="69340"/>
                </a:cubicBezTo>
                <a:cubicBezTo>
                  <a:pt x="47992" y="71686"/>
                  <a:pt x="45720" y="75020"/>
                  <a:pt x="44517" y="79342"/>
                </a:cubicBezTo>
                <a:moveTo>
                  <a:pt x="75285" y="109321"/>
                </a:moveTo>
                <a:cubicBezTo>
                  <a:pt x="73332" y="109850"/>
                  <a:pt x="70739" y="110339"/>
                  <a:pt x="67509" y="110790"/>
                </a:cubicBezTo>
                <a:cubicBezTo>
                  <a:pt x="51280" y="112750"/>
                  <a:pt x="40686" y="115615"/>
                  <a:pt x="35727" y="119383"/>
                </a:cubicBezTo>
                <a:cubicBezTo>
                  <a:pt x="32195" y="122098"/>
                  <a:pt x="30430" y="125755"/>
                  <a:pt x="30430" y="130354"/>
                </a:cubicBezTo>
                <a:cubicBezTo>
                  <a:pt x="30430" y="134123"/>
                  <a:pt x="31782" y="137308"/>
                  <a:pt x="34487" y="139909"/>
                </a:cubicBezTo>
                <a:cubicBezTo>
                  <a:pt x="37192" y="142509"/>
                  <a:pt x="40761" y="143808"/>
                  <a:pt x="45194" y="143808"/>
                </a:cubicBezTo>
                <a:cubicBezTo>
                  <a:pt x="50077" y="143808"/>
                  <a:pt x="54679" y="142621"/>
                  <a:pt x="59000" y="140247"/>
                </a:cubicBezTo>
                <a:cubicBezTo>
                  <a:pt x="63320" y="137871"/>
                  <a:pt x="66551" y="134818"/>
                  <a:pt x="68692" y="131087"/>
                </a:cubicBezTo>
                <a:cubicBezTo>
                  <a:pt x="70833" y="127356"/>
                  <a:pt x="72731" y="121533"/>
                  <a:pt x="74384" y="113618"/>
                </a:cubicBezTo>
                <a:lnTo>
                  <a:pt x="75285" y="109321"/>
                </a:lnTo>
                <a:close/>
                <a:moveTo>
                  <a:pt x="151096" y="45532"/>
                </a:moveTo>
                <a:lnTo>
                  <a:pt x="181751" y="45532"/>
                </a:lnTo>
                <a:lnTo>
                  <a:pt x="179159" y="57844"/>
                </a:lnTo>
                <a:cubicBezTo>
                  <a:pt x="185696" y="52385"/>
                  <a:pt x="191819" y="48481"/>
                  <a:pt x="197529" y="46130"/>
                </a:cubicBezTo>
                <a:cubicBezTo>
                  <a:pt x="203240" y="43778"/>
                  <a:pt x="209363" y="42601"/>
                  <a:pt x="215900" y="42601"/>
                </a:cubicBezTo>
                <a:cubicBezTo>
                  <a:pt x="228447" y="42601"/>
                  <a:pt x="238534" y="46930"/>
                  <a:pt x="246160" y="55587"/>
                </a:cubicBezTo>
                <a:cubicBezTo>
                  <a:pt x="253787" y="64241"/>
                  <a:pt x="257600" y="77149"/>
                  <a:pt x="257600" y="94311"/>
                </a:cubicBezTo>
                <a:cubicBezTo>
                  <a:pt x="257600" y="115914"/>
                  <a:pt x="251025" y="134167"/>
                  <a:pt x="237877" y="149070"/>
                </a:cubicBezTo>
                <a:cubicBezTo>
                  <a:pt x="226606" y="161791"/>
                  <a:pt x="213270" y="168152"/>
                  <a:pt x="197867" y="168152"/>
                </a:cubicBezTo>
                <a:cubicBezTo>
                  <a:pt x="182014" y="168152"/>
                  <a:pt x="170030" y="161758"/>
                  <a:pt x="161915" y="148971"/>
                </a:cubicBezTo>
                <a:lnTo>
                  <a:pt x="148955" y="210979"/>
                </a:lnTo>
                <a:lnTo>
                  <a:pt x="116609" y="210979"/>
                </a:lnTo>
                <a:lnTo>
                  <a:pt x="151096" y="45532"/>
                </a:lnTo>
                <a:moveTo>
                  <a:pt x="170593" y="114139"/>
                </a:moveTo>
                <a:cubicBezTo>
                  <a:pt x="170593" y="123536"/>
                  <a:pt x="172866" y="130830"/>
                  <a:pt x="177412" y="136021"/>
                </a:cubicBezTo>
                <a:cubicBezTo>
                  <a:pt x="181958" y="141212"/>
                  <a:pt x="187311" y="143808"/>
                  <a:pt x="193472" y="143808"/>
                </a:cubicBezTo>
                <a:cubicBezTo>
                  <a:pt x="198807" y="143808"/>
                  <a:pt x="203953" y="141868"/>
                  <a:pt x="208912" y="137986"/>
                </a:cubicBezTo>
                <a:cubicBezTo>
                  <a:pt x="213871" y="134105"/>
                  <a:pt x="217985" y="127662"/>
                  <a:pt x="221253" y="118658"/>
                </a:cubicBezTo>
                <a:cubicBezTo>
                  <a:pt x="224521" y="109653"/>
                  <a:pt x="226156" y="101309"/>
                  <a:pt x="226156" y="93624"/>
                </a:cubicBezTo>
                <a:cubicBezTo>
                  <a:pt x="226156" y="84657"/>
                  <a:pt x="224014" y="77781"/>
                  <a:pt x="219732" y="72996"/>
                </a:cubicBezTo>
                <a:cubicBezTo>
                  <a:pt x="215449" y="68211"/>
                  <a:pt x="210002" y="65818"/>
                  <a:pt x="203390" y="65818"/>
                </a:cubicBezTo>
                <a:cubicBezTo>
                  <a:pt x="197229" y="65818"/>
                  <a:pt x="191612" y="68015"/>
                  <a:pt x="186541" y="72408"/>
                </a:cubicBezTo>
                <a:cubicBezTo>
                  <a:pt x="181469" y="76801"/>
                  <a:pt x="177543" y="83259"/>
                  <a:pt x="174763" y="91782"/>
                </a:cubicBezTo>
                <a:cubicBezTo>
                  <a:pt x="171983" y="100305"/>
                  <a:pt x="170593" y="107758"/>
                  <a:pt x="170593" y="114139"/>
                </a:cubicBezTo>
                <a:close/>
                <a:moveTo>
                  <a:pt x="291200" y="45532"/>
                </a:moveTo>
                <a:lnTo>
                  <a:pt x="321855" y="45532"/>
                </a:lnTo>
                <a:lnTo>
                  <a:pt x="319263" y="57844"/>
                </a:lnTo>
                <a:cubicBezTo>
                  <a:pt x="325800" y="52385"/>
                  <a:pt x="331923" y="48481"/>
                  <a:pt x="337634" y="46130"/>
                </a:cubicBezTo>
                <a:cubicBezTo>
                  <a:pt x="343344" y="43778"/>
                  <a:pt x="349467" y="42601"/>
                  <a:pt x="356004" y="42601"/>
                </a:cubicBezTo>
                <a:cubicBezTo>
                  <a:pt x="368552" y="42601"/>
                  <a:pt x="378639" y="46930"/>
                  <a:pt x="386265" y="55587"/>
                </a:cubicBezTo>
                <a:cubicBezTo>
                  <a:pt x="393891" y="64241"/>
                  <a:pt x="397704" y="77149"/>
                  <a:pt x="397704" y="94311"/>
                </a:cubicBezTo>
                <a:cubicBezTo>
                  <a:pt x="397704" y="115914"/>
                  <a:pt x="391130" y="134167"/>
                  <a:pt x="377981" y="149070"/>
                </a:cubicBezTo>
                <a:cubicBezTo>
                  <a:pt x="366711" y="161791"/>
                  <a:pt x="353374" y="168152"/>
                  <a:pt x="337972" y="168152"/>
                </a:cubicBezTo>
                <a:cubicBezTo>
                  <a:pt x="322118" y="168152"/>
                  <a:pt x="310134" y="161758"/>
                  <a:pt x="302020" y="148971"/>
                </a:cubicBezTo>
                <a:lnTo>
                  <a:pt x="289059" y="210979"/>
                </a:lnTo>
                <a:lnTo>
                  <a:pt x="256713" y="210979"/>
                </a:lnTo>
                <a:lnTo>
                  <a:pt x="291200" y="45532"/>
                </a:lnTo>
                <a:moveTo>
                  <a:pt x="310698" y="114139"/>
                </a:moveTo>
                <a:cubicBezTo>
                  <a:pt x="310698" y="123536"/>
                  <a:pt x="312971" y="130830"/>
                  <a:pt x="317516" y="136021"/>
                </a:cubicBezTo>
                <a:cubicBezTo>
                  <a:pt x="322062" y="141212"/>
                  <a:pt x="327415" y="143808"/>
                  <a:pt x="333576" y="143808"/>
                </a:cubicBezTo>
                <a:cubicBezTo>
                  <a:pt x="338911" y="143808"/>
                  <a:pt x="344058" y="141868"/>
                  <a:pt x="349017" y="137986"/>
                </a:cubicBezTo>
                <a:cubicBezTo>
                  <a:pt x="353975" y="134105"/>
                  <a:pt x="358089" y="127662"/>
                  <a:pt x="361357" y="118658"/>
                </a:cubicBezTo>
                <a:cubicBezTo>
                  <a:pt x="364626" y="109653"/>
                  <a:pt x="366260" y="101309"/>
                  <a:pt x="366260" y="93624"/>
                </a:cubicBezTo>
                <a:cubicBezTo>
                  <a:pt x="366260" y="84657"/>
                  <a:pt x="364119" y="77781"/>
                  <a:pt x="359836" y="72996"/>
                </a:cubicBezTo>
                <a:cubicBezTo>
                  <a:pt x="355553" y="68211"/>
                  <a:pt x="350106" y="65818"/>
                  <a:pt x="343494" y="65818"/>
                </a:cubicBezTo>
                <a:cubicBezTo>
                  <a:pt x="337333" y="65818"/>
                  <a:pt x="331717" y="68015"/>
                  <a:pt x="326645" y="72408"/>
                </a:cubicBezTo>
                <a:cubicBezTo>
                  <a:pt x="321574" y="76801"/>
                  <a:pt x="317648" y="83259"/>
                  <a:pt x="314868" y="91782"/>
                </a:cubicBezTo>
                <a:cubicBezTo>
                  <a:pt x="312088" y="100305"/>
                  <a:pt x="310698" y="107758"/>
                  <a:pt x="310698" y="114139"/>
                </a:cubicBezTo>
                <a:close/>
                <a:moveTo>
                  <a:pt x="441786" y="0"/>
                </a:moveTo>
                <a:lnTo>
                  <a:pt x="474132" y="0"/>
                </a:lnTo>
                <a:lnTo>
                  <a:pt x="468046" y="29303"/>
                </a:lnTo>
                <a:lnTo>
                  <a:pt x="435700" y="29303"/>
                </a:lnTo>
                <a:lnTo>
                  <a:pt x="441786" y="0"/>
                </a:lnTo>
                <a:moveTo>
                  <a:pt x="432319" y="45532"/>
                </a:moveTo>
                <a:lnTo>
                  <a:pt x="464665" y="45532"/>
                </a:lnTo>
                <a:lnTo>
                  <a:pt x="439645" y="165222"/>
                </a:lnTo>
                <a:lnTo>
                  <a:pt x="407299" y="165222"/>
                </a:lnTo>
                <a:lnTo>
                  <a:pt x="432319" y="45532"/>
                </a:lnTo>
                <a:close/>
                <a:moveTo>
                  <a:pt x="497859" y="45532"/>
                </a:moveTo>
                <a:lnTo>
                  <a:pt x="528514" y="45532"/>
                </a:lnTo>
                <a:lnTo>
                  <a:pt x="525359" y="61109"/>
                </a:lnTo>
                <a:cubicBezTo>
                  <a:pt x="533022" y="54448"/>
                  <a:pt x="540179" y="49698"/>
                  <a:pt x="546829" y="46860"/>
                </a:cubicBezTo>
                <a:cubicBezTo>
                  <a:pt x="553478" y="44021"/>
                  <a:pt x="560484" y="42601"/>
                  <a:pt x="567847" y="42601"/>
                </a:cubicBezTo>
                <a:cubicBezTo>
                  <a:pt x="577690" y="42601"/>
                  <a:pt x="585448" y="45428"/>
                  <a:pt x="591121" y="51082"/>
                </a:cubicBezTo>
                <a:cubicBezTo>
                  <a:pt x="596793" y="56736"/>
                  <a:pt x="599630" y="64238"/>
                  <a:pt x="599630" y="73588"/>
                </a:cubicBezTo>
                <a:cubicBezTo>
                  <a:pt x="599630" y="77790"/>
                  <a:pt x="598390" y="85757"/>
                  <a:pt x="595910" y="97488"/>
                </a:cubicBezTo>
                <a:lnTo>
                  <a:pt x="581823" y="165222"/>
                </a:lnTo>
                <a:lnTo>
                  <a:pt x="549477" y="165222"/>
                </a:lnTo>
                <a:lnTo>
                  <a:pt x="563678" y="97255"/>
                </a:lnTo>
                <a:cubicBezTo>
                  <a:pt x="565781" y="87100"/>
                  <a:pt x="566833" y="81047"/>
                  <a:pt x="566833" y="79096"/>
                </a:cubicBezTo>
                <a:cubicBezTo>
                  <a:pt x="566833" y="74971"/>
                  <a:pt x="565612" y="71727"/>
                  <a:pt x="563170" y="69365"/>
                </a:cubicBezTo>
                <a:cubicBezTo>
                  <a:pt x="560728" y="67000"/>
                  <a:pt x="557329" y="65818"/>
                  <a:pt x="552971" y="65818"/>
                </a:cubicBezTo>
                <a:cubicBezTo>
                  <a:pt x="548237" y="65818"/>
                  <a:pt x="542978" y="67809"/>
                  <a:pt x="537192" y="71791"/>
                </a:cubicBezTo>
                <a:cubicBezTo>
                  <a:pt x="531407" y="75774"/>
                  <a:pt x="526861" y="81033"/>
                  <a:pt x="523555" y="87570"/>
                </a:cubicBezTo>
                <a:cubicBezTo>
                  <a:pt x="521151" y="92230"/>
                  <a:pt x="518446" y="101736"/>
                  <a:pt x="515441" y="116087"/>
                </a:cubicBezTo>
                <a:lnTo>
                  <a:pt x="505185" y="165222"/>
                </a:lnTo>
                <a:lnTo>
                  <a:pt x="472839" y="165222"/>
                </a:lnTo>
                <a:lnTo>
                  <a:pt x="497859" y="45532"/>
                </a:lnTo>
                <a:close/>
                <a:moveTo>
                  <a:pt x="610803" y="171533"/>
                </a:moveTo>
                <a:lnTo>
                  <a:pt x="644951" y="176492"/>
                </a:lnTo>
                <a:cubicBezTo>
                  <a:pt x="644951" y="179948"/>
                  <a:pt x="645515" y="182559"/>
                  <a:pt x="646642" y="184325"/>
                </a:cubicBezTo>
                <a:cubicBezTo>
                  <a:pt x="647769" y="186090"/>
                  <a:pt x="649591" y="187593"/>
                  <a:pt x="652108" y="188833"/>
                </a:cubicBezTo>
                <a:cubicBezTo>
                  <a:pt x="654625" y="190072"/>
                  <a:pt x="658063" y="190692"/>
                  <a:pt x="662420" y="190692"/>
                </a:cubicBezTo>
                <a:cubicBezTo>
                  <a:pt x="669258" y="190692"/>
                  <a:pt x="674742" y="189339"/>
                  <a:pt x="678875" y="186632"/>
                </a:cubicBezTo>
                <a:cubicBezTo>
                  <a:pt x="681955" y="184525"/>
                  <a:pt x="684472" y="181140"/>
                  <a:pt x="686426" y="176474"/>
                </a:cubicBezTo>
                <a:cubicBezTo>
                  <a:pt x="687628" y="173542"/>
                  <a:pt x="689168" y="167148"/>
                  <a:pt x="691047" y="157294"/>
                </a:cubicBezTo>
                <a:lnTo>
                  <a:pt x="692174" y="151697"/>
                </a:lnTo>
                <a:cubicBezTo>
                  <a:pt x="680979" y="161014"/>
                  <a:pt x="669408" y="165672"/>
                  <a:pt x="657461" y="165672"/>
                </a:cubicBezTo>
                <a:cubicBezTo>
                  <a:pt x="645740" y="165672"/>
                  <a:pt x="636123" y="161536"/>
                  <a:pt x="628610" y="153265"/>
                </a:cubicBezTo>
                <a:cubicBezTo>
                  <a:pt x="621096" y="144993"/>
                  <a:pt x="617339" y="132884"/>
                  <a:pt x="617339" y="116939"/>
                </a:cubicBezTo>
                <a:cubicBezTo>
                  <a:pt x="617339" y="102877"/>
                  <a:pt x="619894" y="89981"/>
                  <a:pt x="625003" y="78251"/>
                </a:cubicBezTo>
                <a:cubicBezTo>
                  <a:pt x="630112" y="66518"/>
                  <a:pt x="637288" y="57644"/>
                  <a:pt x="646529" y="51628"/>
                </a:cubicBezTo>
                <a:cubicBezTo>
                  <a:pt x="655771" y="45610"/>
                  <a:pt x="665200" y="42601"/>
                  <a:pt x="674818" y="42601"/>
                </a:cubicBezTo>
                <a:cubicBezTo>
                  <a:pt x="682782" y="42601"/>
                  <a:pt x="690070" y="44712"/>
                  <a:pt x="696682" y="48934"/>
                </a:cubicBezTo>
                <a:cubicBezTo>
                  <a:pt x="703294" y="53156"/>
                  <a:pt x="708440" y="59074"/>
                  <a:pt x="712122" y="66688"/>
                </a:cubicBezTo>
                <a:lnTo>
                  <a:pt x="716630" y="45532"/>
                </a:lnTo>
                <a:lnTo>
                  <a:pt x="746947" y="45532"/>
                </a:lnTo>
                <a:lnTo>
                  <a:pt x="726210" y="145171"/>
                </a:lnTo>
                <a:cubicBezTo>
                  <a:pt x="722829" y="161224"/>
                  <a:pt x="719974" y="172680"/>
                  <a:pt x="717644" y="179538"/>
                </a:cubicBezTo>
                <a:cubicBezTo>
                  <a:pt x="715315" y="186399"/>
                  <a:pt x="712648" y="191864"/>
                  <a:pt x="709643" y="195933"/>
                </a:cubicBezTo>
                <a:cubicBezTo>
                  <a:pt x="706637" y="200002"/>
                  <a:pt x="702843" y="203412"/>
                  <a:pt x="698260" y="206164"/>
                </a:cubicBezTo>
                <a:cubicBezTo>
                  <a:pt x="693676" y="208916"/>
                  <a:pt x="688267" y="210894"/>
                  <a:pt x="682031" y="212099"/>
                </a:cubicBezTo>
                <a:cubicBezTo>
                  <a:pt x="675794" y="213306"/>
                  <a:pt x="669032" y="213909"/>
                  <a:pt x="661744" y="213909"/>
                </a:cubicBezTo>
                <a:cubicBezTo>
                  <a:pt x="644839" y="213909"/>
                  <a:pt x="632066" y="211008"/>
                  <a:pt x="623425" y="205206"/>
                </a:cubicBezTo>
                <a:cubicBezTo>
                  <a:pt x="614785" y="199407"/>
                  <a:pt x="610465" y="189765"/>
                  <a:pt x="610465" y="176281"/>
                </a:cubicBezTo>
                <a:cubicBezTo>
                  <a:pt x="610465" y="174848"/>
                  <a:pt x="610577" y="173266"/>
                  <a:pt x="610803" y="171533"/>
                </a:cubicBezTo>
                <a:moveTo>
                  <a:pt x="648896" y="113646"/>
                </a:moveTo>
                <a:cubicBezTo>
                  <a:pt x="648896" y="122723"/>
                  <a:pt x="650943" y="129644"/>
                  <a:pt x="655038" y="134408"/>
                </a:cubicBezTo>
                <a:cubicBezTo>
                  <a:pt x="659133" y="139172"/>
                  <a:pt x="664261" y="141554"/>
                  <a:pt x="670422" y="141554"/>
                </a:cubicBezTo>
                <a:cubicBezTo>
                  <a:pt x="676057" y="141554"/>
                  <a:pt x="681523" y="139416"/>
                  <a:pt x="686820" y="135141"/>
                </a:cubicBezTo>
                <a:cubicBezTo>
                  <a:pt x="692117" y="130863"/>
                  <a:pt x="696175" y="124785"/>
                  <a:pt x="698992" y="116908"/>
                </a:cubicBezTo>
                <a:cubicBezTo>
                  <a:pt x="701810" y="109030"/>
                  <a:pt x="703219" y="101416"/>
                  <a:pt x="703219" y="94064"/>
                </a:cubicBezTo>
                <a:cubicBezTo>
                  <a:pt x="703219" y="85586"/>
                  <a:pt x="700927" y="78759"/>
                  <a:pt x="696344" y="73584"/>
                </a:cubicBezTo>
                <a:cubicBezTo>
                  <a:pt x="691761" y="68407"/>
                  <a:pt x="686463" y="65818"/>
                  <a:pt x="680453" y="65818"/>
                </a:cubicBezTo>
                <a:cubicBezTo>
                  <a:pt x="674667" y="65818"/>
                  <a:pt x="669352" y="68106"/>
                  <a:pt x="664505" y="72682"/>
                </a:cubicBezTo>
                <a:cubicBezTo>
                  <a:pt x="659659" y="77259"/>
                  <a:pt x="655658" y="84311"/>
                  <a:pt x="652503" y="93839"/>
                </a:cubicBezTo>
                <a:cubicBezTo>
                  <a:pt x="650098" y="101193"/>
                  <a:pt x="648896" y="107795"/>
                  <a:pt x="648896" y="113646"/>
                </a:cubicBezTo>
                <a:close/>
                <a:moveTo>
                  <a:pt x="843988" y="165222"/>
                </a:moveTo>
                <a:lnTo>
                  <a:pt x="809952" y="165222"/>
                </a:lnTo>
                <a:lnTo>
                  <a:pt x="844552" y="0"/>
                </a:lnTo>
                <a:lnTo>
                  <a:pt x="911722" y="0"/>
                </a:lnTo>
                <a:cubicBezTo>
                  <a:pt x="923669" y="0"/>
                  <a:pt x="933117" y="1411"/>
                  <a:pt x="940067" y="4233"/>
                </a:cubicBezTo>
                <a:cubicBezTo>
                  <a:pt x="947017" y="7053"/>
                  <a:pt x="952520" y="11716"/>
                  <a:pt x="956578" y="18223"/>
                </a:cubicBezTo>
                <a:cubicBezTo>
                  <a:pt x="960635" y="24729"/>
                  <a:pt x="962664" y="32495"/>
                  <a:pt x="962664" y="41520"/>
                </a:cubicBezTo>
                <a:cubicBezTo>
                  <a:pt x="962664" y="49870"/>
                  <a:pt x="961048" y="57994"/>
                  <a:pt x="957817" y="65892"/>
                </a:cubicBezTo>
                <a:cubicBezTo>
                  <a:pt x="954587" y="73788"/>
                  <a:pt x="950623" y="80107"/>
                  <a:pt x="945927" y="84847"/>
                </a:cubicBezTo>
                <a:cubicBezTo>
                  <a:pt x="941231" y="89585"/>
                  <a:pt x="936179" y="93177"/>
                  <a:pt x="930769" y="95621"/>
                </a:cubicBezTo>
                <a:cubicBezTo>
                  <a:pt x="925359" y="98065"/>
                  <a:pt x="918071" y="99927"/>
                  <a:pt x="908905" y="101207"/>
                </a:cubicBezTo>
                <a:cubicBezTo>
                  <a:pt x="903570" y="101958"/>
                  <a:pt x="893577" y="102334"/>
                  <a:pt x="878926" y="102334"/>
                </a:cubicBezTo>
                <a:lnTo>
                  <a:pt x="857174" y="102334"/>
                </a:lnTo>
                <a:lnTo>
                  <a:pt x="843988" y="165222"/>
                </a:lnTo>
                <a:moveTo>
                  <a:pt x="862809" y="74609"/>
                </a:moveTo>
                <a:lnTo>
                  <a:pt x="873291" y="74609"/>
                </a:lnTo>
                <a:cubicBezTo>
                  <a:pt x="891248" y="74609"/>
                  <a:pt x="903232" y="73490"/>
                  <a:pt x="909243" y="71253"/>
                </a:cubicBezTo>
                <a:cubicBezTo>
                  <a:pt x="915254" y="69015"/>
                  <a:pt x="919987" y="65434"/>
                  <a:pt x="923443" y="60511"/>
                </a:cubicBezTo>
                <a:cubicBezTo>
                  <a:pt x="926899" y="55587"/>
                  <a:pt x="928628" y="50178"/>
                  <a:pt x="928628" y="44285"/>
                </a:cubicBezTo>
                <a:cubicBezTo>
                  <a:pt x="928628" y="40331"/>
                  <a:pt x="927745" y="37086"/>
                  <a:pt x="925979" y="34550"/>
                </a:cubicBezTo>
                <a:cubicBezTo>
                  <a:pt x="924213" y="32012"/>
                  <a:pt x="921734" y="30165"/>
                  <a:pt x="918541" y="29010"/>
                </a:cubicBezTo>
                <a:cubicBezTo>
                  <a:pt x="915347" y="27853"/>
                  <a:pt x="908228" y="27274"/>
                  <a:pt x="897184" y="27274"/>
                </a:cubicBezTo>
                <a:lnTo>
                  <a:pt x="872840" y="27274"/>
                </a:lnTo>
                <a:lnTo>
                  <a:pt x="862809" y="74609"/>
                </a:lnTo>
                <a:close/>
                <a:moveTo>
                  <a:pt x="996497" y="165222"/>
                </a:moveTo>
                <a:lnTo>
                  <a:pt x="964151" y="165222"/>
                </a:lnTo>
                <a:lnTo>
                  <a:pt x="998751" y="0"/>
                </a:lnTo>
                <a:lnTo>
                  <a:pt x="1031096" y="0"/>
                </a:lnTo>
                <a:lnTo>
                  <a:pt x="1018699" y="58845"/>
                </a:lnTo>
                <a:cubicBezTo>
                  <a:pt x="1025987" y="53090"/>
                  <a:pt x="1032787" y="48945"/>
                  <a:pt x="1039098" y="46409"/>
                </a:cubicBezTo>
                <a:cubicBezTo>
                  <a:pt x="1045409" y="43871"/>
                  <a:pt x="1052172" y="42601"/>
                  <a:pt x="1059385" y="42601"/>
                </a:cubicBezTo>
                <a:cubicBezTo>
                  <a:pt x="1069077" y="42601"/>
                  <a:pt x="1076741" y="45393"/>
                  <a:pt x="1082376" y="50977"/>
                </a:cubicBezTo>
                <a:cubicBezTo>
                  <a:pt x="1088011" y="56560"/>
                  <a:pt x="1090828" y="63880"/>
                  <a:pt x="1090828" y="72936"/>
                </a:cubicBezTo>
                <a:cubicBezTo>
                  <a:pt x="1090828" y="77731"/>
                  <a:pt x="1089777" y="85163"/>
                  <a:pt x="1087673" y="95233"/>
                </a:cubicBezTo>
                <a:lnTo>
                  <a:pt x="1073022" y="165222"/>
                </a:lnTo>
                <a:lnTo>
                  <a:pt x="1040676" y="165222"/>
                </a:lnTo>
                <a:lnTo>
                  <a:pt x="1055665" y="93849"/>
                </a:lnTo>
                <a:cubicBezTo>
                  <a:pt x="1057243" y="86136"/>
                  <a:pt x="1058032" y="81190"/>
                  <a:pt x="1058032" y="79011"/>
                </a:cubicBezTo>
                <a:cubicBezTo>
                  <a:pt x="1058032" y="75027"/>
                  <a:pt x="1056792" y="71832"/>
                  <a:pt x="1054313" y="69428"/>
                </a:cubicBezTo>
                <a:cubicBezTo>
                  <a:pt x="1051833" y="67021"/>
                  <a:pt x="1048452" y="65818"/>
                  <a:pt x="1044170" y="65818"/>
                </a:cubicBezTo>
                <a:cubicBezTo>
                  <a:pt x="1038760" y="65818"/>
                  <a:pt x="1033576" y="67697"/>
                  <a:pt x="1028617" y="71453"/>
                </a:cubicBezTo>
                <a:cubicBezTo>
                  <a:pt x="1022155" y="76412"/>
                  <a:pt x="1017234" y="82498"/>
                  <a:pt x="1013853" y="89711"/>
                </a:cubicBezTo>
                <a:cubicBezTo>
                  <a:pt x="1011974" y="93696"/>
                  <a:pt x="1009495" y="103051"/>
                  <a:pt x="1006414" y="117777"/>
                </a:cubicBezTo>
                <a:lnTo>
                  <a:pt x="996497" y="165222"/>
                </a:lnTo>
                <a:close/>
                <a:moveTo>
                  <a:pt x="1149449" y="79342"/>
                </a:moveTo>
                <a:lnTo>
                  <a:pt x="1117892" y="76659"/>
                </a:lnTo>
                <a:cubicBezTo>
                  <a:pt x="1121499" y="65983"/>
                  <a:pt x="1127791" y="57638"/>
                  <a:pt x="1136770" y="51625"/>
                </a:cubicBezTo>
                <a:cubicBezTo>
                  <a:pt x="1145748" y="45609"/>
                  <a:pt x="1157638" y="42601"/>
                  <a:pt x="1172440" y="42601"/>
                </a:cubicBezTo>
                <a:cubicBezTo>
                  <a:pt x="1187843" y="42601"/>
                  <a:pt x="1199226" y="45704"/>
                  <a:pt x="1206589" y="51910"/>
                </a:cubicBezTo>
                <a:cubicBezTo>
                  <a:pt x="1213952" y="58113"/>
                  <a:pt x="1217634" y="65689"/>
                  <a:pt x="1217634" y="74637"/>
                </a:cubicBezTo>
                <a:cubicBezTo>
                  <a:pt x="1217634" y="78248"/>
                  <a:pt x="1217314" y="82085"/>
                  <a:pt x="1216676" y="86147"/>
                </a:cubicBezTo>
                <a:cubicBezTo>
                  <a:pt x="1216037" y="90206"/>
                  <a:pt x="1213802" y="100885"/>
                  <a:pt x="1209970" y="118182"/>
                </a:cubicBezTo>
                <a:cubicBezTo>
                  <a:pt x="1206814" y="132470"/>
                  <a:pt x="1205236" y="142472"/>
                  <a:pt x="1205236" y="148189"/>
                </a:cubicBezTo>
                <a:cubicBezTo>
                  <a:pt x="1205236" y="153303"/>
                  <a:pt x="1206138" y="158981"/>
                  <a:pt x="1207941" y="165222"/>
                </a:cubicBezTo>
                <a:lnTo>
                  <a:pt x="1176497" y="165222"/>
                </a:lnTo>
                <a:cubicBezTo>
                  <a:pt x="1175220" y="160864"/>
                  <a:pt x="1174431" y="156356"/>
                  <a:pt x="1174131" y="151697"/>
                </a:cubicBezTo>
                <a:cubicBezTo>
                  <a:pt x="1169397" y="156957"/>
                  <a:pt x="1163950" y="161014"/>
                  <a:pt x="1157789" y="163869"/>
                </a:cubicBezTo>
                <a:cubicBezTo>
                  <a:pt x="1151628" y="166724"/>
                  <a:pt x="1145429" y="168152"/>
                  <a:pt x="1139193" y="168152"/>
                </a:cubicBezTo>
                <a:cubicBezTo>
                  <a:pt x="1129275" y="168152"/>
                  <a:pt x="1121085" y="164898"/>
                  <a:pt x="1114624" y="158389"/>
                </a:cubicBezTo>
                <a:cubicBezTo>
                  <a:pt x="1108162" y="151880"/>
                  <a:pt x="1104931" y="143510"/>
                  <a:pt x="1104931" y="133278"/>
                </a:cubicBezTo>
                <a:cubicBezTo>
                  <a:pt x="1104931" y="121841"/>
                  <a:pt x="1108481" y="112699"/>
                  <a:pt x="1115582" y="105852"/>
                </a:cubicBezTo>
                <a:cubicBezTo>
                  <a:pt x="1122682" y="99005"/>
                  <a:pt x="1135361" y="94867"/>
                  <a:pt x="1153619" y="93437"/>
                </a:cubicBezTo>
                <a:cubicBezTo>
                  <a:pt x="1169021" y="92158"/>
                  <a:pt x="1179315" y="90615"/>
                  <a:pt x="1184499" y="88809"/>
                </a:cubicBezTo>
                <a:cubicBezTo>
                  <a:pt x="1185852" y="84301"/>
                  <a:pt x="1186528" y="80695"/>
                  <a:pt x="1186528" y="77990"/>
                </a:cubicBezTo>
                <a:cubicBezTo>
                  <a:pt x="1186528" y="74534"/>
                  <a:pt x="1185138" y="71641"/>
                  <a:pt x="1182358" y="69312"/>
                </a:cubicBezTo>
                <a:cubicBezTo>
                  <a:pt x="1179578" y="66983"/>
                  <a:pt x="1175445" y="65818"/>
                  <a:pt x="1169961" y="65818"/>
                </a:cubicBezTo>
                <a:cubicBezTo>
                  <a:pt x="1164175" y="65818"/>
                  <a:pt x="1159611" y="66992"/>
                  <a:pt x="1156267" y="69340"/>
                </a:cubicBezTo>
                <a:cubicBezTo>
                  <a:pt x="1152924" y="71686"/>
                  <a:pt x="1150651" y="75020"/>
                  <a:pt x="1149449" y="79342"/>
                </a:cubicBezTo>
                <a:moveTo>
                  <a:pt x="1180217" y="109321"/>
                </a:moveTo>
                <a:cubicBezTo>
                  <a:pt x="1178263" y="109850"/>
                  <a:pt x="1175671" y="110339"/>
                  <a:pt x="1172440" y="110790"/>
                </a:cubicBezTo>
                <a:cubicBezTo>
                  <a:pt x="1156211" y="112750"/>
                  <a:pt x="1145617" y="115615"/>
                  <a:pt x="1140658" y="119383"/>
                </a:cubicBezTo>
                <a:cubicBezTo>
                  <a:pt x="1137127" y="122098"/>
                  <a:pt x="1135361" y="125755"/>
                  <a:pt x="1135361" y="130354"/>
                </a:cubicBezTo>
                <a:cubicBezTo>
                  <a:pt x="1135361" y="134123"/>
                  <a:pt x="1136713" y="137308"/>
                  <a:pt x="1139418" y="139909"/>
                </a:cubicBezTo>
                <a:cubicBezTo>
                  <a:pt x="1142123" y="142509"/>
                  <a:pt x="1145692" y="143808"/>
                  <a:pt x="1150125" y="143808"/>
                </a:cubicBezTo>
                <a:cubicBezTo>
                  <a:pt x="1155009" y="143808"/>
                  <a:pt x="1159611" y="142621"/>
                  <a:pt x="1163931" y="140247"/>
                </a:cubicBezTo>
                <a:cubicBezTo>
                  <a:pt x="1168251" y="137871"/>
                  <a:pt x="1171482" y="134818"/>
                  <a:pt x="1173623" y="131087"/>
                </a:cubicBezTo>
                <a:cubicBezTo>
                  <a:pt x="1175765" y="127356"/>
                  <a:pt x="1177662" y="121533"/>
                  <a:pt x="1179315" y="113618"/>
                </a:cubicBezTo>
                <a:lnTo>
                  <a:pt x="1180217" y="109321"/>
                </a:lnTo>
                <a:close/>
                <a:moveTo>
                  <a:pt x="1227852" y="131668"/>
                </a:moveTo>
                <a:lnTo>
                  <a:pt x="1259183" y="126677"/>
                </a:lnTo>
                <a:cubicBezTo>
                  <a:pt x="1261963" y="133329"/>
                  <a:pt x="1265419" y="138036"/>
                  <a:pt x="1269551" y="140797"/>
                </a:cubicBezTo>
                <a:cubicBezTo>
                  <a:pt x="1273684" y="143556"/>
                  <a:pt x="1279319" y="144935"/>
                  <a:pt x="1286457" y="144935"/>
                </a:cubicBezTo>
                <a:cubicBezTo>
                  <a:pt x="1293820" y="144935"/>
                  <a:pt x="1299718" y="143287"/>
                  <a:pt x="1304151" y="139990"/>
                </a:cubicBezTo>
                <a:cubicBezTo>
                  <a:pt x="1307232" y="137741"/>
                  <a:pt x="1308772" y="135006"/>
                  <a:pt x="1308772" y="131784"/>
                </a:cubicBezTo>
                <a:cubicBezTo>
                  <a:pt x="1308772" y="129610"/>
                  <a:pt x="1307983" y="127657"/>
                  <a:pt x="1306405" y="125924"/>
                </a:cubicBezTo>
                <a:cubicBezTo>
                  <a:pt x="1304752" y="124268"/>
                  <a:pt x="1300282" y="122236"/>
                  <a:pt x="1292994" y="119827"/>
                </a:cubicBezTo>
                <a:cubicBezTo>
                  <a:pt x="1273458" y="113354"/>
                  <a:pt x="1261362" y="108236"/>
                  <a:pt x="1256703" y="104475"/>
                </a:cubicBezTo>
                <a:cubicBezTo>
                  <a:pt x="1249415" y="98603"/>
                  <a:pt x="1245771" y="90925"/>
                  <a:pt x="1245771" y="81442"/>
                </a:cubicBezTo>
                <a:cubicBezTo>
                  <a:pt x="1245771" y="71958"/>
                  <a:pt x="1249303" y="63791"/>
                  <a:pt x="1256365" y="56939"/>
                </a:cubicBezTo>
                <a:cubicBezTo>
                  <a:pt x="1266208" y="47381"/>
                  <a:pt x="1280822" y="42601"/>
                  <a:pt x="1300206" y="42601"/>
                </a:cubicBezTo>
                <a:cubicBezTo>
                  <a:pt x="1315609" y="42601"/>
                  <a:pt x="1327255" y="45419"/>
                  <a:pt x="1335144" y="51054"/>
                </a:cubicBezTo>
                <a:cubicBezTo>
                  <a:pt x="1343033" y="56689"/>
                  <a:pt x="1348030" y="64315"/>
                  <a:pt x="1350134" y="73933"/>
                </a:cubicBezTo>
                <a:lnTo>
                  <a:pt x="1320267" y="79117"/>
                </a:lnTo>
                <a:cubicBezTo>
                  <a:pt x="1318690" y="74759"/>
                  <a:pt x="1316135" y="71491"/>
                  <a:pt x="1312604" y="69312"/>
                </a:cubicBezTo>
                <a:cubicBezTo>
                  <a:pt x="1307795" y="66382"/>
                  <a:pt x="1302010" y="64917"/>
                  <a:pt x="1295248" y="64917"/>
                </a:cubicBezTo>
                <a:cubicBezTo>
                  <a:pt x="1288485" y="64917"/>
                  <a:pt x="1283620" y="66048"/>
                  <a:pt x="1280653" y="68312"/>
                </a:cubicBezTo>
                <a:cubicBezTo>
                  <a:pt x="1277685" y="70575"/>
                  <a:pt x="1276201" y="73179"/>
                  <a:pt x="1276201" y="76123"/>
                </a:cubicBezTo>
                <a:cubicBezTo>
                  <a:pt x="1276201" y="79141"/>
                  <a:pt x="1277704" y="81628"/>
                  <a:pt x="1280709" y="83586"/>
                </a:cubicBezTo>
                <a:cubicBezTo>
                  <a:pt x="1282587" y="84791"/>
                  <a:pt x="1288636" y="86898"/>
                  <a:pt x="1298854" y="89908"/>
                </a:cubicBezTo>
                <a:cubicBezTo>
                  <a:pt x="1314632" y="94501"/>
                  <a:pt x="1325189" y="99017"/>
                  <a:pt x="1330523" y="103457"/>
                </a:cubicBezTo>
                <a:cubicBezTo>
                  <a:pt x="1338037" y="109705"/>
                  <a:pt x="1341794" y="117233"/>
                  <a:pt x="1341794" y="126040"/>
                </a:cubicBezTo>
                <a:cubicBezTo>
                  <a:pt x="1341794" y="137404"/>
                  <a:pt x="1337023" y="147264"/>
                  <a:pt x="1327480" y="155621"/>
                </a:cubicBezTo>
                <a:cubicBezTo>
                  <a:pt x="1317938" y="163975"/>
                  <a:pt x="1304489" y="168152"/>
                  <a:pt x="1287133" y="168152"/>
                </a:cubicBezTo>
                <a:cubicBezTo>
                  <a:pt x="1269852" y="168152"/>
                  <a:pt x="1256497" y="164961"/>
                  <a:pt x="1247067" y="158579"/>
                </a:cubicBezTo>
                <a:cubicBezTo>
                  <a:pt x="1237638" y="152195"/>
                  <a:pt x="1231233" y="143225"/>
                  <a:pt x="1227852" y="131668"/>
                </a:cubicBezTo>
                <a:close/>
                <a:moveTo>
                  <a:pt x="1476796" y="115407"/>
                </a:moveTo>
                <a:lnTo>
                  <a:pt x="1395650" y="115407"/>
                </a:lnTo>
                <a:cubicBezTo>
                  <a:pt x="1395575" y="116684"/>
                  <a:pt x="1395537" y="117661"/>
                  <a:pt x="1395537" y="118337"/>
                </a:cubicBezTo>
                <a:cubicBezTo>
                  <a:pt x="1395537" y="126302"/>
                  <a:pt x="1397810" y="132726"/>
                  <a:pt x="1402356" y="137610"/>
                </a:cubicBezTo>
                <a:cubicBezTo>
                  <a:pt x="1406902" y="142493"/>
                  <a:pt x="1412443" y="144935"/>
                  <a:pt x="1418979" y="144935"/>
                </a:cubicBezTo>
                <a:cubicBezTo>
                  <a:pt x="1429724" y="144935"/>
                  <a:pt x="1438101" y="139375"/>
                  <a:pt x="1444112" y="128255"/>
                </a:cubicBezTo>
                <a:lnTo>
                  <a:pt x="1473077" y="133214"/>
                </a:lnTo>
                <a:cubicBezTo>
                  <a:pt x="1467442" y="144860"/>
                  <a:pt x="1459909" y="153594"/>
                  <a:pt x="1450480" y="159417"/>
                </a:cubicBezTo>
                <a:cubicBezTo>
                  <a:pt x="1441050" y="165240"/>
                  <a:pt x="1430475" y="168152"/>
                  <a:pt x="1418754" y="168152"/>
                </a:cubicBezTo>
                <a:cubicBezTo>
                  <a:pt x="1402675" y="168152"/>
                  <a:pt x="1389602" y="163052"/>
                  <a:pt x="1379534" y="152853"/>
                </a:cubicBezTo>
                <a:cubicBezTo>
                  <a:pt x="1369466" y="142653"/>
                  <a:pt x="1364432" y="129162"/>
                  <a:pt x="1364432" y="112378"/>
                </a:cubicBezTo>
                <a:cubicBezTo>
                  <a:pt x="1364432" y="95968"/>
                  <a:pt x="1368977" y="81365"/>
                  <a:pt x="1378069" y="68569"/>
                </a:cubicBezTo>
                <a:cubicBezTo>
                  <a:pt x="1390466" y="51257"/>
                  <a:pt x="1408160" y="42601"/>
                  <a:pt x="1431151" y="42601"/>
                </a:cubicBezTo>
                <a:cubicBezTo>
                  <a:pt x="1445803" y="42601"/>
                  <a:pt x="1457449" y="47135"/>
                  <a:pt x="1466089" y="56203"/>
                </a:cubicBezTo>
                <a:cubicBezTo>
                  <a:pt x="1474730" y="65271"/>
                  <a:pt x="1479050" y="77970"/>
                  <a:pt x="1479050" y="94300"/>
                </a:cubicBezTo>
                <a:cubicBezTo>
                  <a:pt x="1479050" y="102126"/>
                  <a:pt x="1478298" y="109162"/>
                  <a:pt x="1476796" y="115407"/>
                </a:cubicBezTo>
                <a:moveTo>
                  <a:pt x="1449522" y="95572"/>
                </a:moveTo>
                <a:cubicBezTo>
                  <a:pt x="1449597" y="94149"/>
                  <a:pt x="1449635" y="93064"/>
                  <a:pt x="1449635" y="92317"/>
                </a:cubicBezTo>
                <a:cubicBezTo>
                  <a:pt x="1449635" y="83484"/>
                  <a:pt x="1447643" y="76859"/>
                  <a:pt x="1443661" y="72443"/>
                </a:cubicBezTo>
                <a:cubicBezTo>
                  <a:pt x="1439679" y="68026"/>
                  <a:pt x="1434345" y="65818"/>
                  <a:pt x="1427658" y="65818"/>
                </a:cubicBezTo>
                <a:cubicBezTo>
                  <a:pt x="1420971" y="65818"/>
                  <a:pt x="1414979" y="68326"/>
                  <a:pt x="1409682" y="73341"/>
                </a:cubicBezTo>
                <a:cubicBezTo>
                  <a:pt x="1404385" y="78356"/>
                  <a:pt x="1400797" y="85766"/>
                  <a:pt x="1398918" y="95572"/>
                </a:cubicBezTo>
                <a:lnTo>
                  <a:pt x="1449522" y="95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Text (">
            <a:extLst xmlns:a="http://schemas.openxmlformats.org/drawingml/2006/main">
              <a:ext uri="{FF2B5EF4-FFF2-40B4-BE49-F238E27FC236}">
                <a16:creationId xmlns:a16="http://schemas.microsoft.com/office/drawing/2014/main" id="{437F85AC-F1D3-41A4-AE91-B7333E25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660" y="74035"/>
            <a:ext cx="85316" cy="216839"/>
          </a:xfrm>
          <a:custGeom xmlns:a="http://schemas.openxmlformats.org/drawingml/2006/main">
            <a:pathLst>
              <a:path w="85316" h="216839">
                <a:moveTo>
                  <a:pt x="40122" y="216839"/>
                </a:moveTo>
                <a:lnTo>
                  <a:pt x="18145" y="216839"/>
                </a:lnTo>
                <a:cubicBezTo>
                  <a:pt x="11984" y="202474"/>
                  <a:pt x="7420" y="187939"/>
                  <a:pt x="4452" y="173234"/>
                </a:cubicBezTo>
                <a:cubicBezTo>
                  <a:pt x="1484" y="158531"/>
                  <a:pt x="0" y="145049"/>
                  <a:pt x="0" y="132788"/>
                </a:cubicBezTo>
                <a:cubicBezTo>
                  <a:pt x="0" y="117444"/>
                  <a:pt x="2461" y="102045"/>
                  <a:pt x="7382" y="86591"/>
                </a:cubicBezTo>
                <a:cubicBezTo>
                  <a:pt x="12303" y="71134"/>
                  <a:pt x="19836" y="55396"/>
                  <a:pt x="29979" y="39375"/>
                </a:cubicBezTo>
                <a:cubicBezTo>
                  <a:pt x="36365" y="29145"/>
                  <a:pt x="46621" y="16020"/>
                  <a:pt x="60747" y="0"/>
                </a:cubicBezTo>
                <a:lnTo>
                  <a:pt x="85316" y="0"/>
                </a:lnTo>
                <a:cubicBezTo>
                  <a:pt x="70965" y="16847"/>
                  <a:pt x="59901" y="32679"/>
                  <a:pt x="52125" y="47497"/>
                </a:cubicBezTo>
                <a:cubicBezTo>
                  <a:pt x="44348" y="62315"/>
                  <a:pt x="38544" y="78449"/>
                  <a:pt x="34712" y="95899"/>
                </a:cubicBezTo>
                <a:cubicBezTo>
                  <a:pt x="30880" y="113347"/>
                  <a:pt x="28964" y="130419"/>
                  <a:pt x="28964" y="147115"/>
                </a:cubicBezTo>
                <a:cubicBezTo>
                  <a:pt x="28964" y="158397"/>
                  <a:pt x="29810" y="169379"/>
                  <a:pt x="31500" y="180060"/>
                </a:cubicBezTo>
                <a:cubicBezTo>
                  <a:pt x="33191" y="190740"/>
                  <a:pt x="36065" y="203000"/>
                  <a:pt x="40122" y="2168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Text b">
            <a:extLst xmlns:a="http://schemas.openxmlformats.org/drawingml/2006/main">
              <a:ext uri="{FF2B5EF4-FFF2-40B4-BE49-F238E27FC236}">
                <a16:creationId xmlns:a16="http://schemas.microsoft.com/office/drawing/2014/main" id="{43FF32B0-7F77-495A-A3CC-D1FBEB99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3716" y="76966"/>
            <a:ext cx="130509" cy="168152"/>
          </a:xfrm>
          <a:custGeom xmlns:a="http://schemas.openxmlformats.org/drawingml/2006/main">
            <a:pathLst>
              <a:path w="130509" h="168152">
                <a:moveTo>
                  <a:pt x="0" y="165222"/>
                </a:moveTo>
                <a:lnTo>
                  <a:pt x="34487" y="0"/>
                </a:lnTo>
                <a:lnTo>
                  <a:pt x="66945" y="0"/>
                </a:lnTo>
                <a:lnTo>
                  <a:pt x="55337" y="55171"/>
                </a:lnTo>
                <a:cubicBezTo>
                  <a:pt x="61273" y="50642"/>
                  <a:pt x="66814" y="47415"/>
                  <a:pt x="71960" y="45489"/>
                </a:cubicBezTo>
                <a:cubicBezTo>
                  <a:pt x="77107" y="43564"/>
                  <a:pt x="82724" y="42601"/>
                  <a:pt x="88809" y="42601"/>
                </a:cubicBezTo>
                <a:cubicBezTo>
                  <a:pt x="101432" y="42601"/>
                  <a:pt x="111538" y="46836"/>
                  <a:pt x="119126" y="55305"/>
                </a:cubicBezTo>
                <a:cubicBezTo>
                  <a:pt x="126715" y="63772"/>
                  <a:pt x="130509" y="76096"/>
                  <a:pt x="130509" y="92279"/>
                </a:cubicBezTo>
                <a:cubicBezTo>
                  <a:pt x="130509" y="103194"/>
                  <a:pt x="128725" y="113789"/>
                  <a:pt x="125156" y="124064"/>
                </a:cubicBezTo>
                <a:cubicBezTo>
                  <a:pt x="121587" y="134336"/>
                  <a:pt x="116816" y="142691"/>
                  <a:pt x="110843" y="149126"/>
                </a:cubicBezTo>
                <a:cubicBezTo>
                  <a:pt x="104870" y="155562"/>
                  <a:pt x="98596" y="160343"/>
                  <a:pt x="92021" y="163468"/>
                </a:cubicBezTo>
                <a:cubicBezTo>
                  <a:pt x="85447" y="166590"/>
                  <a:pt x="78554" y="168152"/>
                  <a:pt x="71341" y="168152"/>
                </a:cubicBezTo>
                <a:cubicBezTo>
                  <a:pt x="54210" y="168152"/>
                  <a:pt x="41625" y="160685"/>
                  <a:pt x="33585" y="145752"/>
                </a:cubicBezTo>
                <a:lnTo>
                  <a:pt x="29415" y="165222"/>
                </a:lnTo>
                <a:lnTo>
                  <a:pt x="0" y="165222"/>
                </a:lnTo>
                <a:moveTo>
                  <a:pt x="43616" y="116569"/>
                </a:moveTo>
                <a:cubicBezTo>
                  <a:pt x="43616" y="124632"/>
                  <a:pt x="45889" y="131188"/>
                  <a:pt x="50434" y="136236"/>
                </a:cubicBezTo>
                <a:cubicBezTo>
                  <a:pt x="54980" y="141284"/>
                  <a:pt x="60333" y="143808"/>
                  <a:pt x="66494" y="143808"/>
                </a:cubicBezTo>
                <a:cubicBezTo>
                  <a:pt x="71904" y="143808"/>
                  <a:pt x="77070" y="141849"/>
                  <a:pt x="81991" y="137930"/>
                </a:cubicBezTo>
                <a:cubicBezTo>
                  <a:pt x="86912" y="134011"/>
                  <a:pt x="91007" y="127757"/>
                  <a:pt x="94275" y="119169"/>
                </a:cubicBezTo>
                <a:cubicBezTo>
                  <a:pt x="97544" y="110577"/>
                  <a:pt x="99178" y="101911"/>
                  <a:pt x="99178" y="93170"/>
                </a:cubicBezTo>
                <a:cubicBezTo>
                  <a:pt x="99178" y="84656"/>
                  <a:pt x="96980" y="77969"/>
                  <a:pt x="92585" y="73109"/>
                </a:cubicBezTo>
                <a:cubicBezTo>
                  <a:pt x="88190" y="68248"/>
                  <a:pt x="82874" y="65818"/>
                  <a:pt x="76638" y="65818"/>
                </a:cubicBezTo>
                <a:cubicBezTo>
                  <a:pt x="68523" y="65818"/>
                  <a:pt x="61535" y="69585"/>
                  <a:pt x="55675" y="77120"/>
                </a:cubicBezTo>
                <a:cubicBezTo>
                  <a:pt x="47636" y="87444"/>
                  <a:pt x="43616" y="100594"/>
                  <a:pt x="43616" y="1165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Text )AttackPhase">
            <a:extLst xmlns:a="http://schemas.openxmlformats.org/drawingml/2006/main">
              <a:ext uri="{FF2B5EF4-FFF2-40B4-BE49-F238E27FC236}">
                <a16:creationId xmlns:a16="http://schemas.microsoft.com/office/drawing/2014/main" id="{8ADB559A-62C9-44AD-A29D-AD0760F4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7424" y="74035"/>
            <a:ext cx="1590152" cy="216839"/>
          </a:xfrm>
          <a:custGeom xmlns:a="http://schemas.openxmlformats.org/drawingml/2006/main">
            <a:pathLst>
              <a:path w="1590152" h="216839">
                <a:moveTo>
                  <a:pt x="45194" y="0"/>
                </a:moveTo>
                <a:lnTo>
                  <a:pt x="67171" y="0"/>
                </a:lnTo>
                <a:cubicBezTo>
                  <a:pt x="73332" y="14290"/>
                  <a:pt x="77896" y="28806"/>
                  <a:pt x="80864" y="43549"/>
                </a:cubicBezTo>
                <a:cubicBezTo>
                  <a:pt x="83832" y="58289"/>
                  <a:pt x="85316" y="71753"/>
                  <a:pt x="85316" y="83939"/>
                </a:cubicBezTo>
                <a:cubicBezTo>
                  <a:pt x="85316" y="99283"/>
                  <a:pt x="82855" y="114683"/>
                  <a:pt x="77934" y="130139"/>
                </a:cubicBezTo>
                <a:cubicBezTo>
                  <a:pt x="73012" y="145594"/>
                  <a:pt x="65480" y="161369"/>
                  <a:pt x="55337" y="177464"/>
                </a:cubicBezTo>
                <a:cubicBezTo>
                  <a:pt x="48875" y="187694"/>
                  <a:pt x="38619" y="200819"/>
                  <a:pt x="24569" y="216839"/>
                </a:cubicBezTo>
                <a:lnTo>
                  <a:pt x="0" y="216839"/>
                </a:lnTo>
                <a:cubicBezTo>
                  <a:pt x="14276" y="199993"/>
                  <a:pt x="25302" y="184198"/>
                  <a:pt x="33078" y="169455"/>
                </a:cubicBezTo>
                <a:cubicBezTo>
                  <a:pt x="40855" y="154712"/>
                  <a:pt x="46659" y="138598"/>
                  <a:pt x="50491" y="121113"/>
                </a:cubicBezTo>
                <a:cubicBezTo>
                  <a:pt x="54323" y="103625"/>
                  <a:pt x="56238" y="86496"/>
                  <a:pt x="56238" y="69724"/>
                </a:cubicBezTo>
                <a:cubicBezTo>
                  <a:pt x="56238" y="58367"/>
                  <a:pt x="55412" y="47367"/>
                  <a:pt x="53759" y="36723"/>
                </a:cubicBezTo>
                <a:cubicBezTo>
                  <a:pt x="52106" y="26080"/>
                  <a:pt x="49251" y="13839"/>
                  <a:pt x="45194" y="0"/>
                </a:cubicBezTo>
                <a:close/>
                <a:moveTo>
                  <a:pt x="265896" y="131636"/>
                </a:moveTo>
                <a:lnTo>
                  <a:pt x="200416" y="131636"/>
                </a:lnTo>
                <a:lnTo>
                  <a:pt x="180580" y="168152"/>
                </a:lnTo>
                <a:lnTo>
                  <a:pt x="145643" y="168152"/>
                </a:lnTo>
                <a:lnTo>
                  <a:pt x="239073" y="2930"/>
                </a:lnTo>
                <a:lnTo>
                  <a:pt x="276828" y="2930"/>
                </a:lnTo>
                <a:lnTo>
                  <a:pt x="303651" y="168152"/>
                </a:lnTo>
                <a:lnTo>
                  <a:pt x="271419" y="168152"/>
                </a:lnTo>
                <a:lnTo>
                  <a:pt x="265896" y="131636"/>
                </a:lnTo>
                <a:moveTo>
                  <a:pt x="261726" y="103912"/>
                </a:moveTo>
                <a:lnTo>
                  <a:pt x="252146" y="37643"/>
                </a:lnTo>
                <a:lnTo>
                  <a:pt x="212250" y="103912"/>
                </a:lnTo>
                <a:lnTo>
                  <a:pt x="261726" y="103912"/>
                </a:lnTo>
                <a:close/>
                <a:moveTo>
                  <a:pt x="331316" y="72580"/>
                </a:moveTo>
                <a:lnTo>
                  <a:pt x="336274" y="48462"/>
                </a:lnTo>
                <a:lnTo>
                  <a:pt x="352187" y="48462"/>
                </a:lnTo>
                <a:lnTo>
                  <a:pt x="356117" y="29303"/>
                </a:lnTo>
                <a:lnTo>
                  <a:pt x="393076" y="6988"/>
                </a:lnTo>
                <a:lnTo>
                  <a:pt x="384532" y="48462"/>
                </a:lnTo>
                <a:lnTo>
                  <a:pt x="404121" y="48462"/>
                </a:lnTo>
                <a:lnTo>
                  <a:pt x="399162" y="72580"/>
                </a:lnTo>
                <a:lnTo>
                  <a:pt x="379563" y="72580"/>
                </a:lnTo>
                <a:lnTo>
                  <a:pt x="368845" y="122747"/>
                </a:lnTo>
                <a:cubicBezTo>
                  <a:pt x="366967" y="131826"/>
                  <a:pt x="366028" y="137004"/>
                  <a:pt x="366028" y="138279"/>
                </a:cubicBezTo>
                <a:cubicBezTo>
                  <a:pt x="366028" y="140761"/>
                  <a:pt x="366817" y="142698"/>
                  <a:pt x="368395" y="144090"/>
                </a:cubicBezTo>
                <a:cubicBezTo>
                  <a:pt x="369972" y="145480"/>
                  <a:pt x="372828" y="146175"/>
                  <a:pt x="376960" y="146175"/>
                </a:cubicBezTo>
                <a:cubicBezTo>
                  <a:pt x="378388" y="146175"/>
                  <a:pt x="381956" y="145912"/>
                  <a:pt x="387667" y="145386"/>
                </a:cubicBezTo>
                <a:lnTo>
                  <a:pt x="382595" y="169392"/>
                </a:lnTo>
                <a:cubicBezTo>
                  <a:pt x="377035" y="170519"/>
                  <a:pt x="371325" y="171082"/>
                  <a:pt x="365464" y="171082"/>
                </a:cubicBezTo>
                <a:cubicBezTo>
                  <a:pt x="354044" y="171082"/>
                  <a:pt x="345741" y="168875"/>
                  <a:pt x="340557" y="164461"/>
                </a:cubicBezTo>
                <a:cubicBezTo>
                  <a:pt x="335373" y="160044"/>
                  <a:pt x="332781" y="153911"/>
                  <a:pt x="332781" y="146062"/>
                </a:cubicBezTo>
                <a:cubicBezTo>
                  <a:pt x="332781" y="142381"/>
                  <a:pt x="334171" y="133889"/>
                  <a:pt x="336951" y="120588"/>
                </a:cubicBezTo>
                <a:lnTo>
                  <a:pt x="347393" y="72580"/>
                </a:lnTo>
                <a:lnTo>
                  <a:pt x="331316" y="72580"/>
                </a:lnTo>
                <a:close/>
                <a:moveTo>
                  <a:pt x="408247" y="72580"/>
                </a:moveTo>
                <a:lnTo>
                  <a:pt x="413205" y="48462"/>
                </a:lnTo>
                <a:lnTo>
                  <a:pt x="429118" y="48462"/>
                </a:lnTo>
                <a:lnTo>
                  <a:pt x="433048" y="29303"/>
                </a:lnTo>
                <a:lnTo>
                  <a:pt x="470007" y="6988"/>
                </a:lnTo>
                <a:lnTo>
                  <a:pt x="461463" y="48462"/>
                </a:lnTo>
                <a:lnTo>
                  <a:pt x="481052" y="48462"/>
                </a:lnTo>
                <a:lnTo>
                  <a:pt x="476093" y="72580"/>
                </a:lnTo>
                <a:lnTo>
                  <a:pt x="456494" y="72580"/>
                </a:lnTo>
                <a:lnTo>
                  <a:pt x="445776" y="122747"/>
                </a:lnTo>
                <a:cubicBezTo>
                  <a:pt x="443898" y="131826"/>
                  <a:pt x="442959" y="137004"/>
                  <a:pt x="442959" y="138279"/>
                </a:cubicBezTo>
                <a:cubicBezTo>
                  <a:pt x="442959" y="140761"/>
                  <a:pt x="443748" y="142698"/>
                  <a:pt x="445326" y="144090"/>
                </a:cubicBezTo>
                <a:cubicBezTo>
                  <a:pt x="446903" y="145480"/>
                  <a:pt x="449759" y="146175"/>
                  <a:pt x="453891" y="146175"/>
                </a:cubicBezTo>
                <a:cubicBezTo>
                  <a:pt x="455319" y="146175"/>
                  <a:pt x="458887" y="145912"/>
                  <a:pt x="464598" y="145386"/>
                </a:cubicBezTo>
                <a:lnTo>
                  <a:pt x="459526" y="169392"/>
                </a:lnTo>
                <a:cubicBezTo>
                  <a:pt x="453966" y="170519"/>
                  <a:pt x="448256" y="171082"/>
                  <a:pt x="442395" y="171082"/>
                </a:cubicBezTo>
                <a:cubicBezTo>
                  <a:pt x="430975" y="171082"/>
                  <a:pt x="422672" y="168875"/>
                  <a:pt x="417488" y="164461"/>
                </a:cubicBezTo>
                <a:cubicBezTo>
                  <a:pt x="412304" y="160044"/>
                  <a:pt x="409712" y="153911"/>
                  <a:pt x="409712" y="146062"/>
                </a:cubicBezTo>
                <a:cubicBezTo>
                  <a:pt x="409712" y="142381"/>
                  <a:pt x="411102" y="133889"/>
                  <a:pt x="413882" y="120588"/>
                </a:cubicBezTo>
                <a:lnTo>
                  <a:pt x="424324" y="72580"/>
                </a:lnTo>
                <a:lnTo>
                  <a:pt x="408247" y="72580"/>
                </a:lnTo>
                <a:close/>
                <a:moveTo>
                  <a:pt x="522706" y="82273"/>
                </a:moveTo>
                <a:lnTo>
                  <a:pt x="491149" y="79589"/>
                </a:lnTo>
                <a:cubicBezTo>
                  <a:pt x="494756" y="68913"/>
                  <a:pt x="501048" y="60568"/>
                  <a:pt x="510027" y="54555"/>
                </a:cubicBezTo>
                <a:cubicBezTo>
                  <a:pt x="519006" y="48539"/>
                  <a:pt x="530896" y="45532"/>
                  <a:pt x="545697" y="45532"/>
                </a:cubicBezTo>
                <a:cubicBezTo>
                  <a:pt x="561100" y="45532"/>
                  <a:pt x="572483" y="48635"/>
                  <a:pt x="579846" y="54840"/>
                </a:cubicBezTo>
                <a:cubicBezTo>
                  <a:pt x="587209" y="61044"/>
                  <a:pt x="590891" y="68619"/>
                  <a:pt x="590891" y="77567"/>
                </a:cubicBezTo>
                <a:cubicBezTo>
                  <a:pt x="590891" y="81179"/>
                  <a:pt x="590572" y="85015"/>
                  <a:pt x="589933" y="89077"/>
                </a:cubicBezTo>
                <a:cubicBezTo>
                  <a:pt x="589294" y="93137"/>
                  <a:pt x="587059" y="103815"/>
                  <a:pt x="583227" y="121113"/>
                </a:cubicBezTo>
                <a:cubicBezTo>
                  <a:pt x="580072" y="135400"/>
                  <a:pt x="578494" y="145402"/>
                  <a:pt x="578494" y="151120"/>
                </a:cubicBezTo>
                <a:cubicBezTo>
                  <a:pt x="578494" y="156234"/>
                  <a:pt x="579395" y="161911"/>
                  <a:pt x="581199" y="168152"/>
                </a:cubicBezTo>
                <a:lnTo>
                  <a:pt x="549755" y="168152"/>
                </a:lnTo>
                <a:cubicBezTo>
                  <a:pt x="548477" y="163794"/>
                  <a:pt x="547688" y="159286"/>
                  <a:pt x="547388" y="154628"/>
                </a:cubicBezTo>
                <a:cubicBezTo>
                  <a:pt x="542654" y="159887"/>
                  <a:pt x="537207" y="163944"/>
                  <a:pt x="531046" y="166799"/>
                </a:cubicBezTo>
                <a:cubicBezTo>
                  <a:pt x="524885" y="169655"/>
                  <a:pt x="518686" y="171082"/>
                  <a:pt x="512450" y="171082"/>
                </a:cubicBezTo>
                <a:cubicBezTo>
                  <a:pt x="502532" y="171082"/>
                  <a:pt x="494343" y="167828"/>
                  <a:pt x="487881" y="161319"/>
                </a:cubicBezTo>
                <a:cubicBezTo>
                  <a:pt x="481419" y="154811"/>
                  <a:pt x="478189" y="146440"/>
                  <a:pt x="478189" y="136208"/>
                </a:cubicBezTo>
                <a:cubicBezTo>
                  <a:pt x="478189" y="124771"/>
                  <a:pt x="481739" y="115629"/>
                  <a:pt x="488839" y="108782"/>
                </a:cubicBezTo>
                <a:cubicBezTo>
                  <a:pt x="495939" y="101936"/>
                  <a:pt x="508618" y="97797"/>
                  <a:pt x="526876" y="96368"/>
                </a:cubicBezTo>
                <a:cubicBezTo>
                  <a:pt x="542279" y="95088"/>
                  <a:pt x="552572" y="93545"/>
                  <a:pt x="557756" y="91740"/>
                </a:cubicBezTo>
                <a:cubicBezTo>
                  <a:pt x="559109" y="87232"/>
                  <a:pt x="559785" y="83625"/>
                  <a:pt x="559785" y="80920"/>
                </a:cubicBezTo>
                <a:cubicBezTo>
                  <a:pt x="559785" y="77464"/>
                  <a:pt x="558395" y="74571"/>
                  <a:pt x="555615" y="72242"/>
                </a:cubicBezTo>
                <a:cubicBezTo>
                  <a:pt x="552835" y="69913"/>
                  <a:pt x="548703" y="68748"/>
                  <a:pt x="543218" y="68748"/>
                </a:cubicBezTo>
                <a:cubicBezTo>
                  <a:pt x="537432" y="68748"/>
                  <a:pt x="532868" y="69922"/>
                  <a:pt x="529525" y="72270"/>
                </a:cubicBezTo>
                <a:cubicBezTo>
                  <a:pt x="526181" y="74616"/>
                  <a:pt x="523908" y="77950"/>
                  <a:pt x="522706" y="82273"/>
                </a:cubicBezTo>
                <a:moveTo>
                  <a:pt x="553474" y="112252"/>
                </a:moveTo>
                <a:cubicBezTo>
                  <a:pt x="551520" y="112780"/>
                  <a:pt x="548928" y="113269"/>
                  <a:pt x="545697" y="113720"/>
                </a:cubicBezTo>
                <a:cubicBezTo>
                  <a:pt x="529468" y="115681"/>
                  <a:pt x="518874" y="118545"/>
                  <a:pt x="513915" y="122314"/>
                </a:cubicBezTo>
                <a:cubicBezTo>
                  <a:pt x="510384" y="125028"/>
                  <a:pt x="508618" y="128685"/>
                  <a:pt x="508618" y="133285"/>
                </a:cubicBezTo>
                <a:cubicBezTo>
                  <a:pt x="508618" y="137053"/>
                  <a:pt x="509971" y="140238"/>
                  <a:pt x="512676" y="142840"/>
                </a:cubicBezTo>
                <a:cubicBezTo>
                  <a:pt x="515380" y="145439"/>
                  <a:pt x="518949" y="146738"/>
                  <a:pt x="523382" y="146738"/>
                </a:cubicBezTo>
                <a:cubicBezTo>
                  <a:pt x="528266" y="146738"/>
                  <a:pt x="532868" y="145552"/>
                  <a:pt x="537188" y="143178"/>
                </a:cubicBezTo>
                <a:cubicBezTo>
                  <a:pt x="541509" y="140802"/>
                  <a:pt x="544739" y="137748"/>
                  <a:pt x="546881" y="134017"/>
                </a:cubicBezTo>
                <a:cubicBezTo>
                  <a:pt x="549022" y="130286"/>
                  <a:pt x="550919" y="124463"/>
                  <a:pt x="552572" y="116548"/>
                </a:cubicBezTo>
                <a:lnTo>
                  <a:pt x="553474" y="112252"/>
                </a:lnTo>
                <a:close/>
                <a:moveTo>
                  <a:pt x="686448" y="123071"/>
                </a:moveTo>
                <a:lnTo>
                  <a:pt x="717892" y="128143"/>
                </a:lnTo>
                <a:cubicBezTo>
                  <a:pt x="712707" y="142155"/>
                  <a:pt x="705043" y="152815"/>
                  <a:pt x="694900" y="160122"/>
                </a:cubicBezTo>
                <a:cubicBezTo>
                  <a:pt x="684757" y="167429"/>
                  <a:pt x="672998" y="171082"/>
                  <a:pt x="659624" y="171082"/>
                </a:cubicBezTo>
                <a:cubicBezTo>
                  <a:pt x="644372" y="171082"/>
                  <a:pt x="632275" y="166528"/>
                  <a:pt x="623334" y="157420"/>
                </a:cubicBezTo>
                <a:cubicBezTo>
                  <a:pt x="614393" y="148313"/>
                  <a:pt x="609923" y="135780"/>
                  <a:pt x="609923" y="119824"/>
                </a:cubicBezTo>
                <a:cubicBezTo>
                  <a:pt x="609923" y="106802"/>
                  <a:pt x="612628" y="94495"/>
                  <a:pt x="618037" y="82903"/>
                </a:cubicBezTo>
                <a:cubicBezTo>
                  <a:pt x="623447" y="71311"/>
                  <a:pt x="631599" y="62185"/>
                  <a:pt x="642494" y="55523"/>
                </a:cubicBezTo>
                <a:cubicBezTo>
                  <a:pt x="653388" y="48862"/>
                  <a:pt x="665335" y="45532"/>
                  <a:pt x="678333" y="45532"/>
                </a:cubicBezTo>
                <a:cubicBezTo>
                  <a:pt x="692458" y="45532"/>
                  <a:pt x="703729" y="49239"/>
                  <a:pt x="712144" y="56654"/>
                </a:cubicBezTo>
                <a:cubicBezTo>
                  <a:pt x="720559" y="64069"/>
                  <a:pt x="725292" y="73829"/>
                  <a:pt x="726344" y="85936"/>
                </a:cubicBezTo>
                <a:lnTo>
                  <a:pt x="695576" y="89260"/>
                </a:lnTo>
                <a:cubicBezTo>
                  <a:pt x="694825" y="82458"/>
                  <a:pt x="692778" y="77452"/>
                  <a:pt x="689434" y="74243"/>
                </a:cubicBezTo>
                <a:cubicBezTo>
                  <a:pt x="686091" y="71031"/>
                  <a:pt x="681714" y="69425"/>
                  <a:pt x="676304" y="69425"/>
                </a:cubicBezTo>
                <a:cubicBezTo>
                  <a:pt x="670068" y="69425"/>
                  <a:pt x="664245" y="71757"/>
                  <a:pt x="658836" y="76423"/>
                </a:cubicBezTo>
                <a:cubicBezTo>
                  <a:pt x="653426" y="81088"/>
                  <a:pt x="649275" y="88067"/>
                  <a:pt x="646382" y="97361"/>
                </a:cubicBezTo>
                <a:cubicBezTo>
                  <a:pt x="643489" y="106654"/>
                  <a:pt x="642043" y="115364"/>
                  <a:pt x="642043" y="123490"/>
                </a:cubicBezTo>
                <a:cubicBezTo>
                  <a:pt x="642043" y="130562"/>
                  <a:pt x="643771" y="136018"/>
                  <a:pt x="647227" y="139857"/>
                </a:cubicBezTo>
                <a:cubicBezTo>
                  <a:pt x="650683" y="143693"/>
                  <a:pt x="655004" y="145611"/>
                  <a:pt x="660188" y="145611"/>
                </a:cubicBezTo>
                <a:cubicBezTo>
                  <a:pt x="665372" y="145611"/>
                  <a:pt x="670369" y="143733"/>
                  <a:pt x="675177" y="139976"/>
                </a:cubicBezTo>
                <a:cubicBezTo>
                  <a:pt x="679986" y="136220"/>
                  <a:pt x="683743" y="130584"/>
                  <a:pt x="686448" y="123071"/>
                </a:cubicBezTo>
                <a:close/>
                <a:moveTo>
                  <a:pt x="732978" y="168152"/>
                </a:moveTo>
                <a:lnTo>
                  <a:pt x="767578" y="2930"/>
                </a:lnTo>
                <a:lnTo>
                  <a:pt x="799923" y="2930"/>
                </a:lnTo>
                <a:lnTo>
                  <a:pt x="781891" y="88890"/>
                </a:lnTo>
                <a:lnTo>
                  <a:pt x="824042" y="48462"/>
                </a:lnTo>
                <a:lnTo>
                  <a:pt x="866080" y="48462"/>
                </a:lnTo>
                <a:lnTo>
                  <a:pt x="817956" y="92004"/>
                </a:lnTo>
                <a:lnTo>
                  <a:pt x="843539" y="168152"/>
                </a:lnTo>
                <a:lnTo>
                  <a:pt x="811194" y="168152"/>
                </a:lnTo>
                <a:lnTo>
                  <a:pt x="794739" y="112868"/>
                </a:lnTo>
                <a:lnTo>
                  <a:pt x="772875" y="132224"/>
                </a:lnTo>
                <a:lnTo>
                  <a:pt x="765324" y="168152"/>
                </a:lnTo>
                <a:lnTo>
                  <a:pt x="732978" y="168152"/>
                </a:lnTo>
                <a:close/>
                <a:moveTo>
                  <a:pt x="955090" y="168152"/>
                </a:moveTo>
                <a:lnTo>
                  <a:pt x="921054" y="168152"/>
                </a:lnTo>
                <a:lnTo>
                  <a:pt x="955654" y="2930"/>
                </a:lnTo>
                <a:lnTo>
                  <a:pt x="1022824" y="2930"/>
                </a:lnTo>
                <a:cubicBezTo>
                  <a:pt x="1034771" y="2930"/>
                  <a:pt x="1044219" y="4341"/>
                  <a:pt x="1051169" y="7164"/>
                </a:cubicBezTo>
                <a:cubicBezTo>
                  <a:pt x="1058119" y="9984"/>
                  <a:pt x="1063623" y="14647"/>
                  <a:pt x="1067680" y="21153"/>
                </a:cubicBezTo>
                <a:cubicBezTo>
                  <a:pt x="1071737" y="27659"/>
                  <a:pt x="1073766" y="35425"/>
                  <a:pt x="1073766" y="44450"/>
                </a:cubicBezTo>
                <a:cubicBezTo>
                  <a:pt x="1073766" y="52800"/>
                  <a:pt x="1072150" y="60924"/>
                  <a:pt x="1068920" y="68822"/>
                </a:cubicBezTo>
                <a:cubicBezTo>
                  <a:pt x="1065689" y="76719"/>
                  <a:pt x="1061725" y="83037"/>
                  <a:pt x="1057029" y="87777"/>
                </a:cubicBezTo>
                <a:cubicBezTo>
                  <a:pt x="1052334" y="92516"/>
                  <a:pt x="1047281" y="96107"/>
                  <a:pt x="1041871" y="98551"/>
                </a:cubicBezTo>
                <a:cubicBezTo>
                  <a:pt x="1036461" y="100995"/>
                  <a:pt x="1029173" y="102857"/>
                  <a:pt x="1020007" y="104137"/>
                </a:cubicBezTo>
                <a:cubicBezTo>
                  <a:pt x="1014672" y="104888"/>
                  <a:pt x="1004679" y="105264"/>
                  <a:pt x="990028" y="105264"/>
                </a:cubicBezTo>
                <a:lnTo>
                  <a:pt x="968276" y="105264"/>
                </a:lnTo>
                <a:lnTo>
                  <a:pt x="955090" y="168152"/>
                </a:lnTo>
                <a:moveTo>
                  <a:pt x="973911" y="77539"/>
                </a:moveTo>
                <a:lnTo>
                  <a:pt x="984393" y="77539"/>
                </a:lnTo>
                <a:cubicBezTo>
                  <a:pt x="1002350" y="77539"/>
                  <a:pt x="1014334" y="76420"/>
                  <a:pt x="1020345" y="74183"/>
                </a:cubicBezTo>
                <a:cubicBezTo>
                  <a:pt x="1026356" y="71945"/>
                  <a:pt x="1031089" y="68365"/>
                  <a:pt x="1034545" y="63441"/>
                </a:cubicBezTo>
                <a:cubicBezTo>
                  <a:pt x="1038002" y="58517"/>
                  <a:pt x="1039730" y="53109"/>
                  <a:pt x="1039730" y="47215"/>
                </a:cubicBezTo>
                <a:cubicBezTo>
                  <a:pt x="1039730" y="43261"/>
                  <a:pt x="1038847" y="40016"/>
                  <a:pt x="1037081" y="37481"/>
                </a:cubicBezTo>
                <a:cubicBezTo>
                  <a:pt x="1035315" y="34942"/>
                  <a:pt x="1032836" y="33096"/>
                  <a:pt x="1029643" y="31941"/>
                </a:cubicBezTo>
                <a:cubicBezTo>
                  <a:pt x="1026450" y="30783"/>
                  <a:pt x="1019331" y="30204"/>
                  <a:pt x="1008286" y="30204"/>
                </a:cubicBezTo>
                <a:lnTo>
                  <a:pt x="983942" y="30204"/>
                </a:lnTo>
                <a:lnTo>
                  <a:pt x="973911" y="77539"/>
                </a:lnTo>
                <a:close/>
                <a:moveTo>
                  <a:pt x="1107622" y="168152"/>
                </a:moveTo>
                <a:lnTo>
                  <a:pt x="1075277" y="168152"/>
                </a:lnTo>
                <a:lnTo>
                  <a:pt x="1109876" y="2930"/>
                </a:lnTo>
                <a:lnTo>
                  <a:pt x="1142222" y="2930"/>
                </a:lnTo>
                <a:lnTo>
                  <a:pt x="1129824" y="61775"/>
                </a:lnTo>
                <a:cubicBezTo>
                  <a:pt x="1137113" y="56020"/>
                  <a:pt x="1143912" y="51875"/>
                  <a:pt x="1150224" y="49339"/>
                </a:cubicBezTo>
                <a:cubicBezTo>
                  <a:pt x="1156535" y="46801"/>
                  <a:pt x="1163297" y="45532"/>
                  <a:pt x="1170510" y="45532"/>
                </a:cubicBezTo>
                <a:cubicBezTo>
                  <a:pt x="1180202" y="45532"/>
                  <a:pt x="1187866" y="48323"/>
                  <a:pt x="1193501" y="53907"/>
                </a:cubicBezTo>
                <a:cubicBezTo>
                  <a:pt x="1199136" y="59490"/>
                  <a:pt x="1201954" y="66810"/>
                  <a:pt x="1201954" y="75866"/>
                </a:cubicBezTo>
                <a:cubicBezTo>
                  <a:pt x="1201954" y="80661"/>
                  <a:pt x="1200902" y="88093"/>
                  <a:pt x="1198798" y="98164"/>
                </a:cubicBezTo>
                <a:lnTo>
                  <a:pt x="1184147" y="168152"/>
                </a:lnTo>
                <a:lnTo>
                  <a:pt x="1151801" y="168152"/>
                </a:lnTo>
                <a:lnTo>
                  <a:pt x="1166791" y="96780"/>
                </a:lnTo>
                <a:cubicBezTo>
                  <a:pt x="1168369" y="89067"/>
                  <a:pt x="1169158" y="84121"/>
                  <a:pt x="1169158" y="81942"/>
                </a:cubicBezTo>
                <a:cubicBezTo>
                  <a:pt x="1169158" y="77957"/>
                  <a:pt x="1167918" y="74763"/>
                  <a:pt x="1165438" y="72358"/>
                </a:cubicBezTo>
                <a:cubicBezTo>
                  <a:pt x="1162959" y="69952"/>
                  <a:pt x="1159578" y="68748"/>
                  <a:pt x="1155295" y="68748"/>
                </a:cubicBezTo>
                <a:cubicBezTo>
                  <a:pt x="1149885" y="68748"/>
                  <a:pt x="1144701" y="70627"/>
                  <a:pt x="1139742" y="74384"/>
                </a:cubicBezTo>
                <a:cubicBezTo>
                  <a:pt x="1133281" y="79342"/>
                  <a:pt x="1128359" y="85428"/>
                  <a:pt x="1124978" y="92641"/>
                </a:cubicBezTo>
                <a:cubicBezTo>
                  <a:pt x="1123100" y="96626"/>
                  <a:pt x="1120620" y="105981"/>
                  <a:pt x="1117540" y="120708"/>
                </a:cubicBezTo>
                <a:lnTo>
                  <a:pt x="1107622" y="168152"/>
                </a:lnTo>
                <a:close/>
                <a:moveTo>
                  <a:pt x="1260528" y="82273"/>
                </a:moveTo>
                <a:lnTo>
                  <a:pt x="1228972" y="79589"/>
                </a:lnTo>
                <a:cubicBezTo>
                  <a:pt x="1232578" y="68913"/>
                  <a:pt x="1238871" y="60568"/>
                  <a:pt x="1247849" y="54555"/>
                </a:cubicBezTo>
                <a:cubicBezTo>
                  <a:pt x="1256828" y="48539"/>
                  <a:pt x="1268718" y="45532"/>
                  <a:pt x="1283520" y="45532"/>
                </a:cubicBezTo>
                <a:cubicBezTo>
                  <a:pt x="1298922" y="45532"/>
                  <a:pt x="1310305" y="48635"/>
                  <a:pt x="1317668" y="54840"/>
                </a:cubicBezTo>
                <a:cubicBezTo>
                  <a:pt x="1325032" y="61044"/>
                  <a:pt x="1328713" y="68619"/>
                  <a:pt x="1328713" y="77567"/>
                </a:cubicBezTo>
                <a:cubicBezTo>
                  <a:pt x="1328713" y="81179"/>
                  <a:pt x="1328394" y="85015"/>
                  <a:pt x="1327755" y="89077"/>
                </a:cubicBezTo>
                <a:cubicBezTo>
                  <a:pt x="1327117" y="93137"/>
                  <a:pt x="1324881" y="103815"/>
                  <a:pt x="1321049" y="121113"/>
                </a:cubicBezTo>
                <a:cubicBezTo>
                  <a:pt x="1317894" y="135400"/>
                  <a:pt x="1316316" y="145402"/>
                  <a:pt x="1316316" y="151120"/>
                </a:cubicBezTo>
                <a:cubicBezTo>
                  <a:pt x="1316316" y="156234"/>
                  <a:pt x="1317218" y="161911"/>
                  <a:pt x="1319021" y="168152"/>
                </a:cubicBezTo>
                <a:lnTo>
                  <a:pt x="1287577" y="168152"/>
                </a:lnTo>
                <a:cubicBezTo>
                  <a:pt x="1286300" y="163794"/>
                  <a:pt x="1285511" y="159286"/>
                  <a:pt x="1285210" y="154628"/>
                </a:cubicBezTo>
                <a:cubicBezTo>
                  <a:pt x="1280477" y="159887"/>
                  <a:pt x="1275029" y="163944"/>
                  <a:pt x="1268868" y="166799"/>
                </a:cubicBezTo>
                <a:cubicBezTo>
                  <a:pt x="1262707" y="169655"/>
                  <a:pt x="1256509" y="171082"/>
                  <a:pt x="1250272" y="171082"/>
                </a:cubicBezTo>
                <a:cubicBezTo>
                  <a:pt x="1240355" y="171082"/>
                  <a:pt x="1232165" y="167828"/>
                  <a:pt x="1225703" y="161319"/>
                </a:cubicBezTo>
                <a:cubicBezTo>
                  <a:pt x="1219242" y="154811"/>
                  <a:pt x="1216011" y="146440"/>
                  <a:pt x="1216011" y="136208"/>
                </a:cubicBezTo>
                <a:cubicBezTo>
                  <a:pt x="1216011" y="124771"/>
                  <a:pt x="1219561" y="115629"/>
                  <a:pt x="1226661" y="108782"/>
                </a:cubicBezTo>
                <a:cubicBezTo>
                  <a:pt x="1233761" y="101936"/>
                  <a:pt x="1246440" y="97797"/>
                  <a:pt x="1264698" y="96368"/>
                </a:cubicBezTo>
                <a:cubicBezTo>
                  <a:pt x="1280101" y="95088"/>
                  <a:pt x="1290394" y="93545"/>
                  <a:pt x="1295579" y="91740"/>
                </a:cubicBezTo>
                <a:cubicBezTo>
                  <a:pt x="1296931" y="87232"/>
                  <a:pt x="1297607" y="83625"/>
                  <a:pt x="1297607" y="80920"/>
                </a:cubicBezTo>
                <a:cubicBezTo>
                  <a:pt x="1297607" y="77464"/>
                  <a:pt x="1296217" y="74571"/>
                  <a:pt x="1293437" y="72242"/>
                </a:cubicBezTo>
                <a:cubicBezTo>
                  <a:pt x="1290657" y="69913"/>
                  <a:pt x="1286525" y="68748"/>
                  <a:pt x="1281040" y="68748"/>
                </a:cubicBezTo>
                <a:cubicBezTo>
                  <a:pt x="1275255" y="68748"/>
                  <a:pt x="1270690" y="69922"/>
                  <a:pt x="1267347" y="72270"/>
                </a:cubicBezTo>
                <a:cubicBezTo>
                  <a:pt x="1264003" y="74616"/>
                  <a:pt x="1261730" y="77950"/>
                  <a:pt x="1260528" y="82273"/>
                </a:cubicBezTo>
                <a:moveTo>
                  <a:pt x="1291296" y="112252"/>
                </a:moveTo>
                <a:cubicBezTo>
                  <a:pt x="1289342" y="112780"/>
                  <a:pt x="1286750" y="113269"/>
                  <a:pt x="1283520" y="113720"/>
                </a:cubicBezTo>
                <a:cubicBezTo>
                  <a:pt x="1267290" y="115681"/>
                  <a:pt x="1256696" y="118545"/>
                  <a:pt x="1251737" y="122314"/>
                </a:cubicBezTo>
                <a:cubicBezTo>
                  <a:pt x="1248206" y="125028"/>
                  <a:pt x="1246440" y="128685"/>
                  <a:pt x="1246440" y="133285"/>
                </a:cubicBezTo>
                <a:cubicBezTo>
                  <a:pt x="1246440" y="137053"/>
                  <a:pt x="1247793" y="140238"/>
                  <a:pt x="1250498" y="142840"/>
                </a:cubicBezTo>
                <a:cubicBezTo>
                  <a:pt x="1253203" y="145439"/>
                  <a:pt x="1256772" y="146738"/>
                  <a:pt x="1261204" y="146738"/>
                </a:cubicBezTo>
                <a:cubicBezTo>
                  <a:pt x="1266088" y="146738"/>
                  <a:pt x="1270690" y="145552"/>
                  <a:pt x="1275011" y="143178"/>
                </a:cubicBezTo>
                <a:cubicBezTo>
                  <a:pt x="1279331" y="140802"/>
                  <a:pt x="1282562" y="137748"/>
                  <a:pt x="1284703" y="134017"/>
                </a:cubicBezTo>
                <a:cubicBezTo>
                  <a:pt x="1286844" y="130286"/>
                  <a:pt x="1288741" y="124463"/>
                  <a:pt x="1290394" y="116548"/>
                </a:cubicBezTo>
                <a:lnTo>
                  <a:pt x="1291296" y="112252"/>
                </a:lnTo>
                <a:close/>
                <a:moveTo>
                  <a:pt x="1338954" y="134598"/>
                </a:moveTo>
                <a:lnTo>
                  <a:pt x="1370285" y="129608"/>
                </a:lnTo>
                <a:cubicBezTo>
                  <a:pt x="1373065" y="136259"/>
                  <a:pt x="1376521" y="140966"/>
                  <a:pt x="1380653" y="143727"/>
                </a:cubicBezTo>
                <a:cubicBezTo>
                  <a:pt x="1384786" y="146486"/>
                  <a:pt x="1390421" y="147865"/>
                  <a:pt x="1397559" y="147865"/>
                </a:cubicBezTo>
                <a:cubicBezTo>
                  <a:pt x="1404922" y="147865"/>
                  <a:pt x="1410820" y="146217"/>
                  <a:pt x="1415253" y="142921"/>
                </a:cubicBezTo>
                <a:cubicBezTo>
                  <a:pt x="1418334" y="140671"/>
                  <a:pt x="1419874" y="137936"/>
                  <a:pt x="1419874" y="134714"/>
                </a:cubicBezTo>
                <a:cubicBezTo>
                  <a:pt x="1419874" y="132540"/>
                  <a:pt x="1419085" y="130587"/>
                  <a:pt x="1417507" y="128854"/>
                </a:cubicBezTo>
                <a:cubicBezTo>
                  <a:pt x="1415854" y="127199"/>
                  <a:pt x="1411384" y="125166"/>
                  <a:pt x="1404096" y="122757"/>
                </a:cubicBezTo>
                <a:cubicBezTo>
                  <a:pt x="1384560" y="116284"/>
                  <a:pt x="1372464" y="111167"/>
                  <a:pt x="1367805" y="107405"/>
                </a:cubicBezTo>
                <a:cubicBezTo>
                  <a:pt x="1360517" y="101533"/>
                  <a:pt x="1356873" y="93855"/>
                  <a:pt x="1356873" y="84372"/>
                </a:cubicBezTo>
                <a:cubicBezTo>
                  <a:pt x="1356873" y="74888"/>
                  <a:pt x="1360405" y="66721"/>
                  <a:pt x="1367467" y="59870"/>
                </a:cubicBezTo>
                <a:cubicBezTo>
                  <a:pt x="1377310" y="50311"/>
                  <a:pt x="1391924" y="45532"/>
                  <a:pt x="1411308" y="45532"/>
                </a:cubicBezTo>
                <a:cubicBezTo>
                  <a:pt x="1426711" y="45532"/>
                  <a:pt x="1438357" y="48349"/>
                  <a:pt x="1446246" y="53984"/>
                </a:cubicBezTo>
                <a:cubicBezTo>
                  <a:pt x="1454135" y="59620"/>
                  <a:pt x="1459132" y="67246"/>
                  <a:pt x="1461236" y="76863"/>
                </a:cubicBezTo>
                <a:lnTo>
                  <a:pt x="1431369" y="82047"/>
                </a:lnTo>
                <a:cubicBezTo>
                  <a:pt x="1429792" y="77689"/>
                  <a:pt x="1427237" y="74421"/>
                  <a:pt x="1423706" y="72242"/>
                </a:cubicBezTo>
                <a:cubicBezTo>
                  <a:pt x="1418897" y="69312"/>
                  <a:pt x="1413112" y="67847"/>
                  <a:pt x="1406350" y="67847"/>
                </a:cubicBezTo>
                <a:cubicBezTo>
                  <a:pt x="1399587" y="67847"/>
                  <a:pt x="1394722" y="68979"/>
                  <a:pt x="1391755" y="71242"/>
                </a:cubicBezTo>
                <a:cubicBezTo>
                  <a:pt x="1388787" y="73505"/>
                  <a:pt x="1387303" y="76109"/>
                  <a:pt x="1387303" y="79054"/>
                </a:cubicBezTo>
                <a:cubicBezTo>
                  <a:pt x="1387303" y="82071"/>
                  <a:pt x="1388806" y="84558"/>
                  <a:pt x="1391811" y="86517"/>
                </a:cubicBezTo>
                <a:cubicBezTo>
                  <a:pt x="1393689" y="87721"/>
                  <a:pt x="1399738" y="89828"/>
                  <a:pt x="1409956" y="92839"/>
                </a:cubicBezTo>
                <a:cubicBezTo>
                  <a:pt x="1425734" y="97431"/>
                  <a:pt x="1436291" y="101947"/>
                  <a:pt x="1441625" y="106387"/>
                </a:cubicBezTo>
                <a:cubicBezTo>
                  <a:pt x="1449139" y="112635"/>
                  <a:pt x="1452896" y="120163"/>
                  <a:pt x="1452896" y="128970"/>
                </a:cubicBezTo>
                <a:cubicBezTo>
                  <a:pt x="1452896" y="140334"/>
                  <a:pt x="1448125" y="150195"/>
                  <a:pt x="1438582" y="158551"/>
                </a:cubicBezTo>
                <a:cubicBezTo>
                  <a:pt x="1429040" y="166905"/>
                  <a:pt x="1415591" y="171082"/>
                  <a:pt x="1398235" y="171082"/>
                </a:cubicBezTo>
                <a:cubicBezTo>
                  <a:pt x="1380954" y="171082"/>
                  <a:pt x="1367599" y="167891"/>
                  <a:pt x="1358169" y="161509"/>
                </a:cubicBezTo>
                <a:cubicBezTo>
                  <a:pt x="1348740" y="155125"/>
                  <a:pt x="1342335" y="146155"/>
                  <a:pt x="1338954" y="134598"/>
                </a:cubicBezTo>
                <a:close/>
                <a:moveTo>
                  <a:pt x="1587898" y="118337"/>
                </a:moveTo>
                <a:lnTo>
                  <a:pt x="1506753" y="118337"/>
                </a:lnTo>
                <a:cubicBezTo>
                  <a:pt x="1506678" y="119615"/>
                  <a:pt x="1506640" y="120591"/>
                  <a:pt x="1506640" y="121268"/>
                </a:cubicBezTo>
                <a:cubicBezTo>
                  <a:pt x="1506640" y="129232"/>
                  <a:pt x="1508913" y="135656"/>
                  <a:pt x="1513458" y="140540"/>
                </a:cubicBezTo>
                <a:cubicBezTo>
                  <a:pt x="1518004" y="145424"/>
                  <a:pt x="1523545" y="147865"/>
                  <a:pt x="1530082" y="147865"/>
                </a:cubicBezTo>
                <a:cubicBezTo>
                  <a:pt x="1540826" y="147865"/>
                  <a:pt x="1549204" y="142305"/>
                  <a:pt x="1555215" y="131186"/>
                </a:cubicBezTo>
                <a:lnTo>
                  <a:pt x="1584179" y="136144"/>
                </a:lnTo>
                <a:cubicBezTo>
                  <a:pt x="1578544" y="147790"/>
                  <a:pt x="1571012" y="156525"/>
                  <a:pt x="1561582" y="162348"/>
                </a:cubicBezTo>
                <a:cubicBezTo>
                  <a:pt x="1552153" y="168171"/>
                  <a:pt x="1541578" y="171082"/>
                  <a:pt x="1529857" y="171082"/>
                </a:cubicBezTo>
                <a:cubicBezTo>
                  <a:pt x="1513778" y="171082"/>
                  <a:pt x="1500704" y="165982"/>
                  <a:pt x="1490636" y="155783"/>
                </a:cubicBezTo>
                <a:cubicBezTo>
                  <a:pt x="1480568" y="145583"/>
                  <a:pt x="1475534" y="132092"/>
                  <a:pt x="1475534" y="115309"/>
                </a:cubicBezTo>
                <a:cubicBezTo>
                  <a:pt x="1475534" y="98899"/>
                  <a:pt x="1480080" y="84295"/>
                  <a:pt x="1489171" y="71499"/>
                </a:cubicBezTo>
                <a:cubicBezTo>
                  <a:pt x="1501568" y="54188"/>
                  <a:pt x="1519263" y="45532"/>
                  <a:pt x="1542254" y="45532"/>
                </a:cubicBezTo>
                <a:cubicBezTo>
                  <a:pt x="1556905" y="45532"/>
                  <a:pt x="1568551" y="50066"/>
                  <a:pt x="1577192" y="59133"/>
                </a:cubicBezTo>
                <a:cubicBezTo>
                  <a:pt x="1585832" y="68201"/>
                  <a:pt x="1590152" y="80900"/>
                  <a:pt x="1590152" y="97230"/>
                </a:cubicBezTo>
                <a:cubicBezTo>
                  <a:pt x="1590152" y="105056"/>
                  <a:pt x="1589401" y="112092"/>
                  <a:pt x="1587898" y="118337"/>
                </a:cubicBezTo>
                <a:moveTo>
                  <a:pt x="1560624" y="98502"/>
                </a:moveTo>
                <a:cubicBezTo>
                  <a:pt x="1560700" y="97079"/>
                  <a:pt x="1560737" y="95994"/>
                  <a:pt x="1560737" y="95248"/>
                </a:cubicBezTo>
                <a:cubicBezTo>
                  <a:pt x="1560737" y="86414"/>
                  <a:pt x="1558746" y="79790"/>
                  <a:pt x="1554764" y="75373"/>
                </a:cubicBezTo>
                <a:cubicBezTo>
                  <a:pt x="1550782" y="70957"/>
                  <a:pt x="1545447" y="68748"/>
                  <a:pt x="1538760" y="68748"/>
                </a:cubicBezTo>
                <a:cubicBezTo>
                  <a:pt x="1532073" y="68748"/>
                  <a:pt x="1526081" y="71256"/>
                  <a:pt x="1520784" y="76271"/>
                </a:cubicBezTo>
                <a:cubicBezTo>
                  <a:pt x="1515487" y="81287"/>
                  <a:pt x="1511899" y="88697"/>
                  <a:pt x="1510021" y="98502"/>
                </a:cubicBezTo>
                <a:lnTo>
                  <a:pt x="1560624" y="98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2A007-6F15-4880-8CCD-AD11A938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77" y="1535229"/>
            <a:ext cx="1939235" cy="359044"/>
          </a:xfrm>
          <a:custGeom xmlns:a="http://schemas.openxmlformats.org/drawingml/2006/main">
            <a:pathLst>
              <a:path w="1939235" h="359044">
                <a:moveTo>
                  <a:pt x="0" y="0"/>
                </a:moveTo>
                <a:lnTo>
                  <a:pt x="1939235" y="0"/>
                </a:lnTo>
                <a:lnTo>
                  <a:pt x="1939235" y="359044"/>
                </a:lnTo>
                <a:lnTo>
                  <a:pt x="0" y="3590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C63C1-2376-4798-BA4E-B6584C7B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77" y="1535229"/>
            <a:ext cx="1939235" cy="359044"/>
          </a:xfrm>
          <a:custGeom xmlns:a="http://schemas.openxmlformats.org/drawingml/2006/main">
            <a:pathLst>
              <a:path w="1939235" h="359044" fill="none">
                <a:moveTo>
                  <a:pt x="0" y="0"/>
                </a:moveTo>
                <a:lnTo>
                  <a:pt x="1939235" y="0"/>
                </a:lnTo>
                <a:lnTo>
                  <a:pt x="1939235" y="359044"/>
                </a:lnTo>
                <a:lnTo>
                  <a:pt x="0" y="3590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770" cap="flat">
            <a:solidFill>
              <a:srgbClr val="000000"/>
            </a:solidFill>
            <a:round/>
          </a:ln>
        </p:spPr>
      </p:sp>
      <p:sp>
        <p:nvSpPr>
          <p:cNvPr id="653" name="Text T">
            <a:extLst xmlns:a="http://schemas.openxmlformats.org/drawingml/2006/main">
              <a:ext uri="{FF2B5EF4-FFF2-40B4-BE49-F238E27FC236}">
                <a16:creationId xmlns:a16="http://schemas.microsoft.com/office/drawing/2014/main" id="{97C4352F-6337-43C7-8165-96C19227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6347" y="1643460"/>
            <a:ext cx="116170" cy="141215"/>
          </a:xfrm>
          <a:custGeom xmlns:a="http://schemas.openxmlformats.org/drawingml/2006/main">
            <a:pathLst>
              <a:path w="116170" h="141215">
                <a:moveTo>
                  <a:pt x="45852" y="141215"/>
                </a:moveTo>
                <a:lnTo>
                  <a:pt x="16761" y="141215"/>
                </a:lnTo>
                <a:lnTo>
                  <a:pt x="41421" y="23696"/>
                </a:lnTo>
                <a:lnTo>
                  <a:pt x="0" y="23696"/>
                </a:lnTo>
                <a:lnTo>
                  <a:pt x="4913" y="0"/>
                </a:lnTo>
                <a:lnTo>
                  <a:pt x="116170" y="0"/>
                </a:lnTo>
                <a:lnTo>
                  <a:pt x="111257" y="23696"/>
                </a:lnTo>
                <a:lnTo>
                  <a:pt x="70415" y="23696"/>
                </a:lnTo>
                <a:lnTo>
                  <a:pt x="45852" y="141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Text r">
            <a:extLst xmlns:a="http://schemas.openxmlformats.org/drawingml/2006/main">
              <a:ext uri="{FF2B5EF4-FFF2-40B4-BE49-F238E27FC236}">
                <a16:creationId xmlns:a16="http://schemas.microsoft.com/office/drawing/2014/main" id="{1DF3E19F-6FB4-47FB-A4DE-968DC536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5403" y="1679872"/>
            <a:ext cx="87176" cy="104804"/>
          </a:xfrm>
          <a:custGeom xmlns:a="http://schemas.openxmlformats.org/drawingml/2006/main">
            <a:pathLst>
              <a:path w="87176" h="104804">
                <a:moveTo>
                  <a:pt x="21385" y="2504"/>
                </a:moveTo>
                <a:lnTo>
                  <a:pt x="47200" y="2504"/>
                </a:lnTo>
                <a:lnTo>
                  <a:pt x="43058" y="22306"/>
                </a:lnTo>
                <a:cubicBezTo>
                  <a:pt x="52691" y="7435"/>
                  <a:pt x="63126" y="0"/>
                  <a:pt x="74364" y="0"/>
                </a:cubicBezTo>
                <a:cubicBezTo>
                  <a:pt x="78346" y="0"/>
                  <a:pt x="82616" y="995"/>
                  <a:pt x="87176" y="2986"/>
                </a:cubicBezTo>
                <a:lnTo>
                  <a:pt x="76580" y="25623"/>
                </a:lnTo>
                <a:cubicBezTo>
                  <a:pt x="74075" y="24724"/>
                  <a:pt x="71410" y="24274"/>
                  <a:pt x="68585" y="24274"/>
                </a:cubicBezTo>
                <a:cubicBezTo>
                  <a:pt x="63833" y="24274"/>
                  <a:pt x="59000" y="26076"/>
                  <a:pt x="54087" y="29681"/>
                </a:cubicBezTo>
                <a:cubicBezTo>
                  <a:pt x="49175" y="33283"/>
                  <a:pt x="45338" y="38092"/>
                  <a:pt x="42576" y="44109"/>
                </a:cubicBezTo>
                <a:cubicBezTo>
                  <a:pt x="39815" y="50123"/>
                  <a:pt x="37086" y="59661"/>
                  <a:pt x="34389" y="72724"/>
                </a:cubicBezTo>
                <a:lnTo>
                  <a:pt x="27646" y="104804"/>
                </a:lnTo>
                <a:lnTo>
                  <a:pt x="0" y="104804"/>
                </a:lnTo>
                <a:lnTo>
                  <a:pt x="21385" y="25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Text ainedEngine">
            <a:extLst xmlns:a="http://schemas.openxmlformats.org/drawingml/2006/main">
              <a:ext uri="{FF2B5EF4-FFF2-40B4-BE49-F238E27FC236}">
                <a16:creationId xmlns:a16="http://schemas.microsoft.com/office/drawing/2014/main" id="{5E5543AB-4875-4D9C-B928-408CD0E1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845" y="1643460"/>
            <a:ext cx="1221118" cy="182828"/>
          </a:xfrm>
          <a:custGeom xmlns:a="http://schemas.openxmlformats.org/drawingml/2006/main">
            <a:pathLst>
              <a:path w="1221118" h="182828">
                <a:moveTo>
                  <a:pt x="38049" y="67814"/>
                </a:moveTo>
                <a:lnTo>
                  <a:pt x="11078" y="65520"/>
                </a:lnTo>
                <a:cubicBezTo>
                  <a:pt x="14160" y="56395"/>
                  <a:pt x="19538" y="49263"/>
                  <a:pt x="27212" y="44124"/>
                </a:cubicBezTo>
                <a:cubicBezTo>
                  <a:pt x="34886" y="38982"/>
                  <a:pt x="45049" y="36412"/>
                  <a:pt x="57700" y="36412"/>
                </a:cubicBezTo>
                <a:cubicBezTo>
                  <a:pt x="70864" y="36412"/>
                  <a:pt x="80593" y="39064"/>
                  <a:pt x="86887" y="44368"/>
                </a:cubicBezTo>
                <a:cubicBezTo>
                  <a:pt x="93180" y="49669"/>
                  <a:pt x="96327" y="56144"/>
                  <a:pt x="96327" y="63792"/>
                </a:cubicBezTo>
                <a:cubicBezTo>
                  <a:pt x="96327" y="66879"/>
                  <a:pt x="96054" y="70158"/>
                  <a:pt x="95508" y="73630"/>
                </a:cubicBezTo>
                <a:cubicBezTo>
                  <a:pt x="94962" y="77100"/>
                  <a:pt x="93052" y="86227"/>
                  <a:pt x="89777" y="101011"/>
                </a:cubicBezTo>
                <a:cubicBezTo>
                  <a:pt x="87079" y="113222"/>
                  <a:pt x="85731" y="121771"/>
                  <a:pt x="85731" y="126658"/>
                </a:cubicBezTo>
                <a:cubicBezTo>
                  <a:pt x="85731" y="131028"/>
                  <a:pt x="86501" y="135881"/>
                  <a:pt x="88043" y="141215"/>
                </a:cubicBezTo>
                <a:lnTo>
                  <a:pt x="61168" y="141215"/>
                </a:lnTo>
                <a:cubicBezTo>
                  <a:pt x="60076" y="137490"/>
                  <a:pt x="59402" y="133637"/>
                  <a:pt x="59145" y="129656"/>
                </a:cubicBezTo>
                <a:cubicBezTo>
                  <a:pt x="55099" y="134151"/>
                  <a:pt x="50443" y="137619"/>
                  <a:pt x="45177" y="140059"/>
                </a:cubicBezTo>
                <a:cubicBezTo>
                  <a:pt x="39911" y="142499"/>
                  <a:pt x="34613" y="143720"/>
                  <a:pt x="29283" y="143720"/>
                </a:cubicBezTo>
                <a:cubicBezTo>
                  <a:pt x="20807" y="143720"/>
                  <a:pt x="13807" y="140938"/>
                  <a:pt x="8284" y="135375"/>
                </a:cubicBezTo>
                <a:cubicBezTo>
                  <a:pt x="2761" y="129812"/>
                  <a:pt x="0" y="122658"/>
                  <a:pt x="0" y="113912"/>
                </a:cubicBezTo>
                <a:cubicBezTo>
                  <a:pt x="0" y="104137"/>
                  <a:pt x="3034" y="96324"/>
                  <a:pt x="9103" y="90472"/>
                </a:cubicBezTo>
                <a:cubicBezTo>
                  <a:pt x="15171" y="84620"/>
                  <a:pt x="26008" y="81083"/>
                  <a:pt x="41613" y="79861"/>
                </a:cubicBezTo>
                <a:cubicBezTo>
                  <a:pt x="54778" y="78767"/>
                  <a:pt x="63576" y="77449"/>
                  <a:pt x="68007" y="75905"/>
                </a:cubicBezTo>
                <a:cubicBezTo>
                  <a:pt x="69163" y="72052"/>
                  <a:pt x="69741" y="68970"/>
                  <a:pt x="69741" y="66658"/>
                </a:cubicBezTo>
                <a:cubicBezTo>
                  <a:pt x="69741" y="63704"/>
                  <a:pt x="68553" y="61232"/>
                  <a:pt x="66176" y="59241"/>
                </a:cubicBezTo>
                <a:cubicBezTo>
                  <a:pt x="63800" y="57250"/>
                  <a:pt x="60268" y="56255"/>
                  <a:pt x="55581" y="56255"/>
                </a:cubicBezTo>
                <a:cubicBezTo>
                  <a:pt x="50636" y="56255"/>
                  <a:pt x="46735" y="57258"/>
                  <a:pt x="43877" y="59265"/>
                </a:cubicBezTo>
                <a:cubicBezTo>
                  <a:pt x="41019" y="61270"/>
                  <a:pt x="39077" y="64120"/>
                  <a:pt x="38049" y="67814"/>
                </a:cubicBezTo>
                <a:moveTo>
                  <a:pt x="64346" y="93437"/>
                </a:moveTo>
                <a:cubicBezTo>
                  <a:pt x="62677" y="93888"/>
                  <a:pt x="60461" y="94307"/>
                  <a:pt x="57700" y="94692"/>
                </a:cubicBezTo>
                <a:cubicBezTo>
                  <a:pt x="43829" y="96368"/>
                  <a:pt x="34774" y="98816"/>
                  <a:pt x="30536" y="102037"/>
                </a:cubicBezTo>
                <a:cubicBezTo>
                  <a:pt x="27517" y="104357"/>
                  <a:pt x="26008" y="107483"/>
                  <a:pt x="26008" y="111414"/>
                </a:cubicBezTo>
                <a:cubicBezTo>
                  <a:pt x="26008" y="114635"/>
                  <a:pt x="27164" y="117357"/>
                  <a:pt x="29476" y="119581"/>
                </a:cubicBezTo>
                <a:cubicBezTo>
                  <a:pt x="31788" y="121802"/>
                  <a:pt x="34838" y="122913"/>
                  <a:pt x="38627" y="122913"/>
                </a:cubicBezTo>
                <a:cubicBezTo>
                  <a:pt x="42801" y="122913"/>
                  <a:pt x="46735" y="121899"/>
                  <a:pt x="50427" y="119870"/>
                </a:cubicBezTo>
                <a:cubicBezTo>
                  <a:pt x="54120" y="117839"/>
                  <a:pt x="56881" y="115229"/>
                  <a:pt x="58711" y="112040"/>
                </a:cubicBezTo>
                <a:cubicBezTo>
                  <a:pt x="60541" y="108851"/>
                  <a:pt x="62163" y="103874"/>
                  <a:pt x="63576" y="97109"/>
                </a:cubicBezTo>
                <a:lnTo>
                  <a:pt x="64346" y="93437"/>
                </a:lnTo>
                <a:close/>
                <a:moveTo>
                  <a:pt x="138988" y="0"/>
                </a:moveTo>
                <a:lnTo>
                  <a:pt x="166634" y="0"/>
                </a:lnTo>
                <a:lnTo>
                  <a:pt x="161432" y="25045"/>
                </a:lnTo>
                <a:lnTo>
                  <a:pt x="133786" y="25045"/>
                </a:lnTo>
                <a:lnTo>
                  <a:pt x="138988" y="0"/>
                </a:lnTo>
                <a:moveTo>
                  <a:pt x="130897" y="38916"/>
                </a:moveTo>
                <a:lnTo>
                  <a:pt x="158542" y="38916"/>
                </a:lnTo>
                <a:lnTo>
                  <a:pt x="137158" y="141215"/>
                </a:lnTo>
                <a:lnTo>
                  <a:pt x="109512" y="141215"/>
                </a:lnTo>
                <a:lnTo>
                  <a:pt x="130897" y="38916"/>
                </a:lnTo>
                <a:close/>
                <a:moveTo>
                  <a:pt x="186518" y="38916"/>
                </a:moveTo>
                <a:lnTo>
                  <a:pt x="212719" y="38916"/>
                </a:lnTo>
                <a:lnTo>
                  <a:pt x="210022" y="52230"/>
                </a:lnTo>
                <a:cubicBezTo>
                  <a:pt x="216572" y="46537"/>
                  <a:pt x="222689" y="42477"/>
                  <a:pt x="228372" y="40051"/>
                </a:cubicBezTo>
                <a:cubicBezTo>
                  <a:pt x="234056" y="37625"/>
                  <a:pt x="240044" y="36412"/>
                  <a:pt x="246337" y="36412"/>
                </a:cubicBezTo>
                <a:cubicBezTo>
                  <a:pt x="254750" y="36412"/>
                  <a:pt x="261380" y="38828"/>
                  <a:pt x="266229" y="43660"/>
                </a:cubicBezTo>
                <a:cubicBezTo>
                  <a:pt x="271077" y="48493"/>
                  <a:pt x="273502" y="54904"/>
                  <a:pt x="273502" y="62895"/>
                </a:cubicBezTo>
                <a:cubicBezTo>
                  <a:pt x="273502" y="66488"/>
                  <a:pt x="272442" y="73297"/>
                  <a:pt x="270323" y="83323"/>
                </a:cubicBezTo>
                <a:lnTo>
                  <a:pt x="258282" y="141215"/>
                </a:lnTo>
                <a:lnTo>
                  <a:pt x="230636" y="141215"/>
                </a:lnTo>
                <a:lnTo>
                  <a:pt x="242773" y="83124"/>
                </a:lnTo>
                <a:cubicBezTo>
                  <a:pt x="244571" y="74445"/>
                  <a:pt x="245470" y="69271"/>
                  <a:pt x="245470" y="67603"/>
                </a:cubicBezTo>
                <a:cubicBezTo>
                  <a:pt x="245470" y="64077"/>
                  <a:pt x="244427" y="61305"/>
                  <a:pt x="242340" y="59286"/>
                </a:cubicBezTo>
                <a:cubicBezTo>
                  <a:pt x="240253" y="57265"/>
                  <a:pt x="237347" y="56255"/>
                  <a:pt x="233622" y="56255"/>
                </a:cubicBezTo>
                <a:cubicBezTo>
                  <a:pt x="229577" y="56255"/>
                  <a:pt x="225081" y="57957"/>
                  <a:pt x="220136" y="61360"/>
                </a:cubicBezTo>
                <a:cubicBezTo>
                  <a:pt x="215192" y="64764"/>
                  <a:pt x="211307" y="69259"/>
                  <a:pt x="208481" y="74846"/>
                </a:cubicBezTo>
                <a:cubicBezTo>
                  <a:pt x="206426" y="78829"/>
                  <a:pt x="204114" y="86954"/>
                  <a:pt x="201545" y="99220"/>
                </a:cubicBezTo>
                <a:lnTo>
                  <a:pt x="192780" y="141215"/>
                </a:lnTo>
                <a:lnTo>
                  <a:pt x="165134" y="141215"/>
                </a:lnTo>
                <a:lnTo>
                  <a:pt x="186518" y="38916"/>
                </a:lnTo>
                <a:close/>
                <a:moveTo>
                  <a:pt x="384690" y="98639"/>
                </a:moveTo>
                <a:lnTo>
                  <a:pt x="315335" y="98639"/>
                </a:lnTo>
                <a:cubicBezTo>
                  <a:pt x="315271" y="99730"/>
                  <a:pt x="315238" y="100565"/>
                  <a:pt x="315238" y="101143"/>
                </a:cubicBezTo>
                <a:cubicBezTo>
                  <a:pt x="315238" y="107950"/>
                  <a:pt x="317181" y="113441"/>
                  <a:pt x="321066" y="117615"/>
                </a:cubicBezTo>
                <a:cubicBezTo>
                  <a:pt x="324951" y="121789"/>
                  <a:pt x="329687" y="123876"/>
                  <a:pt x="335274" y="123876"/>
                </a:cubicBezTo>
                <a:cubicBezTo>
                  <a:pt x="344458" y="123876"/>
                  <a:pt x="351618" y="119124"/>
                  <a:pt x="356755" y="109620"/>
                </a:cubicBezTo>
                <a:lnTo>
                  <a:pt x="381511" y="113858"/>
                </a:lnTo>
                <a:cubicBezTo>
                  <a:pt x="376695" y="123812"/>
                  <a:pt x="370257" y="131277"/>
                  <a:pt x="362198" y="136254"/>
                </a:cubicBezTo>
                <a:cubicBezTo>
                  <a:pt x="354138" y="141231"/>
                  <a:pt x="345100" y="143720"/>
                  <a:pt x="335082" y="143720"/>
                </a:cubicBezTo>
                <a:cubicBezTo>
                  <a:pt x="321339" y="143720"/>
                  <a:pt x="310165" y="139361"/>
                  <a:pt x="301560" y="130643"/>
                </a:cubicBezTo>
                <a:cubicBezTo>
                  <a:pt x="292955" y="121926"/>
                  <a:pt x="288652" y="110394"/>
                  <a:pt x="288652" y="96050"/>
                </a:cubicBezTo>
                <a:cubicBezTo>
                  <a:pt x="288652" y="82024"/>
                  <a:pt x="292537" y="69543"/>
                  <a:pt x="300308" y="58606"/>
                </a:cubicBezTo>
                <a:cubicBezTo>
                  <a:pt x="310904" y="43810"/>
                  <a:pt x="326027" y="36412"/>
                  <a:pt x="345678" y="36412"/>
                </a:cubicBezTo>
                <a:cubicBezTo>
                  <a:pt x="358200" y="36412"/>
                  <a:pt x="368154" y="40287"/>
                  <a:pt x="375539" y="48037"/>
                </a:cubicBezTo>
                <a:cubicBezTo>
                  <a:pt x="382924" y="55787"/>
                  <a:pt x="386617" y="66641"/>
                  <a:pt x="386617" y="80598"/>
                </a:cubicBezTo>
                <a:cubicBezTo>
                  <a:pt x="386617" y="87287"/>
                  <a:pt x="385974" y="93301"/>
                  <a:pt x="384690" y="98639"/>
                </a:cubicBezTo>
                <a:moveTo>
                  <a:pt x="361379" y="81685"/>
                </a:moveTo>
                <a:cubicBezTo>
                  <a:pt x="361443" y="80469"/>
                  <a:pt x="361475" y="79542"/>
                  <a:pt x="361475" y="78904"/>
                </a:cubicBezTo>
                <a:cubicBezTo>
                  <a:pt x="361475" y="71354"/>
                  <a:pt x="359774" y="65692"/>
                  <a:pt x="356370" y="61917"/>
                </a:cubicBezTo>
                <a:cubicBezTo>
                  <a:pt x="352966" y="58142"/>
                  <a:pt x="348407" y="56255"/>
                  <a:pt x="342692" y="56255"/>
                </a:cubicBezTo>
                <a:cubicBezTo>
                  <a:pt x="336976" y="56255"/>
                  <a:pt x="331855" y="58398"/>
                  <a:pt x="327327" y="62685"/>
                </a:cubicBezTo>
                <a:cubicBezTo>
                  <a:pt x="322800" y="66971"/>
                  <a:pt x="319734" y="73305"/>
                  <a:pt x="318128" y="81685"/>
                </a:cubicBezTo>
                <a:lnTo>
                  <a:pt x="361379" y="81685"/>
                </a:lnTo>
                <a:close/>
                <a:moveTo>
                  <a:pt x="490059" y="141215"/>
                </a:moveTo>
                <a:lnTo>
                  <a:pt x="463858" y="141215"/>
                </a:lnTo>
                <a:lnTo>
                  <a:pt x="466170" y="130146"/>
                </a:lnTo>
                <a:cubicBezTo>
                  <a:pt x="461161" y="134995"/>
                  <a:pt x="456232" y="138470"/>
                  <a:pt x="451383" y="140571"/>
                </a:cubicBezTo>
                <a:cubicBezTo>
                  <a:pt x="446535" y="142670"/>
                  <a:pt x="441060" y="143720"/>
                  <a:pt x="434960" y="143720"/>
                </a:cubicBezTo>
                <a:cubicBezTo>
                  <a:pt x="424364" y="143720"/>
                  <a:pt x="415775" y="140101"/>
                  <a:pt x="409192" y="132865"/>
                </a:cubicBezTo>
                <a:cubicBezTo>
                  <a:pt x="402610" y="125626"/>
                  <a:pt x="399319" y="114930"/>
                  <a:pt x="399319" y="100776"/>
                </a:cubicBezTo>
                <a:cubicBezTo>
                  <a:pt x="399319" y="84372"/>
                  <a:pt x="403942" y="69544"/>
                  <a:pt x="413190" y="56291"/>
                </a:cubicBezTo>
                <a:cubicBezTo>
                  <a:pt x="422437" y="43038"/>
                  <a:pt x="434671" y="36412"/>
                  <a:pt x="449890" y="36412"/>
                </a:cubicBezTo>
                <a:cubicBezTo>
                  <a:pt x="463633" y="36412"/>
                  <a:pt x="473940" y="41870"/>
                  <a:pt x="480811" y="52787"/>
                </a:cubicBezTo>
                <a:lnTo>
                  <a:pt x="491889" y="0"/>
                </a:lnTo>
                <a:lnTo>
                  <a:pt x="519535" y="0"/>
                </a:lnTo>
                <a:lnTo>
                  <a:pt x="490059" y="141215"/>
                </a:lnTo>
                <a:moveTo>
                  <a:pt x="426194" y="99569"/>
                </a:moveTo>
                <a:cubicBezTo>
                  <a:pt x="426194" y="106900"/>
                  <a:pt x="428040" y="112623"/>
                  <a:pt x="431733" y="116739"/>
                </a:cubicBezTo>
                <a:cubicBezTo>
                  <a:pt x="435425" y="120855"/>
                  <a:pt x="439969" y="122913"/>
                  <a:pt x="445363" y="122913"/>
                </a:cubicBezTo>
                <a:cubicBezTo>
                  <a:pt x="450372" y="122913"/>
                  <a:pt x="455044" y="121193"/>
                  <a:pt x="459378" y="117753"/>
                </a:cubicBezTo>
                <a:cubicBezTo>
                  <a:pt x="463713" y="114312"/>
                  <a:pt x="467181" y="109054"/>
                  <a:pt x="469782" y="101980"/>
                </a:cubicBezTo>
                <a:cubicBezTo>
                  <a:pt x="472383" y="94906"/>
                  <a:pt x="473683" y="88121"/>
                  <a:pt x="473683" y="81625"/>
                </a:cubicBezTo>
                <a:cubicBezTo>
                  <a:pt x="473683" y="74230"/>
                  <a:pt x="471692" y="68250"/>
                  <a:pt x="467711" y="63684"/>
                </a:cubicBezTo>
                <a:cubicBezTo>
                  <a:pt x="463729" y="59117"/>
                  <a:pt x="459138" y="56833"/>
                  <a:pt x="453936" y="56833"/>
                </a:cubicBezTo>
                <a:cubicBezTo>
                  <a:pt x="445845" y="56833"/>
                  <a:pt x="439198" y="61335"/>
                  <a:pt x="433996" y="70340"/>
                </a:cubicBezTo>
                <a:cubicBezTo>
                  <a:pt x="428795" y="79342"/>
                  <a:pt x="426194" y="89085"/>
                  <a:pt x="426194" y="99569"/>
                </a:cubicBezTo>
                <a:close/>
                <a:moveTo>
                  <a:pt x="571332" y="141215"/>
                </a:moveTo>
                <a:lnTo>
                  <a:pt x="600808" y="0"/>
                </a:lnTo>
                <a:lnTo>
                  <a:pt x="705515" y="0"/>
                </a:lnTo>
                <a:lnTo>
                  <a:pt x="700602" y="23696"/>
                </a:lnTo>
                <a:lnTo>
                  <a:pt x="624986" y="23696"/>
                </a:lnTo>
                <a:lnTo>
                  <a:pt x="618243" y="55484"/>
                </a:lnTo>
                <a:lnTo>
                  <a:pt x="691355" y="55484"/>
                </a:lnTo>
                <a:lnTo>
                  <a:pt x="686442" y="79181"/>
                </a:lnTo>
                <a:lnTo>
                  <a:pt x="613330" y="79181"/>
                </a:lnTo>
                <a:lnTo>
                  <a:pt x="604468" y="117519"/>
                </a:lnTo>
                <a:lnTo>
                  <a:pt x="686635" y="117519"/>
                </a:lnTo>
                <a:lnTo>
                  <a:pt x="681626" y="141215"/>
                </a:lnTo>
                <a:lnTo>
                  <a:pt x="571332" y="141215"/>
                </a:lnTo>
                <a:close/>
                <a:moveTo>
                  <a:pt x="725105" y="38916"/>
                </a:moveTo>
                <a:lnTo>
                  <a:pt x="751305" y="38916"/>
                </a:lnTo>
                <a:lnTo>
                  <a:pt x="748608" y="52230"/>
                </a:lnTo>
                <a:cubicBezTo>
                  <a:pt x="755159" y="46537"/>
                  <a:pt x="761275" y="42477"/>
                  <a:pt x="766959" y="40051"/>
                </a:cubicBezTo>
                <a:cubicBezTo>
                  <a:pt x="772642" y="37625"/>
                  <a:pt x="778630" y="36412"/>
                  <a:pt x="784924" y="36412"/>
                </a:cubicBezTo>
                <a:cubicBezTo>
                  <a:pt x="793336" y="36412"/>
                  <a:pt x="799967" y="38828"/>
                  <a:pt x="804815" y="43660"/>
                </a:cubicBezTo>
                <a:cubicBezTo>
                  <a:pt x="809663" y="48493"/>
                  <a:pt x="812088" y="54904"/>
                  <a:pt x="812088" y="62895"/>
                </a:cubicBezTo>
                <a:cubicBezTo>
                  <a:pt x="812088" y="66488"/>
                  <a:pt x="811028" y="73297"/>
                  <a:pt x="808909" y="83323"/>
                </a:cubicBezTo>
                <a:lnTo>
                  <a:pt x="796868" y="141215"/>
                </a:lnTo>
                <a:lnTo>
                  <a:pt x="769222" y="141215"/>
                </a:lnTo>
                <a:lnTo>
                  <a:pt x="781359" y="83124"/>
                </a:lnTo>
                <a:cubicBezTo>
                  <a:pt x="783158" y="74445"/>
                  <a:pt x="784057" y="69271"/>
                  <a:pt x="784057" y="67603"/>
                </a:cubicBezTo>
                <a:cubicBezTo>
                  <a:pt x="784057" y="64077"/>
                  <a:pt x="783013" y="61305"/>
                  <a:pt x="780926" y="59286"/>
                </a:cubicBezTo>
                <a:cubicBezTo>
                  <a:pt x="778839" y="57265"/>
                  <a:pt x="775933" y="56255"/>
                  <a:pt x="772208" y="56255"/>
                </a:cubicBezTo>
                <a:cubicBezTo>
                  <a:pt x="768163" y="56255"/>
                  <a:pt x="763667" y="57957"/>
                  <a:pt x="758723" y="61360"/>
                </a:cubicBezTo>
                <a:cubicBezTo>
                  <a:pt x="753778" y="64764"/>
                  <a:pt x="749893" y="69259"/>
                  <a:pt x="747067" y="74846"/>
                </a:cubicBezTo>
                <a:cubicBezTo>
                  <a:pt x="745012" y="78829"/>
                  <a:pt x="742700" y="86954"/>
                  <a:pt x="740132" y="99220"/>
                </a:cubicBezTo>
                <a:lnTo>
                  <a:pt x="731366" y="141215"/>
                </a:lnTo>
                <a:lnTo>
                  <a:pt x="703720" y="141215"/>
                </a:lnTo>
                <a:lnTo>
                  <a:pt x="725105" y="38916"/>
                </a:lnTo>
                <a:close/>
                <a:moveTo>
                  <a:pt x="822229" y="146609"/>
                </a:moveTo>
                <a:lnTo>
                  <a:pt x="851416" y="150848"/>
                </a:lnTo>
                <a:cubicBezTo>
                  <a:pt x="851416" y="153802"/>
                  <a:pt x="851898" y="156033"/>
                  <a:pt x="852861" y="157542"/>
                </a:cubicBezTo>
                <a:cubicBezTo>
                  <a:pt x="853824" y="159052"/>
                  <a:pt x="855382" y="160336"/>
                  <a:pt x="857533" y="161396"/>
                </a:cubicBezTo>
                <a:cubicBezTo>
                  <a:pt x="859684" y="162455"/>
                  <a:pt x="862622" y="162985"/>
                  <a:pt x="866347" y="162985"/>
                </a:cubicBezTo>
                <a:cubicBezTo>
                  <a:pt x="872191" y="162985"/>
                  <a:pt x="876879" y="161828"/>
                  <a:pt x="880411" y="159514"/>
                </a:cubicBezTo>
                <a:cubicBezTo>
                  <a:pt x="883043" y="157714"/>
                  <a:pt x="885195" y="154820"/>
                  <a:pt x="886864" y="150833"/>
                </a:cubicBezTo>
                <a:cubicBezTo>
                  <a:pt x="887892" y="148326"/>
                  <a:pt x="889208" y="142862"/>
                  <a:pt x="890814" y="134439"/>
                </a:cubicBezTo>
                <a:lnTo>
                  <a:pt x="891777" y="129656"/>
                </a:lnTo>
                <a:cubicBezTo>
                  <a:pt x="882209" y="137619"/>
                  <a:pt x="872319" y="141600"/>
                  <a:pt x="862108" y="141600"/>
                </a:cubicBezTo>
                <a:cubicBezTo>
                  <a:pt x="852090" y="141600"/>
                  <a:pt x="843871" y="138065"/>
                  <a:pt x="837449" y="130995"/>
                </a:cubicBezTo>
                <a:cubicBezTo>
                  <a:pt x="831027" y="123925"/>
                  <a:pt x="827816" y="113576"/>
                  <a:pt x="827816" y="99948"/>
                </a:cubicBezTo>
                <a:cubicBezTo>
                  <a:pt x="827816" y="87929"/>
                  <a:pt x="830000" y="76907"/>
                  <a:pt x="834366" y="66881"/>
                </a:cubicBezTo>
                <a:cubicBezTo>
                  <a:pt x="838733" y="56853"/>
                  <a:pt x="844866" y="49268"/>
                  <a:pt x="852765" y="44127"/>
                </a:cubicBezTo>
                <a:cubicBezTo>
                  <a:pt x="860664" y="38983"/>
                  <a:pt x="868723" y="36412"/>
                  <a:pt x="876943" y="36412"/>
                </a:cubicBezTo>
                <a:cubicBezTo>
                  <a:pt x="883750" y="36412"/>
                  <a:pt x="889979" y="38216"/>
                  <a:pt x="895630" y="41824"/>
                </a:cubicBezTo>
                <a:cubicBezTo>
                  <a:pt x="901281" y="45432"/>
                  <a:pt x="905680" y="50490"/>
                  <a:pt x="908827" y="56998"/>
                </a:cubicBezTo>
                <a:lnTo>
                  <a:pt x="912680" y="38916"/>
                </a:lnTo>
                <a:lnTo>
                  <a:pt x="938592" y="38916"/>
                </a:lnTo>
                <a:lnTo>
                  <a:pt x="920868" y="124078"/>
                </a:lnTo>
                <a:cubicBezTo>
                  <a:pt x="917978" y="137798"/>
                  <a:pt x="915538" y="147590"/>
                  <a:pt x="913547" y="153452"/>
                </a:cubicBezTo>
                <a:cubicBezTo>
                  <a:pt x="911556" y="159315"/>
                  <a:pt x="909276" y="163986"/>
                  <a:pt x="906708" y="167464"/>
                </a:cubicBezTo>
                <a:cubicBezTo>
                  <a:pt x="904139" y="170942"/>
                  <a:pt x="900896" y="173857"/>
                  <a:pt x="896979" y="176209"/>
                </a:cubicBezTo>
                <a:cubicBezTo>
                  <a:pt x="893061" y="178561"/>
                  <a:pt x="888438" y="180251"/>
                  <a:pt x="883108" y="181281"/>
                </a:cubicBezTo>
                <a:cubicBezTo>
                  <a:pt x="877778" y="182312"/>
                  <a:pt x="871998" y="182828"/>
                  <a:pt x="865769" y="182828"/>
                </a:cubicBezTo>
                <a:cubicBezTo>
                  <a:pt x="851320" y="182828"/>
                  <a:pt x="840403" y="180349"/>
                  <a:pt x="833018" y="175390"/>
                </a:cubicBezTo>
                <a:cubicBezTo>
                  <a:pt x="825633" y="170433"/>
                  <a:pt x="821940" y="162192"/>
                  <a:pt x="821940" y="150667"/>
                </a:cubicBezTo>
                <a:cubicBezTo>
                  <a:pt x="821940" y="149443"/>
                  <a:pt x="822037" y="148090"/>
                  <a:pt x="822229" y="146609"/>
                </a:cubicBezTo>
                <a:moveTo>
                  <a:pt x="854788" y="97134"/>
                </a:moveTo>
                <a:cubicBezTo>
                  <a:pt x="854788" y="104892"/>
                  <a:pt x="856538" y="110807"/>
                  <a:pt x="860037" y="114879"/>
                </a:cubicBezTo>
                <a:cubicBezTo>
                  <a:pt x="863537" y="118951"/>
                  <a:pt x="867920" y="120986"/>
                  <a:pt x="873186" y="120986"/>
                </a:cubicBezTo>
                <a:cubicBezTo>
                  <a:pt x="878002" y="120986"/>
                  <a:pt x="882674" y="119159"/>
                  <a:pt x="887202" y="115505"/>
                </a:cubicBezTo>
                <a:cubicBezTo>
                  <a:pt x="891729" y="111848"/>
                  <a:pt x="895197" y="106654"/>
                  <a:pt x="897605" y="99921"/>
                </a:cubicBezTo>
                <a:cubicBezTo>
                  <a:pt x="900013" y="93188"/>
                  <a:pt x="901217" y="86680"/>
                  <a:pt x="901217" y="80397"/>
                </a:cubicBezTo>
                <a:cubicBezTo>
                  <a:pt x="901217" y="73150"/>
                  <a:pt x="899258" y="67315"/>
                  <a:pt x="895341" y="62892"/>
                </a:cubicBezTo>
                <a:cubicBezTo>
                  <a:pt x="891424" y="58467"/>
                  <a:pt x="886897" y="56255"/>
                  <a:pt x="881759" y="56255"/>
                </a:cubicBezTo>
                <a:cubicBezTo>
                  <a:pt x="876814" y="56255"/>
                  <a:pt x="872271" y="58210"/>
                  <a:pt x="868129" y="62122"/>
                </a:cubicBezTo>
                <a:cubicBezTo>
                  <a:pt x="863987" y="66033"/>
                  <a:pt x="860567" y="72060"/>
                  <a:pt x="857870" y="80204"/>
                </a:cubicBezTo>
                <a:cubicBezTo>
                  <a:pt x="855815" y="86489"/>
                  <a:pt x="854788" y="92133"/>
                  <a:pt x="854788" y="97134"/>
                </a:cubicBezTo>
                <a:close/>
                <a:moveTo>
                  <a:pt x="973489" y="0"/>
                </a:moveTo>
                <a:lnTo>
                  <a:pt x="1001135" y="0"/>
                </a:lnTo>
                <a:lnTo>
                  <a:pt x="995934" y="25045"/>
                </a:lnTo>
                <a:lnTo>
                  <a:pt x="968288" y="25045"/>
                </a:lnTo>
                <a:lnTo>
                  <a:pt x="973489" y="0"/>
                </a:lnTo>
                <a:moveTo>
                  <a:pt x="965398" y="38916"/>
                </a:moveTo>
                <a:lnTo>
                  <a:pt x="993044" y="38916"/>
                </a:lnTo>
                <a:lnTo>
                  <a:pt x="971659" y="141215"/>
                </a:lnTo>
                <a:lnTo>
                  <a:pt x="944013" y="141215"/>
                </a:lnTo>
                <a:lnTo>
                  <a:pt x="965398" y="38916"/>
                </a:lnTo>
                <a:close/>
                <a:moveTo>
                  <a:pt x="1021020" y="38916"/>
                </a:moveTo>
                <a:lnTo>
                  <a:pt x="1047221" y="38916"/>
                </a:lnTo>
                <a:lnTo>
                  <a:pt x="1044524" y="52230"/>
                </a:lnTo>
                <a:cubicBezTo>
                  <a:pt x="1051074" y="46537"/>
                  <a:pt x="1057191" y="42477"/>
                  <a:pt x="1062874" y="40051"/>
                </a:cubicBezTo>
                <a:cubicBezTo>
                  <a:pt x="1068558" y="37625"/>
                  <a:pt x="1074546" y="36412"/>
                  <a:pt x="1080839" y="36412"/>
                </a:cubicBezTo>
                <a:cubicBezTo>
                  <a:pt x="1089252" y="36412"/>
                  <a:pt x="1095882" y="38828"/>
                  <a:pt x="1100731" y="43660"/>
                </a:cubicBezTo>
                <a:cubicBezTo>
                  <a:pt x="1105579" y="48493"/>
                  <a:pt x="1108004" y="54904"/>
                  <a:pt x="1108004" y="62895"/>
                </a:cubicBezTo>
                <a:cubicBezTo>
                  <a:pt x="1108004" y="66488"/>
                  <a:pt x="1106944" y="73297"/>
                  <a:pt x="1104825" y="83323"/>
                </a:cubicBezTo>
                <a:lnTo>
                  <a:pt x="1092784" y="141215"/>
                </a:lnTo>
                <a:lnTo>
                  <a:pt x="1065138" y="141215"/>
                </a:lnTo>
                <a:lnTo>
                  <a:pt x="1077275" y="83124"/>
                </a:lnTo>
                <a:cubicBezTo>
                  <a:pt x="1079073" y="74445"/>
                  <a:pt x="1079972" y="69271"/>
                  <a:pt x="1079972" y="67603"/>
                </a:cubicBezTo>
                <a:cubicBezTo>
                  <a:pt x="1079972" y="64077"/>
                  <a:pt x="1078929" y="61305"/>
                  <a:pt x="1076842" y="59286"/>
                </a:cubicBezTo>
                <a:cubicBezTo>
                  <a:pt x="1074755" y="57265"/>
                  <a:pt x="1071849" y="56255"/>
                  <a:pt x="1068124" y="56255"/>
                </a:cubicBezTo>
                <a:cubicBezTo>
                  <a:pt x="1064079" y="56255"/>
                  <a:pt x="1059583" y="57957"/>
                  <a:pt x="1054638" y="61360"/>
                </a:cubicBezTo>
                <a:cubicBezTo>
                  <a:pt x="1049694" y="64764"/>
                  <a:pt x="1045809" y="69259"/>
                  <a:pt x="1042983" y="74846"/>
                </a:cubicBezTo>
                <a:cubicBezTo>
                  <a:pt x="1040928" y="78829"/>
                  <a:pt x="1038616" y="86954"/>
                  <a:pt x="1036047" y="99220"/>
                </a:cubicBezTo>
                <a:lnTo>
                  <a:pt x="1027282" y="141215"/>
                </a:lnTo>
                <a:lnTo>
                  <a:pt x="999636" y="141215"/>
                </a:lnTo>
                <a:lnTo>
                  <a:pt x="1021020" y="38916"/>
                </a:lnTo>
                <a:close/>
                <a:moveTo>
                  <a:pt x="1219192" y="98639"/>
                </a:moveTo>
                <a:lnTo>
                  <a:pt x="1149836" y="98639"/>
                </a:lnTo>
                <a:cubicBezTo>
                  <a:pt x="1149772" y="99730"/>
                  <a:pt x="1149740" y="100565"/>
                  <a:pt x="1149740" y="101143"/>
                </a:cubicBezTo>
                <a:cubicBezTo>
                  <a:pt x="1149740" y="107950"/>
                  <a:pt x="1151683" y="113441"/>
                  <a:pt x="1155568" y="117615"/>
                </a:cubicBezTo>
                <a:cubicBezTo>
                  <a:pt x="1159453" y="121789"/>
                  <a:pt x="1164189" y="123876"/>
                  <a:pt x="1169776" y="123876"/>
                </a:cubicBezTo>
                <a:cubicBezTo>
                  <a:pt x="1178959" y="123876"/>
                  <a:pt x="1186119" y="119124"/>
                  <a:pt x="1191257" y="109620"/>
                </a:cubicBezTo>
                <a:lnTo>
                  <a:pt x="1216013" y="113858"/>
                </a:lnTo>
                <a:cubicBezTo>
                  <a:pt x="1211196" y="123812"/>
                  <a:pt x="1204759" y="131277"/>
                  <a:pt x="1196699" y="136254"/>
                </a:cubicBezTo>
                <a:cubicBezTo>
                  <a:pt x="1188640" y="141231"/>
                  <a:pt x="1179601" y="143720"/>
                  <a:pt x="1169583" y="143720"/>
                </a:cubicBezTo>
                <a:cubicBezTo>
                  <a:pt x="1155841" y="143720"/>
                  <a:pt x="1144667" y="139361"/>
                  <a:pt x="1136062" y="130643"/>
                </a:cubicBezTo>
                <a:cubicBezTo>
                  <a:pt x="1127456" y="121926"/>
                  <a:pt x="1123154" y="110394"/>
                  <a:pt x="1123154" y="96050"/>
                </a:cubicBezTo>
                <a:cubicBezTo>
                  <a:pt x="1123154" y="82024"/>
                  <a:pt x="1127039" y="69543"/>
                  <a:pt x="1134809" y="58606"/>
                </a:cubicBezTo>
                <a:cubicBezTo>
                  <a:pt x="1145405" y="43810"/>
                  <a:pt x="1160529" y="36412"/>
                  <a:pt x="1180179" y="36412"/>
                </a:cubicBezTo>
                <a:cubicBezTo>
                  <a:pt x="1192702" y="36412"/>
                  <a:pt x="1202655" y="40287"/>
                  <a:pt x="1210040" y="48037"/>
                </a:cubicBezTo>
                <a:cubicBezTo>
                  <a:pt x="1217426" y="55787"/>
                  <a:pt x="1221118" y="66641"/>
                  <a:pt x="1221118" y="80598"/>
                </a:cubicBezTo>
                <a:cubicBezTo>
                  <a:pt x="1221118" y="87287"/>
                  <a:pt x="1220476" y="93301"/>
                  <a:pt x="1219192" y="98639"/>
                </a:cubicBezTo>
                <a:moveTo>
                  <a:pt x="1195880" y="81685"/>
                </a:moveTo>
                <a:cubicBezTo>
                  <a:pt x="1195945" y="80469"/>
                  <a:pt x="1195977" y="79542"/>
                  <a:pt x="1195977" y="78904"/>
                </a:cubicBezTo>
                <a:cubicBezTo>
                  <a:pt x="1195977" y="71354"/>
                  <a:pt x="1194275" y="65692"/>
                  <a:pt x="1190871" y="61917"/>
                </a:cubicBezTo>
                <a:cubicBezTo>
                  <a:pt x="1187468" y="58142"/>
                  <a:pt x="1182908" y="56255"/>
                  <a:pt x="1177193" y="56255"/>
                </a:cubicBezTo>
                <a:cubicBezTo>
                  <a:pt x="1171478" y="56255"/>
                  <a:pt x="1166356" y="58398"/>
                  <a:pt x="1161829" y="62685"/>
                </a:cubicBezTo>
                <a:cubicBezTo>
                  <a:pt x="1157302" y="66971"/>
                  <a:pt x="1154235" y="73305"/>
                  <a:pt x="1152630" y="81685"/>
                </a:cubicBezTo>
                <a:lnTo>
                  <a:pt x="1195880" y="816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789f476324560"/>
          <a:stretch xmlns:a="http://schemas.openxmlformats.org/drawingml/2006/main"/>
        </p:blipFill>
        <p:spPr>
          <a:xfrm xmlns:a="http://schemas.openxmlformats.org/drawingml/2006/main">
            <a:off x="10000579" y="1476045"/>
            <a:ext cx="697083" cy="505030"/>
          </a:xfrm>
          <a:prstGeom xmlns:a="http://schemas.openxmlformats.org/drawingml/2006/main" prst="rect">
            <a:avLst/>
          </a:prstGeom>
        </p:spPr>
      </p:pic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F279C-6F8A-4D6C-80A7-B9D22330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940" y="1476045"/>
            <a:ext cx="698361" cy="505030"/>
          </a:xfrm>
          <a:custGeom xmlns:a="http://schemas.openxmlformats.org/drawingml/2006/main">
            <a:pathLst>
              <a:path w="698361" h="505030" fill="none">
                <a:moveTo>
                  <a:pt x="0" y="126257"/>
                </a:moveTo>
                <a:lnTo>
                  <a:pt x="445847" y="126257"/>
                </a:lnTo>
                <a:lnTo>
                  <a:pt x="445847" y="0"/>
                </a:lnTo>
                <a:lnTo>
                  <a:pt x="698361" y="252515"/>
                </a:lnTo>
                <a:lnTo>
                  <a:pt x="445847" y="505030"/>
                </a:lnTo>
                <a:lnTo>
                  <a:pt x="445847" y="378772"/>
                </a:lnTo>
                <a:lnTo>
                  <a:pt x="0" y="378772"/>
                </a:lnTo>
                <a:lnTo>
                  <a:pt x="0" y="1262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989" cap="flat">
            <a:solidFill>
              <a:srgbClr val="000000"/>
            </a:solidFill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01991-48E7-4961-9D2B-0F362004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837" y="1944578"/>
            <a:ext cx="161767" cy="220950"/>
          </a:xfrm>
          <a:custGeom xmlns:a="http://schemas.openxmlformats.org/drawingml/2006/main">
            <a:pathLst>
              <a:path w="161767" h="220950">
                <a:moveTo>
                  <a:pt x="0" y="140067"/>
                </a:moveTo>
                <a:lnTo>
                  <a:pt x="40442" y="140067"/>
                </a:lnTo>
                <a:lnTo>
                  <a:pt x="40442" y="0"/>
                </a:lnTo>
                <a:lnTo>
                  <a:pt x="121325" y="0"/>
                </a:lnTo>
                <a:lnTo>
                  <a:pt x="121325" y="140067"/>
                </a:lnTo>
                <a:lnTo>
                  <a:pt x="161767" y="140067"/>
                </a:lnTo>
                <a:lnTo>
                  <a:pt x="80884" y="220950"/>
                </a:lnTo>
                <a:lnTo>
                  <a:pt x="0" y="140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0CE8B-3EC7-4DDC-B725-BBAB77D3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836" y="1944580"/>
            <a:ext cx="161767" cy="220950"/>
          </a:xfrm>
          <a:custGeom xmlns:a="http://schemas.openxmlformats.org/drawingml/2006/main">
            <a:pathLst>
              <a:path w="161767" h="220950" fill="none">
                <a:moveTo>
                  <a:pt x="0" y="140067"/>
                </a:moveTo>
                <a:lnTo>
                  <a:pt x="40442" y="140067"/>
                </a:lnTo>
                <a:lnTo>
                  <a:pt x="40442" y="0"/>
                </a:lnTo>
                <a:lnTo>
                  <a:pt x="121325" y="0"/>
                </a:lnTo>
                <a:lnTo>
                  <a:pt x="121325" y="140067"/>
                </a:lnTo>
                <a:lnTo>
                  <a:pt x="161767" y="140067"/>
                </a:lnTo>
                <a:lnTo>
                  <a:pt x="80884" y="220950"/>
                </a:lnTo>
                <a:lnTo>
                  <a:pt x="0" y="1400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D64CC-1F65-438B-B73D-EBFD1EA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3667" y="415358"/>
            <a:ext cx="593321" cy="625794"/>
          </a:xfrm>
          <a:custGeom xmlns:a="http://schemas.openxmlformats.org/drawingml/2006/main">
            <a:pathLst>
              <a:path w="593321" h="625794">
                <a:moveTo>
                  <a:pt x="801" y="560000"/>
                </a:moveTo>
                <a:lnTo>
                  <a:pt x="0" y="49260"/>
                </a:lnTo>
                <a:lnTo>
                  <a:pt x="408594" y="0"/>
                </a:lnTo>
                <a:lnTo>
                  <a:pt x="593321" y="22477"/>
                </a:lnTo>
                <a:lnTo>
                  <a:pt x="592520" y="588418"/>
                </a:lnTo>
                <a:lnTo>
                  <a:pt x="412569" y="625794"/>
                </a:lnTo>
                <a:lnTo>
                  <a:pt x="801" y="560000"/>
                </a:lnTo>
                <a:close/>
              </a:path>
            </a:pathLst>
          </a:custGeom>
          <a:solidFill xmlns:a="http://schemas.openxmlformats.org/drawingml/2006/main">
            <a:srgbClr val="D3C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D3191-226E-4381-A186-A65D43C5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3669" y="415360"/>
            <a:ext cx="593318" cy="625790"/>
          </a:xfrm>
          <a:custGeom xmlns:a="http://schemas.openxmlformats.org/drawingml/2006/main">
            <a:pathLst>
              <a:path w="593318" h="625790" fill="none">
                <a:moveTo>
                  <a:pt x="408591" y="0"/>
                </a:moveTo>
                <a:lnTo>
                  <a:pt x="0" y="49257"/>
                </a:lnTo>
                <a:lnTo>
                  <a:pt x="801" y="559997"/>
                </a:lnTo>
                <a:lnTo>
                  <a:pt x="412566" y="625790"/>
                </a:lnTo>
                <a:lnTo>
                  <a:pt x="592517" y="588414"/>
                </a:lnTo>
                <a:lnTo>
                  <a:pt x="593318" y="22477"/>
                </a:lnTo>
                <a:lnTo>
                  <a:pt x="40859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BB4F16-5E34-45D2-B3EF-7352A3F8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686" y="968165"/>
            <a:ext cx="130940" cy="19812"/>
          </a:xfrm>
          <a:custGeom xmlns:a="http://schemas.openxmlformats.org/drawingml/2006/main">
            <a:pathLst>
              <a:path w="130940" h="19812" fill="none">
                <a:moveTo>
                  <a:pt x="130940" y="198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CF8FF-C9FA-49C1-A79D-1C165228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762" y="496759"/>
            <a:ext cx="117958" cy="162284"/>
          </a:xfrm>
          <a:custGeom xmlns:a="http://schemas.openxmlformats.org/drawingml/2006/main">
            <a:pathLst>
              <a:path w="117958" h="162284">
                <a:moveTo>
                  <a:pt x="117958" y="81142"/>
                </a:moveTo>
                <a:cubicBezTo>
                  <a:pt x="117958" y="125954"/>
                  <a:pt x="91552" y="162284"/>
                  <a:pt x="58979" y="162284"/>
                </a:cubicBezTo>
                <a:cubicBezTo>
                  <a:pt x="26406" y="162284"/>
                  <a:pt x="0" y="125954"/>
                  <a:pt x="0" y="81142"/>
                </a:cubicBezTo>
                <a:cubicBezTo>
                  <a:pt x="0" y="36329"/>
                  <a:pt x="26406" y="0"/>
                  <a:pt x="58979" y="0"/>
                </a:cubicBezTo>
                <a:cubicBezTo>
                  <a:pt x="91552" y="0"/>
                  <a:pt x="117958" y="36329"/>
                  <a:pt x="117958" y="8114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E588B-1662-4089-A94D-43B5FF3B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307" y="504401"/>
            <a:ext cx="106868" cy="146999"/>
          </a:xfrm>
          <a:custGeom xmlns:a="http://schemas.openxmlformats.org/drawingml/2006/main">
            <a:pathLst>
              <a:path w="106868" h="146999">
                <a:moveTo>
                  <a:pt x="106868" y="73500"/>
                </a:moveTo>
                <a:cubicBezTo>
                  <a:pt x="106868" y="114093"/>
                  <a:pt x="82946" y="146999"/>
                  <a:pt x="53434" y="146999"/>
                </a:cubicBezTo>
                <a:cubicBezTo>
                  <a:pt x="23925" y="146999"/>
                  <a:pt x="0" y="114093"/>
                  <a:pt x="0" y="73500"/>
                </a:cubicBezTo>
                <a:cubicBezTo>
                  <a:pt x="0" y="32906"/>
                  <a:pt x="23925" y="0"/>
                  <a:pt x="53434" y="0"/>
                </a:cubicBezTo>
                <a:cubicBezTo>
                  <a:pt x="82946" y="0"/>
                  <a:pt x="106868" y="32906"/>
                  <a:pt x="106868" y="73500"/>
                </a:cubicBezTo>
              </a:path>
            </a:pathLst>
          </a:custGeom>
          <a:solidFill xmlns:a="http://schemas.openxmlformats.org/drawingml/2006/main">
            <a:srgbClr val="93C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FEDA1-8489-4804-9D88-9F810E7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9125" y="550928"/>
            <a:ext cx="39234" cy="53945"/>
          </a:xfrm>
          <a:custGeom xmlns:a="http://schemas.openxmlformats.org/drawingml/2006/main">
            <a:pathLst>
              <a:path w="39234" h="53945">
                <a:moveTo>
                  <a:pt x="39234" y="26972"/>
                </a:moveTo>
                <a:cubicBezTo>
                  <a:pt x="39234" y="41868"/>
                  <a:pt x="30451" y="53945"/>
                  <a:pt x="19617" y="53945"/>
                </a:cubicBezTo>
                <a:cubicBezTo>
                  <a:pt x="8783" y="53945"/>
                  <a:pt x="0" y="41868"/>
                  <a:pt x="0" y="26972"/>
                </a:cubicBezTo>
                <a:cubicBezTo>
                  <a:pt x="0" y="12077"/>
                  <a:pt x="8783" y="0"/>
                  <a:pt x="19617" y="0"/>
                </a:cubicBezTo>
                <a:cubicBezTo>
                  <a:pt x="30451" y="0"/>
                  <a:pt x="39234" y="12077"/>
                  <a:pt x="39234" y="26972"/>
                </a:cubicBezTo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485A7-BCBF-4D5F-9828-418D38B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9125" y="550928"/>
            <a:ext cx="39234" cy="53945"/>
          </a:xfrm>
          <a:custGeom xmlns:a="http://schemas.openxmlformats.org/drawingml/2006/main">
            <a:pathLst>
              <a:path w="39234" h="53945" fill="none">
                <a:moveTo>
                  <a:pt x="39234" y="26972"/>
                </a:moveTo>
                <a:cubicBezTo>
                  <a:pt x="39234" y="41868"/>
                  <a:pt x="30451" y="53945"/>
                  <a:pt x="19617" y="53945"/>
                </a:cubicBezTo>
                <a:cubicBezTo>
                  <a:pt x="8783" y="53945"/>
                  <a:pt x="0" y="41868"/>
                  <a:pt x="0" y="26972"/>
                </a:cubicBezTo>
                <a:cubicBezTo>
                  <a:pt x="0" y="12077"/>
                  <a:pt x="8783" y="0"/>
                  <a:pt x="19617" y="0"/>
                </a:cubicBezTo>
                <a:cubicBezTo>
                  <a:pt x="30451" y="0"/>
                  <a:pt x="39234" y="12077"/>
                  <a:pt x="39234" y="269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D7B507-2D5E-4AD9-B88E-25134C9A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904" y="569938"/>
            <a:ext cx="255085" cy="257778"/>
          </a:xfrm>
          <a:custGeom xmlns:a="http://schemas.openxmlformats.org/drawingml/2006/main">
            <a:pathLst>
              <a:path w="255085" h="257778">
                <a:moveTo>
                  <a:pt x="249412" y="0"/>
                </a:moveTo>
                <a:lnTo>
                  <a:pt x="0" y="6807"/>
                </a:lnTo>
                <a:lnTo>
                  <a:pt x="0" y="229971"/>
                </a:lnTo>
                <a:lnTo>
                  <a:pt x="255085" y="257778"/>
                </a:lnTo>
                <a:lnTo>
                  <a:pt x="255085" y="5105"/>
                </a:lnTo>
                <a:lnTo>
                  <a:pt x="249412" y="0"/>
                </a:lnTo>
                <a:close/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2B434-0860-4ABF-836C-36D9CFAF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904" y="569938"/>
            <a:ext cx="255085" cy="257778"/>
          </a:xfrm>
          <a:custGeom xmlns:a="http://schemas.openxmlformats.org/drawingml/2006/main">
            <a:pathLst>
              <a:path w="255085" h="257778" fill="none">
                <a:moveTo>
                  <a:pt x="249412" y="0"/>
                </a:moveTo>
                <a:lnTo>
                  <a:pt x="0" y="6807"/>
                </a:lnTo>
                <a:lnTo>
                  <a:pt x="0" y="229971"/>
                </a:lnTo>
                <a:lnTo>
                  <a:pt x="255085" y="257778"/>
                </a:lnTo>
                <a:lnTo>
                  <a:pt x="255085" y="5105"/>
                </a:lnTo>
                <a:lnTo>
                  <a:pt x="24941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719DE-93D6-422C-913A-4CCCC2BA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243" y="588657"/>
            <a:ext cx="117958" cy="162284"/>
          </a:xfrm>
          <a:custGeom xmlns:a="http://schemas.openxmlformats.org/drawingml/2006/main">
            <a:pathLst>
              <a:path w="117958" h="162284">
                <a:moveTo>
                  <a:pt x="117958" y="81142"/>
                </a:moveTo>
                <a:cubicBezTo>
                  <a:pt x="117958" y="125954"/>
                  <a:pt x="91552" y="162284"/>
                  <a:pt x="58979" y="162284"/>
                </a:cubicBezTo>
                <a:cubicBezTo>
                  <a:pt x="26406" y="162284"/>
                  <a:pt x="0" y="125954"/>
                  <a:pt x="0" y="81142"/>
                </a:cubicBezTo>
                <a:cubicBezTo>
                  <a:pt x="0" y="36329"/>
                  <a:pt x="26406" y="0"/>
                  <a:pt x="58979" y="0"/>
                </a:cubicBezTo>
                <a:cubicBezTo>
                  <a:pt x="91552" y="0"/>
                  <a:pt x="117958" y="36329"/>
                  <a:pt x="117958" y="8114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C144B-B458-4CF0-A0F9-CE3D4B15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788" y="596299"/>
            <a:ext cx="106868" cy="146999"/>
          </a:xfrm>
          <a:custGeom xmlns:a="http://schemas.openxmlformats.org/drawingml/2006/main">
            <a:pathLst>
              <a:path w="106868" h="146999">
                <a:moveTo>
                  <a:pt x="106868" y="73500"/>
                </a:moveTo>
                <a:cubicBezTo>
                  <a:pt x="106868" y="114093"/>
                  <a:pt x="82946" y="146999"/>
                  <a:pt x="53434" y="146999"/>
                </a:cubicBezTo>
                <a:cubicBezTo>
                  <a:pt x="23925" y="146999"/>
                  <a:pt x="0" y="114093"/>
                  <a:pt x="0" y="73500"/>
                </a:cubicBezTo>
                <a:cubicBezTo>
                  <a:pt x="0" y="32906"/>
                  <a:pt x="23925" y="0"/>
                  <a:pt x="53434" y="0"/>
                </a:cubicBezTo>
                <a:cubicBezTo>
                  <a:pt x="82946" y="0"/>
                  <a:pt x="106868" y="32906"/>
                  <a:pt x="106868" y="73500"/>
                </a:cubicBezTo>
              </a:path>
            </a:pathLst>
          </a:custGeom>
          <a:solidFill xmlns:a="http://schemas.openxmlformats.org/drawingml/2006/main">
            <a:srgbClr val="93C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418B6-A88D-41A1-83C8-41BA52F2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4606" y="642827"/>
            <a:ext cx="39234" cy="53945"/>
          </a:xfrm>
          <a:custGeom xmlns:a="http://schemas.openxmlformats.org/drawingml/2006/main">
            <a:pathLst>
              <a:path w="39234" h="53945">
                <a:moveTo>
                  <a:pt x="39234" y="26972"/>
                </a:moveTo>
                <a:cubicBezTo>
                  <a:pt x="39234" y="41868"/>
                  <a:pt x="30451" y="53945"/>
                  <a:pt x="19617" y="53945"/>
                </a:cubicBezTo>
                <a:cubicBezTo>
                  <a:pt x="8783" y="53945"/>
                  <a:pt x="0" y="41868"/>
                  <a:pt x="0" y="26972"/>
                </a:cubicBezTo>
                <a:cubicBezTo>
                  <a:pt x="0" y="12077"/>
                  <a:pt x="8783" y="0"/>
                  <a:pt x="19617" y="0"/>
                </a:cubicBezTo>
                <a:cubicBezTo>
                  <a:pt x="30451" y="0"/>
                  <a:pt x="39234" y="12077"/>
                  <a:pt x="39234" y="26972"/>
                </a:cubicBezTo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22E7E-EF83-446B-91BF-422BCEFE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4606" y="642827"/>
            <a:ext cx="39234" cy="53945"/>
          </a:xfrm>
          <a:custGeom xmlns:a="http://schemas.openxmlformats.org/drawingml/2006/main">
            <a:pathLst>
              <a:path w="39234" h="53945" fill="none">
                <a:moveTo>
                  <a:pt x="39234" y="26972"/>
                </a:moveTo>
                <a:cubicBezTo>
                  <a:pt x="39234" y="41868"/>
                  <a:pt x="30451" y="53945"/>
                  <a:pt x="19617" y="53945"/>
                </a:cubicBezTo>
                <a:cubicBezTo>
                  <a:pt x="8783" y="53945"/>
                  <a:pt x="0" y="41868"/>
                  <a:pt x="0" y="26972"/>
                </a:cubicBezTo>
                <a:cubicBezTo>
                  <a:pt x="0" y="12077"/>
                  <a:pt x="8783" y="0"/>
                  <a:pt x="19617" y="0"/>
                </a:cubicBezTo>
                <a:cubicBezTo>
                  <a:pt x="30451" y="0"/>
                  <a:pt x="39234" y="12077"/>
                  <a:pt x="39234" y="269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D2FFE-E822-4157-BE8C-5A0D525C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762" y="661676"/>
            <a:ext cx="117958" cy="162284"/>
          </a:xfrm>
          <a:custGeom xmlns:a="http://schemas.openxmlformats.org/drawingml/2006/main">
            <a:pathLst>
              <a:path w="117958" h="162284">
                <a:moveTo>
                  <a:pt x="117958" y="81142"/>
                </a:moveTo>
                <a:cubicBezTo>
                  <a:pt x="117958" y="125954"/>
                  <a:pt x="91552" y="162284"/>
                  <a:pt x="58979" y="162284"/>
                </a:cubicBezTo>
                <a:cubicBezTo>
                  <a:pt x="26406" y="162284"/>
                  <a:pt x="0" y="125954"/>
                  <a:pt x="0" y="81142"/>
                </a:cubicBezTo>
                <a:cubicBezTo>
                  <a:pt x="0" y="36329"/>
                  <a:pt x="26406" y="0"/>
                  <a:pt x="58979" y="0"/>
                </a:cubicBezTo>
                <a:cubicBezTo>
                  <a:pt x="91552" y="0"/>
                  <a:pt x="117958" y="36329"/>
                  <a:pt x="117958" y="8114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81656-C7C1-4A55-8D4E-1215CF0C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307" y="669318"/>
            <a:ext cx="106868" cy="146999"/>
          </a:xfrm>
          <a:custGeom xmlns:a="http://schemas.openxmlformats.org/drawingml/2006/main">
            <a:pathLst>
              <a:path w="106868" h="146999">
                <a:moveTo>
                  <a:pt x="106868" y="73500"/>
                </a:moveTo>
                <a:cubicBezTo>
                  <a:pt x="106868" y="114093"/>
                  <a:pt x="82946" y="146999"/>
                  <a:pt x="53434" y="146999"/>
                </a:cubicBezTo>
                <a:cubicBezTo>
                  <a:pt x="23925" y="146999"/>
                  <a:pt x="0" y="114093"/>
                  <a:pt x="0" y="73500"/>
                </a:cubicBezTo>
                <a:cubicBezTo>
                  <a:pt x="0" y="32906"/>
                  <a:pt x="23925" y="0"/>
                  <a:pt x="53434" y="0"/>
                </a:cubicBezTo>
                <a:cubicBezTo>
                  <a:pt x="82946" y="0"/>
                  <a:pt x="106868" y="32906"/>
                  <a:pt x="106868" y="73500"/>
                </a:cubicBezTo>
              </a:path>
            </a:pathLst>
          </a:custGeom>
          <a:solidFill xmlns:a="http://schemas.openxmlformats.org/drawingml/2006/main">
            <a:srgbClr val="93C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E00F7-B361-4DDB-BC4A-11E271AA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9125" y="715845"/>
            <a:ext cx="39234" cy="53945"/>
          </a:xfrm>
          <a:custGeom xmlns:a="http://schemas.openxmlformats.org/drawingml/2006/main">
            <a:pathLst>
              <a:path w="39234" h="53945">
                <a:moveTo>
                  <a:pt x="39234" y="26972"/>
                </a:moveTo>
                <a:cubicBezTo>
                  <a:pt x="39234" y="41868"/>
                  <a:pt x="30451" y="53945"/>
                  <a:pt x="19617" y="53945"/>
                </a:cubicBezTo>
                <a:cubicBezTo>
                  <a:pt x="8783" y="53945"/>
                  <a:pt x="0" y="41868"/>
                  <a:pt x="0" y="26972"/>
                </a:cubicBezTo>
                <a:cubicBezTo>
                  <a:pt x="0" y="12077"/>
                  <a:pt x="8783" y="0"/>
                  <a:pt x="19617" y="0"/>
                </a:cubicBezTo>
                <a:cubicBezTo>
                  <a:pt x="30451" y="0"/>
                  <a:pt x="39234" y="12077"/>
                  <a:pt x="39234" y="26972"/>
                </a:cubicBezTo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FE43E-02D1-48AF-8962-65114DEB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9125" y="715845"/>
            <a:ext cx="39234" cy="53945"/>
          </a:xfrm>
          <a:custGeom xmlns:a="http://schemas.openxmlformats.org/drawingml/2006/main">
            <a:pathLst>
              <a:path w="39234" h="53945" fill="none">
                <a:moveTo>
                  <a:pt x="39234" y="26972"/>
                </a:moveTo>
                <a:cubicBezTo>
                  <a:pt x="39234" y="41868"/>
                  <a:pt x="30451" y="53945"/>
                  <a:pt x="19617" y="53945"/>
                </a:cubicBezTo>
                <a:cubicBezTo>
                  <a:pt x="8783" y="53945"/>
                  <a:pt x="0" y="41868"/>
                  <a:pt x="0" y="26972"/>
                </a:cubicBezTo>
                <a:cubicBezTo>
                  <a:pt x="0" y="12077"/>
                  <a:pt x="8783" y="0"/>
                  <a:pt x="19617" y="0"/>
                </a:cubicBezTo>
                <a:cubicBezTo>
                  <a:pt x="30451" y="0"/>
                  <a:pt x="39234" y="12077"/>
                  <a:pt x="39234" y="269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935E1-64CD-4FFF-9F47-2B00CE31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762" y="826625"/>
            <a:ext cx="117958" cy="162284"/>
          </a:xfrm>
          <a:custGeom xmlns:a="http://schemas.openxmlformats.org/drawingml/2006/main">
            <a:pathLst>
              <a:path w="117958" h="162284">
                <a:moveTo>
                  <a:pt x="117958" y="81142"/>
                </a:moveTo>
                <a:cubicBezTo>
                  <a:pt x="117958" y="125954"/>
                  <a:pt x="91552" y="162284"/>
                  <a:pt x="58979" y="162284"/>
                </a:cubicBezTo>
                <a:cubicBezTo>
                  <a:pt x="26406" y="162284"/>
                  <a:pt x="0" y="125954"/>
                  <a:pt x="0" y="81142"/>
                </a:cubicBezTo>
                <a:cubicBezTo>
                  <a:pt x="0" y="36329"/>
                  <a:pt x="26406" y="0"/>
                  <a:pt x="58979" y="0"/>
                </a:cubicBezTo>
                <a:cubicBezTo>
                  <a:pt x="91552" y="0"/>
                  <a:pt x="117958" y="36329"/>
                  <a:pt x="117958" y="8114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01A9E-E90F-4726-BF04-7DE38B6B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307" y="834267"/>
            <a:ext cx="106868" cy="146999"/>
          </a:xfrm>
          <a:custGeom xmlns:a="http://schemas.openxmlformats.org/drawingml/2006/main">
            <a:pathLst>
              <a:path w="106868" h="146999">
                <a:moveTo>
                  <a:pt x="106868" y="73500"/>
                </a:moveTo>
                <a:cubicBezTo>
                  <a:pt x="106868" y="114093"/>
                  <a:pt x="82946" y="146999"/>
                  <a:pt x="53434" y="146999"/>
                </a:cubicBezTo>
                <a:cubicBezTo>
                  <a:pt x="23925" y="146999"/>
                  <a:pt x="0" y="114093"/>
                  <a:pt x="0" y="73500"/>
                </a:cubicBezTo>
                <a:cubicBezTo>
                  <a:pt x="0" y="32906"/>
                  <a:pt x="23925" y="0"/>
                  <a:pt x="53434" y="0"/>
                </a:cubicBezTo>
                <a:cubicBezTo>
                  <a:pt x="82946" y="0"/>
                  <a:pt x="106868" y="32906"/>
                  <a:pt x="106868" y="73500"/>
                </a:cubicBezTo>
              </a:path>
            </a:pathLst>
          </a:custGeom>
          <a:solidFill xmlns:a="http://schemas.openxmlformats.org/drawingml/2006/main">
            <a:srgbClr val="93C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6CBF5-27FA-49B7-BFCA-EE6C25C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9125" y="880794"/>
            <a:ext cx="39234" cy="53945"/>
          </a:xfrm>
          <a:custGeom xmlns:a="http://schemas.openxmlformats.org/drawingml/2006/main">
            <a:pathLst>
              <a:path w="39234" h="53945">
                <a:moveTo>
                  <a:pt x="39234" y="26972"/>
                </a:moveTo>
                <a:cubicBezTo>
                  <a:pt x="39234" y="41868"/>
                  <a:pt x="30451" y="53945"/>
                  <a:pt x="19617" y="53945"/>
                </a:cubicBezTo>
                <a:cubicBezTo>
                  <a:pt x="8783" y="53945"/>
                  <a:pt x="0" y="41868"/>
                  <a:pt x="0" y="26972"/>
                </a:cubicBezTo>
                <a:cubicBezTo>
                  <a:pt x="0" y="12077"/>
                  <a:pt x="8783" y="0"/>
                  <a:pt x="19617" y="0"/>
                </a:cubicBezTo>
                <a:cubicBezTo>
                  <a:pt x="30451" y="0"/>
                  <a:pt x="39234" y="12077"/>
                  <a:pt x="39234" y="26972"/>
                </a:cubicBezTo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74496-B038-49F6-8FAA-5027648C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9125" y="880794"/>
            <a:ext cx="39234" cy="53945"/>
          </a:xfrm>
          <a:custGeom xmlns:a="http://schemas.openxmlformats.org/drawingml/2006/main">
            <a:pathLst>
              <a:path w="39234" h="53945" fill="none">
                <a:moveTo>
                  <a:pt x="39234" y="26972"/>
                </a:moveTo>
                <a:cubicBezTo>
                  <a:pt x="39234" y="41868"/>
                  <a:pt x="30451" y="53945"/>
                  <a:pt x="19617" y="53945"/>
                </a:cubicBezTo>
                <a:cubicBezTo>
                  <a:pt x="8783" y="53945"/>
                  <a:pt x="0" y="41868"/>
                  <a:pt x="0" y="26972"/>
                </a:cubicBezTo>
                <a:cubicBezTo>
                  <a:pt x="0" y="12077"/>
                  <a:pt x="8783" y="0"/>
                  <a:pt x="19617" y="0"/>
                </a:cubicBezTo>
                <a:cubicBezTo>
                  <a:pt x="30451" y="0"/>
                  <a:pt x="39234" y="12077"/>
                  <a:pt x="39234" y="269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F19A1-E749-4975-9AF0-73D2B52B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8462" y="481989"/>
            <a:ext cx="204857" cy="175673"/>
          </a:xfrm>
          <a:custGeom xmlns:a="http://schemas.openxmlformats.org/drawingml/2006/main">
            <a:pathLst>
              <a:path w="204857" h="175673">
                <a:moveTo>
                  <a:pt x="56992" y="175673"/>
                </a:moveTo>
                <a:cubicBezTo>
                  <a:pt x="55934" y="175673"/>
                  <a:pt x="54844" y="175417"/>
                  <a:pt x="53819" y="174935"/>
                </a:cubicBezTo>
                <a:cubicBezTo>
                  <a:pt x="44170" y="170086"/>
                  <a:pt x="29842" y="155316"/>
                  <a:pt x="19745" y="139807"/>
                </a:cubicBezTo>
                <a:cubicBezTo>
                  <a:pt x="10033" y="124908"/>
                  <a:pt x="0" y="103073"/>
                  <a:pt x="7276" y="83743"/>
                </a:cubicBezTo>
                <a:cubicBezTo>
                  <a:pt x="10802" y="74334"/>
                  <a:pt x="25034" y="58472"/>
                  <a:pt x="107317" y="29092"/>
                </a:cubicBezTo>
                <a:cubicBezTo>
                  <a:pt x="151391" y="13358"/>
                  <a:pt x="194631" y="1156"/>
                  <a:pt x="195080" y="1060"/>
                </a:cubicBezTo>
                <a:cubicBezTo>
                  <a:pt x="198862" y="0"/>
                  <a:pt x="202741" y="2216"/>
                  <a:pt x="203799" y="5972"/>
                </a:cubicBezTo>
                <a:cubicBezTo>
                  <a:pt x="204857" y="9729"/>
                  <a:pt x="202645" y="13647"/>
                  <a:pt x="198895" y="14706"/>
                </a:cubicBezTo>
                <a:cubicBezTo>
                  <a:pt x="129017" y="34358"/>
                  <a:pt x="27470" y="70289"/>
                  <a:pt x="20515" y="88752"/>
                </a:cubicBezTo>
                <a:cubicBezTo>
                  <a:pt x="15065" y="103233"/>
                  <a:pt x="25098" y="122114"/>
                  <a:pt x="31573" y="132068"/>
                </a:cubicBezTo>
                <a:cubicBezTo>
                  <a:pt x="42023" y="148123"/>
                  <a:pt x="54780" y="159586"/>
                  <a:pt x="60133" y="162251"/>
                </a:cubicBezTo>
                <a:cubicBezTo>
                  <a:pt x="63627" y="164017"/>
                  <a:pt x="65037" y="168256"/>
                  <a:pt x="63306" y="171756"/>
                </a:cubicBezTo>
                <a:cubicBezTo>
                  <a:pt x="62056" y="174228"/>
                  <a:pt x="59556" y="175673"/>
                  <a:pt x="56960" y="175673"/>
                </a:cubicBezTo>
                <a:lnTo>
                  <a:pt x="56992" y="1756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40C30-3E29-4867-BAA5-0421F033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8462" y="481989"/>
            <a:ext cx="204857" cy="175673"/>
          </a:xfrm>
          <a:custGeom xmlns:a="http://schemas.openxmlformats.org/drawingml/2006/main">
            <a:pathLst>
              <a:path w="204857" h="175673" fill="none">
                <a:moveTo>
                  <a:pt x="56992" y="175673"/>
                </a:moveTo>
                <a:cubicBezTo>
                  <a:pt x="55934" y="175673"/>
                  <a:pt x="54844" y="175417"/>
                  <a:pt x="53819" y="174935"/>
                </a:cubicBezTo>
                <a:cubicBezTo>
                  <a:pt x="44170" y="170086"/>
                  <a:pt x="29842" y="155316"/>
                  <a:pt x="19745" y="139807"/>
                </a:cubicBezTo>
                <a:cubicBezTo>
                  <a:pt x="10033" y="124908"/>
                  <a:pt x="0" y="103073"/>
                  <a:pt x="7276" y="83743"/>
                </a:cubicBezTo>
                <a:cubicBezTo>
                  <a:pt x="10802" y="74334"/>
                  <a:pt x="25034" y="58472"/>
                  <a:pt x="107317" y="29092"/>
                </a:cubicBezTo>
                <a:cubicBezTo>
                  <a:pt x="151391" y="13358"/>
                  <a:pt x="194631" y="1156"/>
                  <a:pt x="195080" y="1060"/>
                </a:cubicBezTo>
                <a:cubicBezTo>
                  <a:pt x="198862" y="0"/>
                  <a:pt x="202741" y="2216"/>
                  <a:pt x="203799" y="5972"/>
                </a:cubicBezTo>
                <a:cubicBezTo>
                  <a:pt x="204857" y="9729"/>
                  <a:pt x="202645" y="13647"/>
                  <a:pt x="198895" y="14706"/>
                </a:cubicBezTo>
                <a:cubicBezTo>
                  <a:pt x="129017" y="34358"/>
                  <a:pt x="27470" y="70289"/>
                  <a:pt x="20515" y="88752"/>
                </a:cubicBezTo>
                <a:cubicBezTo>
                  <a:pt x="15065" y="103233"/>
                  <a:pt x="25098" y="122114"/>
                  <a:pt x="31573" y="132068"/>
                </a:cubicBezTo>
                <a:cubicBezTo>
                  <a:pt x="42023" y="148123"/>
                  <a:pt x="54780" y="159586"/>
                  <a:pt x="60133" y="162251"/>
                </a:cubicBezTo>
                <a:cubicBezTo>
                  <a:pt x="63627" y="164017"/>
                  <a:pt x="65037" y="168256"/>
                  <a:pt x="63306" y="171756"/>
                </a:cubicBezTo>
                <a:cubicBezTo>
                  <a:pt x="62056" y="174228"/>
                  <a:pt x="59556" y="175673"/>
                  <a:pt x="56960" y="175673"/>
                </a:cubicBezTo>
                <a:lnTo>
                  <a:pt x="56992" y="1756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12EC1-63F6-4869-A7DB-F9A00E2A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785" y="453925"/>
            <a:ext cx="306500" cy="245769"/>
          </a:xfrm>
          <a:custGeom xmlns:a="http://schemas.openxmlformats.org/drawingml/2006/main">
            <a:pathLst>
              <a:path w="306500" h="245769">
                <a:moveTo>
                  <a:pt x="31573" y="245769"/>
                </a:moveTo>
                <a:cubicBezTo>
                  <a:pt x="30227" y="245769"/>
                  <a:pt x="28849" y="245384"/>
                  <a:pt x="27630" y="244549"/>
                </a:cubicBezTo>
                <a:cubicBezTo>
                  <a:pt x="7501" y="230935"/>
                  <a:pt x="0" y="202485"/>
                  <a:pt x="5289" y="160004"/>
                </a:cubicBezTo>
                <a:cubicBezTo>
                  <a:pt x="7725" y="140481"/>
                  <a:pt x="16860" y="122820"/>
                  <a:pt x="33272" y="106027"/>
                </a:cubicBezTo>
                <a:cubicBezTo>
                  <a:pt x="55261" y="83486"/>
                  <a:pt x="91033" y="62293"/>
                  <a:pt x="139531" y="42995"/>
                </a:cubicBezTo>
                <a:cubicBezTo>
                  <a:pt x="247713" y="0"/>
                  <a:pt x="298518" y="14353"/>
                  <a:pt x="300634" y="14963"/>
                </a:cubicBezTo>
                <a:cubicBezTo>
                  <a:pt x="304384" y="16087"/>
                  <a:pt x="306500" y="20037"/>
                  <a:pt x="305378" y="23793"/>
                </a:cubicBezTo>
                <a:cubicBezTo>
                  <a:pt x="304256" y="27550"/>
                  <a:pt x="300345" y="29670"/>
                  <a:pt x="296595" y="28578"/>
                </a:cubicBezTo>
                <a:cubicBezTo>
                  <a:pt x="295922" y="28385"/>
                  <a:pt x="247360" y="15413"/>
                  <a:pt x="144755" y="56192"/>
                </a:cubicBezTo>
                <a:cubicBezTo>
                  <a:pt x="65294" y="87789"/>
                  <a:pt x="24297" y="122307"/>
                  <a:pt x="19361" y="161770"/>
                </a:cubicBezTo>
                <a:cubicBezTo>
                  <a:pt x="14777" y="198536"/>
                  <a:pt x="20226" y="222425"/>
                  <a:pt x="35580" y="232797"/>
                </a:cubicBezTo>
                <a:cubicBezTo>
                  <a:pt x="38817" y="234980"/>
                  <a:pt x="39683" y="239412"/>
                  <a:pt x="37503" y="242655"/>
                </a:cubicBezTo>
                <a:cubicBezTo>
                  <a:pt x="36125" y="244678"/>
                  <a:pt x="33913" y="245769"/>
                  <a:pt x="31637" y="245769"/>
                </a:cubicBezTo>
                <a:lnTo>
                  <a:pt x="31573" y="2457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95939-02D6-425F-9932-44C8AF05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785" y="453925"/>
            <a:ext cx="306500" cy="245769"/>
          </a:xfrm>
          <a:custGeom xmlns:a="http://schemas.openxmlformats.org/drawingml/2006/main">
            <a:pathLst>
              <a:path w="306500" h="245769" fill="none">
                <a:moveTo>
                  <a:pt x="31573" y="245769"/>
                </a:moveTo>
                <a:cubicBezTo>
                  <a:pt x="30227" y="245769"/>
                  <a:pt x="28849" y="245384"/>
                  <a:pt x="27630" y="244549"/>
                </a:cubicBezTo>
                <a:cubicBezTo>
                  <a:pt x="7501" y="230935"/>
                  <a:pt x="0" y="202485"/>
                  <a:pt x="5289" y="160004"/>
                </a:cubicBezTo>
                <a:cubicBezTo>
                  <a:pt x="7725" y="140481"/>
                  <a:pt x="16860" y="122820"/>
                  <a:pt x="33272" y="106027"/>
                </a:cubicBezTo>
                <a:cubicBezTo>
                  <a:pt x="55261" y="83486"/>
                  <a:pt x="91033" y="62293"/>
                  <a:pt x="139531" y="42995"/>
                </a:cubicBezTo>
                <a:cubicBezTo>
                  <a:pt x="247713" y="0"/>
                  <a:pt x="298518" y="14353"/>
                  <a:pt x="300634" y="14963"/>
                </a:cubicBezTo>
                <a:cubicBezTo>
                  <a:pt x="304384" y="16087"/>
                  <a:pt x="306500" y="20037"/>
                  <a:pt x="305378" y="23793"/>
                </a:cubicBezTo>
                <a:cubicBezTo>
                  <a:pt x="304256" y="27550"/>
                  <a:pt x="300345" y="29670"/>
                  <a:pt x="296595" y="28578"/>
                </a:cubicBezTo>
                <a:cubicBezTo>
                  <a:pt x="295922" y="28385"/>
                  <a:pt x="247360" y="15413"/>
                  <a:pt x="144755" y="56192"/>
                </a:cubicBezTo>
                <a:cubicBezTo>
                  <a:pt x="65294" y="87789"/>
                  <a:pt x="24297" y="122307"/>
                  <a:pt x="19361" y="161770"/>
                </a:cubicBezTo>
                <a:cubicBezTo>
                  <a:pt x="14777" y="198536"/>
                  <a:pt x="20226" y="222425"/>
                  <a:pt x="35580" y="232797"/>
                </a:cubicBezTo>
                <a:cubicBezTo>
                  <a:pt x="38817" y="234980"/>
                  <a:pt x="39683" y="239412"/>
                  <a:pt x="37503" y="242655"/>
                </a:cubicBezTo>
                <a:cubicBezTo>
                  <a:pt x="36125" y="244678"/>
                  <a:pt x="33913" y="245769"/>
                  <a:pt x="31637" y="245769"/>
                </a:cubicBezTo>
                <a:lnTo>
                  <a:pt x="31573" y="2457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82F41-051C-4F6E-ACF9-D2FC9C9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377" y="591259"/>
            <a:ext cx="69910" cy="180779"/>
          </a:xfrm>
          <a:custGeom xmlns:a="http://schemas.openxmlformats.org/drawingml/2006/main">
            <a:pathLst>
              <a:path w="69910" h="180779">
                <a:moveTo>
                  <a:pt x="0" y="168481"/>
                </a:moveTo>
                <a:lnTo>
                  <a:pt x="0" y="180779"/>
                </a:lnTo>
                <a:lnTo>
                  <a:pt x="44555" y="180779"/>
                </a:lnTo>
                <a:lnTo>
                  <a:pt x="50709" y="173105"/>
                </a:lnTo>
                <a:lnTo>
                  <a:pt x="69910" y="173105"/>
                </a:lnTo>
                <a:lnTo>
                  <a:pt x="69910" y="12298"/>
                </a:lnTo>
                <a:lnTo>
                  <a:pt x="50709" y="8477"/>
                </a:lnTo>
                <a:lnTo>
                  <a:pt x="41478" y="0"/>
                </a:lnTo>
                <a:lnTo>
                  <a:pt x="6154" y="0"/>
                </a:lnTo>
                <a:lnTo>
                  <a:pt x="0" y="18463"/>
                </a:lnTo>
                <a:lnTo>
                  <a:pt x="0" y="168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192D5-9D72-4AE2-9A8C-A97F7F71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377" y="591259"/>
            <a:ext cx="69910" cy="180779"/>
          </a:xfrm>
          <a:custGeom xmlns:a="http://schemas.openxmlformats.org/drawingml/2006/main">
            <a:pathLst>
              <a:path w="69910" h="180779" fill="none">
                <a:moveTo>
                  <a:pt x="0" y="168481"/>
                </a:moveTo>
                <a:lnTo>
                  <a:pt x="0" y="180779"/>
                </a:lnTo>
                <a:lnTo>
                  <a:pt x="44555" y="180779"/>
                </a:lnTo>
                <a:lnTo>
                  <a:pt x="50709" y="173105"/>
                </a:lnTo>
                <a:lnTo>
                  <a:pt x="69910" y="173105"/>
                </a:lnTo>
                <a:lnTo>
                  <a:pt x="69910" y="12298"/>
                </a:lnTo>
                <a:lnTo>
                  <a:pt x="50709" y="8477"/>
                </a:lnTo>
                <a:lnTo>
                  <a:pt x="41478" y="0"/>
                </a:lnTo>
                <a:lnTo>
                  <a:pt x="6154" y="0"/>
                </a:lnTo>
                <a:lnTo>
                  <a:pt x="0" y="18463"/>
                </a:lnTo>
                <a:lnTo>
                  <a:pt x="0" y="1684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6D0F9-69F6-421D-BCF5-F3E87E89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374" y="609723"/>
            <a:ext cx="31477" cy="150018"/>
          </a:xfrm>
          <a:custGeom xmlns:a="http://schemas.openxmlformats.org/drawingml/2006/main">
            <a:pathLst>
              <a:path w="31477" h="150018">
                <a:moveTo>
                  <a:pt x="0" y="0"/>
                </a:moveTo>
                <a:lnTo>
                  <a:pt x="31477" y="0"/>
                </a:lnTo>
                <a:lnTo>
                  <a:pt x="31477" y="150018"/>
                </a:lnTo>
                <a:lnTo>
                  <a:pt x="0" y="1500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C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7D9CA-2B1E-42BE-A6D5-5D0CF1FE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374" y="609723"/>
            <a:ext cx="31477" cy="150018"/>
          </a:xfrm>
          <a:custGeom xmlns:a="http://schemas.openxmlformats.org/drawingml/2006/main">
            <a:pathLst>
              <a:path w="31477" h="150018" fill="none">
                <a:moveTo>
                  <a:pt x="0" y="0"/>
                </a:moveTo>
                <a:lnTo>
                  <a:pt x="31477" y="0"/>
                </a:lnTo>
                <a:lnTo>
                  <a:pt x="31477" y="150018"/>
                </a:lnTo>
                <a:lnTo>
                  <a:pt x="0" y="1500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FFFFFF"/>
            </a:solidFill>
            <a:round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443DB-4934-4FD9-9687-6A52FF3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856" y="678951"/>
            <a:ext cx="72955" cy="78477"/>
          </a:xfrm>
          <a:custGeom xmlns:a="http://schemas.openxmlformats.org/drawingml/2006/main">
            <a:pathLst>
              <a:path w="72955" h="78477">
                <a:moveTo>
                  <a:pt x="72955" y="5394"/>
                </a:moveTo>
                <a:lnTo>
                  <a:pt x="0" y="0"/>
                </a:lnTo>
                <a:lnTo>
                  <a:pt x="0" y="68490"/>
                </a:lnTo>
                <a:lnTo>
                  <a:pt x="69878" y="78477"/>
                </a:lnTo>
                <a:lnTo>
                  <a:pt x="72955" y="53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AB776-E020-4DC4-B2AD-AF547193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856" y="678951"/>
            <a:ext cx="72955" cy="78477"/>
          </a:xfrm>
          <a:custGeom xmlns:a="http://schemas.openxmlformats.org/drawingml/2006/main">
            <a:pathLst>
              <a:path w="72955" h="78477" fill="none">
                <a:moveTo>
                  <a:pt x="72955" y="5394"/>
                </a:moveTo>
                <a:lnTo>
                  <a:pt x="0" y="0"/>
                </a:lnTo>
                <a:lnTo>
                  <a:pt x="0" y="68490"/>
                </a:lnTo>
                <a:lnTo>
                  <a:pt x="69878" y="78477"/>
                </a:lnTo>
                <a:lnTo>
                  <a:pt x="72955" y="53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BD540-C00D-45FB-A910-9C4E832C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657" y="687300"/>
            <a:ext cx="71288" cy="6069"/>
          </a:xfrm>
          <a:custGeom xmlns:a="http://schemas.openxmlformats.org/drawingml/2006/main">
            <a:pathLst>
              <a:path w="71288" h="6069" fill="none">
                <a:moveTo>
                  <a:pt x="0" y="0"/>
                </a:moveTo>
                <a:lnTo>
                  <a:pt x="71288" y="6069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17240-EBF4-487D-8FEF-4B212AD4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919" y="699084"/>
            <a:ext cx="71640" cy="7963"/>
          </a:xfrm>
          <a:custGeom xmlns:a="http://schemas.openxmlformats.org/drawingml/2006/main">
            <a:pathLst>
              <a:path w="71640" h="7963" fill="none">
                <a:moveTo>
                  <a:pt x="0" y="0"/>
                </a:moveTo>
                <a:lnTo>
                  <a:pt x="71640" y="7963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491D9-0B44-440F-9E2B-C08ECF98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305" y="710451"/>
            <a:ext cx="70487" cy="8381"/>
          </a:xfrm>
          <a:custGeom xmlns:a="http://schemas.openxmlformats.org/drawingml/2006/main">
            <a:pathLst>
              <a:path w="70487" h="8381" fill="none">
                <a:moveTo>
                  <a:pt x="0" y="0"/>
                </a:moveTo>
                <a:lnTo>
                  <a:pt x="70487" y="8381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7D315-671D-449A-8CA1-ED1AB03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919" y="721849"/>
            <a:ext cx="70871" cy="9119"/>
          </a:xfrm>
          <a:custGeom xmlns:a="http://schemas.openxmlformats.org/drawingml/2006/main">
            <a:pathLst>
              <a:path w="70871" h="9119" fill="none">
                <a:moveTo>
                  <a:pt x="0" y="0"/>
                </a:moveTo>
                <a:lnTo>
                  <a:pt x="70871" y="9119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E9BC9-54B5-4AD1-9D52-ABB016F9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149" y="731740"/>
            <a:ext cx="70519" cy="9858"/>
          </a:xfrm>
          <a:custGeom xmlns:a="http://schemas.openxmlformats.org/drawingml/2006/main">
            <a:pathLst>
              <a:path w="70519" h="9858" fill="none">
                <a:moveTo>
                  <a:pt x="0" y="0"/>
                </a:moveTo>
                <a:lnTo>
                  <a:pt x="70519" y="9858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107EE-4A24-456D-8471-8755564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535" y="740859"/>
            <a:ext cx="69749" cy="10982"/>
          </a:xfrm>
          <a:custGeom xmlns:a="http://schemas.openxmlformats.org/drawingml/2006/main">
            <a:pathLst>
              <a:path w="69749" h="10982" fill="none">
                <a:moveTo>
                  <a:pt x="0" y="0"/>
                </a:moveTo>
                <a:lnTo>
                  <a:pt x="69749" y="10982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E1D2E-56A0-4E52-8E23-E7D46111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856" y="637561"/>
            <a:ext cx="4616" cy="41390"/>
          </a:xfrm>
          <a:custGeom xmlns:a="http://schemas.openxmlformats.org/drawingml/2006/main">
            <a:pathLst>
              <a:path w="4616" h="41390">
                <a:moveTo>
                  <a:pt x="0" y="41390"/>
                </a:moveTo>
                <a:lnTo>
                  <a:pt x="0" y="0"/>
                </a:lnTo>
                <a:lnTo>
                  <a:pt x="4616" y="2665"/>
                </a:lnTo>
                <a:lnTo>
                  <a:pt x="4616" y="41390"/>
                </a:lnTo>
                <a:lnTo>
                  <a:pt x="0" y="41390"/>
                </a:lnTo>
                <a:close/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CAA2D-B267-4B18-9FF4-84BB996D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856" y="637561"/>
            <a:ext cx="4616" cy="41390"/>
          </a:xfrm>
          <a:custGeom xmlns:a="http://schemas.openxmlformats.org/drawingml/2006/main">
            <a:pathLst>
              <a:path w="4616" h="41390" fill="none">
                <a:moveTo>
                  <a:pt x="0" y="41390"/>
                </a:moveTo>
                <a:lnTo>
                  <a:pt x="0" y="0"/>
                </a:lnTo>
                <a:lnTo>
                  <a:pt x="4616" y="2665"/>
                </a:lnTo>
                <a:lnTo>
                  <a:pt x="4616" y="41390"/>
                </a:lnTo>
                <a:lnTo>
                  <a:pt x="0" y="413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1F529-93C4-4655-B81A-85E3DA43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83" y="778331"/>
            <a:ext cx="11636" cy="169862"/>
          </a:xfrm>
          <a:custGeom xmlns:a="http://schemas.openxmlformats.org/drawingml/2006/main">
            <a:pathLst>
              <a:path w="11636" h="169862">
                <a:moveTo>
                  <a:pt x="0" y="0"/>
                </a:moveTo>
                <a:lnTo>
                  <a:pt x="0" y="168641"/>
                </a:lnTo>
                <a:lnTo>
                  <a:pt x="11636" y="169862"/>
                </a:lnTo>
                <a:lnTo>
                  <a:pt x="11636" y="18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54096-1331-491B-B277-D54F2BFE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83" y="778331"/>
            <a:ext cx="11636" cy="169862"/>
          </a:xfrm>
          <a:custGeom xmlns:a="http://schemas.openxmlformats.org/drawingml/2006/main">
            <a:pathLst>
              <a:path w="11636" h="169862" fill="none">
                <a:moveTo>
                  <a:pt x="0" y="0"/>
                </a:moveTo>
                <a:lnTo>
                  <a:pt x="0" y="168641"/>
                </a:lnTo>
                <a:lnTo>
                  <a:pt x="11636" y="169862"/>
                </a:lnTo>
                <a:lnTo>
                  <a:pt x="11636" y="18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1E5B6-3AA9-444E-A7AA-4371C718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019" y="773066"/>
            <a:ext cx="342913" cy="231673"/>
          </a:xfrm>
          <a:custGeom xmlns:a="http://schemas.openxmlformats.org/drawingml/2006/main">
            <a:pathLst>
              <a:path w="342913" h="231673">
                <a:moveTo>
                  <a:pt x="0" y="7128"/>
                </a:moveTo>
                <a:lnTo>
                  <a:pt x="137415" y="0"/>
                </a:lnTo>
                <a:lnTo>
                  <a:pt x="137415" y="19683"/>
                </a:lnTo>
                <a:lnTo>
                  <a:pt x="342913" y="42417"/>
                </a:lnTo>
                <a:lnTo>
                  <a:pt x="342913" y="114921"/>
                </a:lnTo>
                <a:lnTo>
                  <a:pt x="306115" y="125357"/>
                </a:lnTo>
                <a:lnTo>
                  <a:pt x="135588" y="103233"/>
                </a:lnTo>
                <a:lnTo>
                  <a:pt x="135588" y="146261"/>
                </a:lnTo>
                <a:lnTo>
                  <a:pt x="335540" y="175738"/>
                </a:lnTo>
                <a:lnTo>
                  <a:pt x="335540" y="231673"/>
                </a:lnTo>
                <a:lnTo>
                  <a:pt x="0" y="175128"/>
                </a:lnTo>
                <a:lnTo>
                  <a:pt x="0" y="7128"/>
                </a:lnTo>
                <a:close/>
              </a:path>
            </a:pathLst>
          </a:custGeom>
          <a:solidFill xmlns:a="http://schemas.openxmlformats.org/drawingml/2006/main">
            <a:srgbClr val="9A92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05A70-2E02-4E9A-A525-5B3CD8C2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019" y="773066"/>
            <a:ext cx="342913" cy="231673"/>
          </a:xfrm>
          <a:custGeom xmlns:a="http://schemas.openxmlformats.org/drawingml/2006/main">
            <a:pathLst>
              <a:path w="342913" h="231673" fill="none">
                <a:moveTo>
                  <a:pt x="0" y="7128"/>
                </a:moveTo>
                <a:lnTo>
                  <a:pt x="137415" y="0"/>
                </a:lnTo>
                <a:lnTo>
                  <a:pt x="137415" y="19683"/>
                </a:lnTo>
                <a:lnTo>
                  <a:pt x="342913" y="42417"/>
                </a:lnTo>
                <a:lnTo>
                  <a:pt x="342913" y="114921"/>
                </a:lnTo>
                <a:lnTo>
                  <a:pt x="306115" y="125357"/>
                </a:lnTo>
                <a:lnTo>
                  <a:pt x="135588" y="103233"/>
                </a:lnTo>
                <a:lnTo>
                  <a:pt x="135588" y="146261"/>
                </a:lnTo>
                <a:lnTo>
                  <a:pt x="335540" y="175738"/>
                </a:lnTo>
                <a:lnTo>
                  <a:pt x="335540" y="231673"/>
                </a:lnTo>
                <a:lnTo>
                  <a:pt x="0" y="175128"/>
                </a:lnTo>
                <a:lnTo>
                  <a:pt x="0" y="71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2C63E-9083-4208-B092-BB4C525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410" y="792749"/>
            <a:ext cx="343522" cy="29477"/>
          </a:xfrm>
          <a:custGeom xmlns:a="http://schemas.openxmlformats.org/drawingml/2006/main">
            <a:pathLst>
              <a:path w="343522" h="29477">
                <a:moveTo>
                  <a:pt x="138024" y="0"/>
                </a:moveTo>
                <a:lnTo>
                  <a:pt x="0" y="9537"/>
                </a:lnTo>
                <a:lnTo>
                  <a:pt x="270535" y="29477"/>
                </a:lnTo>
                <a:lnTo>
                  <a:pt x="343522" y="22734"/>
                </a:lnTo>
                <a:lnTo>
                  <a:pt x="138024" y="0"/>
                </a:lnTo>
                <a:close/>
              </a:path>
            </a:pathLst>
          </a:custGeom>
          <a:solidFill xmlns:a="http://schemas.openxmlformats.org/drawingml/2006/main">
            <a:srgbClr val="9A92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7FA41-53F3-497C-8C55-92B2BA2E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410" y="792749"/>
            <a:ext cx="343522" cy="29477"/>
          </a:xfrm>
          <a:custGeom xmlns:a="http://schemas.openxmlformats.org/drawingml/2006/main">
            <a:pathLst>
              <a:path w="343522" h="29477" fill="none">
                <a:moveTo>
                  <a:pt x="138024" y="0"/>
                </a:moveTo>
                <a:lnTo>
                  <a:pt x="0" y="9537"/>
                </a:lnTo>
                <a:lnTo>
                  <a:pt x="270535" y="29477"/>
                </a:lnTo>
                <a:lnTo>
                  <a:pt x="343522" y="22734"/>
                </a:lnTo>
                <a:lnTo>
                  <a:pt x="13802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A5228-B4E7-46FB-86D6-50576492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945" y="815482"/>
            <a:ext cx="72987" cy="82940"/>
          </a:xfrm>
          <a:custGeom xmlns:a="http://schemas.openxmlformats.org/drawingml/2006/main">
            <a:pathLst>
              <a:path w="72987" h="82940">
                <a:moveTo>
                  <a:pt x="0" y="6743"/>
                </a:moveTo>
                <a:lnTo>
                  <a:pt x="0" y="77417"/>
                </a:lnTo>
                <a:lnTo>
                  <a:pt x="36189" y="82940"/>
                </a:lnTo>
                <a:lnTo>
                  <a:pt x="72987" y="72504"/>
                </a:lnTo>
                <a:lnTo>
                  <a:pt x="72987" y="0"/>
                </a:lnTo>
                <a:lnTo>
                  <a:pt x="0" y="6743"/>
                </a:lnTo>
                <a:close/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139DF-07B2-4F57-8945-B38B8FE3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945" y="815482"/>
            <a:ext cx="72987" cy="82940"/>
          </a:xfrm>
          <a:custGeom xmlns:a="http://schemas.openxmlformats.org/drawingml/2006/main">
            <a:pathLst>
              <a:path w="72987" h="82940" fill="none">
                <a:moveTo>
                  <a:pt x="0" y="6743"/>
                </a:moveTo>
                <a:lnTo>
                  <a:pt x="0" y="77417"/>
                </a:lnTo>
                <a:lnTo>
                  <a:pt x="36189" y="82940"/>
                </a:lnTo>
                <a:lnTo>
                  <a:pt x="72987" y="72504"/>
                </a:lnTo>
                <a:lnTo>
                  <a:pt x="72987" y="0"/>
                </a:lnTo>
                <a:lnTo>
                  <a:pt x="0" y="67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C7A39-2864-4EC7-B21E-E1419AB2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410" y="802285"/>
            <a:ext cx="270535" cy="90614"/>
          </a:xfrm>
          <a:custGeom xmlns:a="http://schemas.openxmlformats.org/drawingml/2006/main">
            <a:pathLst>
              <a:path w="270535" h="90614">
                <a:moveTo>
                  <a:pt x="0" y="0"/>
                </a:moveTo>
                <a:lnTo>
                  <a:pt x="0" y="61426"/>
                </a:lnTo>
                <a:lnTo>
                  <a:pt x="136197" y="74013"/>
                </a:lnTo>
                <a:lnTo>
                  <a:pt x="270535" y="90614"/>
                </a:lnTo>
                <a:lnTo>
                  <a:pt x="270535" y="199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F8AE6A-4D47-4B5D-B226-12959C85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410" y="802285"/>
            <a:ext cx="270535" cy="90614"/>
          </a:xfrm>
          <a:custGeom xmlns:a="http://schemas.openxmlformats.org/drawingml/2006/main">
            <a:pathLst>
              <a:path w="270535" h="90614" fill="none">
                <a:moveTo>
                  <a:pt x="0" y="0"/>
                </a:moveTo>
                <a:lnTo>
                  <a:pt x="0" y="61426"/>
                </a:lnTo>
                <a:lnTo>
                  <a:pt x="136197" y="74013"/>
                </a:lnTo>
                <a:lnTo>
                  <a:pt x="270535" y="90614"/>
                </a:lnTo>
                <a:lnTo>
                  <a:pt x="270535" y="199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20B63-E813-4188-9FB0-240B8A97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1627" y="838055"/>
            <a:ext cx="133088" cy="28770"/>
          </a:xfrm>
          <a:custGeom xmlns:a="http://schemas.openxmlformats.org/drawingml/2006/main">
            <a:pathLst>
              <a:path w="133088" h="28770" fill="none">
                <a:moveTo>
                  <a:pt x="0" y="28770"/>
                </a:moveTo>
                <a:lnTo>
                  <a:pt x="15322" y="0"/>
                </a:lnTo>
                <a:lnTo>
                  <a:pt x="125427" y="11014"/>
                </a:lnTo>
                <a:lnTo>
                  <a:pt x="133088" y="19170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FFFFFF"/>
            </a:solidFill>
            <a:round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033FB-5F5D-4572-A7D9-BDB1504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585" y="829611"/>
            <a:ext cx="143569" cy="133353"/>
          </a:xfrm>
          <a:custGeom xmlns:a="http://schemas.openxmlformats.org/drawingml/2006/main">
            <a:pathLst>
              <a:path w="143569" h="133353">
                <a:moveTo>
                  <a:pt x="14104" y="0"/>
                </a:moveTo>
                <a:cubicBezTo>
                  <a:pt x="14104" y="0"/>
                  <a:pt x="0" y="7385"/>
                  <a:pt x="3077" y="35642"/>
                </a:cubicBezTo>
                <a:cubicBezTo>
                  <a:pt x="6154" y="63899"/>
                  <a:pt x="33753" y="100151"/>
                  <a:pt x="54620" y="113059"/>
                </a:cubicBezTo>
                <a:cubicBezTo>
                  <a:pt x="75487" y="125967"/>
                  <a:pt x="124562" y="133353"/>
                  <a:pt x="131902" y="132710"/>
                </a:cubicBezTo>
                <a:cubicBezTo>
                  <a:pt x="139274" y="132100"/>
                  <a:pt x="143569" y="131490"/>
                  <a:pt x="143569" y="131490"/>
                </a:cubicBezTo>
                <a:lnTo>
                  <a:pt x="143569" y="103233"/>
                </a:lnTo>
                <a:cubicBezTo>
                  <a:pt x="143569" y="103233"/>
                  <a:pt x="125780" y="108146"/>
                  <a:pt x="106772" y="103233"/>
                </a:cubicBezTo>
                <a:cubicBezTo>
                  <a:pt x="87764" y="98321"/>
                  <a:pt x="50966" y="46078"/>
                  <a:pt x="46670" y="35032"/>
                </a:cubicBezTo>
                <a:cubicBezTo>
                  <a:pt x="42375" y="23986"/>
                  <a:pt x="52184" y="12298"/>
                  <a:pt x="52184" y="12298"/>
                </a:cubicBezTo>
                <a:lnTo>
                  <a:pt x="52184" y="3083"/>
                </a:lnTo>
                <a:lnTo>
                  <a:pt x="14136" y="0"/>
                </a:lnTo>
                <a:lnTo>
                  <a:pt x="1410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84A29-29FC-4A93-A34E-22362B24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585" y="829611"/>
            <a:ext cx="143569" cy="133353"/>
          </a:xfrm>
          <a:custGeom xmlns:a="http://schemas.openxmlformats.org/drawingml/2006/main">
            <a:pathLst>
              <a:path w="143569" h="133353" fill="none">
                <a:moveTo>
                  <a:pt x="14104" y="0"/>
                </a:moveTo>
                <a:cubicBezTo>
                  <a:pt x="14104" y="0"/>
                  <a:pt x="0" y="7385"/>
                  <a:pt x="3077" y="35642"/>
                </a:cubicBezTo>
                <a:cubicBezTo>
                  <a:pt x="6154" y="63899"/>
                  <a:pt x="33753" y="100151"/>
                  <a:pt x="54620" y="113059"/>
                </a:cubicBezTo>
                <a:cubicBezTo>
                  <a:pt x="75487" y="125967"/>
                  <a:pt x="124562" y="133353"/>
                  <a:pt x="131902" y="132710"/>
                </a:cubicBezTo>
                <a:cubicBezTo>
                  <a:pt x="139274" y="132100"/>
                  <a:pt x="143569" y="131490"/>
                  <a:pt x="143569" y="131490"/>
                </a:cubicBezTo>
                <a:lnTo>
                  <a:pt x="143569" y="103233"/>
                </a:lnTo>
                <a:cubicBezTo>
                  <a:pt x="143569" y="103233"/>
                  <a:pt x="125780" y="108146"/>
                  <a:pt x="106772" y="103233"/>
                </a:cubicBezTo>
                <a:cubicBezTo>
                  <a:pt x="87764" y="98321"/>
                  <a:pt x="50966" y="46078"/>
                  <a:pt x="46670" y="35032"/>
                </a:cubicBezTo>
                <a:cubicBezTo>
                  <a:pt x="42375" y="23986"/>
                  <a:pt x="52184" y="12298"/>
                  <a:pt x="52184" y="12298"/>
                </a:cubicBezTo>
                <a:lnTo>
                  <a:pt x="52184" y="3083"/>
                </a:lnTo>
                <a:lnTo>
                  <a:pt x="14136" y="0"/>
                </a:lnTo>
                <a:lnTo>
                  <a:pt x="1410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D520B-5898-41A8-BB43-551CD371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4813" y="832051"/>
            <a:ext cx="111003" cy="127187"/>
          </a:xfrm>
          <a:custGeom xmlns:a="http://schemas.openxmlformats.org/drawingml/2006/main">
            <a:pathLst>
              <a:path w="111003" h="127187" fill="none">
                <a:moveTo>
                  <a:pt x="12277" y="0"/>
                </a:moveTo>
                <a:cubicBezTo>
                  <a:pt x="12277" y="0"/>
                  <a:pt x="0" y="6133"/>
                  <a:pt x="5513" y="33170"/>
                </a:cubicBezTo>
                <a:cubicBezTo>
                  <a:pt x="11027" y="60206"/>
                  <a:pt x="34330" y="92766"/>
                  <a:pt x="60710" y="109976"/>
                </a:cubicBezTo>
                <a:cubicBezTo>
                  <a:pt x="87090" y="127187"/>
                  <a:pt x="111003" y="123495"/>
                  <a:pt x="111003" y="12349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6591B-9397-40E1-AFB7-CBB9EA9F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4012" y="832693"/>
            <a:ext cx="42023" cy="88495"/>
          </a:xfrm>
          <a:custGeom xmlns:a="http://schemas.openxmlformats.org/drawingml/2006/main">
            <a:pathLst>
              <a:path w="42023" h="88495" fill="none">
                <a:moveTo>
                  <a:pt x="12693" y="0"/>
                </a:moveTo>
                <a:cubicBezTo>
                  <a:pt x="12693" y="0"/>
                  <a:pt x="0" y="10275"/>
                  <a:pt x="994" y="28225"/>
                </a:cubicBezTo>
                <a:cubicBezTo>
                  <a:pt x="1987" y="46174"/>
                  <a:pt x="29842" y="75555"/>
                  <a:pt x="42023" y="8849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32FF3-952C-411C-8821-44D027DD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582" y="837221"/>
            <a:ext cx="59396" cy="100376"/>
          </a:xfrm>
          <a:custGeom xmlns:a="http://schemas.openxmlformats.org/drawingml/2006/main">
            <a:pathLst>
              <a:path w="59396" h="100376" fill="none">
                <a:moveTo>
                  <a:pt x="5962" y="0"/>
                </a:moveTo>
                <a:cubicBezTo>
                  <a:pt x="5962" y="0"/>
                  <a:pt x="0" y="10949"/>
                  <a:pt x="3462" y="30151"/>
                </a:cubicBezTo>
                <a:cubicBezTo>
                  <a:pt x="6956" y="49321"/>
                  <a:pt x="38529" y="86954"/>
                  <a:pt x="59396" y="1003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7FD86-87FA-4D59-AAAC-5528F26F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9170" y="829996"/>
            <a:ext cx="40035" cy="101628"/>
          </a:xfrm>
          <a:custGeom xmlns:a="http://schemas.openxmlformats.org/drawingml/2006/main">
            <a:pathLst>
              <a:path w="40035" h="101628" fill="none">
                <a:moveTo>
                  <a:pt x="7212" y="0"/>
                </a:moveTo>
                <a:cubicBezTo>
                  <a:pt x="7212" y="0"/>
                  <a:pt x="0" y="3725"/>
                  <a:pt x="737" y="24660"/>
                </a:cubicBezTo>
                <a:cubicBezTo>
                  <a:pt x="1474" y="45596"/>
                  <a:pt x="18143" y="79697"/>
                  <a:pt x="40035" y="101628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C107C-37DC-4881-833F-69053C3D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452" y="858638"/>
            <a:ext cx="23624" cy="54041"/>
          </a:xfrm>
          <a:custGeom xmlns:a="http://schemas.openxmlformats.org/drawingml/2006/main">
            <a:pathLst>
              <a:path w="23624" h="54041" fill="none">
                <a:moveTo>
                  <a:pt x="2500" y="0"/>
                </a:moveTo>
                <a:cubicBezTo>
                  <a:pt x="2500" y="0"/>
                  <a:pt x="0" y="21160"/>
                  <a:pt x="23624" y="540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BE6C9-3958-4F9A-B868-927A84E8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4690" y="939587"/>
            <a:ext cx="41285" cy="5972"/>
          </a:xfrm>
          <a:custGeom xmlns:a="http://schemas.openxmlformats.org/drawingml/2006/main">
            <a:pathLst>
              <a:path w="41285" h="5972" fill="none">
                <a:moveTo>
                  <a:pt x="0" y="0"/>
                </a:moveTo>
                <a:cubicBezTo>
                  <a:pt x="0" y="0"/>
                  <a:pt x="21124" y="4720"/>
                  <a:pt x="41285" y="59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EFDD3-474A-4DAB-85A7-DAF3FDEF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83" y="771588"/>
            <a:ext cx="149051" cy="8605"/>
          </a:xfrm>
          <a:custGeom xmlns:a="http://schemas.openxmlformats.org/drawingml/2006/main">
            <a:pathLst>
              <a:path w="149051" h="8605">
                <a:moveTo>
                  <a:pt x="0" y="6743"/>
                </a:moveTo>
                <a:lnTo>
                  <a:pt x="94880" y="0"/>
                </a:lnTo>
                <a:lnTo>
                  <a:pt x="149051" y="1477"/>
                </a:lnTo>
                <a:lnTo>
                  <a:pt x="11636" y="8605"/>
                </a:lnTo>
                <a:lnTo>
                  <a:pt x="0" y="674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FDA0F-92E0-40A3-A787-5F0843FB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3383" y="771588"/>
            <a:ext cx="149051" cy="8605"/>
          </a:xfrm>
          <a:custGeom xmlns:a="http://schemas.openxmlformats.org/drawingml/2006/main">
            <a:pathLst>
              <a:path w="149051" h="8605" fill="none">
                <a:moveTo>
                  <a:pt x="0" y="6743"/>
                </a:moveTo>
                <a:lnTo>
                  <a:pt x="94880" y="0"/>
                </a:lnTo>
                <a:lnTo>
                  <a:pt x="149051" y="1477"/>
                </a:lnTo>
                <a:lnTo>
                  <a:pt x="11636" y="8605"/>
                </a:lnTo>
                <a:lnTo>
                  <a:pt x="0" y="67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5146B-9180-4580-A4DE-CBEE23C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019" y="872895"/>
            <a:ext cx="135588" cy="75298"/>
          </a:xfrm>
          <a:custGeom xmlns:a="http://schemas.openxmlformats.org/drawingml/2006/main">
            <a:pathLst>
              <a:path w="135588" h="75298">
                <a:moveTo>
                  <a:pt x="865" y="29092"/>
                </a:moveTo>
                <a:lnTo>
                  <a:pt x="105137" y="15124"/>
                </a:lnTo>
                <a:lnTo>
                  <a:pt x="105137" y="41839"/>
                </a:lnTo>
                <a:lnTo>
                  <a:pt x="449" y="63385"/>
                </a:lnTo>
                <a:lnTo>
                  <a:pt x="0" y="75298"/>
                </a:lnTo>
                <a:lnTo>
                  <a:pt x="135588" y="46431"/>
                </a:lnTo>
                <a:lnTo>
                  <a:pt x="135588" y="3404"/>
                </a:lnTo>
                <a:lnTo>
                  <a:pt x="96386" y="0"/>
                </a:lnTo>
                <a:lnTo>
                  <a:pt x="64" y="6358"/>
                </a:lnTo>
                <a:lnTo>
                  <a:pt x="865" y="29092"/>
                </a:lnTo>
                <a:close/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E3A9D-C04A-43DB-880A-33554B9C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5019" y="872895"/>
            <a:ext cx="135588" cy="75298"/>
          </a:xfrm>
          <a:custGeom xmlns:a="http://schemas.openxmlformats.org/drawingml/2006/main">
            <a:pathLst>
              <a:path w="135588" h="75298" fill="none">
                <a:moveTo>
                  <a:pt x="865" y="29092"/>
                </a:moveTo>
                <a:lnTo>
                  <a:pt x="105137" y="15124"/>
                </a:lnTo>
                <a:lnTo>
                  <a:pt x="105137" y="41839"/>
                </a:lnTo>
                <a:lnTo>
                  <a:pt x="449" y="63385"/>
                </a:lnTo>
                <a:lnTo>
                  <a:pt x="0" y="75298"/>
                </a:lnTo>
                <a:lnTo>
                  <a:pt x="135588" y="46431"/>
                </a:lnTo>
                <a:lnTo>
                  <a:pt x="135588" y="3404"/>
                </a:lnTo>
                <a:lnTo>
                  <a:pt x="96386" y="0"/>
                </a:lnTo>
                <a:lnTo>
                  <a:pt x="64" y="6358"/>
                </a:lnTo>
                <a:lnTo>
                  <a:pt x="865" y="290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11453A-3BC4-467A-B2DD-DFE48D52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809" y="957922"/>
            <a:ext cx="177579" cy="36445"/>
          </a:xfrm>
          <a:custGeom xmlns:a="http://schemas.openxmlformats.org/drawingml/2006/main">
            <a:pathLst>
              <a:path w="177579" h="36445">
                <a:moveTo>
                  <a:pt x="0" y="0"/>
                </a:moveTo>
                <a:lnTo>
                  <a:pt x="0" y="24949"/>
                </a:lnTo>
                <a:cubicBezTo>
                  <a:pt x="0" y="31307"/>
                  <a:pt x="39747" y="36445"/>
                  <a:pt x="88789" y="36445"/>
                </a:cubicBezTo>
                <a:cubicBezTo>
                  <a:pt x="137832" y="36445"/>
                  <a:pt x="177579" y="31307"/>
                  <a:pt x="177579" y="24949"/>
                </a:cubicBezTo>
                <a:lnTo>
                  <a:pt x="17757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F65E2-DB2E-42C4-A6DD-CC23374C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808" y="946426"/>
            <a:ext cx="177579" cy="22991"/>
          </a:xfrm>
          <a:custGeom xmlns:a="http://schemas.openxmlformats.org/drawingml/2006/main">
            <a:pathLst>
              <a:path w="177579" h="22991">
                <a:moveTo>
                  <a:pt x="177579" y="11495"/>
                </a:moveTo>
                <a:cubicBezTo>
                  <a:pt x="177579" y="17843"/>
                  <a:pt x="137825" y="22991"/>
                  <a:pt x="88789" y="22991"/>
                </a:cubicBezTo>
                <a:cubicBezTo>
                  <a:pt x="39753" y="22991"/>
                  <a:pt x="0" y="17843"/>
                  <a:pt x="0" y="11495"/>
                </a:cubicBezTo>
                <a:cubicBezTo>
                  <a:pt x="0" y="5147"/>
                  <a:pt x="39753" y="0"/>
                  <a:pt x="88789" y="0"/>
                </a:cubicBezTo>
                <a:cubicBezTo>
                  <a:pt x="137825" y="0"/>
                  <a:pt x="177579" y="5147"/>
                  <a:pt x="177579" y="11495"/>
                </a:cubicBezTo>
              </a:path>
            </a:pathLst>
          </a:custGeom>
          <a:solidFill xmlns:a="http://schemas.openxmlformats.org/drawingml/2006/main">
            <a:srgbClr val="93C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A6436-4B64-4FBF-8843-01CE6DC4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730" y="952174"/>
            <a:ext cx="46927" cy="7193"/>
          </a:xfrm>
          <a:custGeom xmlns:a="http://schemas.openxmlformats.org/drawingml/2006/main">
            <a:pathLst>
              <a:path w="46927" h="7193">
                <a:moveTo>
                  <a:pt x="46927" y="3596"/>
                </a:moveTo>
                <a:cubicBezTo>
                  <a:pt x="46927" y="5587"/>
                  <a:pt x="36413" y="7193"/>
                  <a:pt x="23463" y="7193"/>
                </a:cubicBezTo>
                <a:cubicBezTo>
                  <a:pt x="10514" y="7193"/>
                  <a:pt x="0" y="5587"/>
                  <a:pt x="0" y="3596"/>
                </a:cubicBezTo>
                <a:cubicBezTo>
                  <a:pt x="0" y="1605"/>
                  <a:pt x="10514" y="0"/>
                  <a:pt x="23463" y="0"/>
                </a:cubicBezTo>
                <a:cubicBezTo>
                  <a:pt x="36413" y="0"/>
                  <a:pt x="46927" y="1605"/>
                  <a:pt x="46927" y="3596"/>
                </a:cubicBezTo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9A893-DB6F-44B2-B7DC-C4E9DC7F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730" y="952174"/>
            <a:ext cx="46927" cy="7193"/>
          </a:xfrm>
          <a:custGeom xmlns:a="http://schemas.openxmlformats.org/drawingml/2006/main">
            <a:pathLst>
              <a:path w="46927" h="7193" fill="none">
                <a:moveTo>
                  <a:pt x="46927" y="3596"/>
                </a:moveTo>
                <a:cubicBezTo>
                  <a:pt x="46927" y="5587"/>
                  <a:pt x="36413" y="7193"/>
                  <a:pt x="23463" y="7193"/>
                </a:cubicBezTo>
                <a:cubicBezTo>
                  <a:pt x="10514" y="7193"/>
                  <a:pt x="0" y="5587"/>
                  <a:pt x="0" y="3596"/>
                </a:cubicBezTo>
                <a:cubicBezTo>
                  <a:pt x="0" y="1605"/>
                  <a:pt x="10514" y="0"/>
                  <a:pt x="23463" y="0"/>
                </a:cubicBezTo>
                <a:cubicBezTo>
                  <a:pt x="36413" y="0"/>
                  <a:pt x="46927" y="1605"/>
                  <a:pt x="46927" y="359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25033-CF88-478B-B072-CA53FF10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861" y="972628"/>
            <a:ext cx="178412" cy="48069"/>
          </a:xfrm>
          <a:custGeom xmlns:a="http://schemas.openxmlformats.org/drawingml/2006/main">
            <a:pathLst>
              <a:path w="178412" h="48069">
                <a:moveTo>
                  <a:pt x="898" y="0"/>
                </a:moveTo>
                <a:lnTo>
                  <a:pt x="192" y="24917"/>
                </a:lnTo>
                <a:cubicBezTo>
                  <a:pt x="0" y="31275"/>
                  <a:pt x="39587" y="45243"/>
                  <a:pt x="88629" y="46656"/>
                </a:cubicBezTo>
                <a:cubicBezTo>
                  <a:pt x="137640" y="48069"/>
                  <a:pt x="177547" y="44055"/>
                  <a:pt x="177707" y="37697"/>
                </a:cubicBezTo>
                <a:lnTo>
                  <a:pt x="178412" y="5105"/>
                </a:lnTo>
                <a:lnTo>
                  <a:pt x="89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FEFD0-9632-48BA-B6A5-8450FEFB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2600" y="962289"/>
            <a:ext cx="177835" cy="25848"/>
          </a:xfrm>
          <a:custGeom xmlns:a="http://schemas.openxmlformats.org/drawingml/2006/main">
            <a:pathLst>
              <a:path w="177835" h="25848">
                <a:moveTo>
                  <a:pt x="177675" y="15477"/>
                </a:moveTo>
                <a:cubicBezTo>
                  <a:pt x="177483" y="21835"/>
                  <a:pt x="137607" y="25848"/>
                  <a:pt x="88597" y="24436"/>
                </a:cubicBezTo>
                <a:cubicBezTo>
                  <a:pt x="39587" y="23023"/>
                  <a:pt x="0" y="16729"/>
                  <a:pt x="160" y="10372"/>
                </a:cubicBezTo>
                <a:cubicBezTo>
                  <a:pt x="353" y="4014"/>
                  <a:pt x="40228" y="0"/>
                  <a:pt x="89238" y="1413"/>
                </a:cubicBezTo>
                <a:cubicBezTo>
                  <a:pt x="138249" y="2826"/>
                  <a:pt x="177835" y="9119"/>
                  <a:pt x="177675" y="15477"/>
                </a:cubicBezTo>
              </a:path>
            </a:pathLst>
          </a:custGeom>
          <a:solidFill xmlns:a="http://schemas.openxmlformats.org/drawingml/2006/main">
            <a:srgbClr val="93C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9C4C3-70E6-45BC-94FE-521E481C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648" y="968840"/>
            <a:ext cx="47023" cy="7963"/>
          </a:xfrm>
          <a:custGeom xmlns:a="http://schemas.openxmlformats.org/drawingml/2006/main">
            <a:pathLst>
              <a:path w="47023" h="7963">
                <a:moveTo>
                  <a:pt x="46959" y="4656"/>
                </a:moveTo>
                <a:cubicBezTo>
                  <a:pt x="46895" y="6647"/>
                  <a:pt x="36349" y="7963"/>
                  <a:pt x="23399" y="7578"/>
                </a:cubicBezTo>
                <a:cubicBezTo>
                  <a:pt x="10450" y="7193"/>
                  <a:pt x="0" y="5298"/>
                  <a:pt x="64" y="3307"/>
                </a:cubicBezTo>
                <a:cubicBezTo>
                  <a:pt x="128" y="1317"/>
                  <a:pt x="10674" y="0"/>
                  <a:pt x="23624" y="385"/>
                </a:cubicBezTo>
                <a:cubicBezTo>
                  <a:pt x="36574" y="771"/>
                  <a:pt x="47023" y="2665"/>
                  <a:pt x="46959" y="4656"/>
                </a:cubicBezTo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30A02-D182-46F8-BA45-35A95301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648" y="968840"/>
            <a:ext cx="47023" cy="7963"/>
          </a:xfrm>
          <a:custGeom xmlns:a="http://schemas.openxmlformats.org/drawingml/2006/main">
            <a:pathLst>
              <a:path w="47023" h="7963" fill="none">
                <a:moveTo>
                  <a:pt x="46959" y="4656"/>
                </a:moveTo>
                <a:cubicBezTo>
                  <a:pt x="46895" y="6647"/>
                  <a:pt x="36349" y="7963"/>
                  <a:pt x="23399" y="7578"/>
                </a:cubicBezTo>
                <a:cubicBezTo>
                  <a:pt x="10450" y="7193"/>
                  <a:pt x="0" y="5298"/>
                  <a:pt x="64" y="3307"/>
                </a:cubicBezTo>
                <a:cubicBezTo>
                  <a:pt x="128" y="1317"/>
                  <a:pt x="10674" y="0"/>
                  <a:pt x="23624" y="385"/>
                </a:cubicBezTo>
                <a:cubicBezTo>
                  <a:pt x="36574" y="771"/>
                  <a:pt x="47023" y="2665"/>
                  <a:pt x="46959" y="465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AE90D-2F8D-40DC-AC9E-842E891D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73" y="415361"/>
            <a:ext cx="435196" cy="86408"/>
          </a:xfrm>
          <a:custGeom xmlns:a="http://schemas.openxmlformats.org/drawingml/2006/main">
            <a:pathLst>
              <a:path w="435196" h="86408">
                <a:moveTo>
                  <a:pt x="0" y="45789"/>
                </a:moveTo>
                <a:lnTo>
                  <a:pt x="0" y="73500"/>
                </a:lnTo>
                <a:lnTo>
                  <a:pt x="105586" y="86408"/>
                </a:lnTo>
                <a:lnTo>
                  <a:pt x="435196" y="58023"/>
                </a:lnTo>
                <a:lnTo>
                  <a:pt x="435196" y="15477"/>
                </a:lnTo>
                <a:lnTo>
                  <a:pt x="358587" y="0"/>
                </a:lnTo>
                <a:lnTo>
                  <a:pt x="0" y="45789"/>
                </a:lnTo>
                <a:close/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8F91A-A9E4-46A8-A8C8-993366A0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73" y="454053"/>
            <a:ext cx="435196" cy="47715"/>
          </a:xfrm>
          <a:custGeom xmlns:a="http://schemas.openxmlformats.org/drawingml/2006/main">
            <a:pathLst>
              <a:path w="435196" h="47715">
                <a:moveTo>
                  <a:pt x="0" y="34807"/>
                </a:moveTo>
                <a:lnTo>
                  <a:pt x="322526" y="0"/>
                </a:lnTo>
                <a:lnTo>
                  <a:pt x="435196" y="19330"/>
                </a:lnTo>
                <a:lnTo>
                  <a:pt x="105586" y="47715"/>
                </a:lnTo>
                <a:lnTo>
                  <a:pt x="0" y="348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FAF96-DB08-4DAA-ACC9-B557FB6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064" y="649988"/>
            <a:ext cx="55549" cy="71541"/>
          </a:xfrm>
          <a:custGeom xmlns:a="http://schemas.openxmlformats.org/drawingml/2006/main">
            <a:pathLst>
              <a:path w="55549" h="71541">
                <a:moveTo>
                  <a:pt x="53274" y="0"/>
                </a:moveTo>
                <a:cubicBezTo>
                  <a:pt x="54530" y="0"/>
                  <a:pt x="55549" y="1021"/>
                  <a:pt x="55549" y="2280"/>
                </a:cubicBezTo>
                <a:lnTo>
                  <a:pt x="55549" y="69261"/>
                </a:lnTo>
                <a:cubicBezTo>
                  <a:pt x="55549" y="70520"/>
                  <a:pt x="54530" y="71541"/>
                  <a:pt x="53274" y="71541"/>
                </a:cubicBezTo>
                <a:lnTo>
                  <a:pt x="2276" y="71541"/>
                </a:lnTo>
                <a:cubicBezTo>
                  <a:pt x="1019" y="71541"/>
                  <a:pt x="0" y="70520"/>
                  <a:pt x="0" y="69261"/>
                </a:cubicBezTo>
                <a:lnTo>
                  <a:pt x="0" y="2280"/>
                </a:lnTo>
                <a:cubicBezTo>
                  <a:pt x="0" y="1021"/>
                  <a:pt x="1019" y="0"/>
                  <a:pt x="2276" y="0"/>
                </a:cubicBezTo>
                <a:lnTo>
                  <a:pt x="5327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BFCAA-16CA-4629-AE1B-4D6A527A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064" y="649988"/>
            <a:ext cx="55549" cy="71541"/>
          </a:xfrm>
          <a:custGeom xmlns:a="http://schemas.openxmlformats.org/drawingml/2006/main">
            <a:pathLst>
              <a:path w="55549" h="71541" fill="none">
                <a:moveTo>
                  <a:pt x="53274" y="0"/>
                </a:moveTo>
                <a:cubicBezTo>
                  <a:pt x="54530" y="0"/>
                  <a:pt x="55549" y="1021"/>
                  <a:pt x="55549" y="2280"/>
                </a:cubicBezTo>
                <a:lnTo>
                  <a:pt x="55549" y="69261"/>
                </a:lnTo>
                <a:cubicBezTo>
                  <a:pt x="55549" y="70520"/>
                  <a:pt x="54530" y="71541"/>
                  <a:pt x="53274" y="71541"/>
                </a:cubicBezTo>
                <a:lnTo>
                  <a:pt x="2276" y="71541"/>
                </a:lnTo>
                <a:cubicBezTo>
                  <a:pt x="1019" y="71541"/>
                  <a:pt x="0" y="70520"/>
                  <a:pt x="0" y="69261"/>
                </a:cubicBezTo>
                <a:lnTo>
                  <a:pt x="0" y="2280"/>
                </a:lnTo>
                <a:cubicBezTo>
                  <a:pt x="0" y="1021"/>
                  <a:pt x="1019" y="0"/>
                  <a:pt x="2276" y="0"/>
                </a:cubicBezTo>
                <a:lnTo>
                  <a:pt x="5327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1DB02-DFA2-4652-9E24-2E822014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9393" y="661997"/>
            <a:ext cx="36926" cy="47555"/>
          </a:xfrm>
          <a:custGeom xmlns:a="http://schemas.openxmlformats.org/drawingml/2006/main">
            <a:pathLst>
              <a:path w="36926" h="47555">
                <a:moveTo>
                  <a:pt x="35323" y="0"/>
                </a:moveTo>
                <a:cubicBezTo>
                  <a:pt x="36208" y="0"/>
                  <a:pt x="36926" y="719"/>
                  <a:pt x="36926" y="1605"/>
                </a:cubicBezTo>
                <a:lnTo>
                  <a:pt x="36926" y="45949"/>
                </a:lnTo>
                <a:cubicBezTo>
                  <a:pt x="36926" y="46836"/>
                  <a:pt x="36208" y="47555"/>
                  <a:pt x="35323" y="47555"/>
                </a:cubicBezTo>
                <a:lnTo>
                  <a:pt x="1603" y="47555"/>
                </a:lnTo>
                <a:cubicBezTo>
                  <a:pt x="718" y="47555"/>
                  <a:pt x="0" y="46836"/>
                  <a:pt x="0" y="45949"/>
                </a:cubicBezTo>
                <a:lnTo>
                  <a:pt x="0" y="1605"/>
                </a:lnTo>
                <a:cubicBezTo>
                  <a:pt x="0" y="719"/>
                  <a:pt x="718" y="0"/>
                  <a:pt x="1603" y="0"/>
                </a:cubicBezTo>
                <a:lnTo>
                  <a:pt x="35323" y="0"/>
                </a:lnTo>
                <a:close/>
              </a:path>
            </a:pathLst>
          </a:custGeom>
          <a:solidFill xmlns:a="http://schemas.openxmlformats.org/drawingml/2006/main">
            <a:srgbClr val="93CD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F11BC-0F45-4F8C-B2A5-1036DE2B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998" y="401296"/>
            <a:ext cx="190496" cy="651221"/>
          </a:xfrm>
          <a:custGeom xmlns:a="http://schemas.openxmlformats.org/drawingml/2006/main">
            <a:pathLst>
              <a:path w="190496" h="651221">
                <a:moveTo>
                  <a:pt x="0" y="0"/>
                </a:moveTo>
                <a:lnTo>
                  <a:pt x="2436" y="651221"/>
                </a:lnTo>
                <a:lnTo>
                  <a:pt x="188862" y="610634"/>
                </a:lnTo>
                <a:lnTo>
                  <a:pt x="190496" y="29252"/>
                </a:lnTo>
                <a:lnTo>
                  <a:pt x="0" y="0"/>
                </a:lnTo>
                <a:close/>
                <a:moveTo>
                  <a:pt x="177515" y="594387"/>
                </a:moveTo>
                <a:lnTo>
                  <a:pt x="24329" y="624442"/>
                </a:lnTo>
                <a:lnTo>
                  <a:pt x="25964" y="26812"/>
                </a:lnTo>
                <a:lnTo>
                  <a:pt x="177547" y="51986"/>
                </a:lnTo>
                <a:lnTo>
                  <a:pt x="177547" y="594387"/>
                </a:lnTo>
                <a:lnTo>
                  <a:pt x="177515" y="594387"/>
                </a:lnTo>
                <a:close/>
              </a:path>
            </a:pathLst>
          </a:custGeom>
          <a:solidFill xmlns:a="http://schemas.openxmlformats.org/drawingml/2006/main">
            <a:srgbClr val="263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D3564-BFC5-46B3-BFFE-9EB88DB2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2998" y="401296"/>
            <a:ext cx="190496" cy="651221"/>
          </a:xfrm>
          <a:custGeom xmlns:a="http://schemas.openxmlformats.org/drawingml/2006/main">
            <a:pathLst>
              <a:path w="190496" h="651221" fill="none">
                <a:moveTo>
                  <a:pt x="0" y="0"/>
                </a:moveTo>
                <a:lnTo>
                  <a:pt x="2436" y="651221"/>
                </a:lnTo>
                <a:lnTo>
                  <a:pt x="188862" y="610634"/>
                </a:lnTo>
                <a:lnTo>
                  <a:pt x="190496" y="29252"/>
                </a:lnTo>
                <a:lnTo>
                  <a:pt x="0" y="0"/>
                </a:lnTo>
                <a:close/>
                <a:moveTo>
                  <a:pt x="177515" y="594387"/>
                </a:moveTo>
                <a:lnTo>
                  <a:pt x="24329" y="624442"/>
                </a:lnTo>
                <a:lnTo>
                  <a:pt x="25964" y="26812"/>
                </a:lnTo>
                <a:lnTo>
                  <a:pt x="177547" y="51986"/>
                </a:lnTo>
                <a:lnTo>
                  <a:pt x="177547" y="594387"/>
                </a:lnTo>
                <a:lnTo>
                  <a:pt x="177515" y="5943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299EB-FD4D-48E3-A9D2-568C55E8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3123" y="401296"/>
            <a:ext cx="422310" cy="651221"/>
          </a:xfrm>
          <a:custGeom xmlns:a="http://schemas.openxmlformats.org/drawingml/2006/main">
            <a:pathLst>
              <a:path w="422310" h="651221">
                <a:moveTo>
                  <a:pt x="419874" y="0"/>
                </a:moveTo>
                <a:lnTo>
                  <a:pt x="0" y="55229"/>
                </a:lnTo>
                <a:lnTo>
                  <a:pt x="0" y="581382"/>
                </a:lnTo>
                <a:lnTo>
                  <a:pt x="422310" y="651221"/>
                </a:lnTo>
                <a:lnTo>
                  <a:pt x="419874" y="0"/>
                </a:lnTo>
                <a:close/>
                <a:moveTo>
                  <a:pt x="21059" y="566772"/>
                </a:moveTo>
                <a:lnTo>
                  <a:pt x="17822" y="69839"/>
                </a:lnTo>
                <a:lnTo>
                  <a:pt x="391507" y="29252"/>
                </a:lnTo>
                <a:lnTo>
                  <a:pt x="393943" y="629322"/>
                </a:lnTo>
                <a:lnTo>
                  <a:pt x="21059" y="566772"/>
                </a:lnTo>
                <a:close/>
              </a:path>
            </a:pathLst>
          </a:custGeom>
          <a:solidFill xmlns:a="http://schemas.openxmlformats.org/drawingml/2006/main">
            <a:srgbClr val="5E55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01737-15B6-4CE8-A4DB-B862A2EE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3123" y="401296"/>
            <a:ext cx="422310" cy="651221"/>
          </a:xfrm>
          <a:custGeom xmlns:a="http://schemas.openxmlformats.org/drawingml/2006/main">
            <a:pathLst>
              <a:path w="422310" h="651221" fill="none">
                <a:moveTo>
                  <a:pt x="419874" y="0"/>
                </a:moveTo>
                <a:lnTo>
                  <a:pt x="0" y="55229"/>
                </a:lnTo>
                <a:lnTo>
                  <a:pt x="0" y="581382"/>
                </a:lnTo>
                <a:lnTo>
                  <a:pt x="422310" y="651221"/>
                </a:lnTo>
                <a:lnTo>
                  <a:pt x="419874" y="0"/>
                </a:lnTo>
                <a:close/>
                <a:moveTo>
                  <a:pt x="21059" y="566772"/>
                </a:moveTo>
                <a:lnTo>
                  <a:pt x="17822" y="69839"/>
                </a:lnTo>
                <a:lnTo>
                  <a:pt x="391507" y="29252"/>
                </a:lnTo>
                <a:lnTo>
                  <a:pt x="393943" y="629322"/>
                </a:lnTo>
                <a:lnTo>
                  <a:pt x="21059" y="5667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951CD-24EA-4FE9-9907-63D80C26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240" y="510567"/>
            <a:ext cx="10" cy="53784"/>
          </a:xfrm>
          <a:custGeom xmlns:a="http://schemas.openxmlformats.org/drawingml/2006/main">
            <a:pathLst>
              <a:path w="1" h="53784" fill="none">
                <a:moveTo>
                  <a:pt x="0" y="0"/>
                </a:moveTo>
                <a:lnTo>
                  <a:pt x="0" y="53784"/>
                </a:lnTo>
              </a:path>
            </a:pathLst>
          </a:custGeom>
          <a:noFill xmlns:a="http://schemas.openxmlformats.org/drawingml/2006/main"/>
          <a:ln xmlns:a="http://schemas.openxmlformats.org/drawingml/2006/main" w="321" cap="rnd">
            <a:solidFill>
              <a:srgbClr val="263138"/>
            </a:solidFill>
            <a:round/>
          </a:ln>
        </p:spPr>
      </p:sp>
      <p:sp>
        <p:nvSpPr>
          <p:cNvPr id="740" name="Text VictimGPU">
            <a:extLst xmlns:a="http://schemas.openxmlformats.org/drawingml/2006/main">
              <a:ext uri="{FF2B5EF4-FFF2-40B4-BE49-F238E27FC236}">
                <a16:creationId xmlns:a16="http://schemas.microsoft.com/office/drawing/2014/main" id="{27A5CDA1-3D26-4CBE-9A1C-94319C39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2525" y="1141046"/>
            <a:ext cx="878193" cy="128508"/>
          </a:xfrm>
          <a:custGeom xmlns:a="http://schemas.openxmlformats.org/drawingml/2006/main">
            <a:pathLst>
              <a:path w="878193" h="128508">
                <a:moveTo>
                  <a:pt x="48148" y="126473"/>
                </a:moveTo>
                <a:lnTo>
                  <a:pt x="0" y="2204"/>
                </a:lnTo>
                <a:lnTo>
                  <a:pt x="17801" y="2204"/>
                </a:lnTo>
                <a:lnTo>
                  <a:pt x="50098" y="92481"/>
                </a:lnTo>
                <a:cubicBezTo>
                  <a:pt x="52697" y="99715"/>
                  <a:pt x="54873" y="106496"/>
                  <a:pt x="56625" y="112826"/>
                </a:cubicBezTo>
                <a:cubicBezTo>
                  <a:pt x="58546" y="106044"/>
                  <a:pt x="60778" y="99263"/>
                  <a:pt x="63321" y="92481"/>
                </a:cubicBezTo>
                <a:lnTo>
                  <a:pt x="96889" y="2204"/>
                </a:lnTo>
                <a:lnTo>
                  <a:pt x="113673" y="2204"/>
                </a:lnTo>
                <a:lnTo>
                  <a:pt x="65017" y="126473"/>
                </a:lnTo>
                <a:lnTo>
                  <a:pt x="48148" y="126473"/>
                </a:lnTo>
                <a:close/>
                <a:moveTo>
                  <a:pt x="127167" y="19836"/>
                </a:moveTo>
                <a:lnTo>
                  <a:pt x="127167" y="2204"/>
                </a:lnTo>
                <a:lnTo>
                  <a:pt x="142425" y="2204"/>
                </a:lnTo>
                <a:lnTo>
                  <a:pt x="142425" y="19836"/>
                </a:lnTo>
                <a:lnTo>
                  <a:pt x="127167" y="19836"/>
                </a:lnTo>
                <a:moveTo>
                  <a:pt x="127167" y="126473"/>
                </a:moveTo>
                <a:lnTo>
                  <a:pt x="127167" y="36450"/>
                </a:lnTo>
                <a:lnTo>
                  <a:pt x="142425" y="36450"/>
                </a:lnTo>
                <a:lnTo>
                  <a:pt x="142425" y="126473"/>
                </a:lnTo>
                <a:lnTo>
                  <a:pt x="127167" y="126473"/>
                </a:lnTo>
                <a:close/>
                <a:moveTo>
                  <a:pt x="225268" y="93414"/>
                </a:moveTo>
                <a:lnTo>
                  <a:pt x="240272" y="95364"/>
                </a:lnTo>
                <a:cubicBezTo>
                  <a:pt x="238633" y="105732"/>
                  <a:pt x="234437" y="113848"/>
                  <a:pt x="227684" y="119713"/>
                </a:cubicBezTo>
                <a:cubicBezTo>
                  <a:pt x="220931" y="125576"/>
                  <a:pt x="212638" y="128508"/>
                  <a:pt x="202805" y="128508"/>
                </a:cubicBezTo>
                <a:cubicBezTo>
                  <a:pt x="190485" y="128508"/>
                  <a:pt x="180581" y="124481"/>
                  <a:pt x="173094" y="116428"/>
                </a:cubicBezTo>
                <a:cubicBezTo>
                  <a:pt x="165606" y="108375"/>
                  <a:pt x="161862" y="96833"/>
                  <a:pt x="161862" y="81801"/>
                </a:cubicBezTo>
                <a:cubicBezTo>
                  <a:pt x="161862" y="72081"/>
                  <a:pt x="163473" y="63576"/>
                  <a:pt x="166694" y="56286"/>
                </a:cubicBezTo>
                <a:cubicBezTo>
                  <a:pt x="169915" y="48996"/>
                  <a:pt x="174817" y="43528"/>
                  <a:pt x="181401" y="39883"/>
                </a:cubicBezTo>
                <a:cubicBezTo>
                  <a:pt x="187985" y="36238"/>
                  <a:pt x="195147" y="34416"/>
                  <a:pt x="202889" y="34416"/>
                </a:cubicBezTo>
                <a:cubicBezTo>
                  <a:pt x="212666" y="34416"/>
                  <a:pt x="220662" y="36896"/>
                  <a:pt x="226879" y="41857"/>
                </a:cubicBezTo>
                <a:cubicBezTo>
                  <a:pt x="233095" y="46816"/>
                  <a:pt x="237079" y="53857"/>
                  <a:pt x="238831" y="62982"/>
                </a:cubicBezTo>
                <a:lnTo>
                  <a:pt x="223997" y="65271"/>
                </a:lnTo>
                <a:cubicBezTo>
                  <a:pt x="222584" y="59253"/>
                  <a:pt x="220083" y="54725"/>
                  <a:pt x="216495" y="51687"/>
                </a:cubicBezTo>
                <a:cubicBezTo>
                  <a:pt x="212906" y="48650"/>
                  <a:pt x="208569" y="47131"/>
                  <a:pt x="203483" y="47131"/>
                </a:cubicBezTo>
                <a:cubicBezTo>
                  <a:pt x="195797" y="47131"/>
                  <a:pt x="189553" y="49872"/>
                  <a:pt x="184749" y="55356"/>
                </a:cubicBezTo>
                <a:cubicBezTo>
                  <a:pt x="179946" y="60837"/>
                  <a:pt x="177544" y="69511"/>
                  <a:pt x="177544" y="81377"/>
                </a:cubicBezTo>
                <a:cubicBezTo>
                  <a:pt x="177544" y="93412"/>
                  <a:pt x="179861" y="102157"/>
                  <a:pt x="184495" y="107612"/>
                </a:cubicBezTo>
                <a:cubicBezTo>
                  <a:pt x="189129" y="113066"/>
                  <a:pt x="195176" y="115792"/>
                  <a:pt x="202635" y="115792"/>
                </a:cubicBezTo>
                <a:cubicBezTo>
                  <a:pt x="208625" y="115792"/>
                  <a:pt x="213627" y="113963"/>
                  <a:pt x="217639" y="110304"/>
                </a:cubicBezTo>
                <a:cubicBezTo>
                  <a:pt x="221651" y="106645"/>
                  <a:pt x="224194" y="101015"/>
                  <a:pt x="225268" y="93414"/>
                </a:cubicBezTo>
                <a:close/>
                <a:moveTo>
                  <a:pt x="286640" y="112995"/>
                </a:moveTo>
                <a:lnTo>
                  <a:pt x="288844" y="126473"/>
                </a:lnTo>
                <a:cubicBezTo>
                  <a:pt x="284549" y="127264"/>
                  <a:pt x="280706" y="127660"/>
                  <a:pt x="277316" y="127660"/>
                </a:cubicBezTo>
                <a:cubicBezTo>
                  <a:pt x="271778" y="127660"/>
                  <a:pt x="267483" y="126784"/>
                  <a:pt x="264431" y="125032"/>
                </a:cubicBezTo>
                <a:cubicBezTo>
                  <a:pt x="261379" y="123280"/>
                  <a:pt x="259232" y="120977"/>
                  <a:pt x="257989" y="118124"/>
                </a:cubicBezTo>
                <a:cubicBezTo>
                  <a:pt x="256745" y="115270"/>
                  <a:pt x="256124" y="109265"/>
                  <a:pt x="256124" y="100110"/>
                </a:cubicBezTo>
                <a:lnTo>
                  <a:pt x="256124" y="48318"/>
                </a:lnTo>
                <a:lnTo>
                  <a:pt x="244934" y="48318"/>
                </a:lnTo>
                <a:lnTo>
                  <a:pt x="244934" y="36450"/>
                </a:lnTo>
                <a:lnTo>
                  <a:pt x="256124" y="36450"/>
                </a:lnTo>
                <a:lnTo>
                  <a:pt x="256124" y="14095"/>
                </a:lnTo>
                <a:lnTo>
                  <a:pt x="271297" y="4917"/>
                </a:lnTo>
                <a:lnTo>
                  <a:pt x="271297" y="36450"/>
                </a:lnTo>
                <a:lnTo>
                  <a:pt x="286640" y="36450"/>
                </a:lnTo>
                <a:lnTo>
                  <a:pt x="286640" y="48318"/>
                </a:lnTo>
                <a:lnTo>
                  <a:pt x="271297" y="48318"/>
                </a:lnTo>
                <a:lnTo>
                  <a:pt x="271297" y="100958"/>
                </a:lnTo>
                <a:cubicBezTo>
                  <a:pt x="271297" y="105310"/>
                  <a:pt x="271566" y="108107"/>
                  <a:pt x="272102" y="109350"/>
                </a:cubicBezTo>
                <a:cubicBezTo>
                  <a:pt x="272639" y="110593"/>
                  <a:pt x="273515" y="111582"/>
                  <a:pt x="274730" y="112317"/>
                </a:cubicBezTo>
                <a:cubicBezTo>
                  <a:pt x="275945" y="113052"/>
                  <a:pt x="277683" y="113419"/>
                  <a:pt x="279943" y="113419"/>
                </a:cubicBezTo>
                <a:cubicBezTo>
                  <a:pt x="281639" y="113419"/>
                  <a:pt x="283871" y="113278"/>
                  <a:pt x="286640" y="112995"/>
                </a:cubicBezTo>
                <a:close/>
                <a:moveTo>
                  <a:pt x="300805" y="19836"/>
                </a:moveTo>
                <a:lnTo>
                  <a:pt x="300805" y="2204"/>
                </a:lnTo>
                <a:lnTo>
                  <a:pt x="316063" y="2204"/>
                </a:lnTo>
                <a:lnTo>
                  <a:pt x="316063" y="19836"/>
                </a:lnTo>
                <a:lnTo>
                  <a:pt x="300805" y="19836"/>
                </a:lnTo>
                <a:moveTo>
                  <a:pt x="300805" y="126473"/>
                </a:moveTo>
                <a:lnTo>
                  <a:pt x="300805" y="36450"/>
                </a:lnTo>
                <a:lnTo>
                  <a:pt x="316063" y="36450"/>
                </a:lnTo>
                <a:lnTo>
                  <a:pt x="316063" y="126473"/>
                </a:lnTo>
                <a:lnTo>
                  <a:pt x="300805" y="126473"/>
                </a:lnTo>
                <a:close/>
                <a:moveTo>
                  <a:pt x="340163" y="126473"/>
                </a:moveTo>
                <a:lnTo>
                  <a:pt x="340163" y="36450"/>
                </a:lnTo>
                <a:lnTo>
                  <a:pt x="353811" y="36450"/>
                </a:lnTo>
                <a:lnTo>
                  <a:pt x="353811" y="48996"/>
                </a:lnTo>
                <a:cubicBezTo>
                  <a:pt x="356636" y="44612"/>
                  <a:pt x="360394" y="41087"/>
                  <a:pt x="365085" y="38418"/>
                </a:cubicBezTo>
                <a:cubicBezTo>
                  <a:pt x="369775" y="35750"/>
                  <a:pt x="375116" y="34416"/>
                  <a:pt x="381106" y="34416"/>
                </a:cubicBezTo>
                <a:cubicBezTo>
                  <a:pt x="387774" y="34416"/>
                  <a:pt x="393242" y="35793"/>
                  <a:pt x="397508" y="38548"/>
                </a:cubicBezTo>
                <a:cubicBezTo>
                  <a:pt x="401775" y="41301"/>
                  <a:pt x="404784" y="45151"/>
                  <a:pt x="406536" y="50098"/>
                </a:cubicBezTo>
                <a:cubicBezTo>
                  <a:pt x="413657" y="39643"/>
                  <a:pt x="422924" y="34416"/>
                  <a:pt x="434340" y="34416"/>
                </a:cubicBezTo>
                <a:cubicBezTo>
                  <a:pt x="443269" y="34416"/>
                  <a:pt x="450135" y="36888"/>
                  <a:pt x="454938" y="41833"/>
                </a:cubicBezTo>
                <a:cubicBezTo>
                  <a:pt x="459742" y="46778"/>
                  <a:pt x="462144" y="54393"/>
                  <a:pt x="462144" y="64678"/>
                </a:cubicBezTo>
                <a:lnTo>
                  <a:pt x="462144" y="126473"/>
                </a:lnTo>
                <a:lnTo>
                  <a:pt x="446970" y="126473"/>
                </a:lnTo>
                <a:lnTo>
                  <a:pt x="446970" y="69703"/>
                </a:lnTo>
                <a:cubicBezTo>
                  <a:pt x="446970" y="63592"/>
                  <a:pt x="446476" y="59194"/>
                  <a:pt x="445487" y="56508"/>
                </a:cubicBezTo>
                <a:cubicBezTo>
                  <a:pt x="444498" y="53820"/>
                  <a:pt x="442704" y="51656"/>
                  <a:pt x="440104" y="50016"/>
                </a:cubicBezTo>
                <a:cubicBezTo>
                  <a:pt x="437504" y="48375"/>
                  <a:pt x="434453" y="47555"/>
                  <a:pt x="430949" y="47555"/>
                </a:cubicBezTo>
                <a:cubicBezTo>
                  <a:pt x="424620" y="47555"/>
                  <a:pt x="419364" y="49662"/>
                  <a:pt x="415182" y="53878"/>
                </a:cubicBezTo>
                <a:cubicBezTo>
                  <a:pt x="411000" y="58091"/>
                  <a:pt x="408910" y="64837"/>
                  <a:pt x="408910" y="74116"/>
                </a:cubicBezTo>
                <a:lnTo>
                  <a:pt x="408910" y="126473"/>
                </a:lnTo>
                <a:lnTo>
                  <a:pt x="393651" y="126473"/>
                </a:lnTo>
                <a:lnTo>
                  <a:pt x="393651" y="67920"/>
                </a:lnTo>
                <a:cubicBezTo>
                  <a:pt x="393651" y="61132"/>
                  <a:pt x="392408" y="56040"/>
                  <a:pt x="389922" y="52646"/>
                </a:cubicBezTo>
                <a:cubicBezTo>
                  <a:pt x="387435" y="49252"/>
                  <a:pt x="383366" y="47555"/>
                  <a:pt x="377715" y="47555"/>
                </a:cubicBezTo>
                <a:cubicBezTo>
                  <a:pt x="373420" y="47555"/>
                  <a:pt x="369450" y="48687"/>
                  <a:pt x="365805" y="50951"/>
                </a:cubicBezTo>
                <a:cubicBezTo>
                  <a:pt x="362160" y="53213"/>
                  <a:pt x="359518" y="56522"/>
                  <a:pt x="357879" y="60879"/>
                </a:cubicBezTo>
                <a:cubicBezTo>
                  <a:pt x="356241" y="65234"/>
                  <a:pt x="355421" y="71513"/>
                  <a:pt x="355421" y="79716"/>
                </a:cubicBezTo>
                <a:lnTo>
                  <a:pt x="355421" y="126473"/>
                </a:lnTo>
                <a:lnTo>
                  <a:pt x="340163" y="126473"/>
                </a:lnTo>
                <a:close/>
                <a:moveTo>
                  <a:pt x="587754" y="77478"/>
                </a:moveTo>
                <a:lnTo>
                  <a:pt x="587754" y="63067"/>
                </a:lnTo>
                <a:lnTo>
                  <a:pt x="640395" y="62982"/>
                </a:lnTo>
                <a:lnTo>
                  <a:pt x="640395" y="109011"/>
                </a:lnTo>
                <a:cubicBezTo>
                  <a:pt x="632314" y="115482"/>
                  <a:pt x="623978" y="120349"/>
                  <a:pt x="615388" y="123612"/>
                </a:cubicBezTo>
                <a:cubicBezTo>
                  <a:pt x="606799" y="126876"/>
                  <a:pt x="597983" y="128508"/>
                  <a:pt x="588941" y="128508"/>
                </a:cubicBezTo>
                <a:cubicBezTo>
                  <a:pt x="576734" y="128508"/>
                  <a:pt x="565644" y="125894"/>
                  <a:pt x="555670" y="120667"/>
                </a:cubicBezTo>
                <a:cubicBezTo>
                  <a:pt x="545695" y="115439"/>
                  <a:pt x="538165" y="107881"/>
                  <a:pt x="533079" y="97991"/>
                </a:cubicBezTo>
                <a:cubicBezTo>
                  <a:pt x="527993" y="88102"/>
                  <a:pt x="525450" y="77054"/>
                  <a:pt x="525450" y="64847"/>
                </a:cubicBezTo>
                <a:cubicBezTo>
                  <a:pt x="525450" y="52754"/>
                  <a:pt x="527979" y="41465"/>
                  <a:pt x="533037" y="30983"/>
                </a:cubicBezTo>
                <a:cubicBezTo>
                  <a:pt x="538094" y="20500"/>
                  <a:pt x="545370" y="12715"/>
                  <a:pt x="554864" y="7629"/>
                </a:cubicBezTo>
                <a:cubicBezTo>
                  <a:pt x="564358" y="2543"/>
                  <a:pt x="575293" y="0"/>
                  <a:pt x="587669" y="0"/>
                </a:cubicBezTo>
                <a:cubicBezTo>
                  <a:pt x="596655" y="0"/>
                  <a:pt x="604778" y="1452"/>
                  <a:pt x="612040" y="4355"/>
                </a:cubicBezTo>
                <a:cubicBezTo>
                  <a:pt x="619302" y="7258"/>
                  <a:pt x="624995" y="11304"/>
                  <a:pt x="629121" y="16493"/>
                </a:cubicBezTo>
                <a:cubicBezTo>
                  <a:pt x="633246" y="21679"/>
                  <a:pt x="636382" y="28445"/>
                  <a:pt x="638530" y="36789"/>
                </a:cubicBezTo>
                <a:lnTo>
                  <a:pt x="623696" y="40858"/>
                </a:lnTo>
                <a:cubicBezTo>
                  <a:pt x="621831" y="34529"/>
                  <a:pt x="619514" y="29556"/>
                  <a:pt x="616745" y="25939"/>
                </a:cubicBezTo>
                <a:cubicBezTo>
                  <a:pt x="613976" y="22322"/>
                  <a:pt x="610020" y="19426"/>
                  <a:pt x="604877" y="17250"/>
                </a:cubicBezTo>
                <a:cubicBezTo>
                  <a:pt x="599735" y="15075"/>
                  <a:pt x="594027" y="13987"/>
                  <a:pt x="587754" y="13987"/>
                </a:cubicBezTo>
                <a:cubicBezTo>
                  <a:pt x="580238" y="13987"/>
                  <a:pt x="573739" y="15132"/>
                  <a:pt x="568258" y="17422"/>
                </a:cubicBezTo>
                <a:cubicBezTo>
                  <a:pt x="562776" y="19713"/>
                  <a:pt x="558354" y="22725"/>
                  <a:pt x="554991" y="26458"/>
                </a:cubicBezTo>
                <a:cubicBezTo>
                  <a:pt x="551629" y="30191"/>
                  <a:pt x="549015" y="34292"/>
                  <a:pt x="547150" y="38760"/>
                </a:cubicBezTo>
                <a:cubicBezTo>
                  <a:pt x="543986" y="46453"/>
                  <a:pt x="542403" y="54795"/>
                  <a:pt x="542403" y="63788"/>
                </a:cubicBezTo>
                <a:cubicBezTo>
                  <a:pt x="542403" y="74873"/>
                  <a:pt x="544311" y="84149"/>
                  <a:pt x="548125" y="91615"/>
                </a:cubicBezTo>
                <a:cubicBezTo>
                  <a:pt x="551940" y="99082"/>
                  <a:pt x="557492" y="104625"/>
                  <a:pt x="564782" y="108246"/>
                </a:cubicBezTo>
                <a:cubicBezTo>
                  <a:pt x="572072" y="111864"/>
                  <a:pt x="579814" y="113673"/>
                  <a:pt x="588008" y="113673"/>
                </a:cubicBezTo>
                <a:cubicBezTo>
                  <a:pt x="595129" y="113673"/>
                  <a:pt x="602080" y="112294"/>
                  <a:pt x="608861" y="109536"/>
                </a:cubicBezTo>
                <a:cubicBezTo>
                  <a:pt x="615643" y="106777"/>
                  <a:pt x="620785" y="103833"/>
                  <a:pt x="624289" y="100704"/>
                </a:cubicBezTo>
                <a:lnTo>
                  <a:pt x="624289" y="77478"/>
                </a:lnTo>
                <a:lnTo>
                  <a:pt x="587754" y="77478"/>
                </a:lnTo>
                <a:close/>
                <a:moveTo>
                  <a:pt x="663800" y="126473"/>
                </a:moveTo>
                <a:lnTo>
                  <a:pt x="663800" y="2204"/>
                </a:lnTo>
                <a:lnTo>
                  <a:pt x="710677" y="2204"/>
                </a:lnTo>
                <a:cubicBezTo>
                  <a:pt x="718927" y="2204"/>
                  <a:pt x="725228" y="2599"/>
                  <a:pt x="729580" y="3388"/>
                </a:cubicBezTo>
                <a:cubicBezTo>
                  <a:pt x="735683" y="4405"/>
                  <a:pt x="740797" y="6339"/>
                  <a:pt x="744923" y="9189"/>
                </a:cubicBezTo>
                <a:cubicBezTo>
                  <a:pt x="749048" y="12040"/>
                  <a:pt x="752368" y="16033"/>
                  <a:pt x="754883" y="21171"/>
                </a:cubicBezTo>
                <a:cubicBezTo>
                  <a:pt x="757398" y="26306"/>
                  <a:pt x="758655" y="31950"/>
                  <a:pt x="758655" y="38103"/>
                </a:cubicBezTo>
                <a:cubicBezTo>
                  <a:pt x="758655" y="48660"/>
                  <a:pt x="755293" y="57593"/>
                  <a:pt x="748568" y="64903"/>
                </a:cubicBezTo>
                <a:cubicBezTo>
                  <a:pt x="741843" y="72212"/>
                  <a:pt x="729693" y="75867"/>
                  <a:pt x="712118" y="75867"/>
                </a:cubicBezTo>
                <a:lnTo>
                  <a:pt x="680245" y="75867"/>
                </a:lnTo>
                <a:lnTo>
                  <a:pt x="680245" y="126473"/>
                </a:lnTo>
                <a:lnTo>
                  <a:pt x="663800" y="126473"/>
                </a:lnTo>
                <a:moveTo>
                  <a:pt x="680245" y="61202"/>
                </a:moveTo>
                <a:lnTo>
                  <a:pt x="712372" y="61202"/>
                </a:lnTo>
                <a:cubicBezTo>
                  <a:pt x="722996" y="61202"/>
                  <a:pt x="730540" y="59229"/>
                  <a:pt x="735005" y="55282"/>
                </a:cubicBezTo>
                <a:cubicBezTo>
                  <a:pt x="739469" y="51333"/>
                  <a:pt x="741701" y="45776"/>
                  <a:pt x="741701" y="38612"/>
                </a:cubicBezTo>
                <a:cubicBezTo>
                  <a:pt x="741701" y="33423"/>
                  <a:pt x="740388" y="28982"/>
                  <a:pt x="737760" y="25287"/>
                </a:cubicBezTo>
                <a:cubicBezTo>
                  <a:pt x="735132" y="21593"/>
                  <a:pt x="731671" y="19153"/>
                  <a:pt x="727376" y="17968"/>
                </a:cubicBezTo>
                <a:cubicBezTo>
                  <a:pt x="724607" y="17235"/>
                  <a:pt x="719492" y="16869"/>
                  <a:pt x="712033" y="16869"/>
                </a:cubicBezTo>
                <a:lnTo>
                  <a:pt x="680245" y="16869"/>
                </a:lnTo>
                <a:lnTo>
                  <a:pt x="680245" y="61202"/>
                </a:lnTo>
                <a:close/>
                <a:moveTo>
                  <a:pt x="861748" y="2204"/>
                </a:moveTo>
                <a:lnTo>
                  <a:pt x="878193" y="2204"/>
                </a:lnTo>
                <a:lnTo>
                  <a:pt x="878193" y="73954"/>
                </a:lnTo>
                <a:cubicBezTo>
                  <a:pt x="878193" y="86435"/>
                  <a:pt x="876780" y="96345"/>
                  <a:pt x="873955" y="103687"/>
                </a:cubicBezTo>
                <a:cubicBezTo>
                  <a:pt x="871129" y="111028"/>
                  <a:pt x="866029" y="117000"/>
                  <a:pt x="858654" y="121604"/>
                </a:cubicBezTo>
                <a:cubicBezTo>
                  <a:pt x="851279" y="126207"/>
                  <a:pt x="841602" y="128508"/>
                  <a:pt x="829621" y="128508"/>
                </a:cubicBezTo>
                <a:cubicBezTo>
                  <a:pt x="817980" y="128508"/>
                  <a:pt x="808458" y="126503"/>
                  <a:pt x="801055" y="122494"/>
                </a:cubicBezTo>
                <a:cubicBezTo>
                  <a:pt x="793652" y="118484"/>
                  <a:pt x="788368" y="112681"/>
                  <a:pt x="785203" y="105085"/>
                </a:cubicBezTo>
                <a:cubicBezTo>
                  <a:pt x="782038" y="97490"/>
                  <a:pt x="780456" y="87113"/>
                  <a:pt x="780456" y="73954"/>
                </a:cubicBezTo>
                <a:lnTo>
                  <a:pt x="780456" y="2204"/>
                </a:lnTo>
                <a:lnTo>
                  <a:pt x="796901" y="2204"/>
                </a:lnTo>
                <a:lnTo>
                  <a:pt x="796901" y="73862"/>
                </a:lnTo>
                <a:cubicBezTo>
                  <a:pt x="796901" y="84648"/>
                  <a:pt x="797904" y="92597"/>
                  <a:pt x="799910" y="97708"/>
                </a:cubicBezTo>
                <a:cubicBezTo>
                  <a:pt x="801916" y="102817"/>
                  <a:pt x="805364" y="106755"/>
                  <a:pt x="810252" y="109522"/>
                </a:cubicBezTo>
                <a:cubicBezTo>
                  <a:pt x="815140" y="112290"/>
                  <a:pt x="821116" y="113673"/>
                  <a:pt x="828180" y="113673"/>
                </a:cubicBezTo>
                <a:cubicBezTo>
                  <a:pt x="840274" y="113673"/>
                  <a:pt x="848892" y="110935"/>
                  <a:pt x="854034" y="105459"/>
                </a:cubicBezTo>
                <a:cubicBezTo>
                  <a:pt x="859177" y="99981"/>
                  <a:pt x="861748" y="89448"/>
                  <a:pt x="861748" y="73862"/>
                </a:cubicBezTo>
                <a:lnTo>
                  <a:pt x="861748" y="22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6409F-99DB-49AF-95B5-0522EAB8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85" y="2248385"/>
            <a:ext cx="315644" cy="161767"/>
          </a:xfrm>
          <a:custGeom xmlns:a="http://schemas.openxmlformats.org/drawingml/2006/main">
            <a:pathLst>
              <a:path w="315644" h="161767">
                <a:moveTo>
                  <a:pt x="234760" y="161767"/>
                </a:moveTo>
                <a:lnTo>
                  <a:pt x="234760" y="121325"/>
                </a:lnTo>
                <a:lnTo>
                  <a:pt x="0" y="121325"/>
                </a:lnTo>
                <a:lnTo>
                  <a:pt x="0" y="40442"/>
                </a:lnTo>
                <a:lnTo>
                  <a:pt x="234760" y="40442"/>
                </a:lnTo>
                <a:lnTo>
                  <a:pt x="234760" y="0"/>
                </a:lnTo>
                <a:lnTo>
                  <a:pt x="315644" y="80884"/>
                </a:lnTo>
                <a:lnTo>
                  <a:pt x="234760" y="1617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ECA7D-16F8-41DD-B1E6-4E37A673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85" y="2248385"/>
            <a:ext cx="315644" cy="161767"/>
          </a:xfrm>
          <a:custGeom xmlns:a="http://schemas.openxmlformats.org/drawingml/2006/main">
            <a:pathLst>
              <a:path w="315644" h="161767" fill="none">
                <a:moveTo>
                  <a:pt x="234760" y="161767"/>
                </a:moveTo>
                <a:lnTo>
                  <a:pt x="234760" y="121325"/>
                </a:lnTo>
                <a:lnTo>
                  <a:pt x="0" y="121325"/>
                </a:lnTo>
                <a:lnTo>
                  <a:pt x="0" y="40442"/>
                </a:lnTo>
                <a:lnTo>
                  <a:pt x="234760" y="40442"/>
                </a:lnTo>
                <a:lnTo>
                  <a:pt x="234760" y="0"/>
                </a:lnTo>
                <a:lnTo>
                  <a:pt x="315644" y="80884"/>
                </a:lnTo>
                <a:lnTo>
                  <a:pt x="234760" y="1617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3A2FF-57AA-4F97-A698-1FED02B7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837" y="1258054"/>
            <a:ext cx="161767" cy="224896"/>
          </a:xfrm>
          <a:custGeom xmlns:a="http://schemas.openxmlformats.org/drawingml/2006/main">
            <a:pathLst>
              <a:path w="161767" h="224896">
                <a:moveTo>
                  <a:pt x="0" y="144012"/>
                </a:moveTo>
                <a:lnTo>
                  <a:pt x="40442" y="144012"/>
                </a:lnTo>
                <a:lnTo>
                  <a:pt x="40442" y="0"/>
                </a:lnTo>
                <a:lnTo>
                  <a:pt x="121325" y="0"/>
                </a:lnTo>
                <a:lnTo>
                  <a:pt x="121325" y="144012"/>
                </a:lnTo>
                <a:lnTo>
                  <a:pt x="161767" y="144012"/>
                </a:lnTo>
                <a:lnTo>
                  <a:pt x="80884" y="224896"/>
                </a:lnTo>
                <a:lnTo>
                  <a:pt x="0" y="144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F72FF-D04B-48EB-9795-2549596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836" y="1258054"/>
            <a:ext cx="161767" cy="224896"/>
          </a:xfrm>
          <a:custGeom xmlns:a="http://schemas.openxmlformats.org/drawingml/2006/main">
            <a:pathLst>
              <a:path w="161767" h="224896" fill="none">
                <a:moveTo>
                  <a:pt x="0" y="144012"/>
                </a:moveTo>
                <a:lnTo>
                  <a:pt x="40442" y="144012"/>
                </a:lnTo>
                <a:lnTo>
                  <a:pt x="40442" y="0"/>
                </a:lnTo>
                <a:lnTo>
                  <a:pt x="121325" y="0"/>
                </a:lnTo>
                <a:lnTo>
                  <a:pt x="121325" y="144012"/>
                </a:lnTo>
                <a:lnTo>
                  <a:pt x="161767" y="144012"/>
                </a:lnTo>
                <a:lnTo>
                  <a:pt x="80884" y="224896"/>
                </a:lnTo>
                <a:lnTo>
                  <a:pt x="0" y="1440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440" cap="flat">
            <a:solidFill>
              <a:srgbClr val="000000"/>
            </a:solidFill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4ED63-E4B6-408C-8E9E-035652C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163" y="769858"/>
            <a:ext cx="149347" cy="114278"/>
          </a:xfrm>
          <a:custGeom xmlns:a="http://schemas.openxmlformats.org/drawingml/2006/main">
            <a:pathLst>
              <a:path w="149347" h="114278">
                <a:moveTo>
                  <a:pt x="140776" y="50878"/>
                </a:moveTo>
                <a:cubicBezTo>
                  <a:pt x="137443" y="44538"/>
                  <a:pt x="134269" y="38198"/>
                  <a:pt x="130620" y="32175"/>
                </a:cubicBezTo>
                <a:cubicBezTo>
                  <a:pt x="120144" y="14582"/>
                  <a:pt x="104114" y="5389"/>
                  <a:pt x="84118" y="2853"/>
                </a:cubicBezTo>
                <a:cubicBezTo>
                  <a:pt x="79989" y="2377"/>
                  <a:pt x="75704" y="0"/>
                  <a:pt x="71421" y="2536"/>
                </a:cubicBezTo>
                <a:cubicBezTo>
                  <a:pt x="23647" y="12363"/>
                  <a:pt x="6031" y="50561"/>
                  <a:pt x="1587" y="94624"/>
                </a:cubicBezTo>
                <a:cubicBezTo>
                  <a:pt x="951" y="100647"/>
                  <a:pt x="2697" y="106670"/>
                  <a:pt x="0" y="112535"/>
                </a:cubicBezTo>
                <a:lnTo>
                  <a:pt x="0" y="113327"/>
                </a:lnTo>
                <a:cubicBezTo>
                  <a:pt x="951" y="113644"/>
                  <a:pt x="1903" y="113961"/>
                  <a:pt x="2857" y="114278"/>
                </a:cubicBezTo>
                <a:cubicBezTo>
                  <a:pt x="4125" y="113803"/>
                  <a:pt x="5238" y="113327"/>
                  <a:pt x="6506" y="112852"/>
                </a:cubicBezTo>
                <a:cubicBezTo>
                  <a:pt x="6664" y="112376"/>
                  <a:pt x="6982" y="111901"/>
                  <a:pt x="7142" y="111267"/>
                </a:cubicBezTo>
                <a:cubicBezTo>
                  <a:pt x="6664" y="100013"/>
                  <a:pt x="6825" y="88601"/>
                  <a:pt x="9839" y="77665"/>
                </a:cubicBezTo>
                <a:cubicBezTo>
                  <a:pt x="11267" y="72276"/>
                  <a:pt x="10473" y="65143"/>
                  <a:pt x="17298" y="62132"/>
                </a:cubicBezTo>
                <a:cubicBezTo>
                  <a:pt x="18252" y="61973"/>
                  <a:pt x="19203" y="61815"/>
                  <a:pt x="20155" y="61656"/>
                </a:cubicBezTo>
                <a:cubicBezTo>
                  <a:pt x="21266" y="60547"/>
                  <a:pt x="22696" y="59120"/>
                  <a:pt x="21902" y="57694"/>
                </a:cubicBezTo>
                <a:cubicBezTo>
                  <a:pt x="16981" y="48025"/>
                  <a:pt x="23489" y="41527"/>
                  <a:pt x="28090" y="34394"/>
                </a:cubicBezTo>
                <a:cubicBezTo>
                  <a:pt x="29044" y="31224"/>
                  <a:pt x="31106" y="29322"/>
                  <a:pt x="34280" y="28371"/>
                </a:cubicBezTo>
                <a:cubicBezTo>
                  <a:pt x="36186" y="24092"/>
                  <a:pt x="39835" y="22031"/>
                  <a:pt x="43962" y="20605"/>
                </a:cubicBezTo>
                <a:cubicBezTo>
                  <a:pt x="46820" y="23933"/>
                  <a:pt x="40472" y="28213"/>
                  <a:pt x="45709" y="30590"/>
                </a:cubicBezTo>
                <a:lnTo>
                  <a:pt x="49201" y="30590"/>
                </a:lnTo>
                <a:cubicBezTo>
                  <a:pt x="52532" y="27579"/>
                  <a:pt x="49358" y="24726"/>
                  <a:pt x="48883" y="21873"/>
                </a:cubicBezTo>
                <a:cubicBezTo>
                  <a:pt x="48564" y="19495"/>
                  <a:pt x="47771" y="17118"/>
                  <a:pt x="50788" y="16008"/>
                </a:cubicBezTo>
                <a:cubicBezTo>
                  <a:pt x="53645" y="14899"/>
                  <a:pt x="56659" y="11887"/>
                  <a:pt x="59357" y="13155"/>
                </a:cubicBezTo>
                <a:cubicBezTo>
                  <a:pt x="61898" y="14423"/>
                  <a:pt x="59200" y="17276"/>
                  <a:pt x="58724" y="19495"/>
                </a:cubicBezTo>
                <a:cubicBezTo>
                  <a:pt x="58246" y="22031"/>
                  <a:pt x="59039" y="23616"/>
                  <a:pt x="61261" y="24567"/>
                </a:cubicBezTo>
                <a:cubicBezTo>
                  <a:pt x="62374" y="24250"/>
                  <a:pt x="63485" y="24092"/>
                  <a:pt x="64594" y="23775"/>
                </a:cubicBezTo>
                <a:lnTo>
                  <a:pt x="64755" y="23775"/>
                </a:lnTo>
                <a:cubicBezTo>
                  <a:pt x="65072" y="23299"/>
                  <a:pt x="65229" y="22824"/>
                  <a:pt x="65548" y="22348"/>
                </a:cubicBezTo>
                <a:cubicBezTo>
                  <a:pt x="63801" y="10302"/>
                  <a:pt x="64594" y="9193"/>
                  <a:pt x="73958" y="8717"/>
                </a:cubicBezTo>
                <a:cubicBezTo>
                  <a:pt x="77769" y="8559"/>
                  <a:pt x="79672" y="9510"/>
                  <a:pt x="77926" y="13472"/>
                </a:cubicBezTo>
                <a:cubicBezTo>
                  <a:pt x="76498" y="16801"/>
                  <a:pt x="75864" y="19971"/>
                  <a:pt x="79196" y="22665"/>
                </a:cubicBezTo>
                <a:cubicBezTo>
                  <a:pt x="80307" y="22190"/>
                  <a:pt x="81259" y="21556"/>
                  <a:pt x="82370" y="21080"/>
                </a:cubicBezTo>
                <a:cubicBezTo>
                  <a:pt x="85544" y="17276"/>
                  <a:pt x="80943" y="13948"/>
                  <a:pt x="81577" y="10302"/>
                </a:cubicBezTo>
                <a:cubicBezTo>
                  <a:pt x="81259" y="7766"/>
                  <a:pt x="82846" y="9034"/>
                  <a:pt x="83957" y="9193"/>
                </a:cubicBezTo>
                <a:cubicBezTo>
                  <a:pt x="85068" y="9351"/>
                  <a:pt x="86181" y="9668"/>
                  <a:pt x="87292" y="9827"/>
                </a:cubicBezTo>
                <a:cubicBezTo>
                  <a:pt x="87768" y="9985"/>
                  <a:pt x="88242" y="10144"/>
                  <a:pt x="88719" y="10144"/>
                </a:cubicBezTo>
                <a:cubicBezTo>
                  <a:pt x="90942" y="9985"/>
                  <a:pt x="93163" y="10619"/>
                  <a:pt x="95067" y="11729"/>
                </a:cubicBezTo>
                <a:cubicBezTo>
                  <a:pt x="98717" y="13314"/>
                  <a:pt x="96337" y="15057"/>
                  <a:pt x="95227" y="16959"/>
                </a:cubicBezTo>
                <a:cubicBezTo>
                  <a:pt x="94910" y="17910"/>
                  <a:pt x="94750" y="18703"/>
                  <a:pt x="94434" y="19654"/>
                </a:cubicBezTo>
                <a:cubicBezTo>
                  <a:pt x="94116" y="20288"/>
                  <a:pt x="93956" y="20922"/>
                  <a:pt x="93640" y="21556"/>
                </a:cubicBezTo>
                <a:cubicBezTo>
                  <a:pt x="96337" y="26469"/>
                  <a:pt x="96654" y="31858"/>
                  <a:pt x="96654" y="37406"/>
                </a:cubicBezTo>
                <a:cubicBezTo>
                  <a:pt x="96654" y="51512"/>
                  <a:pt x="96815" y="65619"/>
                  <a:pt x="96815" y="79725"/>
                </a:cubicBezTo>
                <a:cubicBezTo>
                  <a:pt x="97291" y="79725"/>
                  <a:pt x="97765" y="79884"/>
                  <a:pt x="98241" y="79884"/>
                </a:cubicBezTo>
                <a:cubicBezTo>
                  <a:pt x="98241" y="65302"/>
                  <a:pt x="98559" y="50878"/>
                  <a:pt x="97924" y="36296"/>
                </a:cubicBezTo>
                <a:cubicBezTo>
                  <a:pt x="97608" y="30590"/>
                  <a:pt x="100146" y="25835"/>
                  <a:pt x="100465" y="20605"/>
                </a:cubicBezTo>
                <a:cubicBezTo>
                  <a:pt x="100622" y="18703"/>
                  <a:pt x="98084" y="16325"/>
                  <a:pt x="100146" y="14740"/>
                </a:cubicBezTo>
                <a:cubicBezTo>
                  <a:pt x="102369" y="13155"/>
                  <a:pt x="104590" y="15374"/>
                  <a:pt x="106494" y="16484"/>
                </a:cubicBezTo>
                <a:cubicBezTo>
                  <a:pt x="110462" y="18544"/>
                  <a:pt x="112843" y="21080"/>
                  <a:pt x="110305" y="25835"/>
                </a:cubicBezTo>
                <a:cubicBezTo>
                  <a:pt x="109034" y="28371"/>
                  <a:pt x="107764" y="31224"/>
                  <a:pt x="110781" y="33760"/>
                </a:cubicBezTo>
                <a:lnTo>
                  <a:pt x="113955" y="33760"/>
                </a:lnTo>
                <a:cubicBezTo>
                  <a:pt x="117923" y="30749"/>
                  <a:pt x="113319" y="26628"/>
                  <a:pt x="114906" y="22507"/>
                </a:cubicBezTo>
                <a:cubicBezTo>
                  <a:pt x="121255" y="29005"/>
                  <a:pt x="129033" y="34236"/>
                  <a:pt x="123002" y="44538"/>
                </a:cubicBezTo>
                <a:cubicBezTo>
                  <a:pt x="121572" y="47074"/>
                  <a:pt x="123159" y="48342"/>
                  <a:pt x="125065" y="49452"/>
                </a:cubicBezTo>
                <a:cubicBezTo>
                  <a:pt x="126016" y="49452"/>
                  <a:pt x="127127" y="49452"/>
                  <a:pt x="128079" y="49293"/>
                </a:cubicBezTo>
                <a:lnTo>
                  <a:pt x="128557" y="49452"/>
                </a:lnTo>
                <a:cubicBezTo>
                  <a:pt x="129033" y="48976"/>
                  <a:pt x="129508" y="48501"/>
                  <a:pt x="129984" y="48025"/>
                </a:cubicBezTo>
                <a:lnTo>
                  <a:pt x="130144" y="47867"/>
                </a:lnTo>
                <a:cubicBezTo>
                  <a:pt x="130301" y="47233"/>
                  <a:pt x="130460" y="45965"/>
                  <a:pt x="130620" y="45965"/>
                </a:cubicBezTo>
                <a:cubicBezTo>
                  <a:pt x="131888" y="45806"/>
                  <a:pt x="131571" y="47074"/>
                  <a:pt x="131731" y="47708"/>
                </a:cubicBezTo>
                <a:cubicBezTo>
                  <a:pt x="139983" y="61973"/>
                  <a:pt x="141570" y="77823"/>
                  <a:pt x="143474" y="93673"/>
                </a:cubicBezTo>
                <a:cubicBezTo>
                  <a:pt x="145379" y="93515"/>
                  <a:pt x="147442" y="93198"/>
                  <a:pt x="149347" y="93039"/>
                </a:cubicBezTo>
                <a:cubicBezTo>
                  <a:pt x="148872" y="90028"/>
                  <a:pt x="147602" y="87016"/>
                  <a:pt x="148236" y="83846"/>
                </a:cubicBezTo>
                <a:cubicBezTo>
                  <a:pt x="147602" y="82261"/>
                  <a:pt x="146809" y="80835"/>
                  <a:pt x="147918" y="79250"/>
                </a:cubicBezTo>
                <a:cubicBezTo>
                  <a:pt x="146809" y="76238"/>
                  <a:pt x="145698" y="73068"/>
                  <a:pt x="146331" y="69740"/>
                </a:cubicBezTo>
                <a:cubicBezTo>
                  <a:pt x="145061" y="67996"/>
                  <a:pt x="144428" y="66094"/>
                  <a:pt x="144744" y="63875"/>
                </a:cubicBezTo>
                <a:cubicBezTo>
                  <a:pt x="144268" y="62607"/>
                  <a:pt x="143950" y="61339"/>
                  <a:pt x="143474" y="60071"/>
                </a:cubicBezTo>
                <a:cubicBezTo>
                  <a:pt x="143157" y="58645"/>
                  <a:pt x="142681" y="57218"/>
                  <a:pt x="142363" y="55633"/>
                </a:cubicBezTo>
                <a:cubicBezTo>
                  <a:pt x="140776" y="54365"/>
                  <a:pt x="140776" y="52622"/>
                  <a:pt x="140776" y="50878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34FB0-2C96-4638-BD62-6B7BDA1B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749" y="888734"/>
            <a:ext cx="148104" cy="116069"/>
          </a:xfrm>
          <a:custGeom xmlns:a="http://schemas.openxmlformats.org/drawingml/2006/main">
            <a:pathLst>
              <a:path w="148104" h="116069">
                <a:moveTo>
                  <a:pt x="357" y="20129"/>
                </a:moveTo>
                <a:lnTo>
                  <a:pt x="535" y="21239"/>
                </a:lnTo>
                <a:lnTo>
                  <a:pt x="713" y="22348"/>
                </a:lnTo>
                <a:lnTo>
                  <a:pt x="891" y="23457"/>
                </a:lnTo>
                <a:lnTo>
                  <a:pt x="1069" y="24565"/>
                </a:lnTo>
                <a:lnTo>
                  <a:pt x="1246" y="25673"/>
                </a:lnTo>
                <a:lnTo>
                  <a:pt x="1423" y="26781"/>
                </a:lnTo>
                <a:lnTo>
                  <a:pt x="1599" y="27888"/>
                </a:lnTo>
                <a:lnTo>
                  <a:pt x="1774" y="28994"/>
                </a:lnTo>
                <a:lnTo>
                  <a:pt x="1949" y="30100"/>
                </a:lnTo>
                <a:lnTo>
                  <a:pt x="2123" y="31205"/>
                </a:lnTo>
                <a:lnTo>
                  <a:pt x="2296" y="32309"/>
                </a:lnTo>
                <a:lnTo>
                  <a:pt x="2469" y="33412"/>
                </a:lnTo>
                <a:lnTo>
                  <a:pt x="2640" y="34514"/>
                </a:lnTo>
                <a:lnTo>
                  <a:pt x="2810" y="35615"/>
                </a:lnTo>
                <a:lnTo>
                  <a:pt x="2980" y="36716"/>
                </a:lnTo>
                <a:lnTo>
                  <a:pt x="3148" y="37815"/>
                </a:lnTo>
                <a:lnTo>
                  <a:pt x="3315" y="38912"/>
                </a:lnTo>
                <a:lnTo>
                  <a:pt x="3480" y="40009"/>
                </a:lnTo>
                <a:lnTo>
                  <a:pt x="3644" y="41104"/>
                </a:lnTo>
                <a:lnTo>
                  <a:pt x="3807" y="42197"/>
                </a:lnTo>
                <a:lnTo>
                  <a:pt x="3968" y="43289"/>
                </a:lnTo>
                <a:lnTo>
                  <a:pt x="4128" y="44380"/>
                </a:lnTo>
                <a:lnTo>
                  <a:pt x="4468" y="46511"/>
                </a:lnTo>
                <a:lnTo>
                  <a:pt x="4851" y="48623"/>
                </a:lnTo>
                <a:lnTo>
                  <a:pt x="5279" y="50717"/>
                </a:lnTo>
                <a:lnTo>
                  <a:pt x="5750" y="52794"/>
                </a:lnTo>
                <a:lnTo>
                  <a:pt x="6264" y="54852"/>
                </a:lnTo>
                <a:lnTo>
                  <a:pt x="6820" y="56892"/>
                </a:lnTo>
                <a:lnTo>
                  <a:pt x="7419" y="58913"/>
                </a:lnTo>
                <a:lnTo>
                  <a:pt x="8060" y="60917"/>
                </a:lnTo>
                <a:lnTo>
                  <a:pt x="8741" y="62902"/>
                </a:lnTo>
                <a:lnTo>
                  <a:pt x="9464" y="64869"/>
                </a:lnTo>
                <a:lnTo>
                  <a:pt x="10227" y="66818"/>
                </a:lnTo>
                <a:lnTo>
                  <a:pt x="11031" y="68749"/>
                </a:lnTo>
                <a:lnTo>
                  <a:pt x="11874" y="70662"/>
                </a:lnTo>
                <a:lnTo>
                  <a:pt x="12756" y="72557"/>
                </a:lnTo>
                <a:lnTo>
                  <a:pt x="13677" y="74433"/>
                </a:lnTo>
                <a:lnTo>
                  <a:pt x="14637" y="76291"/>
                </a:lnTo>
                <a:lnTo>
                  <a:pt x="15635" y="78131"/>
                </a:lnTo>
                <a:lnTo>
                  <a:pt x="16670" y="79953"/>
                </a:lnTo>
                <a:lnTo>
                  <a:pt x="17742" y="81757"/>
                </a:lnTo>
                <a:lnTo>
                  <a:pt x="18852" y="83543"/>
                </a:lnTo>
                <a:lnTo>
                  <a:pt x="19997" y="85310"/>
                </a:lnTo>
                <a:lnTo>
                  <a:pt x="21179" y="87059"/>
                </a:lnTo>
                <a:lnTo>
                  <a:pt x="22396" y="88790"/>
                </a:lnTo>
                <a:lnTo>
                  <a:pt x="23648" y="90503"/>
                </a:lnTo>
                <a:lnTo>
                  <a:pt x="26342" y="93910"/>
                </a:lnTo>
                <a:lnTo>
                  <a:pt x="29178" y="97077"/>
                </a:lnTo>
                <a:lnTo>
                  <a:pt x="32149" y="100003"/>
                </a:lnTo>
                <a:lnTo>
                  <a:pt x="35244" y="102687"/>
                </a:lnTo>
                <a:lnTo>
                  <a:pt x="38456" y="105128"/>
                </a:lnTo>
                <a:lnTo>
                  <a:pt x="41774" y="107327"/>
                </a:lnTo>
                <a:lnTo>
                  <a:pt x="45191" y="109281"/>
                </a:lnTo>
                <a:lnTo>
                  <a:pt x="48696" y="110991"/>
                </a:lnTo>
                <a:lnTo>
                  <a:pt x="52281" y="112455"/>
                </a:lnTo>
                <a:lnTo>
                  <a:pt x="55937" y="113673"/>
                </a:lnTo>
                <a:lnTo>
                  <a:pt x="59655" y="114645"/>
                </a:lnTo>
                <a:lnTo>
                  <a:pt x="63426" y="115368"/>
                </a:lnTo>
                <a:lnTo>
                  <a:pt x="67241" y="115843"/>
                </a:lnTo>
                <a:lnTo>
                  <a:pt x="71090" y="116069"/>
                </a:lnTo>
                <a:lnTo>
                  <a:pt x="74965" y="116044"/>
                </a:lnTo>
                <a:lnTo>
                  <a:pt x="78857" y="115769"/>
                </a:lnTo>
                <a:lnTo>
                  <a:pt x="82756" y="115243"/>
                </a:lnTo>
                <a:lnTo>
                  <a:pt x="86655" y="114464"/>
                </a:lnTo>
                <a:lnTo>
                  <a:pt x="90543" y="113432"/>
                </a:lnTo>
                <a:lnTo>
                  <a:pt x="94411" y="112147"/>
                </a:lnTo>
                <a:lnTo>
                  <a:pt x="98251" y="110607"/>
                </a:lnTo>
                <a:lnTo>
                  <a:pt x="102054" y="108811"/>
                </a:lnTo>
                <a:lnTo>
                  <a:pt x="105811" y="106760"/>
                </a:lnTo>
                <a:lnTo>
                  <a:pt x="109512" y="104451"/>
                </a:lnTo>
                <a:lnTo>
                  <a:pt x="112559" y="102327"/>
                </a:lnTo>
                <a:lnTo>
                  <a:pt x="115434" y="100116"/>
                </a:lnTo>
                <a:lnTo>
                  <a:pt x="118145" y="97821"/>
                </a:lnTo>
                <a:lnTo>
                  <a:pt x="120695" y="95445"/>
                </a:lnTo>
                <a:lnTo>
                  <a:pt x="123091" y="92991"/>
                </a:lnTo>
                <a:lnTo>
                  <a:pt x="125338" y="90461"/>
                </a:lnTo>
                <a:lnTo>
                  <a:pt x="127442" y="87858"/>
                </a:lnTo>
                <a:lnTo>
                  <a:pt x="129409" y="85185"/>
                </a:lnTo>
                <a:lnTo>
                  <a:pt x="131245" y="82444"/>
                </a:lnTo>
                <a:lnTo>
                  <a:pt x="132954" y="79638"/>
                </a:lnTo>
                <a:lnTo>
                  <a:pt x="134542" y="76769"/>
                </a:lnTo>
                <a:lnTo>
                  <a:pt x="136016" y="73841"/>
                </a:lnTo>
                <a:lnTo>
                  <a:pt x="137381" y="70856"/>
                </a:lnTo>
                <a:lnTo>
                  <a:pt x="138643" y="67817"/>
                </a:lnTo>
                <a:lnTo>
                  <a:pt x="139806" y="64726"/>
                </a:lnTo>
                <a:lnTo>
                  <a:pt x="140878" y="61586"/>
                </a:lnTo>
                <a:lnTo>
                  <a:pt x="141863" y="58400"/>
                </a:lnTo>
                <a:lnTo>
                  <a:pt x="142767" y="55170"/>
                </a:lnTo>
                <a:lnTo>
                  <a:pt x="143596" y="51900"/>
                </a:lnTo>
                <a:lnTo>
                  <a:pt x="144355" y="48591"/>
                </a:lnTo>
                <a:lnTo>
                  <a:pt x="145050" y="45247"/>
                </a:lnTo>
                <a:lnTo>
                  <a:pt x="145687" y="41870"/>
                </a:lnTo>
                <a:lnTo>
                  <a:pt x="146271" y="38463"/>
                </a:lnTo>
                <a:lnTo>
                  <a:pt x="146809" y="35028"/>
                </a:lnTo>
                <a:lnTo>
                  <a:pt x="146998" y="33760"/>
                </a:lnTo>
                <a:lnTo>
                  <a:pt x="147167" y="32489"/>
                </a:lnTo>
                <a:lnTo>
                  <a:pt x="147319" y="31217"/>
                </a:lnTo>
                <a:lnTo>
                  <a:pt x="147454" y="29944"/>
                </a:lnTo>
                <a:lnTo>
                  <a:pt x="147573" y="28669"/>
                </a:lnTo>
                <a:lnTo>
                  <a:pt x="147677" y="27393"/>
                </a:lnTo>
                <a:lnTo>
                  <a:pt x="147767" y="26116"/>
                </a:lnTo>
                <a:lnTo>
                  <a:pt x="147843" y="24837"/>
                </a:lnTo>
                <a:lnTo>
                  <a:pt x="147908" y="23558"/>
                </a:lnTo>
                <a:lnTo>
                  <a:pt x="147962" y="22277"/>
                </a:lnTo>
                <a:lnTo>
                  <a:pt x="148005" y="20996"/>
                </a:lnTo>
                <a:lnTo>
                  <a:pt x="148039" y="19713"/>
                </a:lnTo>
                <a:lnTo>
                  <a:pt x="148065" y="18430"/>
                </a:lnTo>
                <a:lnTo>
                  <a:pt x="148083" y="17146"/>
                </a:lnTo>
                <a:lnTo>
                  <a:pt x="148095" y="15861"/>
                </a:lnTo>
                <a:lnTo>
                  <a:pt x="148102" y="14576"/>
                </a:lnTo>
                <a:lnTo>
                  <a:pt x="148104" y="13290"/>
                </a:lnTo>
                <a:lnTo>
                  <a:pt x="148103" y="12004"/>
                </a:lnTo>
                <a:lnTo>
                  <a:pt x="148100" y="10717"/>
                </a:lnTo>
                <a:lnTo>
                  <a:pt x="148095" y="9430"/>
                </a:lnTo>
                <a:lnTo>
                  <a:pt x="148089" y="8143"/>
                </a:lnTo>
                <a:lnTo>
                  <a:pt x="148084" y="6855"/>
                </a:lnTo>
                <a:lnTo>
                  <a:pt x="148080" y="5567"/>
                </a:lnTo>
                <a:lnTo>
                  <a:pt x="148079" y="4279"/>
                </a:lnTo>
                <a:lnTo>
                  <a:pt x="147941" y="4161"/>
                </a:lnTo>
                <a:lnTo>
                  <a:pt x="147804" y="4042"/>
                </a:lnTo>
                <a:lnTo>
                  <a:pt x="147669" y="3923"/>
                </a:lnTo>
                <a:lnTo>
                  <a:pt x="147535" y="3804"/>
                </a:lnTo>
                <a:lnTo>
                  <a:pt x="147403" y="3685"/>
                </a:lnTo>
                <a:lnTo>
                  <a:pt x="147271" y="3566"/>
                </a:lnTo>
                <a:lnTo>
                  <a:pt x="147140" y="3447"/>
                </a:lnTo>
                <a:lnTo>
                  <a:pt x="147009" y="3328"/>
                </a:lnTo>
                <a:lnTo>
                  <a:pt x="146880" y="3210"/>
                </a:lnTo>
                <a:lnTo>
                  <a:pt x="146750" y="3091"/>
                </a:lnTo>
                <a:lnTo>
                  <a:pt x="146621" y="2972"/>
                </a:lnTo>
                <a:lnTo>
                  <a:pt x="146492" y="2853"/>
                </a:lnTo>
                <a:lnTo>
                  <a:pt x="146363" y="2734"/>
                </a:lnTo>
                <a:lnTo>
                  <a:pt x="146234" y="2615"/>
                </a:lnTo>
                <a:lnTo>
                  <a:pt x="146104" y="2496"/>
                </a:lnTo>
                <a:lnTo>
                  <a:pt x="145975" y="2377"/>
                </a:lnTo>
                <a:lnTo>
                  <a:pt x="145844" y="2259"/>
                </a:lnTo>
                <a:lnTo>
                  <a:pt x="145713" y="2140"/>
                </a:lnTo>
                <a:lnTo>
                  <a:pt x="145581" y="2021"/>
                </a:lnTo>
                <a:lnTo>
                  <a:pt x="145448" y="1902"/>
                </a:lnTo>
                <a:lnTo>
                  <a:pt x="145314" y="1783"/>
                </a:lnTo>
                <a:lnTo>
                  <a:pt x="145179" y="1664"/>
                </a:lnTo>
                <a:lnTo>
                  <a:pt x="145042" y="1545"/>
                </a:lnTo>
                <a:lnTo>
                  <a:pt x="144904" y="1426"/>
                </a:lnTo>
                <a:lnTo>
                  <a:pt x="144785" y="1367"/>
                </a:lnTo>
                <a:lnTo>
                  <a:pt x="144666" y="1308"/>
                </a:lnTo>
                <a:lnTo>
                  <a:pt x="144548" y="1248"/>
                </a:lnTo>
                <a:lnTo>
                  <a:pt x="144429" y="1189"/>
                </a:lnTo>
                <a:lnTo>
                  <a:pt x="144311" y="1129"/>
                </a:lnTo>
                <a:lnTo>
                  <a:pt x="144193" y="1070"/>
                </a:lnTo>
                <a:lnTo>
                  <a:pt x="144075" y="1010"/>
                </a:lnTo>
                <a:lnTo>
                  <a:pt x="143958" y="951"/>
                </a:lnTo>
                <a:lnTo>
                  <a:pt x="143842" y="892"/>
                </a:lnTo>
                <a:lnTo>
                  <a:pt x="143726" y="832"/>
                </a:lnTo>
                <a:lnTo>
                  <a:pt x="143611" y="773"/>
                </a:lnTo>
                <a:lnTo>
                  <a:pt x="143497" y="713"/>
                </a:lnTo>
                <a:lnTo>
                  <a:pt x="143383" y="654"/>
                </a:lnTo>
                <a:lnTo>
                  <a:pt x="143270" y="594"/>
                </a:lnTo>
                <a:lnTo>
                  <a:pt x="143159" y="535"/>
                </a:lnTo>
                <a:lnTo>
                  <a:pt x="143048" y="475"/>
                </a:lnTo>
                <a:lnTo>
                  <a:pt x="142938" y="416"/>
                </a:lnTo>
                <a:lnTo>
                  <a:pt x="142830" y="357"/>
                </a:lnTo>
                <a:lnTo>
                  <a:pt x="142723" y="297"/>
                </a:lnTo>
                <a:lnTo>
                  <a:pt x="142617" y="238"/>
                </a:lnTo>
                <a:lnTo>
                  <a:pt x="142512" y="178"/>
                </a:lnTo>
                <a:lnTo>
                  <a:pt x="142409" y="119"/>
                </a:lnTo>
                <a:lnTo>
                  <a:pt x="142308" y="59"/>
                </a:lnTo>
                <a:lnTo>
                  <a:pt x="142208" y="0"/>
                </a:lnTo>
                <a:lnTo>
                  <a:pt x="142336" y="2278"/>
                </a:lnTo>
                <a:lnTo>
                  <a:pt x="142444" y="4553"/>
                </a:lnTo>
                <a:lnTo>
                  <a:pt x="142530" y="6828"/>
                </a:lnTo>
                <a:lnTo>
                  <a:pt x="142593" y="9100"/>
                </a:lnTo>
                <a:lnTo>
                  <a:pt x="142632" y="11370"/>
                </a:lnTo>
                <a:lnTo>
                  <a:pt x="142646" y="13638"/>
                </a:lnTo>
                <a:lnTo>
                  <a:pt x="142634" y="15905"/>
                </a:lnTo>
                <a:lnTo>
                  <a:pt x="142595" y="18169"/>
                </a:lnTo>
                <a:lnTo>
                  <a:pt x="142528" y="20431"/>
                </a:lnTo>
                <a:lnTo>
                  <a:pt x="142431" y="22690"/>
                </a:lnTo>
                <a:lnTo>
                  <a:pt x="142305" y="24948"/>
                </a:lnTo>
                <a:lnTo>
                  <a:pt x="142147" y="27203"/>
                </a:lnTo>
                <a:lnTo>
                  <a:pt x="141957" y="29455"/>
                </a:lnTo>
                <a:lnTo>
                  <a:pt x="141734" y="31705"/>
                </a:lnTo>
                <a:lnTo>
                  <a:pt x="141477" y="33952"/>
                </a:lnTo>
                <a:lnTo>
                  <a:pt x="141184" y="36197"/>
                </a:lnTo>
                <a:lnTo>
                  <a:pt x="140855" y="38438"/>
                </a:lnTo>
                <a:lnTo>
                  <a:pt x="140488" y="40677"/>
                </a:lnTo>
                <a:lnTo>
                  <a:pt x="140083" y="42914"/>
                </a:lnTo>
                <a:lnTo>
                  <a:pt x="139639" y="45147"/>
                </a:lnTo>
                <a:lnTo>
                  <a:pt x="139154" y="47377"/>
                </a:lnTo>
                <a:lnTo>
                  <a:pt x="138628" y="49604"/>
                </a:lnTo>
                <a:lnTo>
                  <a:pt x="138059" y="51828"/>
                </a:lnTo>
                <a:lnTo>
                  <a:pt x="137446" y="54048"/>
                </a:lnTo>
                <a:lnTo>
                  <a:pt x="137329" y="54442"/>
                </a:lnTo>
                <a:lnTo>
                  <a:pt x="137216" y="54828"/>
                </a:lnTo>
                <a:lnTo>
                  <a:pt x="137103" y="55205"/>
                </a:lnTo>
                <a:lnTo>
                  <a:pt x="136991" y="55570"/>
                </a:lnTo>
                <a:lnTo>
                  <a:pt x="136877" y="55920"/>
                </a:lnTo>
                <a:lnTo>
                  <a:pt x="136759" y="56255"/>
                </a:lnTo>
                <a:lnTo>
                  <a:pt x="136635" y="56571"/>
                </a:lnTo>
                <a:lnTo>
                  <a:pt x="136505" y="56866"/>
                </a:lnTo>
                <a:lnTo>
                  <a:pt x="136366" y="57138"/>
                </a:lnTo>
                <a:lnTo>
                  <a:pt x="136216" y="57385"/>
                </a:lnTo>
                <a:lnTo>
                  <a:pt x="136054" y="57604"/>
                </a:lnTo>
                <a:lnTo>
                  <a:pt x="135878" y="57793"/>
                </a:lnTo>
                <a:lnTo>
                  <a:pt x="135686" y="57950"/>
                </a:lnTo>
                <a:lnTo>
                  <a:pt x="135477" y="58072"/>
                </a:lnTo>
                <a:lnTo>
                  <a:pt x="135249" y="58158"/>
                </a:lnTo>
                <a:lnTo>
                  <a:pt x="135000" y="58205"/>
                </a:lnTo>
                <a:lnTo>
                  <a:pt x="134728" y="58210"/>
                </a:lnTo>
                <a:lnTo>
                  <a:pt x="134432" y="58172"/>
                </a:lnTo>
                <a:lnTo>
                  <a:pt x="134110" y="58088"/>
                </a:lnTo>
                <a:lnTo>
                  <a:pt x="133760" y="57956"/>
                </a:lnTo>
                <a:lnTo>
                  <a:pt x="133381" y="57773"/>
                </a:lnTo>
                <a:lnTo>
                  <a:pt x="132970" y="57538"/>
                </a:lnTo>
                <a:lnTo>
                  <a:pt x="132527" y="57249"/>
                </a:lnTo>
                <a:lnTo>
                  <a:pt x="132049" y="56901"/>
                </a:lnTo>
                <a:lnTo>
                  <a:pt x="131930" y="56920"/>
                </a:lnTo>
                <a:lnTo>
                  <a:pt x="131811" y="56938"/>
                </a:lnTo>
                <a:lnTo>
                  <a:pt x="131692" y="56954"/>
                </a:lnTo>
                <a:lnTo>
                  <a:pt x="131572" y="56969"/>
                </a:lnTo>
                <a:lnTo>
                  <a:pt x="131453" y="56983"/>
                </a:lnTo>
                <a:lnTo>
                  <a:pt x="131333" y="56996"/>
                </a:lnTo>
                <a:lnTo>
                  <a:pt x="131212" y="57008"/>
                </a:lnTo>
                <a:lnTo>
                  <a:pt x="131091" y="57019"/>
                </a:lnTo>
                <a:lnTo>
                  <a:pt x="130970" y="57030"/>
                </a:lnTo>
                <a:lnTo>
                  <a:pt x="130848" y="57040"/>
                </a:lnTo>
                <a:lnTo>
                  <a:pt x="130725" y="57050"/>
                </a:lnTo>
                <a:lnTo>
                  <a:pt x="130601" y="57060"/>
                </a:lnTo>
                <a:lnTo>
                  <a:pt x="130477" y="57070"/>
                </a:lnTo>
                <a:lnTo>
                  <a:pt x="130351" y="57080"/>
                </a:lnTo>
                <a:lnTo>
                  <a:pt x="130225" y="57090"/>
                </a:lnTo>
                <a:lnTo>
                  <a:pt x="130097" y="57101"/>
                </a:lnTo>
                <a:lnTo>
                  <a:pt x="129969" y="57112"/>
                </a:lnTo>
                <a:lnTo>
                  <a:pt x="129839" y="57124"/>
                </a:lnTo>
                <a:lnTo>
                  <a:pt x="129708" y="57137"/>
                </a:lnTo>
                <a:lnTo>
                  <a:pt x="129576" y="57151"/>
                </a:lnTo>
                <a:lnTo>
                  <a:pt x="129443" y="57166"/>
                </a:lnTo>
                <a:lnTo>
                  <a:pt x="129308" y="57182"/>
                </a:lnTo>
                <a:lnTo>
                  <a:pt x="129171" y="57199"/>
                </a:lnTo>
                <a:lnTo>
                  <a:pt x="129033" y="57218"/>
                </a:lnTo>
                <a:lnTo>
                  <a:pt x="128751" y="57496"/>
                </a:lnTo>
                <a:lnTo>
                  <a:pt x="128499" y="57773"/>
                </a:lnTo>
                <a:lnTo>
                  <a:pt x="128276" y="58051"/>
                </a:lnTo>
                <a:lnTo>
                  <a:pt x="128081" y="58330"/>
                </a:lnTo>
                <a:lnTo>
                  <a:pt x="127912" y="58610"/>
                </a:lnTo>
                <a:lnTo>
                  <a:pt x="127768" y="58890"/>
                </a:lnTo>
                <a:lnTo>
                  <a:pt x="127649" y="59172"/>
                </a:lnTo>
                <a:lnTo>
                  <a:pt x="127552" y="59455"/>
                </a:lnTo>
                <a:lnTo>
                  <a:pt x="127476" y="59740"/>
                </a:lnTo>
                <a:lnTo>
                  <a:pt x="127421" y="60027"/>
                </a:lnTo>
                <a:lnTo>
                  <a:pt x="127385" y="60315"/>
                </a:lnTo>
                <a:lnTo>
                  <a:pt x="127367" y="60606"/>
                </a:lnTo>
                <a:lnTo>
                  <a:pt x="127365" y="60900"/>
                </a:lnTo>
                <a:lnTo>
                  <a:pt x="127378" y="61196"/>
                </a:lnTo>
                <a:lnTo>
                  <a:pt x="127406" y="61495"/>
                </a:lnTo>
                <a:lnTo>
                  <a:pt x="127446" y="61797"/>
                </a:lnTo>
                <a:lnTo>
                  <a:pt x="127498" y="62103"/>
                </a:lnTo>
                <a:lnTo>
                  <a:pt x="127560" y="62412"/>
                </a:lnTo>
                <a:lnTo>
                  <a:pt x="127631" y="62724"/>
                </a:lnTo>
                <a:lnTo>
                  <a:pt x="127711" y="63041"/>
                </a:lnTo>
                <a:lnTo>
                  <a:pt x="127796" y="63362"/>
                </a:lnTo>
                <a:lnTo>
                  <a:pt x="127887" y="63687"/>
                </a:lnTo>
                <a:lnTo>
                  <a:pt x="127983" y="64017"/>
                </a:lnTo>
                <a:lnTo>
                  <a:pt x="128081" y="64351"/>
                </a:lnTo>
                <a:lnTo>
                  <a:pt x="128408" y="65577"/>
                </a:lnTo>
                <a:lnTo>
                  <a:pt x="128637" y="66834"/>
                </a:lnTo>
                <a:lnTo>
                  <a:pt x="128770" y="68117"/>
                </a:lnTo>
                <a:lnTo>
                  <a:pt x="128811" y="69420"/>
                </a:lnTo>
                <a:lnTo>
                  <a:pt x="128762" y="70739"/>
                </a:lnTo>
                <a:lnTo>
                  <a:pt x="128625" y="72068"/>
                </a:lnTo>
                <a:lnTo>
                  <a:pt x="128403" y="73402"/>
                </a:lnTo>
                <a:lnTo>
                  <a:pt x="128099" y="74736"/>
                </a:lnTo>
                <a:lnTo>
                  <a:pt x="127716" y="76064"/>
                </a:lnTo>
                <a:lnTo>
                  <a:pt x="127256" y="77381"/>
                </a:lnTo>
                <a:lnTo>
                  <a:pt x="126722" y="78683"/>
                </a:lnTo>
                <a:lnTo>
                  <a:pt x="126117" y="79963"/>
                </a:lnTo>
                <a:lnTo>
                  <a:pt x="125444" y="81217"/>
                </a:lnTo>
                <a:lnTo>
                  <a:pt x="124704" y="82439"/>
                </a:lnTo>
                <a:lnTo>
                  <a:pt x="123901" y="83625"/>
                </a:lnTo>
                <a:lnTo>
                  <a:pt x="123038" y="84768"/>
                </a:lnTo>
                <a:lnTo>
                  <a:pt x="122116" y="85864"/>
                </a:lnTo>
                <a:lnTo>
                  <a:pt x="121140" y="86907"/>
                </a:lnTo>
                <a:lnTo>
                  <a:pt x="120111" y="87893"/>
                </a:lnTo>
                <a:lnTo>
                  <a:pt x="119032" y="88816"/>
                </a:lnTo>
                <a:lnTo>
                  <a:pt x="117906" y="89670"/>
                </a:lnTo>
                <a:lnTo>
                  <a:pt x="116736" y="90451"/>
                </a:lnTo>
                <a:lnTo>
                  <a:pt x="115524" y="91153"/>
                </a:lnTo>
                <a:lnTo>
                  <a:pt x="114273" y="91771"/>
                </a:lnTo>
                <a:lnTo>
                  <a:pt x="114243" y="91432"/>
                </a:lnTo>
                <a:lnTo>
                  <a:pt x="114232" y="91089"/>
                </a:lnTo>
                <a:lnTo>
                  <a:pt x="114237" y="90742"/>
                </a:lnTo>
                <a:lnTo>
                  <a:pt x="114254" y="90393"/>
                </a:lnTo>
                <a:lnTo>
                  <a:pt x="114280" y="90043"/>
                </a:lnTo>
                <a:lnTo>
                  <a:pt x="114313" y="89691"/>
                </a:lnTo>
                <a:lnTo>
                  <a:pt x="114348" y="89340"/>
                </a:lnTo>
                <a:lnTo>
                  <a:pt x="114385" y="88989"/>
                </a:lnTo>
                <a:lnTo>
                  <a:pt x="114418" y="88640"/>
                </a:lnTo>
                <a:lnTo>
                  <a:pt x="114446" y="88293"/>
                </a:lnTo>
                <a:lnTo>
                  <a:pt x="114464" y="87950"/>
                </a:lnTo>
                <a:lnTo>
                  <a:pt x="114471" y="87611"/>
                </a:lnTo>
                <a:lnTo>
                  <a:pt x="114463" y="87277"/>
                </a:lnTo>
                <a:lnTo>
                  <a:pt x="114437" y="86948"/>
                </a:lnTo>
                <a:lnTo>
                  <a:pt x="114391" y="86626"/>
                </a:lnTo>
                <a:lnTo>
                  <a:pt x="114320" y="86312"/>
                </a:lnTo>
                <a:lnTo>
                  <a:pt x="114222" y="86006"/>
                </a:lnTo>
                <a:lnTo>
                  <a:pt x="114094" y="85709"/>
                </a:lnTo>
                <a:lnTo>
                  <a:pt x="113933" y="85422"/>
                </a:lnTo>
                <a:lnTo>
                  <a:pt x="113736" y="85145"/>
                </a:lnTo>
                <a:lnTo>
                  <a:pt x="113500" y="84880"/>
                </a:lnTo>
                <a:lnTo>
                  <a:pt x="113222" y="84628"/>
                </a:lnTo>
                <a:lnTo>
                  <a:pt x="112899" y="84389"/>
                </a:lnTo>
                <a:lnTo>
                  <a:pt x="112527" y="84163"/>
                </a:lnTo>
                <a:lnTo>
                  <a:pt x="112409" y="84163"/>
                </a:lnTo>
                <a:lnTo>
                  <a:pt x="112292" y="84160"/>
                </a:lnTo>
                <a:lnTo>
                  <a:pt x="112177" y="84157"/>
                </a:lnTo>
                <a:lnTo>
                  <a:pt x="112063" y="84152"/>
                </a:lnTo>
                <a:lnTo>
                  <a:pt x="111950" y="84146"/>
                </a:lnTo>
                <a:lnTo>
                  <a:pt x="111838" y="84139"/>
                </a:lnTo>
                <a:lnTo>
                  <a:pt x="111726" y="84131"/>
                </a:lnTo>
                <a:lnTo>
                  <a:pt x="111616" y="84122"/>
                </a:lnTo>
                <a:lnTo>
                  <a:pt x="111506" y="84113"/>
                </a:lnTo>
                <a:lnTo>
                  <a:pt x="111396" y="84104"/>
                </a:lnTo>
                <a:lnTo>
                  <a:pt x="111287" y="84094"/>
                </a:lnTo>
                <a:lnTo>
                  <a:pt x="111178" y="84084"/>
                </a:lnTo>
                <a:lnTo>
                  <a:pt x="111069" y="84074"/>
                </a:lnTo>
                <a:lnTo>
                  <a:pt x="110960" y="84064"/>
                </a:lnTo>
                <a:lnTo>
                  <a:pt x="110850" y="84055"/>
                </a:lnTo>
                <a:lnTo>
                  <a:pt x="110740" y="84046"/>
                </a:lnTo>
                <a:lnTo>
                  <a:pt x="110630" y="84037"/>
                </a:lnTo>
                <a:lnTo>
                  <a:pt x="110518" y="84030"/>
                </a:lnTo>
                <a:lnTo>
                  <a:pt x="110406" y="84023"/>
                </a:lnTo>
                <a:lnTo>
                  <a:pt x="110293" y="84017"/>
                </a:lnTo>
                <a:lnTo>
                  <a:pt x="110179" y="84012"/>
                </a:lnTo>
                <a:lnTo>
                  <a:pt x="110064" y="84008"/>
                </a:lnTo>
                <a:lnTo>
                  <a:pt x="109947" y="84006"/>
                </a:lnTo>
                <a:lnTo>
                  <a:pt x="109829" y="84005"/>
                </a:lnTo>
                <a:lnTo>
                  <a:pt x="109396" y="84287"/>
                </a:lnTo>
                <a:lnTo>
                  <a:pt x="109010" y="84579"/>
                </a:lnTo>
                <a:lnTo>
                  <a:pt x="108668" y="84879"/>
                </a:lnTo>
                <a:lnTo>
                  <a:pt x="108368" y="85188"/>
                </a:lnTo>
                <a:lnTo>
                  <a:pt x="108109" y="85504"/>
                </a:lnTo>
                <a:lnTo>
                  <a:pt x="107890" y="85828"/>
                </a:lnTo>
                <a:lnTo>
                  <a:pt x="107707" y="86158"/>
                </a:lnTo>
                <a:lnTo>
                  <a:pt x="107560" y="86494"/>
                </a:lnTo>
                <a:lnTo>
                  <a:pt x="107446" y="86836"/>
                </a:lnTo>
                <a:lnTo>
                  <a:pt x="107365" y="87182"/>
                </a:lnTo>
                <a:lnTo>
                  <a:pt x="107313" y="87533"/>
                </a:lnTo>
                <a:lnTo>
                  <a:pt x="107290" y="87888"/>
                </a:lnTo>
                <a:lnTo>
                  <a:pt x="107293" y="88246"/>
                </a:lnTo>
                <a:lnTo>
                  <a:pt x="107320" y="88607"/>
                </a:lnTo>
                <a:lnTo>
                  <a:pt x="107371" y="88970"/>
                </a:lnTo>
                <a:lnTo>
                  <a:pt x="107442" y="89335"/>
                </a:lnTo>
                <a:lnTo>
                  <a:pt x="107533" y="89701"/>
                </a:lnTo>
                <a:lnTo>
                  <a:pt x="107642" y="90067"/>
                </a:lnTo>
                <a:lnTo>
                  <a:pt x="107766" y="90434"/>
                </a:lnTo>
                <a:lnTo>
                  <a:pt x="107904" y="90800"/>
                </a:lnTo>
                <a:lnTo>
                  <a:pt x="108054" y="91165"/>
                </a:lnTo>
                <a:lnTo>
                  <a:pt x="108214" y="91528"/>
                </a:lnTo>
                <a:lnTo>
                  <a:pt x="108383" y="91889"/>
                </a:lnTo>
                <a:lnTo>
                  <a:pt x="108559" y="92247"/>
                </a:lnTo>
                <a:lnTo>
                  <a:pt x="108744" y="92657"/>
                </a:lnTo>
                <a:lnTo>
                  <a:pt x="108903" y="93056"/>
                </a:lnTo>
                <a:lnTo>
                  <a:pt x="109037" y="93444"/>
                </a:lnTo>
                <a:lnTo>
                  <a:pt x="109144" y="93822"/>
                </a:lnTo>
                <a:lnTo>
                  <a:pt x="109226" y="94188"/>
                </a:lnTo>
                <a:lnTo>
                  <a:pt x="109283" y="94545"/>
                </a:lnTo>
                <a:lnTo>
                  <a:pt x="109316" y="94892"/>
                </a:lnTo>
                <a:lnTo>
                  <a:pt x="109323" y="95229"/>
                </a:lnTo>
                <a:lnTo>
                  <a:pt x="109307" y="95557"/>
                </a:lnTo>
                <a:lnTo>
                  <a:pt x="109266" y="95875"/>
                </a:lnTo>
                <a:lnTo>
                  <a:pt x="109202" y="96185"/>
                </a:lnTo>
                <a:lnTo>
                  <a:pt x="109115" y="96487"/>
                </a:lnTo>
                <a:lnTo>
                  <a:pt x="109004" y="96780"/>
                </a:lnTo>
                <a:lnTo>
                  <a:pt x="108870" y="97065"/>
                </a:lnTo>
                <a:lnTo>
                  <a:pt x="108714" y="97342"/>
                </a:lnTo>
                <a:lnTo>
                  <a:pt x="108536" y="97612"/>
                </a:lnTo>
                <a:lnTo>
                  <a:pt x="108335" y="97875"/>
                </a:lnTo>
                <a:lnTo>
                  <a:pt x="108113" y="98131"/>
                </a:lnTo>
                <a:lnTo>
                  <a:pt x="107869" y="98381"/>
                </a:lnTo>
                <a:lnTo>
                  <a:pt x="107604" y="98624"/>
                </a:lnTo>
                <a:lnTo>
                  <a:pt x="107318" y="98861"/>
                </a:lnTo>
                <a:lnTo>
                  <a:pt x="107011" y="99092"/>
                </a:lnTo>
                <a:lnTo>
                  <a:pt x="106684" y="99317"/>
                </a:lnTo>
                <a:lnTo>
                  <a:pt x="106337" y="99538"/>
                </a:lnTo>
                <a:lnTo>
                  <a:pt x="105922" y="99797"/>
                </a:lnTo>
                <a:lnTo>
                  <a:pt x="105510" y="100058"/>
                </a:lnTo>
                <a:lnTo>
                  <a:pt x="105100" y="100321"/>
                </a:lnTo>
                <a:lnTo>
                  <a:pt x="104692" y="100585"/>
                </a:lnTo>
                <a:lnTo>
                  <a:pt x="104285" y="100848"/>
                </a:lnTo>
                <a:lnTo>
                  <a:pt x="103880" y="101110"/>
                </a:lnTo>
                <a:lnTo>
                  <a:pt x="103474" y="101371"/>
                </a:lnTo>
                <a:lnTo>
                  <a:pt x="103069" y="101628"/>
                </a:lnTo>
                <a:lnTo>
                  <a:pt x="102663" y="101881"/>
                </a:lnTo>
                <a:lnTo>
                  <a:pt x="102256" y="102130"/>
                </a:lnTo>
                <a:lnTo>
                  <a:pt x="101848" y="102372"/>
                </a:lnTo>
                <a:lnTo>
                  <a:pt x="101437" y="102609"/>
                </a:lnTo>
                <a:lnTo>
                  <a:pt x="101024" y="102838"/>
                </a:lnTo>
                <a:lnTo>
                  <a:pt x="100608" y="103058"/>
                </a:lnTo>
                <a:lnTo>
                  <a:pt x="100189" y="103270"/>
                </a:lnTo>
                <a:lnTo>
                  <a:pt x="99766" y="103471"/>
                </a:lnTo>
                <a:lnTo>
                  <a:pt x="99338" y="103661"/>
                </a:lnTo>
                <a:lnTo>
                  <a:pt x="98906" y="103840"/>
                </a:lnTo>
                <a:lnTo>
                  <a:pt x="98468" y="104005"/>
                </a:lnTo>
                <a:lnTo>
                  <a:pt x="98024" y="104157"/>
                </a:lnTo>
                <a:lnTo>
                  <a:pt x="97574" y="104294"/>
                </a:lnTo>
                <a:lnTo>
                  <a:pt x="97117" y="104416"/>
                </a:lnTo>
                <a:lnTo>
                  <a:pt x="96653" y="104522"/>
                </a:lnTo>
                <a:lnTo>
                  <a:pt x="96181" y="104610"/>
                </a:lnTo>
                <a:lnTo>
                  <a:pt x="95921" y="104175"/>
                </a:lnTo>
                <a:lnTo>
                  <a:pt x="95732" y="103741"/>
                </a:lnTo>
                <a:lnTo>
                  <a:pt x="95607" y="103310"/>
                </a:lnTo>
                <a:lnTo>
                  <a:pt x="95539" y="102880"/>
                </a:lnTo>
                <a:lnTo>
                  <a:pt x="95521" y="102451"/>
                </a:lnTo>
                <a:lnTo>
                  <a:pt x="95546" y="102024"/>
                </a:lnTo>
                <a:lnTo>
                  <a:pt x="95608" y="101599"/>
                </a:lnTo>
                <a:lnTo>
                  <a:pt x="95699" y="101176"/>
                </a:lnTo>
                <a:lnTo>
                  <a:pt x="95812" y="100754"/>
                </a:lnTo>
                <a:lnTo>
                  <a:pt x="95942" y="100334"/>
                </a:lnTo>
                <a:lnTo>
                  <a:pt x="96080" y="99915"/>
                </a:lnTo>
                <a:lnTo>
                  <a:pt x="96220" y="99498"/>
                </a:lnTo>
                <a:lnTo>
                  <a:pt x="96355" y="99083"/>
                </a:lnTo>
                <a:lnTo>
                  <a:pt x="96479" y="98669"/>
                </a:lnTo>
                <a:lnTo>
                  <a:pt x="96583" y="98257"/>
                </a:lnTo>
                <a:lnTo>
                  <a:pt x="96662" y="97847"/>
                </a:lnTo>
                <a:lnTo>
                  <a:pt x="96709" y="97439"/>
                </a:lnTo>
                <a:lnTo>
                  <a:pt x="96716" y="97032"/>
                </a:lnTo>
                <a:lnTo>
                  <a:pt x="96676" y="96626"/>
                </a:lnTo>
                <a:lnTo>
                  <a:pt x="96584" y="96223"/>
                </a:lnTo>
                <a:lnTo>
                  <a:pt x="96431" y="95821"/>
                </a:lnTo>
                <a:lnTo>
                  <a:pt x="96212" y="95420"/>
                </a:lnTo>
                <a:lnTo>
                  <a:pt x="95919" y="95021"/>
                </a:lnTo>
                <a:lnTo>
                  <a:pt x="95545" y="94624"/>
                </a:lnTo>
                <a:lnTo>
                  <a:pt x="95346" y="94625"/>
                </a:lnTo>
                <a:lnTo>
                  <a:pt x="95148" y="94627"/>
                </a:lnTo>
                <a:lnTo>
                  <a:pt x="94949" y="94631"/>
                </a:lnTo>
                <a:lnTo>
                  <a:pt x="94751" y="94636"/>
                </a:lnTo>
                <a:lnTo>
                  <a:pt x="94551" y="94642"/>
                </a:lnTo>
                <a:lnTo>
                  <a:pt x="94352" y="94649"/>
                </a:lnTo>
                <a:lnTo>
                  <a:pt x="94152" y="94657"/>
                </a:lnTo>
                <a:lnTo>
                  <a:pt x="93952" y="94665"/>
                </a:lnTo>
                <a:lnTo>
                  <a:pt x="93751" y="94675"/>
                </a:lnTo>
                <a:lnTo>
                  <a:pt x="93550" y="94684"/>
                </a:lnTo>
                <a:lnTo>
                  <a:pt x="93347" y="94694"/>
                </a:lnTo>
                <a:lnTo>
                  <a:pt x="93144" y="94704"/>
                </a:lnTo>
                <a:lnTo>
                  <a:pt x="92941" y="94713"/>
                </a:lnTo>
                <a:lnTo>
                  <a:pt x="92736" y="94723"/>
                </a:lnTo>
                <a:lnTo>
                  <a:pt x="92531" y="94733"/>
                </a:lnTo>
                <a:lnTo>
                  <a:pt x="92324" y="94742"/>
                </a:lnTo>
                <a:lnTo>
                  <a:pt x="92116" y="94750"/>
                </a:lnTo>
                <a:lnTo>
                  <a:pt x="91908" y="94758"/>
                </a:lnTo>
                <a:lnTo>
                  <a:pt x="91697" y="94765"/>
                </a:lnTo>
                <a:lnTo>
                  <a:pt x="91486" y="94771"/>
                </a:lnTo>
                <a:lnTo>
                  <a:pt x="91273" y="94776"/>
                </a:lnTo>
                <a:lnTo>
                  <a:pt x="91059" y="94780"/>
                </a:lnTo>
                <a:lnTo>
                  <a:pt x="90844" y="94782"/>
                </a:lnTo>
                <a:lnTo>
                  <a:pt x="90626" y="94783"/>
                </a:lnTo>
                <a:lnTo>
                  <a:pt x="90267" y="95197"/>
                </a:lnTo>
                <a:lnTo>
                  <a:pt x="89978" y="95609"/>
                </a:lnTo>
                <a:lnTo>
                  <a:pt x="89755" y="96017"/>
                </a:lnTo>
                <a:lnTo>
                  <a:pt x="89592" y="96423"/>
                </a:lnTo>
                <a:lnTo>
                  <a:pt x="89485" y="96826"/>
                </a:lnTo>
                <a:lnTo>
                  <a:pt x="89428" y="97227"/>
                </a:lnTo>
                <a:lnTo>
                  <a:pt x="89416" y="97626"/>
                </a:lnTo>
                <a:lnTo>
                  <a:pt x="89444" y="98023"/>
                </a:lnTo>
                <a:lnTo>
                  <a:pt x="89507" y="98419"/>
                </a:lnTo>
                <a:lnTo>
                  <a:pt x="89599" y="98813"/>
                </a:lnTo>
                <a:lnTo>
                  <a:pt x="89716" y="99206"/>
                </a:lnTo>
                <a:lnTo>
                  <a:pt x="89852" y="99597"/>
                </a:lnTo>
                <a:lnTo>
                  <a:pt x="90002" y="99988"/>
                </a:lnTo>
                <a:lnTo>
                  <a:pt x="90160" y="100378"/>
                </a:lnTo>
                <a:lnTo>
                  <a:pt x="90323" y="100768"/>
                </a:lnTo>
                <a:lnTo>
                  <a:pt x="90484" y="101158"/>
                </a:lnTo>
                <a:lnTo>
                  <a:pt x="90639" y="101548"/>
                </a:lnTo>
                <a:lnTo>
                  <a:pt x="90781" y="101938"/>
                </a:lnTo>
                <a:lnTo>
                  <a:pt x="90907" y="102328"/>
                </a:lnTo>
                <a:lnTo>
                  <a:pt x="91011" y="102719"/>
                </a:lnTo>
                <a:lnTo>
                  <a:pt x="91087" y="103111"/>
                </a:lnTo>
                <a:lnTo>
                  <a:pt x="91131" y="103503"/>
                </a:lnTo>
                <a:lnTo>
                  <a:pt x="91137" y="103897"/>
                </a:lnTo>
                <a:lnTo>
                  <a:pt x="91101" y="104293"/>
                </a:lnTo>
                <a:lnTo>
                  <a:pt x="91101" y="105878"/>
                </a:lnTo>
                <a:lnTo>
                  <a:pt x="90958" y="106126"/>
                </a:lnTo>
                <a:lnTo>
                  <a:pt x="90807" y="106358"/>
                </a:lnTo>
                <a:lnTo>
                  <a:pt x="90649" y="106572"/>
                </a:lnTo>
                <a:lnTo>
                  <a:pt x="90483" y="106770"/>
                </a:lnTo>
                <a:lnTo>
                  <a:pt x="90310" y="106953"/>
                </a:lnTo>
                <a:lnTo>
                  <a:pt x="90131" y="107121"/>
                </a:lnTo>
                <a:lnTo>
                  <a:pt x="89946" y="107275"/>
                </a:lnTo>
                <a:lnTo>
                  <a:pt x="89755" y="107416"/>
                </a:lnTo>
                <a:lnTo>
                  <a:pt x="89558" y="107544"/>
                </a:lnTo>
                <a:lnTo>
                  <a:pt x="89356" y="107660"/>
                </a:lnTo>
                <a:lnTo>
                  <a:pt x="89150" y="107765"/>
                </a:lnTo>
                <a:lnTo>
                  <a:pt x="88938" y="107859"/>
                </a:lnTo>
                <a:lnTo>
                  <a:pt x="88723" y="107943"/>
                </a:lnTo>
                <a:lnTo>
                  <a:pt x="88504" y="108018"/>
                </a:lnTo>
                <a:lnTo>
                  <a:pt x="88282" y="108085"/>
                </a:lnTo>
                <a:lnTo>
                  <a:pt x="88056" y="108144"/>
                </a:lnTo>
                <a:lnTo>
                  <a:pt x="87828" y="108195"/>
                </a:lnTo>
                <a:lnTo>
                  <a:pt x="87597" y="108240"/>
                </a:lnTo>
                <a:lnTo>
                  <a:pt x="87364" y="108280"/>
                </a:lnTo>
                <a:lnTo>
                  <a:pt x="87129" y="108314"/>
                </a:lnTo>
                <a:lnTo>
                  <a:pt x="86893" y="108344"/>
                </a:lnTo>
                <a:lnTo>
                  <a:pt x="86656" y="108370"/>
                </a:lnTo>
                <a:lnTo>
                  <a:pt x="86419" y="108393"/>
                </a:lnTo>
                <a:lnTo>
                  <a:pt x="86181" y="108414"/>
                </a:lnTo>
                <a:lnTo>
                  <a:pt x="85663" y="108607"/>
                </a:lnTo>
                <a:lnTo>
                  <a:pt x="85143" y="108790"/>
                </a:lnTo>
                <a:lnTo>
                  <a:pt x="84619" y="108963"/>
                </a:lnTo>
                <a:lnTo>
                  <a:pt x="84093" y="109126"/>
                </a:lnTo>
                <a:lnTo>
                  <a:pt x="83563" y="109279"/>
                </a:lnTo>
                <a:lnTo>
                  <a:pt x="83031" y="109422"/>
                </a:lnTo>
                <a:lnTo>
                  <a:pt x="82497" y="109554"/>
                </a:lnTo>
                <a:lnTo>
                  <a:pt x="81960" y="109676"/>
                </a:lnTo>
                <a:lnTo>
                  <a:pt x="81421" y="109787"/>
                </a:lnTo>
                <a:lnTo>
                  <a:pt x="80880" y="109888"/>
                </a:lnTo>
                <a:lnTo>
                  <a:pt x="80338" y="109979"/>
                </a:lnTo>
                <a:lnTo>
                  <a:pt x="79793" y="110058"/>
                </a:lnTo>
                <a:lnTo>
                  <a:pt x="79247" y="110127"/>
                </a:lnTo>
                <a:lnTo>
                  <a:pt x="78699" y="110185"/>
                </a:lnTo>
                <a:lnTo>
                  <a:pt x="78149" y="110233"/>
                </a:lnTo>
                <a:lnTo>
                  <a:pt x="77599" y="110269"/>
                </a:lnTo>
                <a:lnTo>
                  <a:pt x="77048" y="110294"/>
                </a:lnTo>
                <a:lnTo>
                  <a:pt x="76495" y="110308"/>
                </a:lnTo>
                <a:lnTo>
                  <a:pt x="75942" y="110311"/>
                </a:lnTo>
                <a:lnTo>
                  <a:pt x="75388" y="110303"/>
                </a:lnTo>
                <a:lnTo>
                  <a:pt x="74833" y="110284"/>
                </a:lnTo>
                <a:lnTo>
                  <a:pt x="74278" y="110253"/>
                </a:lnTo>
                <a:lnTo>
                  <a:pt x="73723" y="110211"/>
                </a:lnTo>
                <a:lnTo>
                  <a:pt x="73168" y="110157"/>
                </a:lnTo>
                <a:lnTo>
                  <a:pt x="73030" y="110157"/>
                </a:lnTo>
                <a:lnTo>
                  <a:pt x="72893" y="110154"/>
                </a:lnTo>
                <a:lnTo>
                  <a:pt x="72758" y="110151"/>
                </a:lnTo>
                <a:lnTo>
                  <a:pt x="72624" y="110146"/>
                </a:lnTo>
                <a:lnTo>
                  <a:pt x="72491" y="110140"/>
                </a:lnTo>
                <a:lnTo>
                  <a:pt x="72359" y="110133"/>
                </a:lnTo>
                <a:lnTo>
                  <a:pt x="72228" y="110125"/>
                </a:lnTo>
                <a:lnTo>
                  <a:pt x="72097" y="110116"/>
                </a:lnTo>
                <a:lnTo>
                  <a:pt x="71967" y="110107"/>
                </a:lnTo>
                <a:lnTo>
                  <a:pt x="71838" y="110098"/>
                </a:lnTo>
                <a:lnTo>
                  <a:pt x="71709" y="110088"/>
                </a:lnTo>
                <a:lnTo>
                  <a:pt x="71580" y="110078"/>
                </a:lnTo>
                <a:lnTo>
                  <a:pt x="71451" y="110068"/>
                </a:lnTo>
                <a:lnTo>
                  <a:pt x="71322" y="110058"/>
                </a:lnTo>
                <a:lnTo>
                  <a:pt x="71192" y="110049"/>
                </a:lnTo>
                <a:lnTo>
                  <a:pt x="71063" y="110040"/>
                </a:lnTo>
                <a:lnTo>
                  <a:pt x="70932" y="110031"/>
                </a:lnTo>
                <a:lnTo>
                  <a:pt x="70801" y="110024"/>
                </a:lnTo>
                <a:lnTo>
                  <a:pt x="70670" y="110017"/>
                </a:lnTo>
                <a:lnTo>
                  <a:pt x="70537" y="110011"/>
                </a:lnTo>
                <a:lnTo>
                  <a:pt x="70403" y="110006"/>
                </a:lnTo>
                <a:lnTo>
                  <a:pt x="70268" y="110002"/>
                </a:lnTo>
                <a:lnTo>
                  <a:pt x="70132" y="110000"/>
                </a:lnTo>
                <a:lnTo>
                  <a:pt x="69994" y="109999"/>
                </a:lnTo>
                <a:lnTo>
                  <a:pt x="66659" y="109523"/>
                </a:lnTo>
                <a:lnTo>
                  <a:pt x="66540" y="109503"/>
                </a:lnTo>
                <a:lnTo>
                  <a:pt x="66421" y="109481"/>
                </a:lnTo>
                <a:lnTo>
                  <a:pt x="66302" y="109457"/>
                </a:lnTo>
                <a:lnTo>
                  <a:pt x="66182" y="109432"/>
                </a:lnTo>
                <a:lnTo>
                  <a:pt x="66063" y="109406"/>
                </a:lnTo>
                <a:lnTo>
                  <a:pt x="65943" y="109380"/>
                </a:lnTo>
                <a:lnTo>
                  <a:pt x="65822" y="109352"/>
                </a:lnTo>
                <a:lnTo>
                  <a:pt x="65701" y="109324"/>
                </a:lnTo>
                <a:lnTo>
                  <a:pt x="65580" y="109295"/>
                </a:lnTo>
                <a:lnTo>
                  <a:pt x="65457" y="109266"/>
                </a:lnTo>
                <a:lnTo>
                  <a:pt x="65335" y="109236"/>
                </a:lnTo>
                <a:lnTo>
                  <a:pt x="65211" y="109206"/>
                </a:lnTo>
                <a:lnTo>
                  <a:pt x="65087" y="109177"/>
                </a:lnTo>
                <a:lnTo>
                  <a:pt x="64962" y="109147"/>
                </a:lnTo>
                <a:lnTo>
                  <a:pt x="64835" y="109118"/>
                </a:lnTo>
                <a:lnTo>
                  <a:pt x="64708" y="109089"/>
                </a:lnTo>
                <a:lnTo>
                  <a:pt x="64580" y="109061"/>
                </a:lnTo>
                <a:lnTo>
                  <a:pt x="64450" y="109033"/>
                </a:lnTo>
                <a:lnTo>
                  <a:pt x="64320" y="109006"/>
                </a:lnTo>
                <a:lnTo>
                  <a:pt x="64188" y="108980"/>
                </a:lnTo>
                <a:lnTo>
                  <a:pt x="64054" y="108956"/>
                </a:lnTo>
                <a:lnTo>
                  <a:pt x="63919" y="108932"/>
                </a:lnTo>
                <a:lnTo>
                  <a:pt x="63783" y="108910"/>
                </a:lnTo>
                <a:lnTo>
                  <a:pt x="63645" y="108889"/>
                </a:lnTo>
                <a:lnTo>
                  <a:pt x="63090" y="108807"/>
                </a:lnTo>
                <a:lnTo>
                  <a:pt x="62537" y="108718"/>
                </a:lnTo>
                <a:lnTo>
                  <a:pt x="61986" y="108622"/>
                </a:lnTo>
                <a:lnTo>
                  <a:pt x="61436" y="108521"/>
                </a:lnTo>
                <a:lnTo>
                  <a:pt x="60888" y="108413"/>
                </a:lnTo>
                <a:lnTo>
                  <a:pt x="60341" y="108300"/>
                </a:lnTo>
                <a:lnTo>
                  <a:pt x="59797" y="108181"/>
                </a:lnTo>
                <a:lnTo>
                  <a:pt x="59253" y="108056"/>
                </a:lnTo>
                <a:lnTo>
                  <a:pt x="58712" y="107925"/>
                </a:lnTo>
                <a:lnTo>
                  <a:pt x="58172" y="107790"/>
                </a:lnTo>
                <a:lnTo>
                  <a:pt x="57634" y="107649"/>
                </a:lnTo>
                <a:lnTo>
                  <a:pt x="57098" y="107502"/>
                </a:lnTo>
                <a:lnTo>
                  <a:pt x="56563" y="107351"/>
                </a:lnTo>
                <a:lnTo>
                  <a:pt x="56030" y="107196"/>
                </a:lnTo>
                <a:lnTo>
                  <a:pt x="55498" y="107035"/>
                </a:lnTo>
                <a:lnTo>
                  <a:pt x="54968" y="106870"/>
                </a:lnTo>
                <a:lnTo>
                  <a:pt x="54440" y="106700"/>
                </a:lnTo>
                <a:lnTo>
                  <a:pt x="53913" y="106527"/>
                </a:lnTo>
                <a:lnTo>
                  <a:pt x="53388" y="106349"/>
                </a:lnTo>
                <a:lnTo>
                  <a:pt x="52865" y="106167"/>
                </a:lnTo>
                <a:lnTo>
                  <a:pt x="52343" y="105981"/>
                </a:lnTo>
                <a:lnTo>
                  <a:pt x="51823" y="105792"/>
                </a:lnTo>
                <a:lnTo>
                  <a:pt x="51305" y="105599"/>
                </a:lnTo>
                <a:lnTo>
                  <a:pt x="50788" y="105402"/>
                </a:lnTo>
                <a:lnTo>
                  <a:pt x="50189" y="105183"/>
                </a:lnTo>
                <a:lnTo>
                  <a:pt x="49622" y="104958"/>
                </a:lnTo>
                <a:lnTo>
                  <a:pt x="49088" y="104728"/>
                </a:lnTo>
                <a:lnTo>
                  <a:pt x="48589" y="104492"/>
                </a:lnTo>
                <a:lnTo>
                  <a:pt x="48124" y="104247"/>
                </a:lnTo>
                <a:lnTo>
                  <a:pt x="47696" y="103993"/>
                </a:lnTo>
                <a:lnTo>
                  <a:pt x="47304" y="103729"/>
                </a:lnTo>
                <a:lnTo>
                  <a:pt x="46949" y="103453"/>
                </a:lnTo>
                <a:lnTo>
                  <a:pt x="46634" y="103165"/>
                </a:lnTo>
                <a:lnTo>
                  <a:pt x="46358" y="102863"/>
                </a:lnTo>
                <a:lnTo>
                  <a:pt x="46122" y="102546"/>
                </a:lnTo>
                <a:lnTo>
                  <a:pt x="45927" y="102213"/>
                </a:lnTo>
                <a:lnTo>
                  <a:pt x="45775" y="101862"/>
                </a:lnTo>
                <a:lnTo>
                  <a:pt x="45666" y="101493"/>
                </a:lnTo>
                <a:lnTo>
                  <a:pt x="45600" y="101104"/>
                </a:lnTo>
                <a:lnTo>
                  <a:pt x="45580" y="100694"/>
                </a:lnTo>
                <a:lnTo>
                  <a:pt x="45605" y="100263"/>
                </a:lnTo>
                <a:lnTo>
                  <a:pt x="45677" y="99808"/>
                </a:lnTo>
                <a:lnTo>
                  <a:pt x="45796" y="99329"/>
                </a:lnTo>
                <a:lnTo>
                  <a:pt x="45964" y="98824"/>
                </a:lnTo>
                <a:lnTo>
                  <a:pt x="46181" y="98292"/>
                </a:lnTo>
                <a:lnTo>
                  <a:pt x="46449" y="97733"/>
                </a:lnTo>
                <a:lnTo>
                  <a:pt x="46767" y="97145"/>
                </a:lnTo>
                <a:lnTo>
                  <a:pt x="47138" y="96526"/>
                </a:lnTo>
                <a:lnTo>
                  <a:pt x="47340" y="96204"/>
                </a:lnTo>
                <a:lnTo>
                  <a:pt x="47546" y="95871"/>
                </a:lnTo>
                <a:lnTo>
                  <a:pt x="47754" y="95528"/>
                </a:lnTo>
                <a:lnTo>
                  <a:pt x="47961" y="95178"/>
                </a:lnTo>
                <a:lnTo>
                  <a:pt x="48161" y="94820"/>
                </a:lnTo>
                <a:lnTo>
                  <a:pt x="48353" y="94456"/>
                </a:lnTo>
                <a:lnTo>
                  <a:pt x="48532" y="94087"/>
                </a:lnTo>
                <a:lnTo>
                  <a:pt x="48695" y="93714"/>
                </a:lnTo>
                <a:lnTo>
                  <a:pt x="48839" y="93339"/>
                </a:lnTo>
                <a:lnTo>
                  <a:pt x="48961" y="92962"/>
                </a:lnTo>
                <a:lnTo>
                  <a:pt x="49056" y="92584"/>
                </a:lnTo>
                <a:lnTo>
                  <a:pt x="49121" y="92207"/>
                </a:lnTo>
                <a:lnTo>
                  <a:pt x="49154" y="91832"/>
                </a:lnTo>
                <a:lnTo>
                  <a:pt x="49150" y="91459"/>
                </a:lnTo>
                <a:lnTo>
                  <a:pt x="49106" y="91090"/>
                </a:lnTo>
                <a:lnTo>
                  <a:pt x="49019" y="90726"/>
                </a:lnTo>
                <a:lnTo>
                  <a:pt x="48884" y="90369"/>
                </a:lnTo>
                <a:lnTo>
                  <a:pt x="48700" y="90018"/>
                </a:lnTo>
                <a:lnTo>
                  <a:pt x="48462" y="89676"/>
                </a:lnTo>
                <a:lnTo>
                  <a:pt x="48166" y="89342"/>
                </a:lnTo>
                <a:lnTo>
                  <a:pt x="47810" y="89020"/>
                </a:lnTo>
                <a:lnTo>
                  <a:pt x="47390" y="88709"/>
                </a:lnTo>
                <a:lnTo>
                  <a:pt x="46903" y="88410"/>
                </a:lnTo>
                <a:lnTo>
                  <a:pt x="46344" y="88126"/>
                </a:lnTo>
                <a:lnTo>
                  <a:pt x="46205" y="88204"/>
                </a:lnTo>
                <a:lnTo>
                  <a:pt x="46066" y="88281"/>
                </a:lnTo>
                <a:lnTo>
                  <a:pt x="45927" y="88357"/>
                </a:lnTo>
                <a:lnTo>
                  <a:pt x="45789" y="88431"/>
                </a:lnTo>
                <a:lnTo>
                  <a:pt x="45650" y="88504"/>
                </a:lnTo>
                <a:lnTo>
                  <a:pt x="45511" y="88577"/>
                </a:lnTo>
                <a:lnTo>
                  <a:pt x="45372" y="88648"/>
                </a:lnTo>
                <a:lnTo>
                  <a:pt x="45233" y="88719"/>
                </a:lnTo>
                <a:lnTo>
                  <a:pt x="45094" y="88789"/>
                </a:lnTo>
                <a:lnTo>
                  <a:pt x="44955" y="88859"/>
                </a:lnTo>
                <a:lnTo>
                  <a:pt x="44817" y="88928"/>
                </a:lnTo>
                <a:lnTo>
                  <a:pt x="44678" y="88998"/>
                </a:lnTo>
                <a:lnTo>
                  <a:pt x="44539" y="89067"/>
                </a:lnTo>
                <a:lnTo>
                  <a:pt x="44400" y="89136"/>
                </a:lnTo>
                <a:lnTo>
                  <a:pt x="44261" y="89206"/>
                </a:lnTo>
                <a:lnTo>
                  <a:pt x="44122" y="89276"/>
                </a:lnTo>
                <a:lnTo>
                  <a:pt x="43984" y="89347"/>
                </a:lnTo>
                <a:lnTo>
                  <a:pt x="43845" y="89419"/>
                </a:lnTo>
                <a:lnTo>
                  <a:pt x="43706" y="89491"/>
                </a:lnTo>
                <a:lnTo>
                  <a:pt x="43567" y="89564"/>
                </a:lnTo>
                <a:lnTo>
                  <a:pt x="43429" y="89638"/>
                </a:lnTo>
                <a:lnTo>
                  <a:pt x="43290" y="89714"/>
                </a:lnTo>
                <a:lnTo>
                  <a:pt x="43151" y="89791"/>
                </a:lnTo>
                <a:lnTo>
                  <a:pt x="43013" y="89869"/>
                </a:lnTo>
                <a:lnTo>
                  <a:pt x="42788" y="90012"/>
                </a:lnTo>
                <a:lnTo>
                  <a:pt x="42590" y="90163"/>
                </a:lnTo>
                <a:lnTo>
                  <a:pt x="42418" y="90321"/>
                </a:lnTo>
                <a:lnTo>
                  <a:pt x="42268" y="90486"/>
                </a:lnTo>
                <a:lnTo>
                  <a:pt x="42141" y="90657"/>
                </a:lnTo>
                <a:lnTo>
                  <a:pt x="42035" y="90835"/>
                </a:lnTo>
                <a:lnTo>
                  <a:pt x="41947" y="91019"/>
                </a:lnTo>
                <a:lnTo>
                  <a:pt x="41877" y="91208"/>
                </a:lnTo>
                <a:lnTo>
                  <a:pt x="41823" y="91402"/>
                </a:lnTo>
                <a:lnTo>
                  <a:pt x="41783" y="91600"/>
                </a:lnTo>
                <a:lnTo>
                  <a:pt x="41757" y="91803"/>
                </a:lnTo>
                <a:lnTo>
                  <a:pt x="41742" y="92009"/>
                </a:lnTo>
                <a:lnTo>
                  <a:pt x="41736" y="92219"/>
                </a:lnTo>
                <a:lnTo>
                  <a:pt x="41739" y="92431"/>
                </a:lnTo>
                <a:lnTo>
                  <a:pt x="41749" y="92646"/>
                </a:lnTo>
                <a:lnTo>
                  <a:pt x="41765" y="92863"/>
                </a:lnTo>
                <a:lnTo>
                  <a:pt x="41784" y="93082"/>
                </a:lnTo>
                <a:lnTo>
                  <a:pt x="41806" y="93302"/>
                </a:lnTo>
                <a:lnTo>
                  <a:pt x="41828" y="93523"/>
                </a:lnTo>
                <a:lnTo>
                  <a:pt x="41850" y="93744"/>
                </a:lnTo>
                <a:lnTo>
                  <a:pt x="41870" y="93965"/>
                </a:lnTo>
                <a:lnTo>
                  <a:pt x="41886" y="94186"/>
                </a:lnTo>
                <a:lnTo>
                  <a:pt x="41896" y="94406"/>
                </a:lnTo>
                <a:lnTo>
                  <a:pt x="41900" y="94624"/>
                </a:lnTo>
                <a:lnTo>
                  <a:pt x="42058" y="94843"/>
                </a:lnTo>
                <a:lnTo>
                  <a:pt x="42215" y="95065"/>
                </a:lnTo>
                <a:lnTo>
                  <a:pt x="42368" y="95289"/>
                </a:lnTo>
                <a:lnTo>
                  <a:pt x="42514" y="95517"/>
                </a:lnTo>
                <a:lnTo>
                  <a:pt x="42653" y="95750"/>
                </a:lnTo>
                <a:lnTo>
                  <a:pt x="42783" y="95989"/>
                </a:lnTo>
                <a:lnTo>
                  <a:pt x="42901" y="96234"/>
                </a:lnTo>
                <a:lnTo>
                  <a:pt x="43005" y="96485"/>
                </a:lnTo>
                <a:lnTo>
                  <a:pt x="43094" y="96745"/>
                </a:lnTo>
                <a:lnTo>
                  <a:pt x="43166" y="97012"/>
                </a:lnTo>
                <a:lnTo>
                  <a:pt x="43218" y="97289"/>
                </a:lnTo>
                <a:lnTo>
                  <a:pt x="43249" y="97576"/>
                </a:lnTo>
                <a:lnTo>
                  <a:pt x="43257" y="97874"/>
                </a:lnTo>
                <a:lnTo>
                  <a:pt x="43240" y="98183"/>
                </a:lnTo>
                <a:lnTo>
                  <a:pt x="43196" y="98505"/>
                </a:lnTo>
                <a:lnTo>
                  <a:pt x="43123" y="98839"/>
                </a:lnTo>
                <a:lnTo>
                  <a:pt x="43019" y="99187"/>
                </a:lnTo>
                <a:lnTo>
                  <a:pt x="42882" y="99550"/>
                </a:lnTo>
                <a:lnTo>
                  <a:pt x="42711" y="99928"/>
                </a:lnTo>
                <a:lnTo>
                  <a:pt x="42503" y="100322"/>
                </a:lnTo>
                <a:lnTo>
                  <a:pt x="42256" y="100733"/>
                </a:lnTo>
                <a:lnTo>
                  <a:pt x="41969" y="101161"/>
                </a:lnTo>
                <a:lnTo>
                  <a:pt x="41639" y="101608"/>
                </a:lnTo>
                <a:lnTo>
                  <a:pt x="41265" y="102074"/>
                </a:lnTo>
                <a:lnTo>
                  <a:pt x="41010" y="101739"/>
                </a:lnTo>
                <a:lnTo>
                  <a:pt x="40759" y="101410"/>
                </a:lnTo>
                <a:lnTo>
                  <a:pt x="40513" y="101085"/>
                </a:lnTo>
                <a:lnTo>
                  <a:pt x="40270" y="100764"/>
                </a:lnTo>
                <a:lnTo>
                  <a:pt x="40032" y="100447"/>
                </a:lnTo>
                <a:lnTo>
                  <a:pt x="39797" y="100135"/>
                </a:lnTo>
                <a:lnTo>
                  <a:pt x="39566" y="99826"/>
                </a:lnTo>
                <a:lnTo>
                  <a:pt x="39337" y="99520"/>
                </a:lnTo>
                <a:lnTo>
                  <a:pt x="39112" y="99218"/>
                </a:lnTo>
                <a:lnTo>
                  <a:pt x="38888" y="98919"/>
                </a:lnTo>
                <a:lnTo>
                  <a:pt x="38667" y="98623"/>
                </a:lnTo>
                <a:lnTo>
                  <a:pt x="38448" y="98329"/>
                </a:lnTo>
                <a:lnTo>
                  <a:pt x="38231" y="98038"/>
                </a:lnTo>
                <a:lnTo>
                  <a:pt x="38015" y="97749"/>
                </a:lnTo>
                <a:lnTo>
                  <a:pt x="37800" y="97463"/>
                </a:lnTo>
                <a:lnTo>
                  <a:pt x="37586" y="97178"/>
                </a:lnTo>
                <a:lnTo>
                  <a:pt x="37372" y="96895"/>
                </a:lnTo>
                <a:lnTo>
                  <a:pt x="37159" y="96613"/>
                </a:lnTo>
                <a:lnTo>
                  <a:pt x="36946" y="96333"/>
                </a:lnTo>
                <a:lnTo>
                  <a:pt x="36733" y="96053"/>
                </a:lnTo>
                <a:lnTo>
                  <a:pt x="36519" y="95774"/>
                </a:lnTo>
                <a:lnTo>
                  <a:pt x="36304" y="95496"/>
                </a:lnTo>
                <a:lnTo>
                  <a:pt x="36088" y="95219"/>
                </a:lnTo>
                <a:lnTo>
                  <a:pt x="35871" y="94941"/>
                </a:lnTo>
                <a:lnTo>
                  <a:pt x="35812" y="94941"/>
                </a:lnTo>
                <a:lnTo>
                  <a:pt x="35758" y="94938"/>
                </a:lnTo>
                <a:lnTo>
                  <a:pt x="35706" y="94934"/>
                </a:lnTo>
                <a:lnTo>
                  <a:pt x="35657" y="94927"/>
                </a:lnTo>
                <a:lnTo>
                  <a:pt x="35611" y="94919"/>
                </a:lnTo>
                <a:lnTo>
                  <a:pt x="35567" y="94909"/>
                </a:lnTo>
                <a:lnTo>
                  <a:pt x="35526" y="94897"/>
                </a:lnTo>
                <a:lnTo>
                  <a:pt x="35487" y="94883"/>
                </a:lnTo>
                <a:lnTo>
                  <a:pt x="35451" y="94866"/>
                </a:lnTo>
                <a:lnTo>
                  <a:pt x="35417" y="94847"/>
                </a:lnTo>
                <a:lnTo>
                  <a:pt x="35384" y="94826"/>
                </a:lnTo>
                <a:lnTo>
                  <a:pt x="35354" y="94803"/>
                </a:lnTo>
                <a:lnTo>
                  <a:pt x="35325" y="94777"/>
                </a:lnTo>
                <a:lnTo>
                  <a:pt x="35297" y="94748"/>
                </a:lnTo>
                <a:lnTo>
                  <a:pt x="35271" y="94717"/>
                </a:lnTo>
                <a:lnTo>
                  <a:pt x="35246" y="94683"/>
                </a:lnTo>
                <a:lnTo>
                  <a:pt x="35223" y="94646"/>
                </a:lnTo>
                <a:lnTo>
                  <a:pt x="35200" y="94607"/>
                </a:lnTo>
                <a:lnTo>
                  <a:pt x="35178" y="94565"/>
                </a:lnTo>
                <a:lnTo>
                  <a:pt x="35157" y="94519"/>
                </a:lnTo>
                <a:lnTo>
                  <a:pt x="35137" y="94471"/>
                </a:lnTo>
                <a:lnTo>
                  <a:pt x="35117" y="94420"/>
                </a:lnTo>
                <a:lnTo>
                  <a:pt x="35097" y="94365"/>
                </a:lnTo>
                <a:lnTo>
                  <a:pt x="35077" y="94307"/>
                </a:lnTo>
                <a:lnTo>
                  <a:pt x="35018" y="94248"/>
                </a:lnTo>
                <a:lnTo>
                  <a:pt x="34961" y="94189"/>
                </a:lnTo>
                <a:lnTo>
                  <a:pt x="34905" y="94129"/>
                </a:lnTo>
                <a:lnTo>
                  <a:pt x="34850" y="94070"/>
                </a:lnTo>
                <a:lnTo>
                  <a:pt x="34797" y="94012"/>
                </a:lnTo>
                <a:lnTo>
                  <a:pt x="34744" y="93953"/>
                </a:lnTo>
                <a:lnTo>
                  <a:pt x="34692" y="93895"/>
                </a:lnTo>
                <a:lnTo>
                  <a:pt x="34641" y="93838"/>
                </a:lnTo>
                <a:lnTo>
                  <a:pt x="34591" y="93781"/>
                </a:lnTo>
                <a:lnTo>
                  <a:pt x="34541" y="93724"/>
                </a:lnTo>
                <a:lnTo>
                  <a:pt x="34491" y="93669"/>
                </a:lnTo>
                <a:lnTo>
                  <a:pt x="34441" y="93614"/>
                </a:lnTo>
                <a:lnTo>
                  <a:pt x="34392" y="93560"/>
                </a:lnTo>
                <a:lnTo>
                  <a:pt x="34342" y="93507"/>
                </a:lnTo>
                <a:lnTo>
                  <a:pt x="34292" y="93454"/>
                </a:lnTo>
                <a:lnTo>
                  <a:pt x="34241" y="93403"/>
                </a:lnTo>
                <a:lnTo>
                  <a:pt x="34190" y="93353"/>
                </a:lnTo>
                <a:lnTo>
                  <a:pt x="34139" y="93304"/>
                </a:lnTo>
                <a:lnTo>
                  <a:pt x="34086" y="93257"/>
                </a:lnTo>
                <a:lnTo>
                  <a:pt x="34033" y="93210"/>
                </a:lnTo>
                <a:lnTo>
                  <a:pt x="33978" y="93165"/>
                </a:lnTo>
                <a:lnTo>
                  <a:pt x="33922" y="93122"/>
                </a:lnTo>
                <a:lnTo>
                  <a:pt x="33865" y="93080"/>
                </a:lnTo>
                <a:lnTo>
                  <a:pt x="33806" y="93039"/>
                </a:lnTo>
                <a:lnTo>
                  <a:pt x="33647" y="92881"/>
                </a:lnTo>
                <a:lnTo>
                  <a:pt x="33253" y="92582"/>
                </a:lnTo>
                <a:lnTo>
                  <a:pt x="32902" y="92280"/>
                </a:lnTo>
                <a:lnTo>
                  <a:pt x="32592" y="91975"/>
                </a:lnTo>
                <a:lnTo>
                  <a:pt x="32323" y="91667"/>
                </a:lnTo>
                <a:lnTo>
                  <a:pt x="32094" y="91357"/>
                </a:lnTo>
                <a:lnTo>
                  <a:pt x="31902" y="91043"/>
                </a:lnTo>
                <a:lnTo>
                  <a:pt x="31746" y="90728"/>
                </a:lnTo>
                <a:lnTo>
                  <a:pt x="31626" y="90409"/>
                </a:lnTo>
                <a:lnTo>
                  <a:pt x="31539" y="90089"/>
                </a:lnTo>
                <a:lnTo>
                  <a:pt x="31484" y="89767"/>
                </a:lnTo>
                <a:lnTo>
                  <a:pt x="31460" y="89443"/>
                </a:lnTo>
                <a:lnTo>
                  <a:pt x="31465" y="89116"/>
                </a:lnTo>
                <a:lnTo>
                  <a:pt x="31499" y="88789"/>
                </a:lnTo>
                <a:lnTo>
                  <a:pt x="31559" y="88460"/>
                </a:lnTo>
                <a:lnTo>
                  <a:pt x="31645" y="88129"/>
                </a:lnTo>
                <a:lnTo>
                  <a:pt x="31755" y="87797"/>
                </a:lnTo>
                <a:lnTo>
                  <a:pt x="31887" y="87464"/>
                </a:lnTo>
                <a:lnTo>
                  <a:pt x="32040" y="87130"/>
                </a:lnTo>
                <a:lnTo>
                  <a:pt x="32214" y="86796"/>
                </a:lnTo>
                <a:lnTo>
                  <a:pt x="32405" y="86460"/>
                </a:lnTo>
                <a:lnTo>
                  <a:pt x="32614" y="86124"/>
                </a:lnTo>
                <a:lnTo>
                  <a:pt x="32839" y="85788"/>
                </a:lnTo>
                <a:lnTo>
                  <a:pt x="33078" y="85451"/>
                </a:lnTo>
                <a:lnTo>
                  <a:pt x="33330" y="85114"/>
                </a:lnTo>
                <a:lnTo>
                  <a:pt x="33482" y="84698"/>
                </a:lnTo>
                <a:lnTo>
                  <a:pt x="33623" y="84283"/>
                </a:lnTo>
                <a:lnTo>
                  <a:pt x="33750" y="83867"/>
                </a:lnTo>
                <a:lnTo>
                  <a:pt x="33862" y="83453"/>
                </a:lnTo>
                <a:lnTo>
                  <a:pt x="33960" y="83040"/>
                </a:lnTo>
                <a:lnTo>
                  <a:pt x="34041" y="82628"/>
                </a:lnTo>
                <a:lnTo>
                  <a:pt x="34106" y="82218"/>
                </a:lnTo>
                <a:lnTo>
                  <a:pt x="34153" y="81809"/>
                </a:lnTo>
                <a:lnTo>
                  <a:pt x="34180" y="81403"/>
                </a:lnTo>
                <a:lnTo>
                  <a:pt x="34189" y="81000"/>
                </a:lnTo>
                <a:lnTo>
                  <a:pt x="34177" y="80599"/>
                </a:lnTo>
                <a:lnTo>
                  <a:pt x="34143" y="80201"/>
                </a:lnTo>
                <a:lnTo>
                  <a:pt x="34087" y="79806"/>
                </a:lnTo>
                <a:lnTo>
                  <a:pt x="34008" y="79415"/>
                </a:lnTo>
                <a:lnTo>
                  <a:pt x="33905" y="79028"/>
                </a:lnTo>
                <a:lnTo>
                  <a:pt x="33776" y="78645"/>
                </a:lnTo>
                <a:lnTo>
                  <a:pt x="33622" y="78267"/>
                </a:lnTo>
                <a:lnTo>
                  <a:pt x="33441" y="77893"/>
                </a:lnTo>
                <a:lnTo>
                  <a:pt x="33233" y="77524"/>
                </a:lnTo>
                <a:lnTo>
                  <a:pt x="32995" y="77160"/>
                </a:lnTo>
                <a:lnTo>
                  <a:pt x="32729" y="76802"/>
                </a:lnTo>
                <a:lnTo>
                  <a:pt x="32431" y="76449"/>
                </a:lnTo>
                <a:lnTo>
                  <a:pt x="32103" y="76103"/>
                </a:lnTo>
                <a:lnTo>
                  <a:pt x="31742" y="75763"/>
                </a:lnTo>
                <a:lnTo>
                  <a:pt x="31683" y="75763"/>
                </a:lnTo>
                <a:lnTo>
                  <a:pt x="31623" y="75763"/>
                </a:lnTo>
                <a:lnTo>
                  <a:pt x="31564" y="75763"/>
                </a:lnTo>
                <a:lnTo>
                  <a:pt x="31504" y="75762"/>
                </a:lnTo>
                <a:lnTo>
                  <a:pt x="31445" y="75761"/>
                </a:lnTo>
                <a:lnTo>
                  <a:pt x="31385" y="75760"/>
                </a:lnTo>
                <a:lnTo>
                  <a:pt x="31326" y="75759"/>
                </a:lnTo>
                <a:lnTo>
                  <a:pt x="31266" y="75757"/>
                </a:lnTo>
                <a:lnTo>
                  <a:pt x="31207" y="75755"/>
                </a:lnTo>
                <a:lnTo>
                  <a:pt x="31147" y="75751"/>
                </a:lnTo>
                <a:lnTo>
                  <a:pt x="31088" y="75748"/>
                </a:lnTo>
                <a:lnTo>
                  <a:pt x="31028" y="75743"/>
                </a:lnTo>
                <a:lnTo>
                  <a:pt x="30969" y="75738"/>
                </a:lnTo>
                <a:lnTo>
                  <a:pt x="30910" y="75731"/>
                </a:lnTo>
                <a:lnTo>
                  <a:pt x="30850" y="75724"/>
                </a:lnTo>
                <a:lnTo>
                  <a:pt x="30791" y="75716"/>
                </a:lnTo>
                <a:lnTo>
                  <a:pt x="30731" y="75707"/>
                </a:lnTo>
                <a:lnTo>
                  <a:pt x="30672" y="75696"/>
                </a:lnTo>
                <a:lnTo>
                  <a:pt x="30612" y="75684"/>
                </a:lnTo>
                <a:lnTo>
                  <a:pt x="30553" y="75671"/>
                </a:lnTo>
                <a:lnTo>
                  <a:pt x="30494" y="75657"/>
                </a:lnTo>
                <a:lnTo>
                  <a:pt x="30434" y="75641"/>
                </a:lnTo>
                <a:lnTo>
                  <a:pt x="30375" y="75623"/>
                </a:lnTo>
                <a:lnTo>
                  <a:pt x="30316" y="75604"/>
                </a:lnTo>
                <a:lnTo>
                  <a:pt x="30315" y="75664"/>
                </a:lnTo>
                <a:lnTo>
                  <a:pt x="30312" y="75723"/>
                </a:lnTo>
                <a:lnTo>
                  <a:pt x="30308" y="75782"/>
                </a:lnTo>
                <a:lnTo>
                  <a:pt x="30302" y="75841"/>
                </a:lnTo>
                <a:lnTo>
                  <a:pt x="30295" y="75900"/>
                </a:lnTo>
                <a:lnTo>
                  <a:pt x="30286" y="75959"/>
                </a:lnTo>
                <a:lnTo>
                  <a:pt x="30275" y="76017"/>
                </a:lnTo>
                <a:lnTo>
                  <a:pt x="30262" y="76074"/>
                </a:lnTo>
                <a:lnTo>
                  <a:pt x="30248" y="76131"/>
                </a:lnTo>
                <a:lnTo>
                  <a:pt x="30232" y="76187"/>
                </a:lnTo>
                <a:lnTo>
                  <a:pt x="30215" y="76243"/>
                </a:lnTo>
                <a:lnTo>
                  <a:pt x="30196" y="76298"/>
                </a:lnTo>
                <a:lnTo>
                  <a:pt x="30175" y="76352"/>
                </a:lnTo>
                <a:lnTo>
                  <a:pt x="30153" y="76405"/>
                </a:lnTo>
                <a:lnTo>
                  <a:pt x="30129" y="76457"/>
                </a:lnTo>
                <a:lnTo>
                  <a:pt x="30103" y="76508"/>
                </a:lnTo>
                <a:lnTo>
                  <a:pt x="30075" y="76558"/>
                </a:lnTo>
                <a:lnTo>
                  <a:pt x="30046" y="76607"/>
                </a:lnTo>
                <a:lnTo>
                  <a:pt x="30016" y="76655"/>
                </a:lnTo>
                <a:lnTo>
                  <a:pt x="29984" y="76701"/>
                </a:lnTo>
                <a:lnTo>
                  <a:pt x="29950" y="76746"/>
                </a:lnTo>
                <a:lnTo>
                  <a:pt x="29914" y="76790"/>
                </a:lnTo>
                <a:lnTo>
                  <a:pt x="29877" y="76832"/>
                </a:lnTo>
                <a:lnTo>
                  <a:pt x="29838" y="76872"/>
                </a:lnTo>
                <a:lnTo>
                  <a:pt x="29835" y="76989"/>
                </a:lnTo>
                <a:lnTo>
                  <a:pt x="29828" y="77100"/>
                </a:lnTo>
                <a:lnTo>
                  <a:pt x="29816" y="77207"/>
                </a:lnTo>
                <a:lnTo>
                  <a:pt x="29798" y="77308"/>
                </a:lnTo>
                <a:lnTo>
                  <a:pt x="29776" y="77405"/>
                </a:lnTo>
                <a:lnTo>
                  <a:pt x="29749" y="77496"/>
                </a:lnTo>
                <a:lnTo>
                  <a:pt x="29716" y="77583"/>
                </a:lnTo>
                <a:lnTo>
                  <a:pt x="29679" y="77665"/>
                </a:lnTo>
                <a:lnTo>
                  <a:pt x="29637" y="77742"/>
                </a:lnTo>
                <a:lnTo>
                  <a:pt x="29590" y="77813"/>
                </a:lnTo>
                <a:lnTo>
                  <a:pt x="29538" y="77880"/>
                </a:lnTo>
                <a:lnTo>
                  <a:pt x="29481" y="77942"/>
                </a:lnTo>
                <a:lnTo>
                  <a:pt x="29419" y="77999"/>
                </a:lnTo>
                <a:lnTo>
                  <a:pt x="29352" y="78051"/>
                </a:lnTo>
                <a:lnTo>
                  <a:pt x="29280" y="78098"/>
                </a:lnTo>
                <a:lnTo>
                  <a:pt x="29203" y="78140"/>
                </a:lnTo>
                <a:lnTo>
                  <a:pt x="29121" y="78178"/>
                </a:lnTo>
                <a:lnTo>
                  <a:pt x="29034" y="78210"/>
                </a:lnTo>
                <a:lnTo>
                  <a:pt x="28943" y="78237"/>
                </a:lnTo>
                <a:lnTo>
                  <a:pt x="28846" y="78259"/>
                </a:lnTo>
                <a:lnTo>
                  <a:pt x="28744" y="78277"/>
                </a:lnTo>
                <a:lnTo>
                  <a:pt x="28638" y="78289"/>
                </a:lnTo>
                <a:lnTo>
                  <a:pt x="28526" y="78296"/>
                </a:lnTo>
                <a:lnTo>
                  <a:pt x="28410" y="78299"/>
                </a:lnTo>
                <a:lnTo>
                  <a:pt x="28173" y="78429"/>
                </a:lnTo>
                <a:lnTo>
                  <a:pt x="27978" y="78580"/>
                </a:lnTo>
                <a:lnTo>
                  <a:pt x="27819" y="78751"/>
                </a:lnTo>
                <a:lnTo>
                  <a:pt x="27692" y="78938"/>
                </a:lnTo>
                <a:lnTo>
                  <a:pt x="27594" y="79141"/>
                </a:lnTo>
                <a:lnTo>
                  <a:pt x="27520" y="79356"/>
                </a:lnTo>
                <a:lnTo>
                  <a:pt x="27466" y="79583"/>
                </a:lnTo>
                <a:lnTo>
                  <a:pt x="27429" y="79819"/>
                </a:lnTo>
                <a:lnTo>
                  <a:pt x="27403" y="80062"/>
                </a:lnTo>
                <a:lnTo>
                  <a:pt x="27386" y="80311"/>
                </a:lnTo>
                <a:lnTo>
                  <a:pt x="27372" y="80562"/>
                </a:lnTo>
                <a:lnTo>
                  <a:pt x="27359" y="80815"/>
                </a:lnTo>
                <a:lnTo>
                  <a:pt x="27341" y="81067"/>
                </a:lnTo>
                <a:lnTo>
                  <a:pt x="27315" y="81316"/>
                </a:lnTo>
                <a:lnTo>
                  <a:pt x="27277" y="81560"/>
                </a:lnTo>
                <a:lnTo>
                  <a:pt x="27222" y="81798"/>
                </a:lnTo>
                <a:lnTo>
                  <a:pt x="27148" y="82026"/>
                </a:lnTo>
                <a:lnTo>
                  <a:pt x="27048" y="82244"/>
                </a:lnTo>
                <a:lnTo>
                  <a:pt x="26920" y="82449"/>
                </a:lnTo>
                <a:lnTo>
                  <a:pt x="26760" y="82639"/>
                </a:lnTo>
                <a:lnTo>
                  <a:pt x="26563" y="82813"/>
                </a:lnTo>
                <a:lnTo>
                  <a:pt x="26325" y="82967"/>
                </a:lnTo>
                <a:lnTo>
                  <a:pt x="26043" y="83101"/>
                </a:lnTo>
                <a:lnTo>
                  <a:pt x="25711" y="83212"/>
                </a:lnTo>
                <a:lnTo>
                  <a:pt x="25161" y="82286"/>
                </a:lnTo>
                <a:lnTo>
                  <a:pt x="24587" y="81367"/>
                </a:lnTo>
                <a:lnTo>
                  <a:pt x="23996" y="80455"/>
                </a:lnTo>
                <a:lnTo>
                  <a:pt x="23396" y="79547"/>
                </a:lnTo>
                <a:lnTo>
                  <a:pt x="22794" y="78642"/>
                </a:lnTo>
                <a:lnTo>
                  <a:pt x="22197" y="77737"/>
                </a:lnTo>
                <a:lnTo>
                  <a:pt x="21614" y="76831"/>
                </a:lnTo>
                <a:lnTo>
                  <a:pt x="21050" y="75921"/>
                </a:lnTo>
                <a:lnTo>
                  <a:pt x="20514" y="75007"/>
                </a:lnTo>
                <a:lnTo>
                  <a:pt x="20013" y="74086"/>
                </a:lnTo>
                <a:lnTo>
                  <a:pt x="19554" y="73157"/>
                </a:lnTo>
                <a:lnTo>
                  <a:pt x="19145" y="72216"/>
                </a:lnTo>
                <a:lnTo>
                  <a:pt x="18793" y="71264"/>
                </a:lnTo>
                <a:lnTo>
                  <a:pt x="18505" y="70297"/>
                </a:lnTo>
                <a:lnTo>
                  <a:pt x="18289" y="69314"/>
                </a:lnTo>
                <a:lnTo>
                  <a:pt x="18152" y="68313"/>
                </a:lnTo>
                <a:lnTo>
                  <a:pt x="18102" y="67293"/>
                </a:lnTo>
                <a:lnTo>
                  <a:pt x="18146" y="66250"/>
                </a:lnTo>
                <a:lnTo>
                  <a:pt x="18291" y="65185"/>
                </a:lnTo>
                <a:lnTo>
                  <a:pt x="18545" y="64093"/>
                </a:lnTo>
                <a:lnTo>
                  <a:pt x="18914" y="62975"/>
                </a:lnTo>
                <a:lnTo>
                  <a:pt x="19407" y="61827"/>
                </a:lnTo>
                <a:lnTo>
                  <a:pt x="20031" y="60649"/>
                </a:lnTo>
                <a:lnTo>
                  <a:pt x="20793" y="59437"/>
                </a:lnTo>
                <a:lnTo>
                  <a:pt x="20904" y="59273"/>
                </a:lnTo>
                <a:lnTo>
                  <a:pt x="21001" y="59099"/>
                </a:lnTo>
                <a:lnTo>
                  <a:pt x="21083" y="58915"/>
                </a:lnTo>
                <a:lnTo>
                  <a:pt x="21149" y="58722"/>
                </a:lnTo>
                <a:lnTo>
                  <a:pt x="21201" y="58522"/>
                </a:lnTo>
                <a:lnTo>
                  <a:pt x="21238" y="58316"/>
                </a:lnTo>
                <a:lnTo>
                  <a:pt x="21261" y="58104"/>
                </a:lnTo>
                <a:lnTo>
                  <a:pt x="21268" y="57888"/>
                </a:lnTo>
                <a:lnTo>
                  <a:pt x="21260" y="57668"/>
                </a:lnTo>
                <a:lnTo>
                  <a:pt x="21238" y="57447"/>
                </a:lnTo>
                <a:lnTo>
                  <a:pt x="21201" y="57224"/>
                </a:lnTo>
                <a:lnTo>
                  <a:pt x="21149" y="57000"/>
                </a:lnTo>
                <a:lnTo>
                  <a:pt x="21082" y="56778"/>
                </a:lnTo>
                <a:lnTo>
                  <a:pt x="21000" y="56558"/>
                </a:lnTo>
                <a:lnTo>
                  <a:pt x="20903" y="56340"/>
                </a:lnTo>
                <a:lnTo>
                  <a:pt x="20791" y="56127"/>
                </a:lnTo>
                <a:lnTo>
                  <a:pt x="20665" y="55918"/>
                </a:lnTo>
                <a:lnTo>
                  <a:pt x="20524" y="55715"/>
                </a:lnTo>
                <a:lnTo>
                  <a:pt x="20367" y="55519"/>
                </a:lnTo>
                <a:lnTo>
                  <a:pt x="20196" y="55332"/>
                </a:lnTo>
                <a:lnTo>
                  <a:pt x="20010" y="55153"/>
                </a:lnTo>
                <a:lnTo>
                  <a:pt x="19809" y="54985"/>
                </a:lnTo>
                <a:lnTo>
                  <a:pt x="19594" y="54828"/>
                </a:lnTo>
                <a:lnTo>
                  <a:pt x="19363" y="54682"/>
                </a:lnTo>
                <a:lnTo>
                  <a:pt x="19224" y="54683"/>
                </a:lnTo>
                <a:lnTo>
                  <a:pt x="19085" y="54686"/>
                </a:lnTo>
                <a:lnTo>
                  <a:pt x="18947" y="54689"/>
                </a:lnTo>
                <a:lnTo>
                  <a:pt x="18808" y="54694"/>
                </a:lnTo>
                <a:lnTo>
                  <a:pt x="18670" y="54700"/>
                </a:lnTo>
                <a:lnTo>
                  <a:pt x="18532" y="54707"/>
                </a:lnTo>
                <a:lnTo>
                  <a:pt x="18395" y="54715"/>
                </a:lnTo>
                <a:lnTo>
                  <a:pt x="18258" y="54724"/>
                </a:lnTo>
                <a:lnTo>
                  <a:pt x="18121" y="54733"/>
                </a:lnTo>
                <a:lnTo>
                  <a:pt x="17986" y="54742"/>
                </a:lnTo>
                <a:lnTo>
                  <a:pt x="17851" y="54752"/>
                </a:lnTo>
                <a:lnTo>
                  <a:pt x="17716" y="54762"/>
                </a:lnTo>
                <a:lnTo>
                  <a:pt x="17583" y="54772"/>
                </a:lnTo>
                <a:lnTo>
                  <a:pt x="17450" y="54781"/>
                </a:lnTo>
                <a:lnTo>
                  <a:pt x="17319" y="54791"/>
                </a:lnTo>
                <a:lnTo>
                  <a:pt x="17188" y="54800"/>
                </a:lnTo>
                <a:lnTo>
                  <a:pt x="17058" y="54808"/>
                </a:lnTo>
                <a:lnTo>
                  <a:pt x="16930" y="54816"/>
                </a:lnTo>
                <a:lnTo>
                  <a:pt x="16803" y="54823"/>
                </a:lnTo>
                <a:lnTo>
                  <a:pt x="16677" y="54829"/>
                </a:lnTo>
                <a:lnTo>
                  <a:pt x="16553" y="54834"/>
                </a:lnTo>
                <a:lnTo>
                  <a:pt x="16430" y="54838"/>
                </a:lnTo>
                <a:lnTo>
                  <a:pt x="16309" y="54840"/>
                </a:lnTo>
                <a:lnTo>
                  <a:pt x="16189" y="54841"/>
                </a:lnTo>
                <a:lnTo>
                  <a:pt x="15603" y="55174"/>
                </a:lnTo>
                <a:lnTo>
                  <a:pt x="15074" y="55426"/>
                </a:lnTo>
                <a:lnTo>
                  <a:pt x="14599" y="55601"/>
                </a:lnTo>
                <a:lnTo>
                  <a:pt x="14174" y="55704"/>
                </a:lnTo>
                <a:lnTo>
                  <a:pt x="13797" y="55741"/>
                </a:lnTo>
                <a:lnTo>
                  <a:pt x="13464" y="55718"/>
                </a:lnTo>
                <a:lnTo>
                  <a:pt x="13173" y="55639"/>
                </a:lnTo>
                <a:lnTo>
                  <a:pt x="12921" y="55510"/>
                </a:lnTo>
                <a:lnTo>
                  <a:pt x="12705" y="55337"/>
                </a:lnTo>
                <a:lnTo>
                  <a:pt x="12522" y="55124"/>
                </a:lnTo>
                <a:lnTo>
                  <a:pt x="12368" y="54878"/>
                </a:lnTo>
                <a:lnTo>
                  <a:pt x="12242" y="54603"/>
                </a:lnTo>
                <a:lnTo>
                  <a:pt x="12139" y="54305"/>
                </a:lnTo>
                <a:lnTo>
                  <a:pt x="12058" y="53990"/>
                </a:lnTo>
                <a:lnTo>
                  <a:pt x="11994" y="53661"/>
                </a:lnTo>
                <a:lnTo>
                  <a:pt x="11946" y="53326"/>
                </a:lnTo>
                <a:lnTo>
                  <a:pt x="11909" y="52990"/>
                </a:lnTo>
                <a:lnTo>
                  <a:pt x="11882" y="52657"/>
                </a:lnTo>
                <a:lnTo>
                  <a:pt x="11861" y="52333"/>
                </a:lnTo>
                <a:lnTo>
                  <a:pt x="11843" y="52023"/>
                </a:lnTo>
                <a:lnTo>
                  <a:pt x="11826" y="51733"/>
                </a:lnTo>
                <a:lnTo>
                  <a:pt x="11805" y="51469"/>
                </a:lnTo>
                <a:lnTo>
                  <a:pt x="11779" y="51235"/>
                </a:lnTo>
                <a:lnTo>
                  <a:pt x="11745" y="51037"/>
                </a:lnTo>
                <a:lnTo>
                  <a:pt x="11377" y="49648"/>
                </a:lnTo>
                <a:lnTo>
                  <a:pt x="11026" y="48257"/>
                </a:lnTo>
                <a:lnTo>
                  <a:pt x="10693" y="46862"/>
                </a:lnTo>
                <a:lnTo>
                  <a:pt x="10377" y="45464"/>
                </a:lnTo>
                <a:lnTo>
                  <a:pt x="10076" y="44063"/>
                </a:lnTo>
                <a:lnTo>
                  <a:pt x="9791" y="42659"/>
                </a:lnTo>
                <a:lnTo>
                  <a:pt x="9520" y="41252"/>
                </a:lnTo>
                <a:lnTo>
                  <a:pt x="9264" y="39842"/>
                </a:lnTo>
                <a:lnTo>
                  <a:pt x="9022" y="38430"/>
                </a:lnTo>
                <a:lnTo>
                  <a:pt x="8793" y="37015"/>
                </a:lnTo>
                <a:lnTo>
                  <a:pt x="8576" y="35597"/>
                </a:lnTo>
                <a:lnTo>
                  <a:pt x="8372" y="34177"/>
                </a:lnTo>
                <a:lnTo>
                  <a:pt x="8179" y="32754"/>
                </a:lnTo>
                <a:lnTo>
                  <a:pt x="7998" y="31329"/>
                </a:lnTo>
                <a:lnTo>
                  <a:pt x="7827" y="29901"/>
                </a:lnTo>
                <a:lnTo>
                  <a:pt x="7665" y="28471"/>
                </a:lnTo>
                <a:lnTo>
                  <a:pt x="7513" y="27039"/>
                </a:lnTo>
                <a:lnTo>
                  <a:pt x="7370" y="25605"/>
                </a:lnTo>
                <a:lnTo>
                  <a:pt x="7235" y="24169"/>
                </a:lnTo>
                <a:lnTo>
                  <a:pt x="7108" y="22731"/>
                </a:lnTo>
                <a:lnTo>
                  <a:pt x="6988" y="21291"/>
                </a:lnTo>
                <a:lnTo>
                  <a:pt x="6875" y="19849"/>
                </a:lnTo>
                <a:lnTo>
                  <a:pt x="6768" y="18405"/>
                </a:lnTo>
                <a:lnTo>
                  <a:pt x="6666" y="16959"/>
                </a:lnTo>
                <a:lnTo>
                  <a:pt x="6369" y="17073"/>
                </a:lnTo>
                <a:lnTo>
                  <a:pt x="6074" y="17178"/>
                </a:lnTo>
                <a:lnTo>
                  <a:pt x="5781" y="17273"/>
                </a:lnTo>
                <a:lnTo>
                  <a:pt x="5489" y="17360"/>
                </a:lnTo>
                <a:lnTo>
                  <a:pt x="5199" y="17439"/>
                </a:lnTo>
                <a:lnTo>
                  <a:pt x="4910" y="17509"/>
                </a:lnTo>
                <a:lnTo>
                  <a:pt x="4623" y="17572"/>
                </a:lnTo>
                <a:lnTo>
                  <a:pt x="4338" y="17629"/>
                </a:lnTo>
                <a:lnTo>
                  <a:pt x="4055" y="17678"/>
                </a:lnTo>
                <a:lnTo>
                  <a:pt x="3773" y="17722"/>
                </a:lnTo>
                <a:lnTo>
                  <a:pt x="3492" y="17759"/>
                </a:lnTo>
                <a:lnTo>
                  <a:pt x="3214" y="17792"/>
                </a:lnTo>
                <a:lnTo>
                  <a:pt x="2937" y="17819"/>
                </a:lnTo>
                <a:lnTo>
                  <a:pt x="2662" y="17842"/>
                </a:lnTo>
                <a:lnTo>
                  <a:pt x="2388" y="17860"/>
                </a:lnTo>
                <a:lnTo>
                  <a:pt x="2116" y="17875"/>
                </a:lnTo>
                <a:lnTo>
                  <a:pt x="1846" y="17887"/>
                </a:lnTo>
                <a:lnTo>
                  <a:pt x="1577" y="17896"/>
                </a:lnTo>
                <a:lnTo>
                  <a:pt x="1310" y="17902"/>
                </a:lnTo>
                <a:lnTo>
                  <a:pt x="1045" y="17906"/>
                </a:lnTo>
                <a:lnTo>
                  <a:pt x="781" y="17909"/>
                </a:lnTo>
                <a:lnTo>
                  <a:pt x="519" y="17910"/>
                </a:lnTo>
                <a:lnTo>
                  <a:pt x="259" y="17910"/>
                </a:lnTo>
                <a:lnTo>
                  <a:pt x="0" y="17910"/>
                </a:lnTo>
                <a:lnTo>
                  <a:pt x="179" y="19020"/>
                </a:lnTo>
                <a:lnTo>
                  <a:pt x="357" y="20129"/>
                </a:lnTo>
                <a:close/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72E2D-35FF-4536-A254-554BE826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794" y="742437"/>
            <a:ext cx="149824" cy="102232"/>
          </a:xfrm>
          <a:custGeom xmlns:a="http://schemas.openxmlformats.org/drawingml/2006/main">
            <a:pathLst>
              <a:path w="149824" h="102232">
                <a:moveTo>
                  <a:pt x="133318" y="27579"/>
                </a:moveTo>
                <a:cubicBezTo>
                  <a:pt x="120621" y="10619"/>
                  <a:pt x="103163" y="2853"/>
                  <a:pt x="82689" y="317"/>
                </a:cubicBezTo>
                <a:cubicBezTo>
                  <a:pt x="80308" y="0"/>
                  <a:pt x="78880" y="1426"/>
                  <a:pt x="76817" y="1743"/>
                </a:cubicBezTo>
                <a:cubicBezTo>
                  <a:pt x="39043" y="7132"/>
                  <a:pt x="19204" y="31858"/>
                  <a:pt x="7936" y="65619"/>
                </a:cubicBezTo>
                <a:cubicBezTo>
                  <a:pt x="4285" y="76555"/>
                  <a:pt x="1746" y="87809"/>
                  <a:pt x="0" y="99221"/>
                </a:cubicBezTo>
                <a:cubicBezTo>
                  <a:pt x="159" y="99855"/>
                  <a:pt x="159" y="100330"/>
                  <a:pt x="317" y="100964"/>
                </a:cubicBezTo>
                <a:cubicBezTo>
                  <a:pt x="2381" y="102074"/>
                  <a:pt x="4285" y="102232"/>
                  <a:pt x="6031" y="100330"/>
                </a:cubicBezTo>
                <a:cubicBezTo>
                  <a:pt x="6983" y="86224"/>
                  <a:pt x="10792" y="73068"/>
                  <a:pt x="15713" y="59913"/>
                </a:cubicBezTo>
                <a:cubicBezTo>
                  <a:pt x="16347" y="58169"/>
                  <a:pt x="16665" y="56267"/>
                  <a:pt x="19204" y="56426"/>
                </a:cubicBezTo>
                <a:cubicBezTo>
                  <a:pt x="20791" y="56267"/>
                  <a:pt x="22537" y="55950"/>
                  <a:pt x="24124" y="55792"/>
                </a:cubicBezTo>
                <a:cubicBezTo>
                  <a:pt x="25235" y="53097"/>
                  <a:pt x="23966" y="50720"/>
                  <a:pt x="23489" y="48184"/>
                </a:cubicBezTo>
                <a:cubicBezTo>
                  <a:pt x="22378" y="42478"/>
                  <a:pt x="27457" y="39308"/>
                  <a:pt x="29838" y="35187"/>
                </a:cubicBezTo>
                <a:cubicBezTo>
                  <a:pt x="31742" y="32017"/>
                  <a:pt x="33330" y="35662"/>
                  <a:pt x="35075" y="35821"/>
                </a:cubicBezTo>
                <a:cubicBezTo>
                  <a:pt x="36345" y="35504"/>
                  <a:pt x="37774" y="35345"/>
                  <a:pt x="38567" y="36772"/>
                </a:cubicBezTo>
                <a:cubicBezTo>
                  <a:pt x="40948" y="35662"/>
                  <a:pt x="42852" y="33602"/>
                  <a:pt x="40948" y="31541"/>
                </a:cubicBezTo>
                <a:cubicBezTo>
                  <a:pt x="35393" y="25518"/>
                  <a:pt x="40313" y="23299"/>
                  <a:pt x="44281" y="20446"/>
                </a:cubicBezTo>
                <a:cubicBezTo>
                  <a:pt x="44916" y="20288"/>
                  <a:pt x="45550" y="20129"/>
                  <a:pt x="46185" y="19971"/>
                </a:cubicBezTo>
                <a:cubicBezTo>
                  <a:pt x="46027" y="20605"/>
                  <a:pt x="45868" y="21239"/>
                  <a:pt x="45868" y="21873"/>
                </a:cubicBezTo>
                <a:cubicBezTo>
                  <a:pt x="46027" y="23616"/>
                  <a:pt x="46027" y="25360"/>
                  <a:pt x="48090" y="25835"/>
                </a:cubicBezTo>
                <a:cubicBezTo>
                  <a:pt x="49518" y="25677"/>
                  <a:pt x="50947" y="25677"/>
                  <a:pt x="52534" y="25518"/>
                </a:cubicBezTo>
                <a:cubicBezTo>
                  <a:pt x="53010" y="24409"/>
                  <a:pt x="54438" y="22824"/>
                  <a:pt x="53962" y="22190"/>
                </a:cubicBezTo>
                <a:cubicBezTo>
                  <a:pt x="49042" y="13472"/>
                  <a:pt x="56660" y="13789"/>
                  <a:pt x="62215" y="10936"/>
                </a:cubicBezTo>
                <a:cubicBezTo>
                  <a:pt x="61104" y="15374"/>
                  <a:pt x="61898" y="18386"/>
                  <a:pt x="64120" y="20922"/>
                </a:cubicBezTo>
                <a:cubicBezTo>
                  <a:pt x="65231" y="20129"/>
                  <a:pt x="66342" y="19178"/>
                  <a:pt x="67453" y="18386"/>
                </a:cubicBezTo>
                <a:cubicBezTo>
                  <a:pt x="67770" y="17910"/>
                  <a:pt x="68246" y="17435"/>
                  <a:pt x="68246" y="17118"/>
                </a:cubicBezTo>
                <a:cubicBezTo>
                  <a:pt x="66977" y="11887"/>
                  <a:pt x="67453" y="8876"/>
                  <a:pt x="74277" y="7925"/>
                </a:cubicBezTo>
                <a:cubicBezTo>
                  <a:pt x="82372" y="6815"/>
                  <a:pt x="79039" y="12046"/>
                  <a:pt x="79674" y="15216"/>
                </a:cubicBezTo>
                <a:cubicBezTo>
                  <a:pt x="79832" y="15850"/>
                  <a:pt x="80785" y="16167"/>
                  <a:pt x="81419" y="16642"/>
                </a:cubicBezTo>
                <a:cubicBezTo>
                  <a:pt x="82530" y="16484"/>
                  <a:pt x="83483" y="16484"/>
                  <a:pt x="84594" y="16325"/>
                </a:cubicBezTo>
                <a:cubicBezTo>
                  <a:pt x="86498" y="14740"/>
                  <a:pt x="86340" y="12680"/>
                  <a:pt x="85863" y="10619"/>
                </a:cubicBezTo>
                <a:cubicBezTo>
                  <a:pt x="85546" y="8717"/>
                  <a:pt x="86340" y="7925"/>
                  <a:pt x="88403" y="7608"/>
                </a:cubicBezTo>
                <a:cubicBezTo>
                  <a:pt x="94593" y="6498"/>
                  <a:pt x="98560" y="9985"/>
                  <a:pt x="97132" y="16008"/>
                </a:cubicBezTo>
                <a:cubicBezTo>
                  <a:pt x="96497" y="18861"/>
                  <a:pt x="97926" y="19812"/>
                  <a:pt x="99354" y="21080"/>
                </a:cubicBezTo>
                <a:cubicBezTo>
                  <a:pt x="100306" y="20763"/>
                  <a:pt x="101417" y="20288"/>
                  <a:pt x="102369" y="19971"/>
                </a:cubicBezTo>
                <a:cubicBezTo>
                  <a:pt x="106655" y="18227"/>
                  <a:pt x="101100" y="14106"/>
                  <a:pt x="104433" y="11887"/>
                </a:cubicBezTo>
                <a:cubicBezTo>
                  <a:pt x="110464" y="14265"/>
                  <a:pt x="116495" y="16325"/>
                  <a:pt x="111892" y="24884"/>
                </a:cubicBezTo>
                <a:cubicBezTo>
                  <a:pt x="110940" y="26469"/>
                  <a:pt x="112527" y="27737"/>
                  <a:pt x="113638" y="28847"/>
                </a:cubicBezTo>
                <a:cubicBezTo>
                  <a:pt x="114590" y="29005"/>
                  <a:pt x="115543" y="29005"/>
                  <a:pt x="116495" y="29164"/>
                </a:cubicBezTo>
                <a:cubicBezTo>
                  <a:pt x="119510" y="28371"/>
                  <a:pt x="119034" y="24726"/>
                  <a:pt x="120780" y="22982"/>
                </a:cubicBezTo>
                <a:cubicBezTo>
                  <a:pt x="126970" y="27579"/>
                  <a:pt x="130303" y="32334"/>
                  <a:pt x="126176" y="39308"/>
                </a:cubicBezTo>
                <a:cubicBezTo>
                  <a:pt x="124907" y="41527"/>
                  <a:pt x="126176" y="43270"/>
                  <a:pt x="127763" y="44855"/>
                </a:cubicBezTo>
                <a:cubicBezTo>
                  <a:pt x="128874" y="44538"/>
                  <a:pt x="129985" y="44221"/>
                  <a:pt x="131096" y="43904"/>
                </a:cubicBezTo>
                <a:cubicBezTo>
                  <a:pt x="135540" y="41527"/>
                  <a:pt x="135858" y="45648"/>
                  <a:pt x="136651" y="47867"/>
                </a:cubicBezTo>
                <a:cubicBezTo>
                  <a:pt x="140778" y="59279"/>
                  <a:pt x="143159" y="71008"/>
                  <a:pt x="143952" y="83054"/>
                </a:cubicBezTo>
                <a:cubicBezTo>
                  <a:pt x="145857" y="82895"/>
                  <a:pt x="147761" y="82737"/>
                  <a:pt x="149824" y="82737"/>
                </a:cubicBezTo>
                <a:cubicBezTo>
                  <a:pt x="149666" y="80676"/>
                  <a:pt x="149666" y="78774"/>
                  <a:pt x="149507" y="76714"/>
                </a:cubicBezTo>
                <a:cubicBezTo>
                  <a:pt x="147444" y="67204"/>
                  <a:pt x="145222" y="57694"/>
                  <a:pt x="143159" y="48184"/>
                </a:cubicBezTo>
                <a:cubicBezTo>
                  <a:pt x="141730" y="46916"/>
                  <a:pt x="141413" y="45172"/>
                  <a:pt x="141413" y="43429"/>
                </a:cubicBezTo>
                <a:lnTo>
                  <a:pt x="141254" y="42795"/>
                </a:lnTo>
                <a:cubicBezTo>
                  <a:pt x="140778" y="41844"/>
                  <a:pt x="140460" y="41051"/>
                  <a:pt x="139984" y="40100"/>
                </a:cubicBezTo>
                <a:cubicBezTo>
                  <a:pt x="139508" y="39149"/>
                  <a:pt x="139191" y="38357"/>
                  <a:pt x="138715" y="37406"/>
                </a:cubicBezTo>
                <a:cubicBezTo>
                  <a:pt x="136175" y="35028"/>
                  <a:pt x="135223" y="32017"/>
                  <a:pt x="133953" y="29005"/>
                </a:cubicBezTo>
                <a:cubicBezTo>
                  <a:pt x="133794" y="28530"/>
                  <a:pt x="133636" y="28054"/>
                  <a:pt x="133318" y="27579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E8DD1-2555-4539-8DF9-F7F3DE8F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7379" y="849107"/>
            <a:ext cx="137919" cy="114437"/>
          </a:xfrm>
          <a:custGeom xmlns:a="http://schemas.openxmlformats.org/drawingml/2006/main">
            <a:pathLst>
              <a:path w="137919" h="114437">
                <a:moveTo>
                  <a:pt x="0" y="71483"/>
                </a:moveTo>
                <a:cubicBezTo>
                  <a:pt x="12537" y="98904"/>
                  <a:pt x="34282" y="114437"/>
                  <a:pt x="60628" y="112693"/>
                </a:cubicBezTo>
                <a:cubicBezTo>
                  <a:pt x="83641" y="111108"/>
                  <a:pt x="102528" y="100647"/>
                  <a:pt x="115543" y="81152"/>
                </a:cubicBezTo>
                <a:cubicBezTo>
                  <a:pt x="129509" y="60388"/>
                  <a:pt x="134745" y="36930"/>
                  <a:pt x="136175" y="12521"/>
                </a:cubicBezTo>
                <a:cubicBezTo>
                  <a:pt x="136332" y="9827"/>
                  <a:pt x="134905" y="6657"/>
                  <a:pt x="137919" y="4438"/>
                </a:cubicBezTo>
                <a:cubicBezTo>
                  <a:pt x="137286" y="3487"/>
                  <a:pt x="136651" y="2694"/>
                  <a:pt x="136016" y="1743"/>
                </a:cubicBezTo>
                <a:cubicBezTo>
                  <a:pt x="134271" y="1585"/>
                  <a:pt x="132525" y="0"/>
                  <a:pt x="130777" y="1585"/>
                </a:cubicBezTo>
                <a:cubicBezTo>
                  <a:pt x="130777" y="1902"/>
                  <a:pt x="130777" y="2377"/>
                  <a:pt x="130620" y="2694"/>
                </a:cubicBezTo>
                <a:cubicBezTo>
                  <a:pt x="130462" y="10461"/>
                  <a:pt x="130777" y="18386"/>
                  <a:pt x="128874" y="26152"/>
                </a:cubicBezTo>
                <a:cubicBezTo>
                  <a:pt x="128716" y="29322"/>
                  <a:pt x="131096" y="34553"/>
                  <a:pt x="123954" y="31858"/>
                </a:cubicBezTo>
                <a:cubicBezTo>
                  <a:pt x="122842" y="32968"/>
                  <a:pt x="120939" y="33919"/>
                  <a:pt x="121891" y="35821"/>
                </a:cubicBezTo>
                <a:cubicBezTo>
                  <a:pt x="127922" y="47233"/>
                  <a:pt x="121415" y="56743"/>
                  <a:pt x="117447" y="66570"/>
                </a:cubicBezTo>
                <a:cubicBezTo>
                  <a:pt x="117130" y="68947"/>
                  <a:pt x="116336" y="71166"/>
                  <a:pt x="113479" y="72593"/>
                </a:cubicBezTo>
                <a:cubicBezTo>
                  <a:pt x="113479" y="69423"/>
                  <a:pt x="113955" y="67045"/>
                  <a:pt x="115700" y="64985"/>
                </a:cubicBezTo>
                <a:cubicBezTo>
                  <a:pt x="115225" y="64351"/>
                  <a:pt x="114906" y="63875"/>
                  <a:pt x="114432" y="63241"/>
                </a:cubicBezTo>
                <a:lnTo>
                  <a:pt x="109351" y="63241"/>
                </a:lnTo>
                <a:cubicBezTo>
                  <a:pt x="107290" y="64668"/>
                  <a:pt x="108558" y="66411"/>
                  <a:pt x="108877" y="68155"/>
                </a:cubicBezTo>
                <a:cubicBezTo>
                  <a:pt x="111575" y="78140"/>
                  <a:pt x="108083" y="85273"/>
                  <a:pt x="98402" y="89711"/>
                </a:cubicBezTo>
                <a:cubicBezTo>
                  <a:pt x="97132" y="86382"/>
                  <a:pt x="101735" y="82737"/>
                  <a:pt x="97926" y="79408"/>
                </a:cubicBezTo>
                <a:lnTo>
                  <a:pt x="94910" y="79408"/>
                </a:lnTo>
                <a:cubicBezTo>
                  <a:pt x="89990" y="82261"/>
                  <a:pt x="93323" y="85907"/>
                  <a:pt x="94274" y="88918"/>
                </a:cubicBezTo>
                <a:cubicBezTo>
                  <a:pt x="94910" y="91296"/>
                  <a:pt x="96338" y="93356"/>
                  <a:pt x="93480" y="94783"/>
                </a:cubicBezTo>
                <a:cubicBezTo>
                  <a:pt x="88719" y="97319"/>
                  <a:pt x="84751" y="101123"/>
                  <a:pt x="79356" y="102232"/>
                </a:cubicBezTo>
                <a:cubicBezTo>
                  <a:pt x="78245" y="102391"/>
                  <a:pt x="77293" y="102549"/>
                  <a:pt x="76182" y="102708"/>
                </a:cubicBezTo>
                <a:cubicBezTo>
                  <a:pt x="74595" y="105244"/>
                  <a:pt x="71738" y="104927"/>
                  <a:pt x="69357" y="105561"/>
                </a:cubicBezTo>
                <a:cubicBezTo>
                  <a:pt x="66977" y="106036"/>
                  <a:pt x="63644" y="108097"/>
                  <a:pt x="62374" y="105402"/>
                </a:cubicBezTo>
                <a:cubicBezTo>
                  <a:pt x="61263" y="103183"/>
                  <a:pt x="62531" y="100013"/>
                  <a:pt x="65072" y="98111"/>
                </a:cubicBezTo>
                <a:cubicBezTo>
                  <a:pt x="65866" y="94307"/>
                  <a:pt x="61580" y="92405"/>
                  <a:pt x="61898" y="88760"/>
                </a:cubicBezTo>
                <a:lnTo>
                  <a:pt x="60628" y="88760"/>
                </a:lnTo>
                <a:cubicBezTo>
                  <a:pt x="59517" y="93832"/>
                  <a:pt x="56183" y="98904"/>
                  <a:pt x="59517" y="104293"/>
                </a:cubicBezTo>
                <a:cubicBezTo>
                  <a:pt x="60944" y="107463"/>
                  <a:pt x="58563" y="106353"/>
                  <a:pt x="57136" y="106512"/>
                </a:cubicBezTo>
                <a:lnTo>
                  <a:pt x="56343" y="106670"/>
                </a:lnTo>
                <a:lnTo>
                  <a:pt x="55549" y="106512"/>
                </a:lnTo>
                <a:cubicBezTo>
                  <a:pt x="48090" y="106829"/>
                  <a:pt x="41265" y="104451"/>
                  <a:pt x="34441" y="101598"/>
                </a:cubicBezTo>
                <a:cubicBezTo>
                  <a:pt x="30949" y="100172"/>
                  <a:pt x="29679" y="98587"/>
                  <a:pt x="31901" y="94624"/>
                </a:cubicBezTo>
                <a:cubicBezTo>
                  <a:pt x="33169" y="92564"/>
                  <a:pt x="36186" y="89235"/>
                  <a:pt x="32060" y="86541"/>
                </a:cubicBezTo>
                <a:lnTo>
                  <a:pt x="28092" y="86541"/>
                </a:lnTo>
                <a:cubicBezTo>
                  <a:pt x="24124" y="90028"/>
                  <a:pt x="30314" y="93832"/>
                  <a:pt x="27775" y="97319"/>
                </a:cubicBezTo>
                <a:cubicBezTo>
                  <a:pt x="16982" y="91296"/>
                  <a:pt x="16347" y="90345"/>
                  <a:pt x="18728" y="78933"/>
                </a:cubicBezTo>
                <a:cubicBezTo>
                  <a:pt x="19045" y="77506"/>
                  <a:pt x="18885" y="76397"/>
                  <a:pt x="17458" y="75604"/>
                </a:cubicBezTo>
                <a:cubicBezTo>
                  <a:pt x="16189" y="75604"/>
                  <a:pt x="15078" y="75604"/>
                  <a:pt x="13808" y="75763"/>
                </a:cubicBezTo>
                <a:cubicBezTo>
                  <a:pt x="11110" y="76397"/>
                  <a:pt x="13491" y="79567"/>
                  <a:pt x="10792" y="80835"/>
                </a:cubicBezTo>
                <a:cubicBezTo>
                  <a:pt x="8729" y="76872"/>
                  <a:pt x="6666" y="73068"/>
                  <a:pt x="4601" y="69264"/>
                </a:cubicBezTo>
                <a:cubicBezTo>
                  <a:pt x="3174" y="69264"/>
                  <a:pt x="1587" y="70215"/>
                  <a:pt x="0" y="71483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B8FF1-4C8B-4D2D-BF61-D9A348EA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270" y="823589"/>
            <a:ext cx="329646" cy="48025"/>
          </a:xfrm>
          <a:custGeom xmlns:a="http://schemas.openxmlformats.org/drawingml/2006/main">
            <a:pathLst>
              <a:path w="329646" h="48025">
                <a:moveTo>
                  <a:pt x="161887" y="27103"/>
                </a:moveTo>
                <a:cubicBezTo>
                  <a:pt x="163634" y="25518"/>
                  <a:pt x="165378" y="26945"/>
                  <a:pt x="167126" y="27262"/>
                </a:cubicBezTo>
                <a:cubicBezTo>
                  <a:pt x="169189" y="25360"/>
                  <a:pt x="171727" y="25518"/>
                  <a:pt x="174268" y="25677"/>
                </a:cubicBezTo>
                <a:cubicBezTo>
                  <a:pt x="177282" y="25043"/>
                  <a:pt x="180299" y="23775"/>
                  <a:pt x="183473" y="24567"/>
                </a:cubicBezTo>
                <a:cubicBezTo>
                  <a:pt x="184584" y="24409"/>
                  <a:pt x="185693" y="24250"/>
                  <a:pt x="186804" y="24092"/>
                </a:cubicBezTo>
                <a:cubicBezTo>
                  <a:pt x="188868" y="23775"/>
                  <a:pt x="190933" y="23616"/>
                  <a:pt x="192996" y="23299"/>
                </a:cubicBezTo>
                <a:cubicBezTo>
                  <a:pt x="195534" y="22982"/>
                  <a:pt x="198232" y="22665"/>
                  <a:pt x="200771" y="22190"/>
                </a:cubicBezTo>
                <a:cubicBezTo>
                  <a:pt x="203469" y="21556"/>
                  <a:pt x="206167" y="20605"/>
                  <a:pt x="209024" y="21239"/>
                </a:cubicBezTo>
                <a:cubicBezTo>
                  <a:pt x="210135" y="21080"/>
                  <a:pt x="211248" y="20922"/>
                  <a:pt x="212359" y="20922"/>
                </a:cubicBezTo>
                <a:cubicBezTo>
                  <a:pt x="213786" y="19495"/>
                  <a:pt x="215373" y="19654"/>
                  <a:pt x="217120" y="19971"/>
                </a:cubicBezTo>
                <a:cubicBezTo>
                  <a:pt x="219658" y="19654"/>
                  <a:pt x="222358" y="19495"/>
                  <a:pt x="224895" y="19178"/>
                </a:cubicBezTo>
                <a:cubicBezTo>
                  <a:pt x="226643" y="17593"/>
                  <a:pt x="228706" y="17752"/>
                  <a:pt x="230926" y="17910"/>
                </a:cubicBezTo>
                <a:cubicBezTo>
                  <a:pt x="234261" y="17593"/>
                  <a:pt x="237592" y="17276"/>
                  <a:pt x="240927" y="16959"/>
                </a:cubicBezTo>
                <a:cubicBezTo>
                  <a:pt x="242354" y="15850"/>
                  <a:pt x="243941" y="15850"/>
                  <a:pt x="245528" y="16167"/>
                </a:cubicBezTo>
                <a:cubicBezTo>
                  <a:pt x="248226" y="15850"/>
                  <a:pt x="250926" y="15533"/>
                  <a:pt x="253624" y="15216"/>
                </a:cubicBezTo>
                <a:cubicBezTo>
                  <a:pt x="253940" y="14740"/>
                  <a:pt x="254417" y="14582"/>
                  <a:pt x="254894" y="15057"/>
                </a:cubicBezTo>
                <a:cubicBezTo>
                  <a:pt x="256005" y="14899"/>
                  <a:pt x="257274" y="14899"/>
                  <a:pt x="258385" y="14740"/>
                </a:cubicBezTo>
                <a:cubicBezTo>
                  <a:pt x="259336" y="14582"/>
                  <a:pt x="260449" y="14423"/>
                  <a:pt x="261399" y="14265"/>
                </a:cubicBezTo>
                <a:cubicBezTo>
                  <a:pt x="266161" y="12997"/>
                  <a:pt x="270922" y="12204"/>
                  <a:pt x="275844" y="12204"/>
                </a:cubicBezTo>
                <a:cubicBezTo>
                  <a:pt x="277747" y="11887"/>
                  <a:pt x="279811" y="11570"/>
                  <a:pt x="281714" y="11412"/>
                </a:cubicBezTo>
                <a:cubicBezTo>
                  <a:pt x="284095" y="11253"/>
                  <a:pt x="286476" y="11095"/>
                  <a:pt x="288856" y="10936"/>
                </a:cubicBezTo>
                <a:cubicBezTo>
                  <a:pt x="290604" y="8717"/>
                  <a:pt x="292824" y="9985"/>
                  <a:pt x="294889" y="9827"/>
                </a:cubicBezTo>
                <a:cubicBezTo>
                  <a:pt x="299014" y="8876"/>
                  <a:pt x="303301" y="7766"/>
                  <a:pt x="307586" y="8242"/>
                </a:cubicBezTo>
                <a:cubicBezTo>
                  <a:pt x="311076" y="7766"/>
                  <a:pt x="314411" y="7132"/>
                  <a:pt x="317902" y="6657"/>
                </a:cubicBezTo>
                <a:cubicBezTo>
                  <a:pt x="321234" y="6340"/>
                  <a:pt x="324408" y="6023"/>
                  <a:pt x="327741" y="5547"/>
                </a:cubicBezTo>
                <a:cubicBezTo>
                  <a:pt x="328376" y="4279"/>
                  <a:pt x="329012" y="3011"/>
                  <a:pt x="329646" y="1743"/>
                </a:cubicBezTo>
                <a:cubicBezTo>
                  <a:pt x="329328" y="1268"/>
                  <a:pt x="328852" y="792"/>
                  <a:pt x="328535" y="317"/>
                </a:cubicBezTo>
                <a:cubicBezTo>
                  <a:pt x="326789" y="158"/>
                  <a:pt x="325044" y="158"/>
                  <a:pt x="323297" y="0"/>
                </a:cubicBezTo>
                <a:cubicBezTo>
                  <a:pt x="319647" y="475"/>
                  <a:pt x="315998" y="951"/>
                  <a:pt x="312347" y="1426"/>
                </a:cubicBezTo>
                <a:cubicBezTo>
                  <a:pt x="310443" y="1585"/>
                  <a:pt x="308537" y="1743"/>
                  <a:pt x="306475" y="1743"/>
                </a:cubicBezTo>
                <a:cubicBezTo>
                  <a:pt x="302188" y="3645"/>
                  <a:pt x="297746" y="3962"/>
                  <a:pt x="293302" y="3328"/>
                </a:cubicBezTo>
                <a:cubicBezTo>
                  <a:pt x="292348" y="3487"/>
                  <a:pt x="291555" y="3645"/>
                  <a:pt x="290604" y="3804"/>
                </a:cubicBezTo>
                <a:cubicBezTo>
                  <a:pt x="287904" y="5230"/>
                  <a:pt x="285049" y="5230"/>
                  <a:pt x="282192" y="5072"/>
                </a:cubicBezTo>
                <a:cubicBezTo>
                  <a:pt x="281556" y="5072"/>
                  <a:pt x="280921" y="5072"/>
                  <a:pt x="280445" y="5230"/>
                </a:cubicBezTo>
                <a:cubicBezTo>
                  <a:pt x="278064" y="6340"/>
                  <a:pt x="275683" y="7291"/>
                  <a:pt x="272985" y="6815"/>
                </a:cubicBezTo>
                <a:cubicBezTo>
                  <a:pt x="271398" y="6974"/>
                  <a:pt x="269811" y="7291"/>
                  <a:pt x="268224" y="7449"/>
                </a:cubicBezTo>
                <a:cubicBezTo>
                  <a:pt x="266003" y="8717"/>
                  <a:pt x="263780" y="7925"/>
                  <a:pt x="261560" y="7925"/>
                </a:cubicBezTo>
                <a:cubicBezTo>
                  <a:pt x="256955" y="9510"/>
                  <a:pt x="252353" y="9985"/>
                  <a:pt x="247591" y="9668"/>
                </a:cubicBezTo>
                <a:cubicBezTo>
                  <a:pt x="246639" y="9827"/>
                  <a:pt x="245688" y="9985"/>
                  <a:pt x="244734" y="10144"/>
                </a:cubicBezTo>
                <a:cubicBezTo>
                  <a:pt x="241560" y="11729"/>
                  <a:pt x="238229" y="11253"/>
                  <a:pt x="234894" y="11887"/>
                </a:cubicBezTo>
                <a:cubicBezTo>
                  <a:pt x="232355" y="13631"/>
                  <a:pt x="229500" y="12680"/>
                  <a:pt x="226800" y="12680"/>
                </a:cubicBezTo>
                <a:cubicBezTo>
                  <a:pt x="224738" y="12997"/>
                  <a:pt x="222675" y="13314"/>
                  <a:pt x="220610" y="13631"/>
                </a:cubicBezTo>
                <a:cubicBezTo>
                  <a:pt x="217753" y="15533"/>
                  <a:pt x="214422" y="14106"/>
                  <a:pt x="211405" y="14740"/>
                </a:cubicBezTo>
                <a:cubicBezTo>
                  <a:pt x="208548" y="15057"/>
                  <a:pt x="205850" y="15533"/>
                  <a:pt x="202993" y="15850"/>
                </a:cubicBezTo>
                <a:cubicBezTo>
                  <a:pt x="201565" y="16008"/>
                  <a:pt x="199978" y="16008"/>
                  <a:pt x="198551" y="16167"/>
                </a:cubicBezTo>
                <a:cubicBezTo>
                  <a:pt x="194423" y="17910"/>
                  <a:pt x="190139" y="17910"/>
                  <a:pt x="185693" y="17593"/>
                </a:cubicBezTo>
                <a:cubicBezTo>
                  <a:pt x="184741" y="18703"/>
                  <a:pt x="183630" y="19020"/>
                  <a:pt x="182203" y="18703"/>
                </a:cubicBezTo>
                <a:cubicBezTo>
                  <a:pt x="177758" y="19178"/>
                  <a:pt x="173314" y="20922"/>
                  <a:pt x="168870" y="19337"/>
                </a:cubicBezTo>
                <a:cubicBezTo>
                  <a:pt x="167126" y="21239"/>
                  <a:pt x="165221" y="21080"/>
                  <a:pt x="163158" y="19971"/>
                </a:cubicBezTo>
                <a:cubicBezTo>
                  <a:pt x="160141" y="22190"/>
                  <a:pt x="156649" y="22507"/>
                  <a:pt x="152999" y="22348"/>
                </a:cubicBezTo>
                <a:cubicBezTo>
                  <a:pt x="148237" y="23775"/>
                  <a:pt x="143319" y="24250"/>
                  <a:pt x="138397" y="23775"/>
                </a:cubicBezTo>
                <a:cubicBezTo>
                  <a:pt x="136334" y="24884"/>
                  <a:pt x="134272" y="25677"/>
                  <a:pt x="131892" y="25201"/>
                </a:cubicBezTo>
                <a:cubicBezTo>
                  <a:pt x="127605" y="25518"/>
                  <a:pt x="123480" y="27262"/>
                  <a:pt x="119034" y="26469"/>
                </a:cubicBezTo>
                <a:cubicBezTo>
                  <a:pt x="119034" y="26786"/>
                  <a:pt x="118876" y="27103"/>
                  <a:pt x="118876" y="27420"/>
                </a:cubicBezTo>
                <a:cubicBezTo>
                  <a:pt x="118401" y="28054"/>
                  <a:pt x="117925" y="28213"/>
                  <a:pt x="117447" y="27579"/>
                </a:cubicBezTo>
                <a:cubicBezTo>
                  <a:pt x="116495" y="27579"/>
                  <a:pt x="115384" y="27420"/>
                  <a:pt x="114433" y="27420"/>
                </a:cubicBezTo>
                <a:cubicBezTo>
                  <a:pt x="113321" y="27737"/>
                  <a:pt x="112210" y="28213"/>
                  <a:pt x="111099" y="28530"/>
                </a:cubicBezTo>
                <a:cubicBezTo>
                  <a:pt x="110305" y="30273"/>
                  <a:pt x="109353" y="30749"/>
                  <a:pt x="107924" y="29005"/>
                </a:cubicBezTo>
                <a:cubicBezTo>
                  <a:pt x="106815" y="28847"/>
                  <a:pt x="105704" y="28688"/>
                  <a:pt x="104591" y="28530"/>
                </a:cubicBezTo>
                <a:cubicBezTo>
                  <a:pt x="104117" y="28847"/>
                  <a:pt x="103480" y="29322"/>
                  <a:pt x="103004" y="29639"/>
                </a:cubicBezTo>
                <a:cubicBezTo>
                  <a:pt x="102530" y="31700"/>
                  <a:pt x="101100" y="32017"/>
                  <a:pt x="99356" y="31700"/>
                </a:cubicBezTo>
                <a:lnTo>
                  <a:pt x="92213" y="31224"/>
                </a:lnTo>
                <a:cubicBezTo>
                  <a:pt x="90626" y="31066"/>
                  <a:pt x="89196" y="30907"/>
                  <a:pt x="87609" y="30907"/>
                </a:cubicBezTo>
                <a:cubicBezTo>
                  <a:pt x="85546" y="31224"/>
                  <a:pt x="83324" y="31541"/>
                  <a:pt x="81261" y="31700"/>
                </a:cubicBezTo>
                <a:cubicBezTo>
                  <a:pt x="78723" y="32017"/>
                  <a:pt x="76342" y="32492"/>
                  <a:pt x="73801" y="32809"/>
                </a:cubicBezTo>
                <a:cubicBezTo>
                  <a:pt x="71581" y="32968"/>
                  <a:pt x="69200" y="33285"/>
                  <a:pt x="66977" y="33443"/>
                </a:cubicBezTo>
                <a:cubicBezTo>
                  <a:pt x="63645" y="33919"/>
                  <a:pt x="60471" y="34394"/>
                  <a:pt x="57136" y="34870"/>
                </a:cubicBezTo>
                <a:cubicBezTo>
                  <a:pt x="55233" y="35028"/>
                  <a:pt x="53169" y="35345"/>
                  <a:pt x="51266" y="35504"/>
                </a:cubicBezTo>
                <a:cubicBezTo>
                  <a:pt x="48091" y="36613"/>
                  <a:pt x="44757" y="37247"/>
                  <a:pt x="41426" y="36613"/>
                </a:cubicBezTo>
                <a:cubicBezTo>
                  <a:pt x="39996" y="37564"/>
                  <a:pt x="38408" y="38040"/>
                  <a:pt x="36664" y="37406"/>
                </a:cubicBezTo>
                <a:cubicBezTo>
                  <a:pt x="33014" y="38040"/>
                  <a:pt x="29522" y="38515"/>
                  <a:pt x="25872" y="39149"/>
                </a:cubicBezTo>
                <a:cubicBezTo>
                  <a:pt x="23967" y="39308"/>
                  <a:pt x="21904" y="39625"/>
                  <a:pt x="19999" y="39783"/>
                </a:cubicBezTo>
                <a:cubicBezTo>
                  <a:pt x="15871" y="44380"/>
                  <a:pt x="10158" y="42636"/>
                  <a:pt x="5079" y="44063"/>
                </a:cubicBezTo>
                <a:cubicBezTo>
                  <a:pt x="3968" y="44221"/>
                  <a:pt x="2698" y="44221"/>
                  <a:pt x="1587" y="44380"/>
                </a:cubicBezTo>
                <a:cubicBezTo>
                  <a:pt x="1111" y="44538"/>
                  <a:pt x="635" y="44538"/>
                  <a:pt x="0" y="44697"/>
                </a:cubicBezTo>
                <a:cubicBezTo>
                  <a:pt x="1111" y="45648"/>
                  <a:pt x="2065" y="46599"/>
                  <a:pt x="3174" y="47550"/>
                </a:cubicBezTo>
                <a:cubicBezTo>
                  <a:pt x="3652" y="47708"/>
                  <a:pt x="4128" y="47867"/>
                  <a:pt x="4603" y="48025"/>
                </a:cubicBezTo>
                <a:cubicBezTo>
                  <a:pt x="10794" y="47391"/>
                  <a:pt x="16825" y="45489"/>
                  <a:pt x="23174" y="46282"/>
                </a:cubicBezTo>
                <a:cubicBezTo>
                  <a:pt x="24761" y="46282"/>
                  <a:pt x="26188" y="46123"/>
                  <a:pt x="27775" y="46123"/>
                </a:cubicBezTo>
                <a:cubicBezTo>
                  <a:pt x="32696" y="42161"/>
                  <a:pt x="38885" y="43904"/>
                  <a:pt x="44439" y="42319"/>
                </a:cubicBezTo>
                <a:cubicBezTo>
                  <a:pt x="46187" y="42161"/>
                  <a:pt x="47774" y="42002"/>
                  <a:pt x="49518" y="41844"/>
                </a:cubicBezTo>
                <a:cubicBezTo>
                  <a:pt x="52692" y="41527"/>
                  <a:pt x="55867" y="41210"/>
                  <a:pt x="58884" y="40893"/>
                </a:cubicBezTo>
                <a:cubicBezTo>
                  <a:pt x="59995" y="40734"/>
                  <a:pt x="61104" y="40417"/>
                  <a:pt x="62376" y="40259"/>
                </a:cubicBezTo>
                <a:cubicBezTo>
                  <a:pt x="66343" y="39783"/>
                  <a:pt x="70468" y="39308"/>
                  <a:pt x="74436" y="38832"/>
                </a:cubicBezTo>
                <a:cubicBezTo>
                  <a:pt x="75549" y="38674"/>
                  <a:pt x="76660" y="38515"/>
                  <a:pt x="77929" y="38357"/>
                </a:cubicBezTo>
                <a:cubicBezTo>
                  <a:pt x="82054" y="37564"/>
                  <a:pt x="86182" y="36455"/>
                  <a:pt x="90307" y="36930"/>
                </a:cubicBezTo>
                <a:cubicBezTo>
                  <a:pt x="91420" y="36772"/>
                  <a:pt x="92371" y="36455"/>
                  <a:pt x="93482" y="36296"/>
                </a:cubicBezTo>
                <a:cubicBezTo>
                  <a:pt x="96499" y="35662"/>
                  <a:pt x="99513" y="35187"/>
                  <a:pt x="102530" y="34553"/>
                </a:cubicBezTo>
                <a:lnTo>
                  <a:pt x="102687" y="34236"/>
                </a:lnTo>
                <a:lnTo>
                  <a:pt x="103004" y="34394"/>
                </a:lnTo>
                <a:cubicBezTo>
                  <a:pt x="104274" y="34236"/>
                  <a:pt x="105385" y="34236"/>
                  <a:pt x="106655" y="34077"/>
                </a:cubicBezTo>
                <a:lnTo>
                  <a:pt x="106498" y="33443"/>
                </a:lnTo>
                <a:cubicBezTo>
                  <a:pt x="106972" y="32492"/>
                  <a:pt x="107609" y="32651"/>
                  <a:pt x="108085" y="33443"/>
                </a:cubicBezTo>
                <a:cubicBezTo>
                  <a:pt x="108559" y="33602"/>
                  <a:pt x="109035" y="33602"/>
                  <a:pt x="109512" y="33919"/>
                </a:cubicBezTo>
                <a:cubicBezTo>
                  <a:pt x="112210" y="33443"/>
                  <a:pt x="115066" y="32809"/>
                  <a:pt x="117765" y="32334"/>
                </a:cubicBezTo>
                <a:cubicBezTo>
                  <a:pt x="118241" y="32175"/>
                  <a:pt x="118876" y="32175"/>
                  <a:pt x="119352" y="32017"/>
                </a:cubicBezTo>
                <a:lnTo>
                  <a:pt x="125224" y="32017"/>
                </a:lnTo>
                <a:cubicBezTo>
                  <a:pt x="125860" y="31858"/>
                  <a:pt x="126494" y="31541"/>
                  <a:pt x="126970" y="31383"/>
                </a:cubicBezTo>
                <a:cubicBezTo>
                  <a:pt x="127763" y="31224"/>
                  <a:pt x="128717" y="31066"/>
                  <a:pt x="129511" y="30907"/>
                </a:cubicBezTo>
                <a:cubicBezTo>
                  <a:pt x="133318" y="30749"/>
                  <a:pt x="137286" y="30590"/>
                  <a:pt x="141095" y="30432"/>
                </a:cubicBezTo>
                <a:cubicBezTo>
                  <a:pt x="142048" y="30273"/>
                  <a:pt x="143001" y="30273"/>
                  <a:pt x="143952" y="30115"/>
                </a:cubicBezTo>
                <a:cubicBezTo>
                  <a:pt x="147602" y="28688"/>
                  <a:pt x="151254" y="27737"/>
                  <a:pt x="155222" y="29005"/>
                </a:cubicBezTo>
                <a:cubicBezTo>
                  <a:pt x="156966" y="26786"/>
                  <a:pt x="159347" y="26786"/>
                  <a:pt x="161887" y="27103"/>
                </a:cubicBezTo>
              </a:path>
            </a:pathLst>
          </a:custGeom>
          <a:solidFill xmlns:a="http://schemas.openxmlformats.org/drawingml/2006/main">
            <a:srgbClr val="5C2E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FC83B-319D-4527-AD76-EF81A6FB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3395" y="830246"/>
            <a:ext cx="172679" cy="60705"/>
          </a:xfrm>
          <a:custGeom xmlns:a="http://schemas.openxmlformats.org/drawingml/2006/main">
            <a:pathLst>
              <a:path w="172679" h="60705">
                <a:moveTo>
                  <a:pt x="7142" y="19020"/>
                </a:moveTo>
                <a:cubicBezTo>
                  <a:pt x="4601" y="18861"/>
                  <a:pt x="2063" y="18703"/>
                  <a:pt x="0" y="20605"/>
                </a:cubicBezTo>
                <a:cubicBezTo>
                  <a:pt x="633" y="21556"/>
                  <a:pt x="1270" y="22348"/>
                  <a:pt x="1903" y="23299"/>
                </a:cubicBezTo>
                <a:cubicBezTo>
                  <a:pt x="17458" y="32334"/>
                  <a:pt x="32695" y="41844"/>
                  <a:pt x="49517" y="48659"/>
                </a:cubicBezTo>
                <a:cubicBezTo>
                  <a:pt x="76975" y="59596"/>
                  <a:pt x="105226" y="60705"/>
                  <a:pt x="134112" y="57377"/>
                </a:cubicBezTo>
                <a:cubicBezTo>
                  <a:pt x="137445" y="57060"/>
                  <a:pt x="140937" y="56901"/>
                  <a:pt x="144268" y="56743"/>
                </a:cubicBezTo>
                <a:cubicBezTo>
                  <a:pt x="145380" y="55633"/>
                  <a:pt x="146491" y="55158"/>
                  <a:pt x="147761" y="56584"/>
                </a:cubicBezTo>
                <a:cubicBezTo>
                  <a:pt x="149029" y="54841"/>
                  <a:pt x="150935" y="54682"/>
                  <a:pt x="152840" y="54524"/>
                </a:cubicBezTo>
                <a:cubicBezTo>
                  <a:pt x="155854" y="52463"/>
                  <a:pt x="159188" y="51512"/>
                  <a:pt x="162680" y="50561"/>
                </a:cubicBezTo>
                <a:cubicBezTo>
                  <a:pt x="164107" y="49452"/>
                  <a:pt x="165537" y="48342"/>
                  <a:pt x="166964" y="47233"/>
                </a:cubicBezTo>
                <a:cubicBezTo>
                  <a:pt x="170932" y="40417"/>
                  <a:pt x="172679" y="33126"/>
                  <a:pt x="170932" y="25360"/>
                </a:cubicBezTo>
                <a:cubicBezTo>
                  <a:pt x="170616" y="25043"/>
                  <a:pt x="170455" y="24567"/>
                  <a:pt x="170616" y="24092"/>
                </a:cubicBezTo>
                <a:cubicBezTo>
                  <a:pt x="170298" y="23458"/>
                  <a:pt x="169822" y="22824"/>
                  <a:pt x="169505" y="22190"/>
                </a:cubicBezTo>
                <a:cubicBezTo>
                  <a:pt x="169187" y="21397"/>
                  <a:pt x="168868" y="20605"/>
                  <a:pt x="168711" y="19812"/>
                </a:cubicBezTo>
                <a:cubicBezTo>
                  <a:pt x="164583" y="15374"/>
                  <a:pt x="160299" y="11253"/>
                  <a:pt x="156332" y="6657"/>
                </a:cubicBezTo>
                <a:cubicBezTo>
                  <a:pt x="154427" y="4438"/>
                  <a:pt x="149823" y="4596"/>
                  <a:pt x="150935" y="0"/>
                </a:cubicBezTo>
                <a:cubicBezTo>
                  <a:pt x="147442" y="475"/>
                  <a:pt x="144111" y="1109"/>
                  <a:pt x="140619" y="1585"/>
                </a:cubicBezTo>
                <a:cubicBezTo>
                  <a:pt x="148079" y="7608"/>
                  <a:pt x="156490" y="12680"/>
                  <a:pt x="162202" y="20763"/>
                </a:cubicBezTo>
                <a:cubicBezTo>
                  <a:pt x="163156" y="22190"/>
                  <a:pt x="164583" y="24567"/>
                  <a:pt x="163950" y="25677"/>
                </a:cubicBezTo>
                <a:cubicBezTo>
                  <a:pt x="162839" y="28054"/>
                  <a:pt x="160299" y="26311"/>
                  <a:pt x="158395" y="26311"/>
                </a:cubicBezTo>
                <a:cubicBezTo>
                  <a:pt x="157601" y="26469"/>
                  <a:pt x="156808" y="26628"/>
                  <a:pt x="155854" y="26786"/>
                </a:cubicBezTo>
                <a:cubicBezTo>
                  <a:pt x="157919" y="29322"/>
                  <a:pt x="160615" y="30907"/>
                  <a:pt x="163474" y="32175"/>
                </a:cubicBezTo>
                <a:cubicBezTo>
                  <a:pt x="167281" y="34077"/>
                  <a:pt x="166013" y="36930"/>
                  <a:pt x="164583" y="39466"/>
                </a:cubicBezTo>
                <a:cubicBezTo>
                  <a:pt x="162839" y="42319"/>
                  <a:pt x="160933" y="41210"/>
                  <a:pt x="158712" y="39625"/>
                </a:cubicBezTo>
                <a:cubicBezTo>
                  <a:pt x="156647" y="38040"/>
                  <a:pt x="154110" y="37247"/>
                  <a:pt x="151729" y="36138"/>
                </a:cubicBezTo>
                <a:cubicBezTo>
                  <a:pt x="151093" y="36138"/>
                  <a:pt x="150459" y="36138"/>
                  <a:pt x="149666" y="36296"/>
                </a:cubicBezTo>
                <a:cubicBezTo>
                  <a:pt x="150459" y="41527"/>
                  <a:pt x="156965" y="40893"/>
                  <a:pt x="159028" y="45172"/>
                </a:cubicBezTo>
                <a:cubicBezTo>
                  <a:pt x="153316" y="47550"/>
                  <a:pt x="148079" y="52305"/>
                  <a:pt x="143317" y="43587"/>
                </a:cubicBezTo>
                <a:cubicBezTo>
                  <a:pt x="142048" y="41210"/>
                  <a:pt x="138713" y="40417"/>
                  <a:pt x="135539" y="40893"/>
                </a:cubicBezTo>
                <a:cubicBezTo>
                  <a:pt x="142048" y="51037"/>
                  <a:pt x="142048" y="51037"/>
                  <a:pt x="129351" y="51988"/>
                </a:cubicBezTo>
                <a:cubicBezTo>
                  <a:pt x="127763" y="51988"/>
                  <a:pt x="126176" y="52146"/>
                  <a:pt x="124589" y="52146"/>
                </a:cubicBezTo>
                <a:cubicBezTo>
                  <a:pt x="121574" y="52305"/>
                  <a:pt x="118399" y="52463"/>
                  <a:pt x="115382" y="52622"/>
                </a:cubicBezTo>
                <a:cubicBezTo>
                  <a:pt x="113319" y="55475"/>
                  <a:pt x="111257" y="55950"/>
                  <a:pt x="108718" y="53097"/>
                </a:cubicBezTo>
                <a:cubicBezTo>
                  <a:pt x="107764" y="52939"/>
                  <a:pt x="106813" y="52939"/>
                  <a:pt x="105860" y="52780"/>
                </a:cubicBezTo>
                <a:cubicBezTo>
                  <a:pt x="103639" y="54048"/>
                  <a:pt x="101416" y="56267"/>
                  <a:pt x="99035" y="53097"/>
                </a:cubicBezTo>
                <a:cubicBezTo>
                  <a:pt x="95386" y="52780"/>
                  <a:pt x="91736" y="52305"/>
                  <a:pt x="88085" y="51988"/>
                </a:cubicBezTo>
                <a:cubicBezTo>
                  <a:pt x="86338" y="51829"/>
                  <a:pt x="84594" y="51829"/>
                  <a:pt x="83007" y="51671"/>
                </a:cubicBezTo>
                <a:cubicBezTo>
                  <a:pt x="76498" y="49610"/>
                  <a:pt x="68722" y="51037"/>
                  <a:pt x="63961" y="44380"/>
                </a:cubicBezTo>
                <a:cubicBezTo>
                  <a:pt x="62531" y="44221"/>
                  <a:pt x="61104" y="44221"/>
                  <a:pt x="59517" y="44063"/>
                </a:cubicBezTo>
                <a:cubicBezTo>
                  <a:pt x="56659" y="45806"/>
                  <a:pt x="54121" y="43746"/>
                  <a:pt x="51421" y="43112"/>
                </a:cubicBezTo>
                <a:cubicBezTo>
                  <a:pt x="44279" y="41685"/>
                  <a:pt x="40630" y="35662"/>
                  <a:pt x="35550" y="31383"/>
                </a:cubicBezTo>
                <a:cubicBezTo>
                  <a:pt x="34917" y="31066"/>
                  <a:pt x="34439" y="30590"/>
                  <a:pt x="33806" y="30273"/>
                </a:cubicBezTo>
                <a:cubicBezTo>
                  <a:pt x="32852" y="29639"/>
                  <a:pt x="31742" y="28847"/>
                  <a:pt x="30789" y="28213"/>
                </a:cubicBezTo>
                <a:cubicBezTo>
                  <a:pt x="30949" y="31066"/>
                  <a:pt x="30471" y="34394"/>
                  <a:pt x="26821" y="32017"/>
                </a:cubicBezTo>
                <a:cubicBezTo>
                  <a:pt x="20315" y="27896"/>
                  <a:pt x="12537" y="25043"/>
                  <a:pt x="7142" y="19020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B05EB-BBB0-4EEF-B270-73555335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082" y="855129"/>
            <a:ext cx="178234" cy="49293"/>
          </a:xfrm>
          <a:custGeom xmlns:a="http://schemas.openxmlformats.org/drawingml/2006/main">
            <a:pathLst>
              <a:path w="178234" h="49293">
                <a:moveTo>
                  <a:pt x="178075" y="27896"/>
                </a:moveTo>
                <a:cubicBezTo>
                  <a:pt x="178075" y="27896"/>
                  <a:pt x="178234" y="27103"/>
                  <a:pt x="178075" y="27103"/>
                </a:cubicBezTo>
                <a:cubicBezTo>
                  <a:pt x="149190" y="15850"/>
                  <a:pt x="119828" y="6340"/>
                  <a:pt x="88879" y="3170"/>
                </a:cubicBezTo>
                <a:cubicBezTo>
                  <a:pt x="63802" y="475"/>
                  <a:pt x="38724" y="0"/>
                  <a:pt x="15711" y="13155"/>
                </a:cubicBezTo>
                <a:cubicBezTo>
                  <a:pt x="794" y="21556"/>
                  <a:pt x="0" y="30273"/>
                  <a:pt x="13491" y="40734"/>
                </a:cubicBezTo>
                <a:cubicBezTo>
                  <a:pt x="16665" y="43270"/>
                  <a:pt x="21426" y="44380"/>
                  <a:pt x="22220" y="49293"/>
                </a:cubicBezTo>
                <a:cubicBezTo>
                  <a:pt x="26027" y="48659"/>
                  <a:pt x="29838" y="48025"/>
                  <a:pt x="33806" y="47233"/>
                </a:cubicBezTo>
                <a:cubicBezTo>
                  <a:pt x="30473" y="42002"/>
                  <a:pt x="24440" y="41210"/>
                  <a:pt x="19679" y="38040"/>
                </a:cubicBezTo>
                <a:cubicBezTo>
                  <a:pt x="6506" y="29322"/>
                  <a:pt x="6666" y="24567"/>
                  <a:pt x="20790" y="17276"/>
                </a:cubicBezTo>
                <a:cubicBezTo>
                  <a:pt x="22377" y="16325"/>
                  <a:pt x="23964" y="15533"/>
                  <a:pt x="25551" y="14582"/>
                </a:cubicBezTo>
                <a:cubicBezTo>
                  <a:pt x="26505" y="14423"/>
                  <a:pt x="27614" y="14106"/>
                  <a:pt x="28568" y="13948"/>
                </a:cubicBezTo>
                <a:cubicBezTo>
                  <a:pt x="29995" y="12680"/>
                  <a:pt x="31742" y="12680"/>
                  <a:pt x="33647" y="12521"/>
                </a:cubicBezTo>
                <a:cubicBezTo>
                  <a:pt x="34441" y="9510"/>
                  <a:pt x="36028" y="9034"/>
                  <a:pt x="38408" y="11095"/>
                </a:cubicBezTo>
                <a:cubicBezTo>
                  <a:pt x="46027" y="10302"/>
                  <a:pt x="53169" y="6974"/>
                  <a:pt x="60944" y="7925"/>
                </a:cubicBezTo>
                <a:cubicBezTo>
                  <a:pt x="62848" y="7925"/>
                  <a:pt x="64912" y="7925"/>
                  <a:pt x="66816" y="8083"/>
                </a:cubicBezTo>
                <a:cubicBezTo>
                  <a:pt x="75545" y="5230"/>
                  <a:pt x="81737" y="11570"/>
                  <a:pt x="89196" y="13789"/>
                </a:cubicBezTo>
                <a:lnTo>
                  <a:pt x="89196" y="11412"/>
                </a:lnTo>
                <a:cubicBezTo>
                  <a:pt x="93004" y="7449"/>
                  <a:pt x="97448" y="10619"/>
                  <a:pt x="101576" y="10461"/>
                </a:cubicBezTo>
                <a:cubicBezTo>
                  <a:pt x="108875" y="10302"/>
                  <a:pt x="112525" y="18227"/>
                  <a:pt x="119828" y="18069"/>
                </a:cubicBezTo>
                <a:cubicBezTo>
                  <a:pt x="119510" y="16642"/>
                  <a:pt x="119191" y="15216"/>
                  <a:pt x="121098" y="14740"/>
                </a:cubicBezTo>
                <a:cubicBezTo>
                  <a:pt x="136175" y="18227"/>
                  <a:pt x="151253" y="22507"/>
                  <a:pt x="165378" y="28688"/>
                </a:cubicBezTo>
                <a:lnTo>
                  <a:pt x="173314" y="28688"/>
                </a:lnTo>
                <a:cubicBezTo>
                  <a:pt x="174741" y="27579"/>
                  <a:pt x="176328" y="27737"/>
                  <a:pt x="178075" y="27896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EB7DC-6C64-419F-94A0-92203A3C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215" y="883975"/>
            <a:ext cx="243306" cy="36455"/>
          </a:xfrm>
          <a:custGeom xmlns:a="http://schemas.openxmlformats.org/drawingml/2006/main">
            <a:pathLst>
              <a:path w="243306" h="36455">
                <a:moveTo>
                  <a:pt x="239179" y="0"/>
                </a:moveTo>
                <a:lnTo>
                  <a:pt x="231244" y="0"/>
                </a:lnTo>
                <a:cubicBezTo>
                  <a:pt x="230766" y="475"/>
                  <a:pt x="230133" y="792"/>
                  <a:pt x="229657" y="1268"/>
                </a:cubicBezTo>
                <a:cubicBezTo>
                  <a:pt x="228385" y="3804"/>
                  <a:pt x="226798" y="3804"/>
                  <a:pt x="224895" y="1743"/>
                </a:cubicBezTo>
                <a:cubicBezTo>
                  <a:pt x="222673" y="2060"/>
                  <a:pt x="220450" y="2377"/>
                  <a:pt x="218229" y="2853"/>
                </a:cubicBezTo>
                <a:cubicBezTo>
                  <a:pt x="217593" y="2853"/>
                  <a:pt x="217118" y="3011"/>
                  <a:pt x="216482" y="3011"/>
                </a:cubicBezTo>
                <a:cubicBezTo>
                  <a:pt x="213944" y="3011"/>
                  <a:pt x="211405" y="3011"/>
                  <a:pt x="209024" y="3170"/>
                </a:cubicBezTo>
                <a:cubicBezTo>
                  <a:pt x="205215" y="3962"/>
                  <a:pt x="201565" y="4596"/>
                  <a:pt x="197754" y="5389"/>
                </a:cubicBezTo>
                <a:cubicBezTo>
                  <a:pt x="194262" y="6657"/>
                  <a:pt x="190612" y="7608"/>
                  <a:pt x="186804" y="6815"/>
                </a:cubicBezTo>
                <a:cubicBezTo>
                  <a:pt x="185693" y="6974"/>
                  <a:pt x="184424" y="6974"/>
                  <a:pt x="183313" y="7132"/>
                </a:cubicBezTo>
                <a:cubicBezTo>
                  <a:pt x="181408" y="8717"/>
                  <a:pt x="179345" y="7925"/>
                  <a:pt x="177282" y="8083"/>
                </a:cubicBezTo>
                <a:cubicBezTo>
                  <a:pt x="176171" y="8242"/>
                  <a:pt x="174901" y="8559"/>
                  <a:pt x="173790" y="8717"/>
                </a:cubicBezTo>
                <a:cubicBezTo>
                  <a:pt x="171566" y="9510"/>
                  <a:pt x="169186" y="10302"/>
                  <a:pt x="166965" y="11095"/>
                </a:cubicBezTo>
                <a:cubicBezTo>
                  <a:pt x="161410" y="10302"/>
                  <a:pt x="156014" y="11729"/>
                  <a:pt x="150459" y="12363"/>
                </a:cubicBezTo>
                <a:cubicBezTo>
                  <a:pt x="149347" y="12363"/>
                  <a:pt x="148079" y="12521"/>
                  <a:pt x="146966" y="12521"/>
                </a:cubicBezTo>
                <a:cubicBezTo>
                  <a:pt x="145379" y="12521"/>
                  <a:pt x="143792" y="12363"/>
                  <a:pt x="142205" y="12363"/>
                </a:cubicBezTo>
                <a:cubicBezTo>
                  <a:pt x="139984" y="15691"/>
                  <a:pt x="136810" y="14106"/>
                  <a:pt x="133952" y="13789"/>
                </a:cubicBezTo>
                <a:cubicBezTo>
                  <a:pt x="131731" y="15850"/>
                  <a:pt x="129033" y="15850"/>
                  <a:pt x="126333" y="15533"/>
                </a:cubicBezTo>
                <a:cubicBezTo>
                  <a:pt x="124589" y="16008"/>
                  <a:pt x="122685" y="16325"/>
                  <a:pt x="120939" y="15216"/>
                </a:cubicBezTo>
                <a:cubicBezTo>
                  <a:pt x="117923" y="18386"/>
                  <a:pt x="113955" y="16959"/>
                  <a:pt x="110462" y="17276"/>
                </a:cubicBezTo>
                <a:cubicBezTo>
                  <a:pt x="106813" y="17276"/>
                  <a:pt x="103320" y="20129"/>
                  <a:pt x="99513" y="18544"/>
                </a:cubicBezTo>
                <a:cubicBezTo>
                  <a:pt x="95704" y="19178"/>
                  <a:pt x="91893" y="19812"/>
                  <a:pt x="87925" y="20605"/>
                </a:cubicBezTo>
                <a:cubicBezTo>
                  <a:pt x="85229" y="20129"/>
                  <a:pt x="82688" y="19812"/>
                  <a:pt x="80626" y="22190"/>
                </a:cubicBezTo>
                <a:lnTo>
                  <a:pt x="80307" y="22190"/>
                </a:lnTo>
                <a:lnTo>
                  <a:pt x="69197" y="22190"/>
                </a:lnTo>
                <a:cubicBezTo>
                  <a:pt x="67770" y="23933"/>
                  <a:pt x="66183" y="24250"/>
                  <a:pt x="64436" y="22665"/>
                </a:cubicBezTo>
                <a:cubicBezTo>
                  <a:pt x="61898" y="22982"/>
                  <a:pt x="59357" y="23299"/>
                  <a:pt x="56819" y="23616"/>
                </a:cubicBezTo>
                <a:cubicBezTo>
                  <a:pt x="54438" y="26152"/>
                  <a:pt x="51582" y="25835"/>
                  <a:pt x="48725" y="24567"/>
                </a:cubicBezTo>
                <a:cubicBezTo>
                  <a:pt x="44279" y="25360"/>
                  <a:pt x="43328" y="21080"/>
                  <a:pt x="40948" y="19020"/>
                </a:cubicBezTo>
                <a:cubicBezTo>
                  <a:pt x="39678" y="19020"/>
                  <a:pt x="38408" y="19020"/>
                  <a:pt x="37137" y="18861"/>
                </a:cubicBezTo>
                <a:cubicBezTo>
                  <a:pt x="24758" y="24726"/>
                  <a:pt x="12380" y="30590"/>
                  <a:pt x="0" y="36455"/>
                </a:cubicBezTo>
                <a:lnTo>
                  <a:pt x="49041" y="36455"/>
                </a:lnTo>
                <a:cubicBezTo>
                  <a:pt x="49994" y="36455"/>
                  <a:pt x="51899" y="35821"/>
                  <a:pt x="51739" y="35504"/>
                </a:cubicBezTo>
                <a:cubicBezTo>
                  <a:pt x="49994" y="22824"/>
                  <a:pt x="60628" y="31541"/>
                  <a:pt x="64278" y="28213"/>
                </a:cubicBezTo>
                <a:cubicBezTo>
                  <a:pt x="66023" y="25677"/>
                  <a:pt x="68086" y="25043"/>
                  <a:pt x="70627" y="26786"/>
                </a:cubicBezTo>
                <a:cubicBezTo>
                  <a:pt x="73165" y="26469"/>
                  <a:pt x="75706" y="26311"/>
                  <a:pt x="78245" y="25994"/>
                </a:cubicBezTo>
                <a:cubicBezTo>
                  <a:pt x="81419" y="22824"/>
                  <a:pt x="85068" y="23933"/>
                  <a:pt x="88719" y="24567"/>
                </a:cubicBezTo>
                <a:cubicBezTo>
                  <a:pt x="93164" y="23933"/>
                  <a:pt x="97926" y="25360"/>
                  <a:pt x="102209" y="22824"/>
                </a:cubicBezTo>
                <a:cubicBezTo>
                  <a:pt x="104433" y="22824"/>
                  <a:pt x="106494" y="22665"/>
                  <a:pt x="108718" y="22665"/>
                </a:cubicBezTo>
                <a:cubicBezTo>
                  <a:pt x="111892" y="22665"/>
                  <a:pt x="114590" y="20129"/>
                  <a:pt x="117923" y="21397"/>
                </a:cubicBezTo>
                <a:cubicBezTo>
                  <a:pt x="119034" y="21239"/>
                  <a:pt x="120145" y="21239"/>
                  <a:pt x="121415" y="21080"/>
                </a:cubicBezTo>
                <a:cubicBezTo>
                  <a:pt x="122526" y="20763"/>
                  <a:pt x="123478" y="20605"/>
                  <a:pt x="124589" y="20288"/>
                </a:cubicBezTo>
                <a:cubicBezTo>
                  <a:pt x="126494" y="16167"/>
                  <a:pt x="129508" y="17435"/>
                  <a:pt x="132364" y="18861"/>
                </a:cubicBezTo>
                <a:cubicBezTo>
                  <a:pt x="133158" y="19020"/>
                  <a:pt x="133952" y="19020"/>
                  <a:pt x="134905" y="19178"/>
                </a:cubicBezTo>
                <a:lnTo>
                  <a:pt x="134745" y="19178"/>
                </a:lnTo>
                <a:cubicBezTo>
                  <a:pt x="136175" y="18703"/>
                  <a:pt x="137443" y="18386"/>
                  <a:pt x="138873" y="17910"/>
                </a:cubicBezTo>
                <a:cubicBezTo>
                  <a:pt x="140778" y="15057"/>
                  <a:pt x="143474" y="16325"/>
                  <a:pt x="146015" y="16484"/>
                </a:cubicBezTo>
                <a:cubicBezTo>
                  <a:pt x="146649" y="16484"/>
                  <a:pt x="147126" y="16484"/>
                  <a:pt x="147760" y="16325"/>
                </a:cubicBezTo>
                <a:lnTo>
                  <a:pt x="150777" y="16325"/>
                </a:lnTo>
                <a:cubicBezTo>
                  <a:pt x="154268" y="16167"/>
                  <a:pt x="157601" y="16167"/>
                  <a:pt x="161093" y="16008"/>
                </a:cubicBezTo>
                <a:cubicBezTo>
                  <a:pt x="162363" y="14423"/>
                  <a:pt x="164107" y="14582"/>
                  <a:pt x="165854" y="14899"/>
                </a:cubicBezTo>
                <a:cubicBezTo>
                  <a:pt x="169505" y="14423"/>
                  <a:pt x="173154" y="13948"/>
                  <a:pt x="176804" y="13472"/>
                </a:cubicBezTo>
                <a:cubicBezTo>
                  <a:pt x="178075" y="13314"/>
                  <a:pt x="179185" y="13314"/>
                  <a:pt x="180456" y="13155"/>
                </a:cubicBezTo>
                <a:cubicBezTo>
                  <a:pt x="183946" y="11412"/>
                  <a:pt x="187598" y="10936"/>
                  <a:pt x="191405" y="11412"/>
                </a:cubicBezTo>
                <a:cubicBezTo>
                  <a:pt x="193153" y="11412"/>
                  <a:pt x="194740" y="11570"/>
                  <a:pt x="196486" y="11570"/>
                </a:cubicBezTo>
                <a:cubicBezTo>
                  <a:pt x="201722" y="12204"/>
                  <a:pt x="206166" y="7925"/>
                  <a:pt x="211405" y="9351"/>
                </a:cubicBezTo>
                <a:cubicBezTo>
                  <a:pt x="212357" y="9193"/>
                  <a:pt x="213151" y="9034"/>
                  <a:pt x="214101" y="8876"/>
                </a:cubicBezTo>
                <a:cubicBezTo>
                  <a:pt x="219656" y="7291"/>
                  <a:pt x="225211" y="6340"/>
                  <a:pt x="230926" y="6815"/>
                </a:cubicBezTo>
                <a:cubicBezTo>
                  <a:pt x="231877" y="6498"/>
                  <a:pt x="232831" y="6340"/>
                  <a:pt x="233783" y="6023"/>
                </a:cubicBezTo>
                <a:cubicBezTo>
                  <a:pt x="235051" y="5547"/>
                  <a:pt x="236164" y="5230"/>
                  <a:pt x="237432" y="4755"/>
                </a:cubicBezTo>
                <a:cubicBezTo>
                  <a:pt x="238069" y="3170"/>
                  <a:pt x="243306" y="3170"/>
                  <a:pt x="239179" y="0"/>
                </a:cubicBezTo>
              </a:path>
            </a:pathLst>
          </a:custGeom>
          <a:solidFill xmlns:a="http://schemas.openxmlformats.org/drawingml/2006/main">
            <a:srgbClr val="5C2E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4ABCB-4251-4833-AD2A-3A847AB0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5011" y="869711"/>
            <a:ext cx="167918" cy="58486"/>
          </a:xfrm>
          <a:custGeom xmlns:a="http://schemas.openxmlformats.org/drawingml/2006/main">
            <a:pathLst>
              <a:path w="167918" h="58486">
                <a:moveTo>
                  <a:pt x="148555" y="0"/>
                </a:moveTo>
                <a:cubicBezTo>
                  <a:pt x="146968" y="0"/>
                  <a:pt x="145541" y="158"/>
                  <a:pt x="144111" y="158"/>
                </a:cubicBezTo>
                <a:cubicBezTo>
                  <a:pt x="144587" y="3011"/>
                  <a:pt x="147444" y="3962"/>
                  <a:pt x="149031" y="5706"/>
                </a:cubicBezTo>
                <a:cubicBezTo>
                  <a:pt x="154903" y="12046"/>
                  <a:pt x="164267" y="16325"/>
                  <a:pt x="163474" y="28054"/>
                </a:cubicBezTo>
                <a:cubicBezTo>
                  <a:pt x="160299" y="25677"/>
                  <a:pt x="157284" y="25043"/>
                  <a:pt x="154270" y="24567"/>
                </a:cubicBezTo>
                <a:lnTo>
                  <a:pt x="154270" y="26945"/>
                </a:lnTo>
                <a:cubicBezTo>
                  <a:pt x="154745" y="27420"/>
                  <a:pt x="155379" y="27896"/>
                  <a:pt x="155857" y="28371"/>
                </a:cubicBezTo>
                <a:cubicBezTo>
                  <a:pt x="159982" y="30432"/>
                  <a:pt x="167918" y="30432"/>
                  <a:pt x="160934" y="38198"/>
                </a:cubicBezTo>
                <a:lnTo>
                  <a:pt x="160776" y="38198"/>
                </a:lnTo>
                <a:cubicBezTo>
                  <a:pt x="160141" y="41844"/>
                  <a:pt x="156808" y="42319"/>
                  <a:pt x="154427" y="43429"/>
                </a:cubicBezTo>
                <a:cubicBezTo>
                  <a:pt x="147285" y="46440"/>
                  <a:pt x="139667" y="47074"/>
                  <a:pt x="132050" y="47867"/>
                </a:cubicBezTo>
                <a:cubicBezTo>
                  <a:pt x="130620" y="49135"/>
                  <a:pt x="128876" y="48976"/>
                  <a:pt x="127129" y="48659"/>
                </a:cubicBezTo>
                <a:cubicBezTo>
                  <a:pt x="125541" y="48818"/>
                  <a:pt x="123954" y="48976"/>
                  <a:pt x="122528" y="49135"/>
                </a:cubicBezTo>
                <a:cubicBezTo>
                  <a:pt x="121574" y="50403"/>
                  <a:pt x="120304" y="50403"/>
                  <a:pt x="118876" y="49927"/>
                </a:cubicBezTo>
                <a:cubicBezTo>
                  <a:pt x="117447" y="49769"/>
                  <a:pt x="115860" y="49769"/>
                  <a:pt x="114432" y="49610"/>
                </a:cubicBezTo>
                <a:cubicBezTo>
                  <a:pt x="110305" y="50720"/>
                  <a:pt x="106020" y="50720"/>
                  <a:pt x="101895" y="50086"/>
                </a:cubicBezTo>
                <a:cubicBezTo>
                  <a:pt x="99195" y="50403"/>
                  <a:pt x="96497" y="51195"/>
                  <a:pt x="93799" y="49610"/>
                </a:cubicBezTo>
                <a:cubicBezTo>
                  <a:pt x="89514" y="48976"/>
                  <a:pt x="84276" y="51037"/>
                  <a:pt x="81578" y="46282"/>
                </a:cubicBezTo>
                <a:cubicBezTo>
                  <a:pt x="79515" y="42953"/>
                  <a:pt x="76501" y="42002"/>
                  <a:pt x="73327" y="40734"/>
                </a:cubicBezTo>
                <a:cubicBezTo>
                  <a:pt x="73166" y="41527"/>
                  <a:pt x="73008" y="42161"/>
                  <a:pt x="72849" y="42953"/>
                </a:cubicBezTo>
                <a:cubicBezTo>
                  <a:pt x="73484" y="43746"/>
                  <a:pt x="74595" y="44697"/>
                  <a:pt x="74436" y="45489"/>
                </a:cubicBezTo>
                <a:cubicBezTo>
                  <a:pt x="74120" y="47867"/>
                  <a:pt x="72214" y="46440"/>
                  <a:pt x="70786" y="46440"/>
                </a:cubicBezTo>
                <a:cubicBezTo>
                  <a:pt x="62691" y="46440"/>
                  <a:pt x="59676" y="37723"/>
                  <a:pt x="52694" y="35979"/>
                </a:cubicBezTo>
                <a:cubicBezTo>
                  <a:pt x="52216" y="36613"/>
                  <a:pt x="51901" y="37406"/>
                  <a:pt x="51423" y="38040"/>
                </a:cubicBezTo>
                <a:cubicBezTo>
                  <a:pt x="49836" y="40576"/>
                  <a:pt x="47772" y="39308"/>
                  <a:pt x="45868" y="38515"/>
                </a:cubicBezTo>
                <a:cubicBezTo>
                  <a:pt x="32061" y="32809"/>
                  <a:pt x="18887" y="26152"/>
                  <a:pt x="6668" y="17435"/>
                </a:cubicBezTo>
                <a:lnTo>
                  <a:pt x="3333" y="16959"/>
                </a:lnTo>
                <a:cubicBezTo>
                  <a:pt x="1587" y="17435"/>
                  <a:pt x="0" y="17910"/>
                  <a:pt x="635" y="20288"/>
                </a:cubicBezTo>
                <a:cubicBezTo>
                  <a:pt x="1746" y="21239"/>
                  <a:pt x="2700" y="22190"/>
                  <a:pt x="3809" y="23141"/>
                </a:cubicBezTo>
                <a:cubicBezTo>
                  <a:pt x="23489" y="34553"/>
                  <a:pt x="43487" y="44855"/>
                  <a:pt x="65548" y="51037"/>
                </a:cubicBezTo>
                <a:cubicBezTo>
                  <a:pt x="92847" y="58486"/>
                  <a:pt x="119828" y="56426"/>
                  <a:pt x="146968" y="51512"/>
                </a:cubicBezTo>
                <a:cubicBezTo>
                  <a:pt x="148715" y="51195"/>
                  <a:pt x="150618" y="50878"/>
                  <a:pt x="152364" y="50561"/>
                </a:cubicBezTo>
                <a:cubicBezTo>
                  <a:pt x="153792" y="49293"/>
                  <a:pt x="155379" y="48342"/>
                  <a:pt x="157444" y="48501"/>
                </a:cubicBezTo>
                <a:cubicBezTo>
                  <a:pt x="160618" y="46123"/>
                  <a:pt x="163632" y="43746"/>
                  <a:pt x="166807" y="41210"/>
                </a:cubicBezTo>
                <a:cubicBezTo>
                  <a:pt x="167600" y="32968"/>
                  <a:pt x="167918" y="24884"/>
                  <a:pt x="166648" y="16642"/>
                </a:cubicBezTo>
                <a:cubicBezTo>
                  <a:pt x="160934" y="10936"/>
                  <a:pt x="156651" y="3487"/>
                  <a:pt x="148555" y="0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E80B6-6451-4178-8523-78A7AE24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1945" y="666196"/>
            <a:ext cx="22537" cy="157707"/>
          </a:xfrm>
          <a:custGeom xmlns:a="http://schemas.openxmlformats.org/drawingml/2006/main">
            <a:pathLst>
              <a:path w="22537" h="157707">
                <a:moveTo>
                  <a:pt x="7618" y="157390"/>
                </a:moveTo>
                <a:cubicBezTo>
                  <a:pt x="9366" y="157549"/>
                  <a:pt x="11110" y="157549"/>
                  <a:pt x="12856" y="157707"/>
                </a:cubicBezTo>
                <a:cubicBezTo>
                  <a:pt x="13014" y="131713"/>
                  <a:pt x="13173" y="105561"/>
                  <a:pt x="13333" y="79567"/>
                </a:cubicBezTo>
                <a:cubicBezTo>
                  <a:pt x="13333" y="66094"/>
                  <a:pt x="13333" y="52780"/>
                  <a:pt x="13491" y="39308"/>
                </a:cubicBezTo>
                <a:cubicBezTo>
                  <a:pt x="13491" y="35028"/>
                  <a:pt x="11427" y="29639"/>
                  <a:pt x="19204" y="28847"/>
                </a:cubicBezTo>
                <a:cubicBezTo>
                  <a:pt x="22537" y="28530"/>
                  <a:pt x="20315" y="24884"/>
                  <a:pt x="19839" y="22824"/>
                </a:cubicBezTo>
                <a:cubicBezTo>
                  <a:pt x="18252" y="16008"/>
                  <a:pt x="14284" y="9668"/>
                  <a:pt x="14127" y="2377"/>
                </a:cubicBezTo>
                <a:cubicBezTo>
                  <a:pt x="8572" y="0"/>
                  <a:pt x="9999" y="7132"/>
                  <a:pt x="6507" y="7766"/>
                </a:cubicBezTo>
                <a:cubicBezTo>
                  <a:pt x="6666" y="8083"/>
                  <a:pt x="6666" y="8400"/>
                  <a:pt x="6191" y="8559"/>
                </a:cubicBezTo>
                <a:cubicBezTo>
                  <a:pt x="5872" y="9510"/>
                  <a:pt x="5555" y="10302"/>
                  <a:pt x="5238" y="11253"/>
                </a:cubicBezTo>
                <a:lnTo>
                  <a:pt x="5238" y="11887"/>
                </a:lnTo>
                <a:cubicBezTo>
                  <a:pt x="5079" y="13631"/>
                  <a:pt x="4761" y="15374"/>
                  <a:pt x="3492" y="16642"/>
                </a:cubicBezTo>
                <a:cubicBezTo>
                  <a:pt x="2381" y="19812"/>
                  <a:pt x="1270" y="22982"/>
                  <a:pt x="0" y="25994"/>
                </a:cubicBezTo>
                <a:cubicBezTo>
                  <a:pt x="476" y="27262"/>
                  <a:pt x="794" y="28847"/>
                  <a:pt x="2224" y="28847"/>
                </a:cubicBezTo>
                <a:cubicBezTo>
                  <a:pt x="7459" y="28688"/>
                  <a:pt x="7778" y="31858"/>
                  <a:pt x="7778" y="36138"/>
                </a:cubicBezTo>
                <a:cubicBezTo>
                  <a:pt x="7618" y="76555"/>
                  <a:pt x="7618" y="116973"/>
                  <a:pt x="7618" y="157390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2AC8A-98CD-4B06-9312-1F9867EA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006" y="825330"/>
            <a:ext cx="113797" cy="72751"/>
          </a:xfrm>
          <a:custGeom xmlns:a="http://schemas.openxmlformats.org/drawingml/2006/main">
            <a:pathLst>
              <a:path w="113797" h="72751">
                <a:moveTo>
                  <a:pt x="1905" y="0"/>
                </a:moveTo>
                <a:cubicBezTo>
                  <a:pt x="1271" y="1268"/>
                  <a:pt x="635" y="2536"/>
                  <a:pt x="0" y="3804"/>
                </a:cubicBezTo>
                <a:cubicBezTo>
                  <a:pt x="6826" y="8242"/>
                  <a:pt x="13491" y="12680"/>
                  <a:pt x="20317" y="17118"/>
                </a:cubicBezTo>
                <a:cubicBezTo>
                  <a:pt x="25235" y="19020"/>
                  <a:pt x="29679" y="22031"/>
                  <a:pt x="34123" y="25043"/>
                </a:cubicBezTo>
                <a:cubicBezTo>
                  <a:pt x="35710" y="25994"/>
                  <a:pt x="37297" y="26945"/>
                  <a:pt x="38885" y="28054"/>
                </a:cubicBezTo>
                <a:cubicBezTo>
                  <a:pt x="40472" y="28847"/>
                  <a:pt x="42059" y="29639"/>
                  <a:pt x="43487" y="30432"/>
                </a:cubicBezTo>
                <a:cubicBezTo>
                  <a:pt x="43963" y="30749"/>
                  <a:pt x="44439" y="31224"/>
                  <a:pt x="45074" y="31541"/>
                </a:cubicBezTo>
                <a:cubicBezTo>
                  <a:pt x="45711" y="31858"/>
                  <a:pt x="46344" y="32334"/>
                  <a:pt x="46820" y="32651"/>
                </a:cubicBezTo>
                <a:cubicBezTo>
                  <a:pt x="49836" y="33602"/>
                  <a:pt x="52692" y="34870"/>
                  <a:pt x="54756" y="37406"/>
                </a:cubicBezTo>
                <a:cubicBezTo>
                  <a:pt x="57771" y="38515"/>
                  <a:pt x="60628" y="39783"/>
                  <a:pt x="62850" y="42161"/>
                </a:cubicBezTo>
                <a:cubicBezTo>
                  <a:pt x="69833" y="46123"/>
                  <a:pt x="76975" y="50086"/>
                  <a:pt x="83959" y="54048"/>
                </a:cubicBezTo>
                <a:cubicBezTo>
                  <a:pt x="85705" y="54999"/>
                  <a:pt x="87450" y="56426"/>
                  <a:pt x="83641" y="57060"/>
                </a:cubicBezTo>
                <a:cubicBezTo>
                  <a:pt x="83641" y="57852"/>
                  <a:pt x="83483" y="58645"/>
                  <a:pt x="83483" y="59437"/>
                </a:cubicBezTo>
                <a:cubicBezTo>
                  <a:pt x="88879" y="61815"/>
                  <a:pt x="94593" y="63400"/>
                  <a:pt x="99354" y="67362"/>
                </a:cubicBezTo>
                <a:cubicBezTo>
                  <a:pt x="102528" y="68789"/>
                  <a:pt x="105544" y="70215"/>
                  <a:pt x="108718" y="71642"/>
                </a:cubicBezTo>
                <a:cubicBezTo>
                  <a:pt x="109353" y="71959"/>
                  <a:pt x="109829" y="72434"/>
                  <a:pt x="110464" y="72751"/>
                </a:cubicBezTo>
                <a:cubicBezTo>
                  <a:pt x="111733" y="72593"/>
                  <a:pt x="113163" y="72751"/>
                  <a:pt x="113797" y="71325"/>
                </a:cubicBezTo>
                <a:cubicBezTo>
                  <a:pt x="108877" y="63558"/>
                  <a:pt x="103957" y="57694"/>
                  <a:pt x="94593" y="52939"/>
                </a:cubicBezTo>
                <a:cubicBezTo>
                  <a:pt x="64913" y="37723"/>
                  <a:pt x="36821" y="19495"/>
                  <a:pt x="7936" y="2536"/>
                </a:cubicBezTo>
                <a:cubicBezTo>
                  <a:pt x="5714" y="1426"/>
                  <a:pt x="3809" y="792"/>
                  <a:pt x="1905" y="0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9F08F-9C01-4062-A26B-EE29EA8D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2898" y="771439"/>
            <a:ext cx="8094" cy="8400"/>
          </a:xfrm>
          <a:custGeom xmlns:a="http://schemas.openxmlformats.org/drawingml/2006/main">
            <a:pathLst>
              <a:path w="8094" h="8400">
                <a:moveTo>
                  <a:pt x="0" y="0"/>
                </a:moveTo>
                <a:cubicBezTo>
                  <a:pt x="1270" y="3011"/>
                  <a:pt x="2381" y="6181"/>
                  <a:pt x="4761" y="8400"/>
                </a:cubicBezTo>
                <a:cubicBezTo>
                  <a:pt x="8094" y="3487"/>
                  <a:pt x="7142" y="1902"/>
                  <a:pt x="0" y="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4A9B9-B82D-4330-986E-7622BB4E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771" y="906957"/>
            <a:ext cx="10475" cy="3487"/>
          </a:xfrm>
          <a:custGeom xmlns:a="http://schemas.openxmlformats.org/drawingml/2006/main">
            <a:pathLst>
              <a:path w="10475" h="3487">
                <a:moveTo>
                  <a:pt x="10475" y="1585"/>
                </a:moveTo>
                <a:cubicBezTo>
                  <a:pt x="6825" y="951"/>
                  <a:pt x="3174" y="0"/>
                  <a:pt x="0" y="3011"/>
                </a:cubicBezTo>
                <a:cubicBezTo>
                  <a:pt x="3650" y="3487"/>
                  <a:pt x="7142" y="3328"/>
                  <a:pt x="10475" y="1585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488F9-0533-4D5F-8A16-B0DA5C28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6934" y="906480"/>
            <a:ext cx="8094" cy="3487"/>
          </a:xfrm>
          <a:custGeom xmlns:a="http://schemas.openxmlformats.org/drawingml/2006/main">
            <a:pathLst>
              <a:path w="8094" h="3487">
                <a:moveTo>
                  <a:pt x="0" y="1902"/>
                </a:moveTo>
                <a:cubicBezTo>
                  <a:pt x="2857" y="3170"/>
                  <a:pt x="5714" y="3487"/>
                  <a:pt x="8094" y="951"/>
                </a:cubicBezTo>
                <a:cubicBezTo>
                  <a:pt x="5395" y="0"/>
                  <a:pt x="2539" y="158"/>
                  <a:pt x="0" y="1902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DFD93-A311-4D06-9E9A-F344CAC3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7809" y="850528"/>
            <a:ext cx="4920" cy="7291"/>
          </a:xfrm>
          <a:custGeom xmlns:a="http://schemas.openxmlformats.org/drawingml/2006/main">
            <a:pathLst>
              <a:path w="4920" h="7291">
                <a:moveTo>
                  <a:pt x="4920" y="3011"/>
                </a:moveTo>
                <a:cubicBezTo>
                  <a:pt x="3333" y="2060"/>
                  <a:pt x="1746" y="1109"/>
                  <a:pt x="159" y="0"/>
                </a:cubicBezTo>
                <a:cubicBezTo>
                  <a:pt x="159" y="3328"/>
                  <a:pt x="0" y="7291"/>
                  <a:pt x="4920" y="3011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A77DF4-3323-47AB-AF04-D8A4DB32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802" y="909015"/>
            <a:ext cx="6348" cy="3170"/>
          </a:xfrm>
          <a:custGeom xmlns:a="http://schemas.openxmlformats.org/drawingml/2006/main">
            <a:pathLst>
              <a:path w="6348" h="3170">
                <a:moveTo>
                  <a:pt x="6348" y="1743"/>
                </a:moveTo>
                <a:cubicBezTo>
                  <a:pt x="3650" y="0"/>
                  <a:pt x="1587" y="792"/>
                  <a:pt x="0" y="3170"/>
                </a:cubicBezTo>
                <a:cubicBezTo>
                  <a:pt x="2063" y="2694"/>
                  <a:pt x="4127" y="2219"/>
                  <a:pt x="6348" y="1743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D2BF6-4864-4FDA-9645-FD901DF9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0192" y="785860"/>
            <a:ext cx="4761" cy="4755"/>
          </a:xfrm>
          <a:custGeom xmlns:a="http://schemas.openxmlformats.org/drawingml/2006/main">
            <a:pathLst>
              <a:path w="4761" h="4755">
                <a:moveTo>
                  <a:pt x="0" y="0"/>
                </a:moveTo>
                <a:cubicBezTo>
                  <a:pt x="0" y="1743"/>
                  <a:pt x="160" y="3487"/>
                  <a:pt x="1747" y="4755"/>
                </a:cubicBezTo>
                <a:cubicBezTo>
                  <a:pt x="4761" y="1902"/>
                  <a:pt x="3652" y="475"/>
                  <a:pt x="0" y="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4DF95-87C2-4A44-8F90-7860513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800" y="904892"/>
            <a:ext cx="4761" cy="2853"/>
          </a:xfrm>
          <a:custGeom xmlns:a="http://schemas.openxmlformats.org/drawingml/2006/main">
            <a:pathLst>
              <a:path w="4761" h="2853">
                <a:moveTo>
                  <a:pt x="0" y="1426"/>
                </a:moveTo>
                <a:cubicBezTo>
                  <a:pt x="1746" y="2853"/>
                  <a:pt x="3333" y="2694"/>
                  <a:pt x="4761" y="951"/>
                </a:cubicBezTo>
                <a:cubicBezTo>
                  <a:pt x="3014" y="0"/>
                  <a:pt x="1427" y="475"/>
                  <a:pt x="0" y="1426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FBE3D-27B4-4FD3-A44B-13E0DC44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501" y="899978"/>
            <a:ext cx="3808" cy="2853"/>
          </a:xfrm>
          <a:custGeom xmlns:a="http://schemas.openxmlformats.org/drawingml/2006/main">
            <a:pathLst>
              <a:path w="3808" h="2853">
                <a:moveTo>
                  <a:pt x="0" y="2694"/>
                </a:moveTo>
                <a:cubicBezTo>
                  <a:pt x="1270" y="2694"/>
                  <a:pt x="2539" y="2694"/>
                  <a:pt x="3808" y="2853"/>
                </a:cubicBezTo>
                <a:cubicBezTo>
                  <a:pt x="2539" y="0"/>
                  <a:pt x="1270" y="792"/>
                  <a:pt x="0" y="2694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98BC8-72C2-4FAF-81D8-D251F899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7876" y="904574"/>
            <a:ext cx="1270" cy="1268"/>
          </a:xfrm>
          <a:custGeom xmlns:a="http://schemas.openxmlformats.org/drawingml/2006/main">
            <a:pathLst>
              <a:path w="1270" h="1268">
                <a:moveTo>
                  <a:pt x="952" y="1268"/>
                </a:moveTo>
                <a:lnTo>
                  <a:pt x="1270" y="1268"/>
                </a:lnTo>
                <a:lnTo>
                  <a:pt x="1270" y="0"/>
                </a:lnTo>
                <a:cubicBezTo>
                  <a:pt x="0" y="0"/>
                  <a:pt x="794" y="792"/>
                  <a:pt x="952" y="1268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F2A16-CB4C-4138-A8D5-4AB7D89C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2397" y="897125"/>
            <a:ext cx="1746" cy="1109"/>
          </a:xfrm>
          <a:custGeom xmlns:a="http://schemas.openxmlformats.org/drawingml/2006/main">
            <a:pathLst>
              <a:path w="1746" h="1109">
                <a:moveTo>
                  <a:pt x="1746" y="1109"/>
                </a:moveTo>
                <a:cubicBezTo>
                  <a:pt x="1111" y="792"/>
                  <a:pt x="635" y="317"/>
                  <a:pt x="0" y="0"/>
                </a:cubicBezTo>
                <a:cubicBezTo>
                  <a:pt x="635" y="317"/>
                  <a:pt x="1111" y="634"/>
                  <a:pt x="1746" y="1109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A9573-7BCD-4E21-A213-DC91A94F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6852" y="674749"/>
            <a:ext cx="1113" cy="2694"/>
          </a:xfrm>
          <a:custGeom xmlns:a="http://schemas.openxmlformats.org/drawingml/2006/main">
            <a:pathLst>
              <a:path w="1113" h="2694">
                <a:moveTo>
                  <a:pt x="160" y="2694"/>
                </a:moveTo>
                <a:cubicBezTo>
                  <a:pt x="478" y="1743"/>
                  <a:pt x="794" y="951"/>
                  <a:pt x="1113" y="0"/>
                </a:cubicBezTo>
                <a:cubicBezTo>
                  <a:pt x="319" y="634"/>
                  <a:pt x="0" y="1585"/>
                  <a:pt x="160" y="2694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F2DA8-F2DB-4928-93D3-6CDD9885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8917" y="782528"/>
            <a:ext cx="1428" cy="2694"/>
          </a:xfrm>
          <a:custGeom xmlns:a="http://schemas.openxmlformats.org/drawingml/2006/main">
            <a:pathLst>
              <a:path w="1428" h="2694">
                <a:moveTo>
                  <a:pt x="0" y="0"/>
                </a:moveTo>
                <a:cubicBezTo>
                  <a:pt x="476" y="951"/>
                  <a:pt x="794" y="1743"/>
                  <a:pt x="1270" y="2694"/>
                </a:cubicBezTo>
                <a:cubicBezTo>
                  <a:pt x="1428" y="1585"/>
                  <a:pt x="1111" y="634"/>
                  <a:pt x="0" y="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74894-02A9-4F6E-94BA-9F023C79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7645" y="885236"/>
            <a:ext cx="3492" cy="1585"/>
          </a:xfrm>
          <a:custGeom xmlns:a="http://schemas.openxmlformats.org/drawingml/2006/main">
            <a:pathLst>
              <a:path w="3492" h="1585">
                <a:moveTo>
                  <a:pt x="3492" y="1426"/>
                </a:moveTo>
                <a:cubicBezTo>
                  <a:pt x="2222" y="0"/>
                  <a:pt x="1111" y="475"/>
                  <a:pt x="0" y="1585"/>
                </a:cubicBezTo>
                <a:cubicBezTo>
                  <a:pt x="1111" y="1585"/>
                  <a:pt x="2381" y="1585"/>
                  <a:pt x="3492" y="1426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244FF-CE4F-4367-9100-5D47BFA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320" y="855913"/>
            <a:ext cx="1587" cy="1109"/>
          </a:xfrm>
          <a:custGeom xmlns:a="http://schemas.openxmlformats.org/drawingml/2006/main">
            <a:pathLst>
              <a:path w="1587" h="1109">
                <a:moveTo>
                  <a:pt x="1587" y="1109"/>
                </a:moveTo>
                <a:cubicBezTo>
                  <a:pt x="1109" y="792"/>
                  <a:pt x="633" y="317"/>
                  <a:pt x="0" y="0"/>
                </a:cubicBezTo>
                <a:cubicBezTo>
                  <a:pt x="476" y="317"/>
                  <a:pt x="952" y="792"/>
                  <a:pt x="1587" y="1109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BF79A-649F-4B99-AC4D-33E14AE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2720" y="852267"/>
            <a:ext cx="1111" cy="1902"/>
          </a:xfrm>
          <a:custGeom xmlns:a="http://schemas.openxmlformats.org/drawingml/2006/main">
            <a:pathLst>
              <a:path w="1111" h="1902">
                <a:moveTo>
                  <a:pt x="0" y="0"/>
                </a:moveTo>
                <a:cubicBezTo>
                  <a:pt x="317" y="634"/>
                  <a:pt x="794" y="1268"/>
                  <a:pt x="1111" y="1902"/>
                </a:cubicBezTo>
                <a:cubicBezTo>
                  <a:pt x="794" y="1268"/>
                  <a:pt x="317" y="634"/>
                  <a:pt x="0" y="0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D892C-4A20-482A-BECB-D16F747C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374" y="738146"/>
            <a:ext cx="635" cy="1585"/>
          </a:xfrm>
          <a:custGeom xmlns:a="http://schemas.openxmlformats.org/drawingml/2006/main">
            <a:pathLst>
              <a:path w="635" h="1585">
                <a:moveTo>
                  <a:pt x="635" y="1585"/>
                </a:moveTo>
                <a:cubicBezTo>
                  <a:pt x="635" y="1109"/>
                  <a:pt x="475" y="634"/>
                  <a:pt x="475" y="0"/>
                </a:cubicBezTo>
                <a:cubicBezTo>
                  <a:pt x="317" y="317"/>
                  <a:pt x="159" y="792"/>
                  <a:pt x="159" y="1109"/>
                </a:cubicBezTo>
                <a:cubicBezTo>
                  <a:pt x="0" y="1268"/>
                  <a:pt x="475" y="1426"/>
                  <a:pt x="635" y="1585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566B6-8CAC-47F2-A5E2-0AC5DB2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913" y="813592"/>
            <a:ext cx="146333" cy="32492"/>
          </a:xfrm>
          <a:custGeom xmlns:a="http://schemas.openxmlformats.org/drawingml/2006/main">
            <a:pathLst>
              <a:path w="146333" h="32492">
                <a:moveTo>
                  <a:pt x="136177" y="32334"/>
                </a:moveTo>
                <a:cubicBezTo>
                  <a:pt x="139827" y="32492"/>
                  <a:pt x="143319" y="32175"/>
                  <a:pt x="146333" y="29956"/>
                </a:cubicBezTo>
                <a:cubicBezTo>
                  <a:pt x="146176" y="29322"/>
                  <a:pt x="146176" y="28847"/>
                  <a:pt x="146015" y="28213"/>
                </a:cubicBezTo>
                <a:cubicBezTo>
                  <a:pt x="123002" y="19812"/>
                  <a:pt x="99989" y="11729"/>
                  <a:pt x="75866" y="7291"/>
                </a:cubicBezTo>
                <a:cubicBezTo>
                  <a:pt x="50631" y="2694"/>
                  <a:pt x="25394" y="0"/>
                  <a:pt x="0" y="7132"/>
                </a:cubicBezTo>
                <a:cubicBezTo>
                  <a:pt x="0" y="8876"/>
                  <a:pt x="160" y="10619"/>
                  <a:pt x="1587" y="11887"/>
                </a:cubicBezTo>
                <a:cubicBezTo>
                  <a:pt x="3968" y="11412"/>
                  <a:pt x="6191" y="10936"/>
                  <a:pt x="8572" y="10461"/>
                </a:cubicBezTo>
                <a:cubicBezTo>
                  <a:pt x="14284" y="9193"/>
                  <a:pt x="20475" y="12521"/>
                  <a:pt x="25872" y="8559"/>
                </a:cubicBezTo>
                <a:cubicBezTo>
                  <a:pt x="26348" y="7766"/>
                  <a:pt x="26981" y="7608"/>
                  <a:pt x="27459" y="8559"/>
                </a:cubicBezTo>
                <a:cubicBezTo>
                  <a:pt x="29522" y="8559"/>
                  <a:pt x="31585" y="8717"/>
                  <a:pt x="33647" y="8717"/>
                </a:cubicBezTo>
                <a:cubicBezTo>
                  <a:pt x="36347" y="8242"/>
                  <a:pt x="39045" y="6498"/>
                  <a:pt x="41743" y="8559"/>
                </a:cubicBezTo>
                <a:cubicBezTo>
                  <a:pt x="45550" y="8559"/>
                  <a:pt x="49201" y="8717"/>
                  <a:pt x="52692" y="10461"/>
                </a:cubicBezTo>
                <a:cubicBezTo>
                  <a:pt x="54440" y="10461"/>
                  <a:pt x="56186" y="10302"/>
                  <a:pt x="57773" y="10302"/>
                </a:cubicBezTo>
                <a:lnTo>
                  <a:pt x="60628" y="10302"/>
                </a:lnTo>
                <a:cubicBezTo>
                  <a:pt x="61265" y="10461"/>
                  <a:pt x="61898" y="10461"/>
                  <a:pt x="62534" y="10619"/>
                </a:cubicBezTo>
                <a:cubicBezTo>
                  <a:pt x="71105" y="12521"/>
                  <a:pt x="79516" y="14423"/>
                  <a:pt x="87928" y="16325"/>
                </a:cubicBezTo>
                <a:cubicBezTo>
                  <a:pt x="92371" y="16325"/>
                  <a:pt x="96499" y="16959"/>
                  <a:pt x="100466" y="19178"/>
                </a:cubicBezTo>
                <a:cubicBezTo>
                  <a:pt x="112686" y="22824"/>
                  <a:pt x="125383" y="25043"/>
                  <a:pt x="136177" y="32334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48AB0-8338-4F80-8E3C-1C917786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217" y="742266"/>
            <a:ext cx="3174" cy="3170"/>
          </a:xfrm>
          <a:custGeom xmlns:a="http://schemas.openxmlformats.org/drawingml/2006/main">
            <a:pathLst>
              <a:path w="3174" h="3170">
                <a:moveTo>
                  <a:pt x="0" y="3011"/>
                </a:moveTo>
                <a:cubicBezTo>
                  <a:pt x="1270" y="3170"/>
                  <a:pt x="2381" y="3170"/>
                  <a:pt x="3174" y="2219"/>
                </a:cubicBezTo>
                <a:cubicBezTo>
                  <a:pt x="1587" y="0"/>
                  <a:pt x="794" y="951"/>
                  <a:pt x="0" y="3011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A0C45-4A3C-43DF-96EF-5EF383B5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6095" y="777929"/>
            <a:ext cx="15871" cy="96526"/>
          </a:xfrm>
          <a:custGeom xmlns:a="http://schemas.openxmlformats.org/drawingml/2006/main">
            <a:pathLst>
              <a:path w="15871" h="96526">
                <a:moveTo>
                  <a:pt x="15395" y="14106"/>
                </a:moveTo>
                <a:cubicBezTo>
                  <a:pt x="11903" y="11412"/>
                  <a:pt x="12697" y="8400"/>
                  <a:pt x="14124" y="4913"/>
                </a:cubicBezTo>
                <a:cubicBezTo>
                  <a:pt x="15871" y="951"/>
                  <a:pt x="13967" y="0"/>
                  <a:pt x="10156" y="158"/>
                </a:cubicBezTo>
                <a:cubicBezTo>
                  <a:pt x="794" y="634"/>
                  <a:pt x="0" y="1743"/>
                  <a:pt x="1744" y="13789"/>
                </a:cubicBezTo>
                <a:cubicBezTo>
                  <a:pt x="2538" y="14740"/>
                  <a:pt x="2220" y="15374"/>
                  <a:pt x="951" y="15216"/>
                </a:cubicBezTo>
                <a:lnTo>
                  <a:pt x="794" y="15216"/>
                </a:lnTo>
                <a:cubicBezTo>
                  <a:pt x="951" y="42161"/>
                  <a:pt x="951" y="69264"/>
                  <a:pt x="1111" y="96209"/>
                </a:cubicBezTo>
                <a:cubicBezTo>
                  <a:pt x="6031" y="96526"/>
                  <a:pt x="10634" y="95575"/>
                  <a:pt x="15395" y="94466"/>
                </a:cubicBezTo>
                <a:lnTo>
                  <a:pt x="15395" y="14106"/>
                </a:lnTo>
                <a:close/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EFB94-10E8-49A5-9841-89022651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077" y="778402"/>
            <a:ext cx="16346" cy="93832"/>
          </a:xfrm>
          <a:custGeom xmlns:a="http://schemas.openxmlformats.org/drawingml/2006/main">
            <a:pathLst>
              <a:path w="16346" h="93832">
                <a:moveTo>
                  <a:pt x="633" y="1109"/>
                </a:moveTo>
                <a:cubicBezTo>
                  <a:pt x="0" y="4755"/>
                  <a:pt x="4601" y="8083"/>
                  <a:pt x="1427" y="11887"/>
                </a:cubicBezTo>
                <a:cubicBezTo>
                  <a:pt x="1587" y="39149"/>
                  <a:pt x="1587" y="66411"/>
                  <a:pt x="1744" y="93832"/>
                </a:cubicBezTo>
                <a:cubicBezTo>
                  <a:pt x="3808" y="93832"/>
                  <a:pt x="5712" y="93673"/>
                  <a:pt x="7775" y="93673"/>
                </a:cubicBezTo>
                <a:cubicBezTo>
                  <a:pt x="15552" y="91930"/>
                  <a:pt x="16346" y="86382"/>
                  <a:pt x="15711" y="79725"/>
                </a:cubicBezTo>
                <a:cubicBezTo>
                  <a:pt x="15394" y="76714"/>
                  <a:pt x="15871" y="73544"/>
                  <a:pt x="16028" y="70532"/>
                </a:cubicBezTo>
                <a:cubicBezTo>
                  <a:pt x="16028" y="56426"/>
                  <a:pt x="15871" y="42319"/>
                  <a:pt x="15871" y="28213"/>
                </a:cubicBezTo>
                <a:cubicBezTo>
                  <a:pt x="15871" y="22824"/>
                  <a:pt x="15552" y="17435"/>
                  <a:pt x="12854" y="12363"/>
                </a:cubicBezTo>
                <a:cubicBezTo>
                  <a:pt x="13172" y="11729"/>
                  <a:pt x="13330" y="11095"/>
                  <a:pt x="13648" y="10461"/>
                </a:cubicBezTo>
                <a:cubicBezTo>
                  <a:pt x="13965" y="9510"/>
                  <a:pt x="14124" y="8717"/>
                  <a:pt x="14441" y="7766"/>
                </a:cubicBezTo>
                <a:cubicBezTo>
                  <a:pt x="14441" y="6023"/>
                  <a:pt x="14284" y="4279"/>
                  <a:pt x="14284" y="2536"/>
                </a:cubicBezTo>
                <a:cubicBezTo>
                  <a:pt x="12378" y="1426"/>
                  <a:pt x="10156" y="792"/>
                  <a:pt x="7936" y="951"/>
                </a:cubicBezTo>
                <a:cubicBezTo>
                  <a:pt x="7775" y="2060"/>
                  <a:pt x="8410" y="3487"/>
                  <a:pt x="6982" y="4279"/>
                </a:cubicBezTo>
                <a:cubicBezTo>
                  <a:pt x="6823" y="3011"/>
                  <a:pt x="6664" y="1902"/>
                  <a:pt x="6506" y="634"/>
                </a:cubicBezTo>
                <a:cubicBezTo>
                  <a:pt x="5395" y="475"/>
                  <a:pt x="4284" y="158"/>
                  <a:pt x="3174" y="0"/>
                </a:cubicBezTo>
                <a:cubicBezTo>
                  <a:pt x="2220" y="475"/>
                  <a:pt x="1427" y="792"/>
                  <a:pt x="633" y="1109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37433-F428-4955-AB0A-12E598C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061" y="781415"/>
            <a:ext cx="14125" cy="95734"/>
          </a:xfrm>
          <a:custGeom xmlns:a="http://schemas.openxmlformats.org/drawingml/2006/main">
            <a:pathLst>
              <a:path w="14125" h="95734">
                <a:moveTo>
                  <a:pt x="13491" y="12838"/>
                </a:moveTo>
                <a:cubicBezTo>
                  <a:pt x="11427" y="11729"/>
                  <a:pt x="10477" y="10144"/>
                  <a:pt x="10951" y="7766"/>
                </a:cubicBezTo>
                <a:cubicBezTo>
                  <a:pt x="11427" y="5706"/>
                  <a:pt x="14125" y="2694"/>
                  <a:pt x="11588" y="1426"/>
                </a:cubicBezTo>
                <a:cubicBezTo>
                  <a:pt x="8729" y="0"/>
                  <a:pt x="5872" y="3170"/>
                  <a:pt x="3016" y="4279"/>
                </a:cubicBezTo>
                <a:cubicBezTo>
                  <a:pt x="0" y="5389"/>
                  <a:pt x="794" y="7608"/>
                  <a:pt x="1111" y="10144"/>
                </a:cubicBezTo>
                <a:cubicBezTo>
                  <a:pt x="1587" y="12997"/>
                  <a:pt x="4761" y="15850"/>
                  <a:pt x="1428" y="18861"/>
                </a:cubicBezTo>
                <a:lnTo>
                  <a:pt x="1428" y="94941"/>
                </a:lnTo>
                <a:cubicBezTo>
                  <a:pt x="5872" y="95734"/>
                  <a:pt x="10000" y="94624"/>
                  <a:pt x="14125" y="93356"/>
                </a:cubicBezTo>
                <a:cubicBezTo>
                  <a:pt x="13332" y="74653"/>
                  <a:pt x="14125" y="55950"/>
                  <a:pt x="12857" y="37247"/>
                </a:cubicBezTo>
                <a:cubicBezTo>
                  <a:pt x="12381" y="29164"/>
                  <a:pt x="11588" y="20922"/>
                  <a:pt x="13491" y="12838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C5591-B38A-4D18-99E2-B07D232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0055" y="782524"/>
            <a:ext cx="15238" cy="87492"/>
          </a:xfrm>
          <a:custGeom xmlns:a="http://schemas.openxmlformats.org/drawingml/2006/main">
            <a:pathLst>
              <a:path w="15238" h="87492">
                <a:moveTo>
                  <a:pt x="13175" y="20605"/>
                </a:moveTo>
                <a:cubicBezTo>
                  <a:pt x="10159" y="18069"/>
                  <a:pt x="11427" y="15216"/>
                  <a:pt x="12697" y="12680"/>
                </a:cubicBezTo>
                <a:cubicBezTo>
                  <a:pt x="15238" y="7925"/>
                  <a:pt x="12857" y="5230"/>
                  <a:pt x="8889" y="3328"/>
                </a:cubicBezTo>
                <a:cubicBezTo>
                  <a:pt x="6826" y="2219"/>
                  <a:pt x="4761" y="0"/>
                  <a:pt x="2541" y="1585"/>
                </a:cubicBezTo>
                <a:cubicBezTo>
                  <a:pt x="478" y="3011"/>
                  <a:pt x="3017" y="5389"/>
                  <a:pt x="2858" y="7449"/>
                </a:cubicBezTo>
                <a:cubicBezTo>
                  <a:pt x="2381" y="12680"/>
                  <a:pt x="0" y="17593"/>
                  <a:pt x="317" y="23141"/>
                </a:cubicBezTo>
                <a:cubicBezTo>
                  <a:pt x="954" y="37564"/>
                  <a:pt x="636" y="52146"/>
                  <a:pt x="636" y="66728"/>
                </a:cubicBezTo>
                <a:cubicBezTo>
                  <a:pt x="3492" y="73544"/>
                  <a:pt x="1271" y="80518"/>
                  <a:pt x="2065" y="87492"/>
                </a:cubicBezTo>
                <a:cubicBezTo>
                  <a:pt x="6509" y="87175"/>
                  <a:pt x="10794" y="86858"/>
                  <a:pt x="15238" y="86541"/>
                </a:cubicBezTo>
                <a:cubicBezTo>
                  <a:pt x="15078" y="74653"/>
                  <a:pt x="14921" y="62766"/>
                  <a:pt x="14762" y="50878"/>
                </a:cubicBezTo>
                <a:cubicBezTo>
                  <a:pt x="11746" y="40893"/>
                  <a:pt x="13808" y="30590"/>
                  <a:pt x="13175" y="20605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5F16D-04D3-4F5B-982D-2F600E12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9271" y="804078"/>
            <a:ext cx="16504" cy="76872"/>
          </a:xfrm>
          <a:custGeom xmlns:a="http://schemas.openxmlformats.org/drawingml/2006/main">
            <a:pathLst>
              <a:path w="16504" h="76872">
                <a:moveTo>
                  <a:pt x="11110" y="0"/>
                </a:moveTo>
                <a:cubicBezTo>
                  <a:pt x="6507" y="7132"/>
                  <a:pt x="0" y="13631"/>
                  <a:pt x="4920" y="23299"/>
                </a:cubicBezTo>
                <a:cubicBezTo>
                  <a:pt x="5714" y="24726"/>
                  <a:pt x="4285" y="26152"/>
                  <a:pt x="3174" y="27262"/>
                </a:cubicBezTo>
                <a:cubicBezTo>
                  <a:pt x="3333" y="43587"/>
                  <a:pt x="3650" y="59754"/>
                  <a:pt x="3808" y="76080"/>
                </a:cubicBezTo>
                <a:cubicBezTo>
                  <a:pt x="7618" y="76872"/>
                  <a:pt x="11269" y="75287"/>
                  <a:pt x="14917" y="74970"/>
                </a:cubicBezTo>
                <a:cubicBezTo>
                  <a:pt x="16504" y="72117"/>
                  <a:pt x="16030" y="68947"/>
                  <a:pt x="16030" y="65777"/>
                </a:cubicBezTo>
                <a:cubicBezTo>
                  <a:pt x="16189" y="56109"/>
                  <a:pt x="16347" y="46440"/>
                  <a:pt x="16347" y="36772"/>
                </a:cubicBezTo>
                <a:cubicBezTo>
                  <a:pt x="16189" y="26786"/>
                  <a:pt x="16030" y="16959"/>
                  <a:pt x="15871" y="6974"/>
                </a:cubicBezTo>
                <a:cubicBezTo>
                  <a:pt x="11427" y="6815"/>
                  <a:pt x="13649" y="1585"/>
                  <a:pt x="11110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40249-A397-4823-BF64-AE6D7D9B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569" y="790289"/>
            <a:ext cx="12538" cy="88284"/>
          </a:xfrm>
          <a:custGeom xmlns:a="http://schemas.openxmlformats.org/drawingml/2006/main">
            <a:pathLst>
              <a:path w="12538" h="88284">
                <a:moveTo>
                  <a:pt x="11427" y="9985"/>
                </a:moveTo>
                <a:cubicBezTo>
                  <a:pt x="6033" y="7608"/>
                  <a:pt x="12538" y="3328"/>
                  <a:pt x="9681" y="0"/>
                </a:cubicBezTo>
                <a:cubicBezTo>
                  <a:pt x="5555" y="1426"/>
                  <a:pt x="1905" y="3487"/>
                  <a:pt x="0" y="7766"/>
                </a:cubicBezTo>
                <a:cubicBezTo>
                  <a:pt x="1271" y="11570"/>
                  <a:pt x="6983" y="14899"/>
                  <a:pt x="1271" y="19337"/>
                </a:cubicBezTo>
                <a:cubicBezTo>
                  <a:pt x="1111" y="29798"/>
                  <a:pt x="794" y="40259"/>
                  <a:pt x="635" y="50878"/>
                </a:cubicBezTo>
                <a:cubicBezTo>
                  <a:pt x="3809" y="62924"/>
                  <a:pt x="1587" y="75287"/>
                  <a:pt x="2222" y="87492"/>
                </a:cubicBezTo>
                <a:cubicBezTo>
                  <a:pt x="5714" y="88284"/>
                  <a:pt x="9047" y="87650"/>
                  <a:pt x="12221" y="86224"/>
                </a:cubicBezTo>
                <a:cubicBezTo>
                  <a:pt x="11903" y="60864"/>
                  <a:pt x="11588" y="35345"/>
                  <a:pt x="11427" y="9985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11BFF-4740-4E2D-9037-46E2CF27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5765" y="792032"/>
            <a:ext cx="15713" cy="78457"/>
          </a:xfrm>
          <a:custGeom xmlns:a="http://schemas.openxmlformats.org/drawingml/2006/main">
            <a:pathLst>
              <a:path w="15713" h="78457">
                <a:moveTo>
                  <a:pt x="10158" y="76238"/>
                </a:moveTo>
                <a:cubicBezTo>
                  <a:pt x="10634" y="76238"/>
                  <a:pt x="11110" y="76080"/>
                  <a:pt x="11745" y="75921"/>
                </a:cubicBezTo>
                <a:cubicBezTo>
                  <a:pt x="11745" y="59596"/>
                  <a:pt x="11745" y="43270"/>
                  <a:pt x="11903" y="26945"/>
                </a:cubicBezTo>
                <a:cubicBezTo>
                  <a:pt x="9997" y="25835"/>
                  <a:pt x="8410" y="24409"/>
                  <a:pt x="9840" y="22031"/>
                </a:cubicBezTo>
                <a:cubicBezTo>
                  <a:pt x="15713" y="11729"/>
                  <a:pt x="8093" y="6498"/>
                  <a:pt x="1744" y="0"/>
                </a:cubicBezTo>
                <a:cubicBezTo>
                  <a:pt x="0" y="4121"/>
                  <a:pt x="4761" y="8083"/>
                  <a:pt x="794" y="11253"/>
                </a:cubicBezTo>
                <a:cubicBezTo>
                  <a:pt x="794" y="21397"/>
                  <a:pt x="635" y="31383"/>
                  <a:pt x="635" y="41527"/>
                </a:cubicBezTo>
                <a:cubicBezTo>
                  <a:pt x="794" y="53414"/>
                  <a:pt x="951" y="65460"/>
                  <a:pt x="1111" y="77348"/>
                </a:cubicBezTo>
                <a:cubicBezTo>
                  <a:pt x="4125" y="78457"/>
                  <a:pt x="6983" y="75921"/>
                  <a:pt x="10158" y="7623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6DCA3-DDEF-4097-BA8A-E08B0DF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365" y="817392"/>
            <a:ext cx="15395" cy="50561"/>
          </a:xfrm>
          <a:custGeom xmlns:a="http://schemas.openxmlformats.org/drawingml/2006/main">
            <a:pathLst>
              <a:path w="15395" h="50561">
                <a:moveTo>
                  <a:pt x="476" y="50244"/>
                </a:moveTo>
                <a:cubicBezTo>
                  <a:pt x="5396" y="48818"/>
                  <a:pt x="11269" y="50561"/>
                  <a:pt x="15395" y="45965"/>
                </a:cubicBezTo>
                <a:cubicBezTo>
                  <a:pt x="13491" y="30115"/>
                  <a:pt x="11903" y="14106"/>
                  <a:pt x="3650" y="0"/>
                </a:cubicBezTo>
                <a:lnTo>
                  <a:pt x="2063" y="0"/>
                </a:lnTo>
                <a:lnTo>
                  <a:pt x="1905" y="158"/>
                </a:lnTo>
                <a:cubicBezTo>
                  <a:pt x="1428" y="634"/>
                  <a:pt x="952" y="1109"/>
                  <a:pt x="476" y="1585"/>
                </a:cubicBezTo>
                <a:lnTo>
                  <a:pt x="0" y="1426"/>
                </a:lnTo>
                <a:cubicBezTo>
                  <a:pt x="317" y="17752"/>
                  <a:pt x="476" y="34077"/>
                  <a:pt x="476" y="50244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46521-D3E4-4019-B55B-6B8D3A5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8790" y="831813"/>
            <a:ext cx="10794" cy="50878"/>
          </a:xfrm>
          <a:custGeom xmlns:a="http://schemas.openxmlformats.org/drawingml/2006/main">
            <a:pathLst>
              <a:path w="10794" h="50878">
                <a:moveTo>
                  <a:pt x="10634" y="0"/>
                </a:moveTo>
                <a:cubicBezTo>
                  <a:pt x="3809" y="3011"/>
                  <a:pt x="4761" y="10144"/>
                  <a:pt x="3174" y="15533"/>
                </a:cubicBezTo>
                <a:cubicBezTo>
                  <a:pt x="159" y="26469"/>
                  <a:pt x="0" y="37723"/>
                  <a:pt x="478" y="49135"/>
                </a:cubicBezTo>
                <a:cubicBezTo>
                  <a:pt x="635" y="49610"/>
                  <a:pt x="952" y="50086"/>
                  <a:pt x="1111" y="50720"/>
                </a:cubicBezTo>
                <a:cubicBezTo>
                  <a:pt x="2222" y="50720"/>
                  <a:pt x="3174" y="50878"/>
                  <a:pt x="4285" y="50878"/>
                </a:cubicBezTo>
                <a:cubicBezTo>
                  <a:pt x="6507" y="50403"/>
                  <a:pt x="8888" y="50878"/>
                  <a:pt x="10794" y="49135"/>
                </a:cubicBezTo>
                <a:cubicBezTo>
                  <a:pt x="10794" y="32651"/>
                  <a:pt x="10794" y="16325"/>
                  <a:pt x="10634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BEE6A-8836-47C5-B483-64178559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481" y="793615"/>
            <a:ext cx="5715" cy="81152"/>
          </a:xfrm>
          <a:custGeom xmlns:a="http://schemas.openxmlformats.org/drawingml/2006/main">
            <a:pathLst>
              <a:path w="5715" h="81152">
                <a:moveTo>
                  <a:pt x="2063" y="634"/>
                </a:moveTo>
                <a:cubicBezTo>
                  <a:pt x="0" y="8717"/>
                  <a:pt x="794" y="16959"/>
                  <a:pt x="1430" y="25043"/>
                </a:cubicBezTo>
                <a:cubicBezTo>
                  <a:pt x="2541" y="43746"/>
                  <a:pt x="1905" y="62449"/>
                  <a:pt x="2698" y="81152"/>
                </a:cubicBezTo>
                <a:cubicBezTo>
                  <a:pt x="3650" y="81152"/>
                  <a:pt x="4761" y="80993"/>
                  <a:pt x="5715" y="80993"/>
                </a:cubicBezTo>
                <a:cubicBezTo>
                  <a:pt x="5555" y="54048"/>
                  <a:pt x="5555" y="26945"/>
                  <a:pt x="5398" y="0"/>
                </a:cubicBezTo>
                <a:cubicBezTo>
                  <a:pt x="4285" y="0"/>
                  <a:pt x="3174" y="317"/>
                  <a:pt x="2063" y="63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F5FA2-1FCA-468E-8DF6-15F626AE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759" y="829753"/>
            <a:ext cx="47136" cy="28688"/>
          </a:xfrm>
          <a:custGeom xmlns:a="http://schemas.openxmlformats.org/drawingml/2006/main">
            <a:pathLst>
              <a:path w="47136" h="28688">
                <a:moveTo>
                  <a:pt x="37297" y="28688"/>
                </a:moveTo>
                <a:cubicBezTo>
                  <a:pt x="40630" y="28213"/>
                  <a:pt x="43805" y="27737"/>
                  <a:pt x="47136" y="27262"/>
                </a:cubicBezTo>
                <a:cubicBezTo>
                  <a:pt x="41741" y="21239"/>
                  <a:pt x="34439" y="18069"/>
                  <a:pt x="27775" y="14265"/>
                </a:cubicBezTo>
                <a:cubicBezTo>
                  <a:pt x="18728" y="9193"/>
                  <a:pt x="10792" y="1585"/>
                  <a:pt x="0" y="0"/>
                </a:cubicBezTo>
                <a:cubicBezTo>
                  <a:pt x="476" y="1268"/>
                  <a:pt x="794" y="2536"/>
                  <a:pt x="1270" y="3804"/>
                </a:cubicBezTo>
                <a:cubicBezTo>
                  <a:pt x="13173" y="12046"/>
                  <a:pt x="25234" y="20446"/>
                  <a:pt x="37297" y="2868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6B339-838F-4257-AE97-182431ED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1480" y="790285"/>
            <a:ext cx="3490" cy="82261"/>
          </a:xfrm>
          <a:custGeom xmlns:a="http://schemas.openxmlformats.org/drawingml/2006/main">
            <a:pathLst>
              <a:path w="3490" h="82261">
                <a:moveTo>
                  <a:pt x="3490" y="81944"/>
                </a:moveTo>
                <a:cubicBezTo>
                  <a:pt x="3331" y="54682"/>
                  <a:pt x="3331" y="27420"/>
                  <a:pt x="3174" y="0"/>
                </a:cubicBezTo>
                <a:cubicBezTo>
                  <a:pt x="2063" y="475"/>
                  <a:pt x="1109" y="1109"/>
                  <a:pt x="0" y="1585"/>
                </a:cubicBezTo>
                <a:lnTo>
                  <a:pt x="0" y="82261"/>
                </a:lnTo>
                <a:cubicBezTo>
                  <a:pt x="1109" y="82261"/>
                  <a:pt x="2220" y="82103"/>
                  <a:pt x="3490" y="8194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B6416-EAA0-447E-8693-F410CA53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7988" y="800112"/>
            <a:ext cx="3492" cy="76555"/>
          </a:xfrm>
          <a:custGeom xmlns:a="http://schemas.openxmlformats.org/drawingml/2006/main">
            <a:pathLst>
              <a:path w="3492" h="76555">
                <a:moveTo>
                  <a:pt x="0" y="158"/>
                </a:moveTo>
                <a:cubicBezTo>
                  <a:pt x="317" y="25677"/>
                  <a:pt x="476" y="51037"/>
                  <a:pt x="794" y="76555"/>
                </a:cubicBezTo>
                <a:cubicBezTo>
                  <a:pt x="1747" y="76397"/>
                  <a:pt x="2541" y="76238"/>
                  <a:pt x="3492" y="76080"/>
                </a:cubicBezTo>
                <a:lnTo>
                  <a:pt x="3492" y="0"/>
                </a:lnTo>
                <a:cubicBezTo>
                  <a:pt x="2222" y="0"/>
                  <a:pt x="1111" y="0"/>
                  <a:pt x="0" y="158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32C50-2631-4D67-962C-1DD4936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4325" y="824204"/>
            <a:ext cx="55232" cy="32968"/>
          </a:xfrm>
          <a:custGeom xmlns:a="http://schemas.openxmlformats.org/drawingml/2006/main">
            <a:pathLst>
              <a:path w="55232" h="32968">
                <a:moveTo>
                  <a:pt x="1270" y="5706"/>
                </a:moveTo>
                <a:cubicBezTo>
                  <a:pt x="12221" y="7132"/>
                  <a:pt x="19998" y="14740"/>
                  <a:pt x="29044" y="19971"/>
                </a:cubicBezTo>
                <a:cubicBezTo>
                  <a:pt x="35710" y="23775"/>
                  <a:pt x="43170" y="26945"/>
                  <a:pt x="48407" y="32968"/>
                </a:cubicBezTo>
                <a:cubicBezTo>
                  <a:pt x="50631" y="32809"/>
                  <a:pt x="53012" y="32492"/>
                  <a:pt x="55232" y="32334"/>
                </a:cubicBezTo>
                <a:cubicBezTo>
                  <a:pt x="42376" y="24409"/>
                  <a:pt x="29520" y="16801"/>
                  <a:pt x="16982" y="8559"/>
                </a:cubicBezTo>
                <a:cubicBezTo>
                  <a:pt x="13491" y="6181"/>
                  <a:pt x="7936" y="5547"/>
                  <a:pt x="6985" y="0"/>
                </a:cubicBezTo>
                <a:cubicBezTo>
                  <a:pt x="4604" y="475"/>
                  <a:pt x="2381" y="951"/>
                  <a:pt x="0" y="1426"/>
                </a:cubicBezTo>
                <a:cubicBezTo>
                  <a:pt x="476" y="2694"/>
                  <a:pt x="952" y="4121"/>
                  <a:pt x="1270" y="570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EE369-12DE-4F85-BDCE-567E8B9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7817" y="839420"/>
            <a:ext cx="29362" cy="21239"/>
          </a:xfrm>
          <a:custGeom xmlns:a="http://schemas.openxmlformats.org/drawingml/2006/main">
            <a:pathLst>
              <a:path w="29362" h="21239">
                <a:moveTo>
                  <a:pt x="19522" y="20763"/>
                </a:moveTo>
                <a:cubicBezTo>
                  <a:pt x="22855" y="21239"/>
                  <a:pt x="26188" y="20763"/>
                  <a:pt x="29362" y="19654"/>
                </a:cubicBezTo>
                <a:cubicBezTo>
                  <a:pt x="20633" y="11887"/>
                  <a:pt x="10951" y="5389"/>
                  <a:pt x="635" y="0"/>
                </a:cubicBezTo>
                <a:cubicBezTo>
                  <a:pt x="0" y="3328"/>
                  <a:pt x="1111" y="6498"/>
                  <a:pt x="2222" y="9510"/>
                </a:cubicBezTo>
                <a:cubicBezTo>
                  <a:pt x="8888" y="12046"/>
                  <a:pt x="14443" y="16008"/>
                  <a:pt x="19522" y="20763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9F271-3FA1-4189-BA94-C78FD691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9417" y="831493"/>
            <a:ext cx="3492" cy="49452"/>
          </a:xfrm>
          <a:custGeom xmlns:a="http://schemas.openxmlformats.org/drawingml/2006/main">
            <a:pathLst>
              <a:path w="3492" h="49452">
                <a:moveTo>
                  <a:pt x="0" y="317"/>
                </a:moveTo>
                <a:cubicBezTo>
                  <a:pt x="0" y="16642"/>
                  <a:pt x="160" y="32968"/>
                  <a:pt x="160" y="49452"/>
                </a:cubicBezTo>
                <a:cubicBezTo>
                  <a:pt x="1270" y="49293"/>
                  <a:pt x="2381" y="48976"/>
                  <a:pt x="3492" y="48818"/>
                </a:cubicBezTo>
                <a:cubicBezTo>
                  <a:pt x="3335" y="32492"/>
                  <a:pt x="3016" y="16325"/>
                  <a:pt x="2857" y="0"/>
                </a:cubicBezTo>
                <a:cubicBezTo>
                  <a:pt x="1905" y="0"/>
                  <a:pt x="954" y="158"/>
                  <a:pt x="0" y="317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FFD8F-15EA-47E0-B281-4C3748C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7183" y="818814"/>
            <a:ext cx="3650" cy="49135"/>
          </a:xfrm>
          <a:custGeom xmlns:a="http://schemas.openxmlformats.org/drawingml/2006/main">
            <a:pathLst>
              <a:path w="3650" h="49135">
                <a:moveTo>
                  <a:pt x="3650" y="48818"/>
                </a:moveTo>
                <a:cubicBezTo>
                  <a:pt x="3492" y="32492"/>
                  <a:pt x="3333" y="16325"/>
                  <a:pt x="3174" y="0"/>
                </a:cubicBezTo>
                <a:cubicBezTo>
                  <a:pt x="2222" y="0"/>
                  <a:pt x="1111" y="0"/>
                  <a:pt x="159" y="158"/>
                </a:cubicBezTo>
                <a:cubicBezTo>
                  <a:pt x="159" y="16484"/>
                  <a:pt x="159" y="32809"/>
                  <a:pt x="0" y="49135"/>
                </a:cubicBezTo>
                <a:cubicBezTo>
                  <a:pt x="1428" y="49135"/>
                  <a:pt x="2539" y="48976"/>
                  <a:pt x="3650" y="48818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06EF0-9197-4FD6-9FDA-B6A81467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6545" y="833553"/>
            <a:ext cx="36504" cy="25518"/>
          </a:xfrm>
          <a:custGeom xmlns:a="http://schemas.openxmlformats.org/drawingml/2006/main">
            <a:pathLst>
              <a:path w="36504" h="25518">
                <a:moveTo>
                  <a:pt x="1903" y="5864"/>
                </a:moveTo>
                <a:cubicBezTo>
                  <a:pt x="12219" y="11253"/>
                  <a:pt x="21902" y="17752"/>
                  <a:pt x="30631" y="25518"/>
                </a:cubicBezTo>
                <a:cubicBezTo>
                  <a:pt x="32536" y="25360"/>
                  <a:pt x="34599" y="25043"/>
                  <a:pt x="36504" y="24884"/>
                </a:cubicBezTo>
                <a:cubicBezTo>
                  <a:pt x="24440" y="16642"/>
                  <a:pt x="12380" y="8242"/>
                  <a:pt x="316" y="0"/>
                </a:cubicBezTo>
                <a:cubicBezTo>
                  <a:pt x="0" y="2219"/>
                  <a:pt x="633" y="4121"/>
                  <a:pt x="1903" y="5864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4039B-382B-475F-8196-461C16DB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785" y="803120"/>
            <a:ext cx="4604" cy="30273"/>
          </a:xfrm>
          <a:custGeom xmlns:a="http://schemas.openxmlformats.org/drawingml/2006/main">
            <a:pathLst>
              <a:path w="4604" h="30273">
                <a:moveTo>
                  <a:pt x="4444" y="30273"/>
                </a:moveTo>
                <a:cubicBezTo>
                  <a:pt x="4444" y="20129"/>
                  <a:pt x="4604" y="10144"/>
                  <a:pt x="4604" y="0"/>
                </a:cubicBezTo>
                <a:lnTo>
                  <a:pt x="1430" y="0"/>
                </a:lnTo>
                <a:cubicBezTo>
                  <a:pt x="2224" y="9985"/>
                  <a:pt x="0" y="20288"/>
                  <a:pt x="3017" y="30115"/>
                </a:cubicBezTo>
                <a:cubicBezTo>
                  <a:pt x="3333" y="30273"/>
                  <a:pt x="3811" y="30273"/>
                  <a:pt x="4444" y="30273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2C69D-42C9-43AF-BE71-56A240A8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833" y="848926"/>
            <a:ext cx="12538" cy="23141"/>
          </a:xfrm>
          <a:custGeom xmlns:a="http://schemas.openxmlformats.org/drawingml/2006/main">
            <a:pathLst>
              <a:path w="12538" h="23141">
                <a:moveTo>
                  <a:pt x="11110" y="20922"/>
                </a:moveTo>
                <a:cubicBezTo>
                  <a:pt x="10316" y="14106"/>
                  <a:pt x="12538" y="6974"/>
                  <a:pt x="9683" y="158"/>
                </a:cubicBezTo>
                <a:cubicBezTo>
                  <a:pt x="9205" y="0"/>
                  <a:pt x="8729" y="0"/>
                  <a:pt x="8253" y="0"/>
                </a:cubicBezTo>
                <a:cubicBezTo>
                  <a:pt x="8096" y="3011"/>
                  <a:pt x="7618" y="6181"/>
                  <a:pt x="7936" y="9193"/>
                </a:cubicBezTo>
                <a:cubicBezTo>
                  <a:pt x="8570" y="15850"/>
                  <a:pt x="7777" y="21397"/>
                  <a:pt x="0" y="23141"/>
                </a:cubicBezTo>
                <a:cubicBezTo>
                  <a:pt x="3809" y="22665"/>
                  <a:pt x="7777" y="22982"/>
                  <a:pt x="11110" y="20922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35980-9AFC-4707-A4D3-751A7E84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0205" y="798206"/>
            <a:ext cx="13175" cy="13155"/>
          </a:xfrm>
          <a:custGeom xmlns:a="http://schemas.openxmlformats.org/drawingml/2006/main">
            <a:pathLst>
              <a:path w="13175" h="13155">
                <a:moveTo>
                  <a:pt x="7459" y="11570"/>
                </a:moveTo>
                <a:cubicBezTo>
                  <a:pt x="13175" y="7132"/>
                  <a:pt x="7459" y="3804"/>
                  <a:pt x="6190" y="0"/>
                </a:cubicBezTo>
                <a:cubicBezTo>
                  <a:pt x="3174" y="951"/>
                  <a:pt x="952" y="2853"/>
                  <a:pt x="0" y="6023"/>
                </a:cubicBezTo>
                <a:cubicBezTo>
                  <a:pt x="2698" y="7766"/>
                  <a:pt x="478" y="12838"/>
                  <a:pt x="5079" y="13155"/>
                </a:cubicBezTo>
                <a:cubicBezTo>
                  <a:pt x="5555" y="11887"/>
                  <a:pt x="5239" y="9668"/>
                  <a:pt x="7459" y="1157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0738E-7ACA-4378-B023-1E1E0A38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873" y="853522"/>
            <a:ext cx="12540" cy="9351"/>
          </a:xfrm>
          <a:custGeom xmlns:a="http://schemas.openxmlformats.org/drawingml/2006/main">
            <a:pathLst>
              <a:path w="12540" h="9351">
                <a:moveTo>
                  <a:pt x="1746" y="9351"/>
                </a:moveTo>
                <a:cubicBezTo>
                  <a:pt x="5398" y="8717"/>
                  <a:pt x="8888" y="8242"/>
                  <a:pt x="12540" y="7608"/>
                </a:cubicBezTo>
                <a:cubicBezTo>
                  <a:pt x="9681" y="3170"/>
                  <a:pt x="5555" y="1109"/>
                  <a:pt x="636" y="0"/>
                </a:cubicBezTo>
                <a:cubicBezTo>
                  <a:pt x="0" y="3170"/>
                  <a:pt x="1270" y="6181"/>
                  <a:pt x="1746" y="9351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3EFD9-6F18-4437-81A8-96AEE661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9080" y="848925"/>
            <a:ext cx="18093" cy="12680"/>
          </a:xfrm>
          <a:custGeom xmlns:a="http://schemas.openxmlformats.org/drawingml/2006/main">
            <a:pathLst>
              <a:path w="18093" h="12680">
                <a:moveTo>
                  <a:pt x="1428" y="4596"/>
                </a:moveTo>
                <a:cubicBezTo>
                  <a:pt x="6348" y="5547"/>
                  <a:pt x="10634" y="7766"/>
                  <a:pt x="13332" y="12204"/>
                </a:cubicBezTo>
                <a:cubicBezTo>
                  <a:pt x="15078" y="12680"/>
                  <a:pt x="16665" y="12363"/>
                  <a:pt x="18093" y="11412"/>
                </a:cubicBezTo>
                <a:cubicBezTo>
                  <a:pt x="13014" y="6657"/>
                  <a:pt x="7459" y="2536"/>
                  <a:pt x="951" y="0"/>
                </a:cubicBezTo>
                <a:cubicBezTo>
                  <a:pt x="0" y="1585"/>
                  <a:pt x="794" y="3170"/>
                  <a:pt x="1428" y="459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F0ECE-F632-40B9-8F65-5737A18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62" y="882528"/>
            <a:ext cx="12380" cy="7608"/>
          </a:xfrm>
          <a:custGeom xmlns:a="http://schemas.openxmlformats.org/drawingml/2006/main">
            <a:pathLst>
              <a:path w="12380" h="7608">
                <a:moveTo>
                  <a:pt x="9681" y="7608"/>
                </a:moveTo>
                <a:cubicBezTo>
                  <a:pt x="9047" y="5230"/>
                  <a:pt x="10792" y="4755"/>
                  <a:pt x="12380" y="4279"/>
                </a:cubicBezTo>
                <a:cubicBezTo>
                  <a:pt x="11269" y="3328"/>
                  <a:pt x="10158" y="2377"/>
                  <a:pt x="9205" y="1268"/>
                </a:cubicBezTo>
                <a:cubicBezTo>
                  <a:pt x="8253" y="951"/>
                  <a:pt x="7301" y="634"/>
                  <a:pt x="6348" y="317"/>
                </a:cubicBezTo>
                <a:cubicBezTo>
                  <a:pt x="4603" y="158"/>
                  <a:pt x="3016" y="0"/>
                  <a:pt x="1587" y="1268"/>
                </a:cubicBezTo>
                <a:cubicBezTo>
                  <a:pt x="5714" y="4438"/>
                  <a:pt x="476" y="4438"/>
                  <a:pt x="0" y="6023"/>
                </a:cubicBezTo>
                <a:cubicBezTo>
                  <a:pt x="2381" y="6023"/>
                  <a:pt x="4603" y="6181"/>
                  <a:pt x="6983" y="6181"/>
                </a:cubicBezTo>
                <a:cubicBezTo>
                  <a:pt x="7936" y="6657"/>
                  <a:pt x="8729" y="7132"/>
                  <a:pt x="9681" y="7608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31554-8C99-442D-B00A-FBDBB606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4966" y="882526"/>
            <a:ext cx="8094" cy="4913"/>
          </a:xfrm>
          <a:custGeom xmlns:a="http://schemas.openxmlformats.org/drawingml/2006/main">
            <a:pathLst>
              <a:path w="8094" h="4913">
                <a:moveTo>
                  <a:pt x="0" y="1426"/>
                </a:moveTo>
                <a:cubicBezTo>
                  <a:pt x="1111" y="2377"/>
                  <a:pt x="2220" y="3328"/>
                  <a:pt x="3174" y="4438"/>
                </a:cubicBezTo>
                <a:cubicBezTo>
                  <a:pt x="4285" y="4596"/>
                  <a:pt x="5395" y="4755"/>
                  <a:pt x="6507" y="4913"/>
                </a:cubicBezTo>
                <a:cubicBezTo>
                  <a:pt x="6982" y="4596"/>
                  <a:pt x="7459" y="4279"/>
                  <a:pt x="8094" y="3962"/>
                </a:cubicBezTo>
                <a:lnTo>
                  <a:pt x="8094" y="158"/>
                </a:lnTo>
                <a:cubicBezTo>
                  <a:pt x="6982" y="158"/>
                  <a:pt x="6031" y="0"/>
                  <a:pt x="4920" y="0"/>
                </a:cubicBezTo>
                <a:lnTo>
                  <a:pt x="3650" y="0"/>
                </a:lnTo>
                <a:cubicBezTo>
                  <a:pt x="2539" y="317"/>
                  <a:pt x="1270" y="951"/>
                  <a:pt x="0" y="1426"/>
                </a:cubicBezTo>
              </a:path>
            </a:pathLst>
          </a:custGeom>
          <a:solidFill xmlns:a="http://schemas.openxmlformats.org/drawingml/2006/main">
            <a:srgbClr val="5C2E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02419-E1EA-415C-8203-8A07DEB3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9401" y="779025"/>
            <a:ext cx="1903" cy="3645"/>
          </a:xfrm>
          <a:custGeom xmlns:a="http://schemas.openxmlformats.org/drawingml/2006/main">
            <a:pathLst>
              <a:path w="1903" h="3645">
                <a:moveTo>
                  <a:pt x="0" y="0"/>
                </a:moveTo>
                <a:cubicBezTo>
                  <a:pt x="159" y="1268"/>
                  <a:pt x="316" y="2377"/>
                  <a:pt x="476" y="3645"/>
                </a:cubicBezTo>
                <a:cubicBezTo>
                  <a:pt x="1903" y="2853"/>
                  <a:pt x="1270" y="1585"/>
                  <a:pt x="1427" y="317"/>
                </a:cubicBezTo>
                <a:cubicBezTo>
                  <a:pt x="1109" y="317"/>
                  <a:pt x="633" y="158"/>
                  <a:pt x="0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0E9D3-2BE1-458D-8FF4-867C4914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334" y="781085"/>
            <a:ext cx="3650" cy="5230"/>
          </a:xfrm>
          <a:custGeom xmlns:a="http://schemas.openxmlformats.org/drawingml/2006/main">
            <a:pathLst>
              <a:path w="3650" h="5230">
                <a:moveTo>
                  <a:pt x="0" y="0"/>
                </a:moveTo>
                <a:cubicBezTo>
                  <a:pt x="0" y="1743"/>
                  <a:pt x="159" y="3487"/>
                  <a:pt x="159" y="5230"/>
                </a:cubicBezTo>
                <a:cubicBezTo>
                  <a:pt x="1270" y="3328"/>
                  <a:pt x="3650" y="1585"/>
                  <a:pt x="0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D27E9-6C53-4BF1-986B-0B9612F2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409" y="815637"/>
            <a:ext cx="1746" cy="1902"/>
          </a:xfrm>
          <a:custGeom xmlns:a="http://schemas.openxmlformats.org/drawingml/2006/main">
            <a:pathLst>
              <a:path w="1746" h="1902">
                <a:moveTo>
                  <a:pt x="0" y="1902"/>
                </a:moveTo>
                <a:lnTo>
                  <a:pt x="1587" y="1902"/>
                </a:lnTo>
                <a:cubicBezTo>
                  <a:pt x="1428" y="1109"/>
                  <a:pt x="1746" y="0"/>
                  <a:pt x="476" y="158"/>
                </a:cubicBezTo>
                <a:cubicBezTo>
                  <a:pt x="159" y="0"/>
                  <a:pt x="159" y="1109"/>
                  <a:pt x="0" y="1902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89050-7F42-4FB6-BFF1-E0FD40B8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3365" y="776963"/>
            <a:ext cx="2698" cy="2536"/>
          </a:xfrm>
          <a:custGeom xmlns:a="http://schemas.openxmlformats.org/drawingml/2006/main">
            <a:pathLst>
              <a:path w="2698" h="2536">
                <a:moveTo>
                  <a:pt x="317" y="2536"/>
                </a:moveTo>
                <a:cubicBezTo>
                  <a:pt x="1111" y="2219"/>
                  <a:pt x="1905" y="1743"/>
                  <a:pt x="2698" y="1426"/>
                </a:cubicBezTo>
                <a:cubicBezTo>
                  <a:pt x="1587" y="1268"/>
                  <a:pt x="0" y="0"/>
                  <a:pt x="317" y="2536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FBA5A-B66B-4087-9A6B-5D99E2C2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820" y="817697"/>
            <a:ext cx="1428" cy="1426"/>
          </a:xfrm>
          <a:custGeom xmlns:a="http://schemas.openxmlformats.org/drawingml/2006/main">
            <a:pathLst>
              <a:path w="1428" h="1426">
                <a:moveTo>
                  <a:pt x="0" y="1426"/>
                </a:moveTo>
                <a:cubicBezTo>
                  <a:pt x="476" y="951"/>
                  <a:pt x="952" y="475"/>
                  <a:pt x="1428" y="0"/>
                </a:cubicBezTo>
                <a:cubicBezTo>
                  <a:pt x="952" y="317"/>
                  <a:pt x="476" y="792"/>
                  <a:pt x="0" y="1426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B500D-8F74-4866-BE04-490FF73C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5902" y="789008"/>
            <a:ext cx="794" cy="1902"/>
          </a:xfrm>
          <a:custGeom xmlns:a="http://schemas.openxmlformats.org/drawingml/2006/main">
            <a:pathLst>
              <a:path w="794" h="1902">
                <a:moveTo>
                  <a:pt x="794" y="0"/>
                </a:moveTo>
                <a:cubicBezTo>
                  <a:pt x="476" y="634"/>
                  <a:pt x="317" y="1268"/>
                  <a:pt x="0" y="1902"/>
                </a:cubicBezTo>
                <a:cubicBezTo>
                  <a:pt x="317" y="1268"/>
                  <a:pt x="476" y="634"/>
                  <a:pt x="794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EACA4-B32A-497E-A88B-98680415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8610" y="880780"/>
            <a:ext cx="1270" cy="1585"/>
          </a:xfrm>
          <a:custGeom xmlns:a="http://schemas.openxmlformats.org/drawingml/2006/main">
            <a:pathLst>
              <a:path w="1270" h="1585">
                <a:moveTo>
                  <a:pt x="0" y="1585"/>
                </a:moveTo>
                <a:lnTo>
                  <a:pt x="1270" y="1585"/>
                </a:lnTo>
                <a:cubicBezTo>
                  <a:pt x="1111" y="1109"/>
                  <a:pt x="794" y="634"/>
                  <a:pt x="635" y="0"/>
                </a:cubicBezTo>
                <a:cubicBezTo>
                  <a:pt x="476" y="634"/>
                  <a:pt x="317" y="1109"/>
                  <a:pt x="0" y="1585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4A902-B3E1-4317-A4AC-7F12E576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6856" y="791860"/>
            <a:ext cx="1587" cy="1426"/>
          </a:xfrm>
          <a:custGeom xmlns:a="http://schemas.openxmlformats.org/drawingml/2006/main">
            <a:pathLst>
              <a:path w="1587" h="1426">
                <a:moveTo>
                  <a:pt x="0" y="1426"/>
                </a:moveTo>
                <a:cubicBezTo>
                  <a:pt x="1270" y="1426"/>
                  <a:pt x="1587" y="951"/>
                  <a:pt x="794" y="0"/>
                </a:cubicBezTo>
                <a:cubicBezTo>
                  <a:pt x="633" y="475"/>
                  <a:pt x="317" y="951"/>
                  <a:pt x="0" y="1426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C15DA-1314-4946-BCED-1285CE34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326" y="891715"/>
            <a:ext cx="16506" cy="101915"/>
          </a:xfrm>
          <a:custGeom xmlns:a="http://schemas.openxmlformats.org/drawingml/2006/main">
            <a:pathLst>
              <a:path w="16506" h="101915">
                <a:moveTo>
                  <a:pt x="15395" y="1426"/>
                </a:moveTo>
                <a:cubicBezTo>
                  <a:pt x="10158" y="0"/>
                  <a:pt x="5714" y="4279"/>
                  <a:pt x="476" y="3645"/>
                </a:cubicBezTo>
                <a:cubicBezTo>
                  <a:pt x="2222" y="33126"/>
                  <a:pt x="1111" y="62449"/>
                  <a:pt x="1905" y="91930"/>
                </a:cubicBezTo>
                <a:cubicBezTo>
                  <a:pt x="5238" y="94941"/>
                  <a:pt x="0" y="98428"/>
                  <a:pt x="2539" y="101915"/>
                </a:cubicBezTo>
                <a:cubicBezTo>
                  <a:pt x="6348" y="101281"/>
                  <a:pt x="9364" y="98745"/>
                  <a:pt x="12697" y="96843"/>
                </a:cubicBezTo>
                <a:cubicBezTo>
                  <a:pt x="15554" y="95100"/>
                  <a:pt x="16506" y="92881"/>
                  <a:pt x="14919" y="89552"/>
                </a:cubicBezTo>
                <a:cubicBezTo>
                  <a:pt x="13491" y="86541"/>
                  <a:pt x="12538" y="83529"/>
                  <a:pt x="16189" y="81310"/>
                </a:cubicBezTo>
                <a:cubicBezTo>
                  <a:pt x="15871" y="54524"/>
                  <a:pt x="15554" y="28054"/>
                  <a:pt x="15395" y="1426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8F5B9-41F9-4409-A14C-1127009B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2419" y="890128"/>
            <a:ext cx="19522" cy="90503"/>
          </a:xfrm>
          <a:custGeom xmlns:a="http://schemas.openxmlformats.org/drawingml/2006/main">
            <a:pathLst>
              <a:path w="19522" h="90503">
                <a:moveTo>
                  <a:pt x="16824" y="475"/>
                </a:moveTo>
                <a:cubicBezTo>
                  <a:pt x="11110" y="0"/>
                  <a:pt x="5555" y="1109"/>
                  <a:pt x="0" y="2536"/>
                </a:cubicBezTo>
                <a:cubicBezTo>
                  <a:pt x="319" y="29322"/>
                  <a:pt x="1746" y="56109"/>
                  <a:pt x="794" y="82895"/>
                </a:cubicBezTo>
                <a:cubicBezTo>
                  <a:pt x="4127" y="84797"/>
                  <a:pt x="2222" y="87967"/>
                  <a:pt x="2539" y="90503"/>
                </a:cubicBezTo>
                <a:cubicBezTo>
                  <a:pt x="12856" y="85907"/>
                  <a:pt x="19522" y="72751"/>
                  <a:pt x="16347" y="63083"/>
                </a:cubicBezTo>
                <a:cubicBezTo>
                  <a:pt x="15554" y="60388"/>
                  <a:pt x="14919" y="58011"/>
                  <a:pt x="17300" y="55950"/>
                </a:cubicBezTo>
                <a:cubicBezTo>
                  <a:pt x="17141" y="37406"/>
                  <a:pt x="16984" y="19020"/>
                  <a:pt x="16824" y="475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99625-64ED-4934-804A-4F3B8247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790" y="897262"/>
            <a:ext cx="14125" cy="102074"/>
          </a:xfrm>
          <a:custGeom xmlns:a="http://schemas.openxmlformats.org/drawingml/2006/main">
            <a:pathLst>
              <a:path w="14125" h="102074">
                <a:moveTo>
                  <a:pt x="13332" y="0"/>
                </a:moveTo>
                <a:cubicBezTo>
                  <a:pt x="9681" y="475"/>
                  <a:pt x="6029" y="951"/>
                  <a:pt x="2381" y="1426"/>
                </a:cubicBezTo>
                <a:cubicBezTo>
                  <a:pt x="317" y="3645"/>
                  <a:pt x="794" y="6340"/>
                  <a:pt x="794" y="8876"/>
                </a:cubicBezTo>
                <a:cubicBezTo>
                  <a:pt x="794" y="34711"/>
                  <a:pt x="952" y="60547"/>
                  <a:pt x="1111" y="86382"/>
                </a:cubicBezTo>
                <a:cubicBezTo>
                  <a:pt x="5396" y="90345"/>
                  <a:pt x="0" y="93673"/>
                  <a:pt x="475" y="97477"/>
                </a:cubicBezTo>
                <a:cubicBezTo>
                  <a:pt x="1905" y="98111"/>
                  <a:pt x="2539" y="99379"/>
                  <a:pt x="2539" y="100806"/>
                </a:cubicBezTo>
                <a:cubicBezTo>
                  <a:pt x="3492" y="100964"/>
                  <a:pt x="4442" y="101281"/>
                  <a:pt x="5555" y="101440"/>
                </a:cubicBezTo>
                <a:cubicBezTo>
                  <a:pt x="7142" y="98904"/>
                  <a:pt x="8094" y="99221"/>
                  <a:pt x="8888" y="101915"/>
                </a:cubicBezTo>
                <a:cubicBezTo>
                  <a:pt x="9997" y="101915"/>
                  <a:pt x="10951" y="102074"/>
                  <a:pt x="12062" y="102074"/>
                </a:cubicBezTo>
                <a:cubicBezTo>
                  <a:pt x="12221" y="100489"/>
                  <a:pt x="12538" y="98904"/>
                  <a:pt x="12697" y="97319"/>
                </a:cubicBezTo>
                <a:lnTo>
                  <a:pt x="12538" y="97319"/>
                </a:lnTo>
                <a:cubicBezTo>
                  <a:pt x="9681" y="98111"/>
                  <a:pt x="7936" y="96051"/>
                  <a:pt x="7459" y="94149"/>
                </a:cubicBezTo>
                <a:cubicBezTo>
                  <a:pt x="6983" y="92088"/>
                  <a:pt x="9681" y="93356"/>
                  <a:pt x="10791" y="92881"/>
                </a:cubicBezTo>
                <a:cubicBezTo>
                  <a:pt x="11110" y="92247"/>
                  <a:pt x="11427" y="91771"/>
                  <a:pt x="11745" y="91137"/>
                </a:cubicBezTo>
                <a:cubicBezTo>
                  <a:pt x="12538" y="90186"/>
                  <a:pt x="13332" y="89394"/>
                  <a:pt x="14125" y="88443"/>
                </a:cubicBezTo>
                <a:cubicBezTo>
                  <a:pt x="13808" y="58962"/>
                  <a:pt x="13649" y="29481"/>
                  <a:pt x="13332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C271B-0D12-431C-9BB7-F07DCE72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8771" y="894724"/>
            <a:ext cx="13172" cy="102549"/>
          </a:xfrm>
          <a:custGeom xmlns:a="http://schemas.openxmlformats.org/drawingml/2006/main">
            <a:pathLst>
              <a:path w="13172" h="102549">
                <a:moveTo>
                  <a:pt x="10951" y="475"/>
                </a:moveTo>
                <a:cubicBezTo>
                  <a:pt x="7142" y="0"/>
                  <a:pt x="3492" y="475"/>
                  <a:pt x="0" y="2219"/>
                </a:cubicBezTo>
                <a:cubicBezTo>
                  <a:pt x="0" y="14740"/>
                  <a:pt x="157" y="27420"/>
                  <a:pt x="157" y="39942"/>
                </a:cubicBezTo>
                <a:cubicBezTo>
                  <a:pt x="2222" y="43112"/>
                  <a:pt x="2062" y="46123"/>
                  <a:pt x="157" y="49293"/>
                </a:cubicBezTo>
                <a:cubicBezTo>
                  <a:pt x="157" y="62607"/>
                  <a:pt x="317" y="75921"/>
                  <a:pt x="317" y="89077"/>
                </a:cubicBezTo>
                <a:cubicBezTo>
                  <a:pt x="635" y="89552"/>
                  <a:pt x="951" y="90186"/>
                  <a:pt x="1268" y="90662"/>
                </a:cubicBezTo>
                <a:cubicBezTo>
                  <a:pt x="3492" y="90662"/>
                  <a:pt x="5236" y="92247"/>
                  <a:pt x="4285" y="93990"/>
                </a:cubicBezTo>
                <a:cubicBezTo>
                  <a:pt x="2062" y="98587"/>
                  <a:pt x="6029" y="100013"/>
                  <a:pt x="7936" y="102549"/>
                </a:cubicBezTo>
                <a:cubicBezTo>
                  <a:pt x="9840" y="102391"/>
                  <a:pt x="11745" y="102074"/>
                  <a:pt x="12854" y="100013"/>
                </a:cubicBezTo>
                <a:cubicBezTo>
                  <a:pt x="11427" y="99379"/>
                  <a:pt x="11427" y="98904"/>
                  <a:pt x="12854" y="98428"/>
                </a:cubicBezTo>
                <a:cubicBezTo>
                  <a:pt x="13172" y="95258"/>
                  <a:pt x="9204" y="92247"/>
                  <a:pt x="12378" y="88918"/>
                </a:cubicBezTo>
                <a:cubicBezTo>
                  <a:pt x="12378" y="61022"/>
                  <a:pt x="12378" y="33285"/>
                  <a:pt x="12538" y="5389"/>
                </a:cubicBezTo>
                <a:cubicBezTo>
                  <a:pt x="12697" y="3645"/>
                  <a:pt x="12221" y="1902"/>
                  <a:pt x="10951" y="475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593FF-3870-46BB-A5E4-A0096C20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648" y="899796"/>
            <a:ext cx="19680" cy="98270"/>
          </a:xfrm>
          <a:custGeom xmlns:a="http://schemas.openxmlformats.org/drawingml/2006/main">
            <a:pathLst>
              <a:path w="19680" h="98270">
                <a:moveTo>
                  <a:pt x="19680" y="98270"/>
                </a:moveTo>
                <a:cubicBezTo>
                  <a:pt x="19520" y="96843"/>
                  <a:pt x="19045" y="95575"/>
                  <a:pt x="17615" y="94941"/>
                </a:cubicBezTo>
                <a:cubicBezTo>
                  <a:pt x="12061" y="92405"/>
                  <a:pt x="10791" y="89077"/>
                  <a:pt x="15235" y="84322"/>
                </a:cubicBezTo>
                <a:cubicBezTo>
                  <a:pt x="15078" y="56267"/>
                  <a:pt x="15078" y="28054"/>
                  <a:pt x="14919" y="0"/>
                </a:cubicBezTo>
                <a:cubicBezTo>
                  <a:pt x="11427" y="158"/>
                  <a:pt x="8093" y="158"/>
                  <a:pt x="4603" y="317"/>
                </a:cubicBezTo>
                <a:cubicBezTo>
                  <a:pt x="3809" y="634"/>
                  <a:pt x="3016" y="1109"/>
                  <a:pt x="2381" y="1426"/>
                </a:cubicBezTo>
                <a:cubicBezTo>
                  <a:pt x="2381" y="26786"/>
                  <a:pt x="2381" y="52146"/>
                  <a:pt x="2538" y="77506"/>
                </a:cubicBezTo>
                <a:cubicBezTo>
                  <a:pt x="7299" y="79884"/>
                  <a:pt x="5079" y="83371"/>
                  <a:pt x="3331" y="85907"/>
                </a:cubicBezTo>
                <a:cubicBezTo>
                  <a:pt x="0" y="90979"/>
                  <a:pt x="1905" y="93039"/>
                  <a:pt x="6983" y="94783"/>
                </a:cubicBezTo>
                <a:cubicBezTo>
                  <a:pt x="10951" y="96368"/>
                  <a:pt x="15235" y="97636"/>
                  <a:pt x="19680" y="9827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B08C2-C714-4ECB-9E5F-4FC0D36E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268" y="901539"/>
            <a:ext cx="11267" cy="82578"/>
          </a:xfrm>
          <a:custGeom xmlns:a="http://schemas.openxmlformats.org/drawingml/2006/main">
            <a:pathLst>
              <a:path w="11267" h="82578">
                <a:moveTo>
                  <a:pt x="5079" y="0"/>
                </a:moveTo>
                <a:cubicBezTo>
                  <a:pt x="3650" y="475"/>
                  <a:pt x="2381" y="792"/>
                  <a:pt x="951" y="1268"/>
                </a:cubicBezTo>
                <a:cubicBezTo>
                  <a:pt x="1111" y="1426"/>
                  <a:pt x="1270" y="1743"/>
                  <a:pt x="1270" y="1743"/>
                </a:cubicBezTo>
                <a:cubicBezTo>
                  <a:pt x="951" y="2060"/>
                  <a:pt x="633" y="2219"/>
                  <a:pt x="317" y="2536"/>
                </a:cubicBezTo>
                <a:cubicBezTo>
                  <a:pt x="157" y="22824"/>
                  <a:pt x="157" y="43112"/>
                  <a:pt x="0" y="63400"/>
                </a:cubicBezTo>
                <a:cubicBezTo>
                  <a:pt x="3174" y="66094"/>
                  <a:pt x="2857" y="69264"/>
                  <a:pt x="1587" y="72751"/>
                </a:cubicBezTo>
                <a:cubicBezTo>
                  <a:pt x="4761" y="75287"/>
                  <a:pt x="633" y="77982"/>
                  <a:pt x="1905" y="80518"/>
                </a:cubicBezTo>
                <a:lnTo>
                  <a:pt x="2063" y="80676"/>
                </a:lnTo>
                <a:cubicBezTo>
                  <a:pt x="2538" y="81152"/>
                  <a:pt x="2857" y="81627"/>
                  <a:pt x="3331" y="81944"/>
                </a:cubicBezTo>
                <a:cubicBezTo>
                  <a:pt x="3492" y="82420"/>
                  <a:pt x="3808" y="82578"/>
                  <a:pt x="4125" y="82578"/>
                </a:cubicBezTo>
                <a:cubicBezTo>
                  <a:pt x="6188" y="82420"/>
                  <a:pt x="8093" y="82261"/>
                  <a:pt x="10156" y="82261"/>
                </a:cubicBezTo>
                <a:cubicBezTo>
                  <a:pt x="10156" y="80676"/>
                  <a:pt x="9362" y="78774"/>
                  <a:pt x="11267" y="77506"/>
                </a:cubicBezTo>
                <a:lnTo>
                  <a:pt x="11267" y="158"/>
                </a:lnTo>
                <a:cubicBezTo>
                  <a:pt x="9205" y="158"/>
                  <a:pt x="7142" y="158"/>
                  <a:pt x="5079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B4AB7-0EEA-485A-9045-6C20DA3A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4806" y="903757"/>
            <a:ext cx="16189" cy="68789"/>
          </a:xfrm>
          <a:custGeom xmlns:a="http://schemas.openxmlformats.org/drawingml/2006/main">
            <a:pathLst>
              <a:path w="16189" h="68789">
                <a:moveTo>
                  <a:pt x="8253" y="317"/>
                </a:moveTo>
                <a:cubicBezTo>
                  <a:pt x="7142" y="634"/>
                  <a:pt x="6188" y="792"/>
                  <a:pt x="5079" y="1109"/>
                </a:cubicBezTo>
                <a:cubicBezTo>
                  <a:pt x="5079" y="14106"/>
                  <a:pt x="5238" y="27262"/>
                  <a:pt x="5238" y="40259"/>
                </a:cubicBezTo>
                <a:cubicBezTo>
                  <a:pt x="7142" y="41368"/>
                  <a:pt x="7618" y="43746"/>
                  <a:pt x="6666" y="45014"/>
                </a:cubicBezTo>
                <a:cubicBezTo>
                  <a:pt x="0" y="54841"/>
                  <a:pt x="7299" y="61339"/>
                  <a:pt x="11586" y="68789"/>
                </a:cubicBezTo>
                <a:cubicBezTo>
                  <a:pt x="14441" y="67996"/>
                  <a:pt x="12380" y="64826"/>
                  <a:pt x="14284" y="63875"/>
                </a:cubicBezTo>
                <a:cubicBezTo>
                  <a:pt x="14760" y="63400"/>
                  <a:pt x="15235" y="62924"/>
                  <a:pt x="15711" y="62449"/>
                </a:cubicBezTo>
                <a:cubicBezTo>
                  <a:pt x="15871" y="61973"/>
                  <a:pt x="16028" y="61656"/>
                  <a:pt x="16189" y="61181"/>
                </a:cubicBezTo>
                <a:cubicBezTo>
                  <a:pt x="13967" y="40893"/>
                  <a:pt x="14602" y="20446"/>
                  <a:pt x="14602" y="0"/>
                </a:cubicBezTo>
                <a:cubicBezTo>
                  <a:pt x="12380" y="0"/>
                  <a:pt x="10316" y="158"/>
                  <a:pt x="8253" y="317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79E43-772C-48F9-BB2B-D6D5557D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2093" y="888542"/>
            <a:ext cx="11745" cy="60071"/>
          </a:xfrm>
          <a:custGeom xmlns:a="http://schemas.openxmlformats.org/drawingml/2006/main">
            <a:pathLst>
              <a:path w="11745" h="60071">
                <a:moveTo>
                  <a:pt x="10634" y="158"/>
                </a:moveTo>
                <a:cubicBezTo>
                  <a:pt x="8253" y="158"/>
                  <a:pt x="6033" y="0"/>
                  <a:pt x="3652" y="0"/>
                </a:cubicBezTo>
                <a:cubicBezTo>
                  <a:pt x="2381" y="475"/>
                  <a:pt x="1271" y="792"/>
                  <a:pt x="0" y="1268"/>
                </a:cubicBezTo>
                <a:cubicBezTo>
                  <a:pt x="159" y="19812"/>
                  <a:pt x="317" y="38515"/>
                  <a:pt x="478" y="57060"/>
                </a:cubicBezTo>
                <a:cubicBezTo>
                  <a:pt x="4446" y="60071"/>
                  <a:pt x="4920" y="57377"/>
                  <a:pt x="5872" y="54207"/>
                </a:cubicBezTo>
                <a:cubicBezTo>
                  <a:pt x="10951" y="36455"/>
                  <a:pt x="11745" y="18544"/>
                  <a:pt x="10634" y="15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C9A98-52E8-48B3-8137-66728583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717" y="895197"/>
            <a:ext cx="6825" cy="88601"/>
          </a:xfrm>
          <a:custGeom xmlns:a="http://schemas.openxmlformats.org/drawingml/2006/main">
            <a:pathLst>
              <a:path w="6825" h="88601">
                <a:moveTo>
                  <a:pt x="0" y="0"/>
                </a:moveTo>
                <a:cubicBezTo>
                  <a:pt x="1427" y="1426"/>
                  <a:pt x="1746" y="3170"/>
                  <a:pt x="1746" y="5072"/>
                </a:cubicBezTo>
                <a:cubicBezTo>
                  <a:pt x="1746" y="32968"/>
                  <a:pt x="1587" y="60705"/>
                  <a:pt x="1587" y="88601"/>
                </a:cubicBezTo>
                <a:cubicBezTo>
                  <a:pt x="3174" y="88601"/>
                  <a:pt x="4761" y="88443"/>
                  <a:pt x="6507" y="88443"/>
                </a:cubicBezTo>
                <a:cubicBezTo>
                  <a:pt x="5714" y="58962"/>
                  <a:pt x="6825" y="29639"/>
                  <a:pt x="5077" y="158"/>
                </a:cubicBezTo>
                <a:cubicBezTo>
                  <a:pt x="3333" y="158"/>
                  <a:pt x="1746" y="158"/>
                  <a:pt x="0" y="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89C52-41F0-42BE-83EB-24CEB42C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7186" y="903915"/>
            <a:ext cx="9523" cy="43429"/>
          </a:xfrm>
          <a:custGeom xmlns:a="http://schemas.openxmlformats.org/drawingml/2006/main">
            <a:pathLst>
              <a:path w="9523" h="43429">
                <a:moveTo>
                  <a:pt x="9205" y="1268"/>
                </a:moveTo>
                <a:cubicBezTo>
                  <a:pt x="5871" y="0"/>
                  <a:pt x="3016" y="2694"/>
                  <a:pt x="0" y="2536"/>
                </a:cubicBezTo>
                <a:cubicBezTo>
                  <a:pt x="952" y="13948"/>
                  <a:pt x="2063" y="25518"/>
                  <a:pt x="5077" y="36613"/>
                </a:cubicBezTo>
                <a:cubicBezTo>
                  <a:pt x="5396" y="37881"/>
                  <a:pt x="4603" y="43429"/>
                  <a:pt x="9523" y="40417"/>
                </a:cubicBezTo>
                <a:cubicBezTo>
                  <a:pt x="9523" y="27262"/>
                  <a:pt x="9364" y="14265"/>
                  <a:pt x="9205" y="126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2F3D4-5B2F-4BD7-944B-0CCDFDE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689" y="900110"/>
            <a:ext cx="3333" cy="78933"/>
          </a:xfrm>
          <a:custGeom xmlns:a="http://schemas.openxmlformats.org/drawingml/2006/main">
            <a:pathLst>
              <a:path w="3333" h="78933">
                <a:moveTo>
                  <a:pt x="0" y="1585"/>
                </a:moveTo>
                <a:lnTo>
                  <a:pt x="0" y="78933"/>
                </a:lnTo>
                <a:cubicBezTo>
                  <a:pt x="1109" y="78299"/>
                  <a:pt x="2220" y="77823"/>
                  <a:pt x="3333" y="77189"/>
                </a:cubicBezTo>
                <a:cubicBezTo>
                  <a:pt x="3333" y="51829"/>
                  <a:pt x="3333" y="26469"/>
                  <a:pt x="3174" y="1109"/>
                </a:cubicBezTo>
                <a:cubicBezTo>
                  <a:pt x="3174" y="634"/>
                  <a:pt x="3014" y="317"/>
                  <a:pt x="2539" y="0"/>
                </a:cubicBezTo>
                <a:cubicBezTo>
                  <a:pt x="1903" y="0"/>
                  <a:pt x="1427" y="0"/>
                  <a:pt x="794" y="158"/>
                </a:cubicBezTo>
                <a:cubicBezTo>
                  <a:pt x="476" y="634"/>
                  <a:pt x="159" y="1109"/>
                  <a:pt x="0" y="158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DD4B8-36E6-42A1-A808-9AE9958A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712" y="892659"/>
            <a:ext cx="4603" cy="80359"/>
          </a:xfrm>
          <a:custGeom xmlns:a="http://schemas.openxmlformats.org/drawingml/2006/main">
            <a:pathLst>
              <a:path w="4603" h="80359">
                <a:moveTo>
                  <a:pt x="3492" y="80359"/>
                </a:moveTo>
                <a:cubicBezTo>
                  <a:pt x="4603" y="53573"/>
                  <a:pt x="3174" y="26786"/>
                  <a:pt x="2698" y="0"/>
                </a:cubicBezTo>
                <a:cubicBezTo>
                  <a:pt x="1744" y="158"/>
                  <a:pt x="951" y="317"/>
                  <a:pt x="0" y="475"/>
                </a:cubicBezTo>
                <a:cubicBezTo>
                  <a:pt x="317" y="27103"/>
                  <a:pt x="476" y="53573"/>
                  <a:pt x="794" y="80201"/>
                </a:cubicBezTo>
                <a:cubicBezTo>
                  <a:pt x="1587" y="80201"/>
                  <a:pt x="2538" y="80359"/>
                  <a:pt x="3492" y="80359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B2C082-7C8A-423A-AF1D-35929BE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769" y="902487"/>
            <a:ext cx="4603" cy="62449"/>
          </a:xfrm>
          <a:custGeom xmlns:a="http://schemas.openxmlformats.org/drawingml/2006/main">
            <a:pathLst>
              <a:path w="4603" h="62449">
                <a:moveTo>
                  <a:pt x="635" y="1109"/>
                </a:moveTo>
                <a:cubicBezTo>
                  <a:pt x="635" y="21556"/>
                  <a:pt x="0" y="42002"/>
                  <a:pt x="2222" y="62290"/>
                </a:cubicBezTo>
                <a:cubicBezTo>
                  <a:pt x="2698" y="62290"/>
                  <a:pt x="3174" y="62449"/>
                  <a:pt x="3649" y="62449"/>
                </a:cubicBezTo>
                <a:cubicBezTo>
                  <a:pt x="3809" y="42161"/>
                  <a:pt x="3809" y="21873"/>
                  <a:pt x="3968" y="1585"/>
                </a:cubicBezTo>
                <a:cubicBezTo>
                  <a:pt x="4285" y="1268"/>
                  <a:pt x="4442" y="792"/>
                  <a:pt x="4603" y="317"/>
                </a:cubicBezTo>
                <a:cubicBezTo>
                  <a:pt x="3809" y="158"/>
                  <a:pt x="3016" y="158"/>
                  <a:pt x="2062" y="0"/>
                </a:cubicBezTo>
                <a:cubicBezTo>
                  <a:pt x="1587" y="475"/>
                  <a:pt x="1111" y="792"/>
                  <a:pt x="635" y="1109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34D2E-13EA-4D3D-A9E2-AF89264D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9230" y="889806"/>
            <a:ext cx="3335" cy="56267"/>
          </a:xfrm>
          <a:custGeom xmlns:a="http://schemas.openxmlformats.org/drawingml/2006/main">
            <a:pathLst>
              <a:path w="3335" h="56267">
                <a:moveTo>
                  <a:pt x="3335" y="55792"/>
                </a:moveTo>
                <a:cubicBezTo>
                  <a:pt x="3174" y="37247"/>
                  <a:pt x="3017" y="18544"/>
                  <a:pt x="2857" y="0"/>
                </a:cubicBezTo>
                <a:cubicBezTo>
                  <a:pt x="1906" y="317"/>
                  <a:pt x="954" y="475"/>
                  <a:pt x="0" y="792"/>
                </a:cubicBezTo>
                <a:cubicBezTo>
                  <a:pt x="160" y="19337"/>
                  <a:pt x="319" y="37723"/>
                  <a:pt x="476" y="56267"/>
                </a:cubicBezTo>
                <a:cubicBezTo>
                  <a:pt x="1430" y="56109"/>
                  <a:pt x="2381" y="55950"/>
                  <a:pt x="3335" y="55792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4D606-1DD4-427D-B579-62A203ED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6386" y="904864"/>
            <a:ext cx="3492" cy="39466"/>
          </a:xfrm>
          <a:custGeom xmlns:a="http://schemas.openxmlformats.org/drawingml/2006/main">
            <a:pathLst>
              <a:path w="3492" h="39466">
                <a:moveTo>
                  <a:pt x="0" y="317"/>
                </a:moveTo>
                <a:cubicBezTo>
                  <a:pt x="159" y="13314"/>
                  <a:pt x="159" y="26469"/>
                  <a:pt x="317" y="39466"/>
                </a:cubicBezTo>
                <a:cubicBezTo>
                  <a:pt x="1427" y="39466"/>
                  <a:pt x="2539" y="39308"/>
                  <a:pt x="3492" y="39308"/>
                </a:cubicBezTo>
                <a:cubicBezTo>
                  <a:pt x="3492" y="26311"/>
                  <a:pt x="3333" y="13155"/>
                  <a:pt x="3333" y="158"/>
                </a:cubicBezTo>
                <a:cubicBezTo>
                  <a:pt x="2381" y="0"/>
                  <a:pt x="1111" y="158"/>
                  <a:pt x="0" y="317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CBE74-94D0-4D28-9F48-98D40E32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3997" y="985539"/>
            <a:ext cx="12856" cy="14106"/>
          </a:xfrm>
          <a:custGeom xmlns:a="http://schemas.openxmlformats.org/drawingml/2006/main">
            <a:pathLst>
              <a:path w="12856" h="14106">
                <a:moveTo>
                  <a:pt x="12856" y="11887"/>
                </a:moveTo>
                <a:cubicBezTo>
                  <a:pt x="10953" y="9351"/>
                  <a:pt x="6825" y="7925"/>
                  <a:pt x="9205" y="3328"/>
                </a:cubicBezTo>
                <a:cubicBezTo>
                  <a:pt x="10159" y="1426"/>
                  <a:pt x="8412" y="0"/>
                  <a:pt x="6191" y="0"/>
                </a:cubicBezTo>
                <a:cubicBezTo>
                  <a:pt x="7301" y="3645"/>
                  <a:pt x="5874" y="6974"/>
                  <a:pt x="4444" y="9827"/>
                </a:cubicBezTo>
                <a:cubicBezTo>
                  <a:pt x="2700" y="13155"/>
                  <a:pt x="1906" y="9351"/>
                  <a:pt x="636" y="8876"/>
                </a:cubicBezTo>
                <a:cubicBezTo>
                  <a:pt x="476" y="10461"/>
                  <a:pt x="159" y="12046"/>
                  <a:pt x="0" y="13631"/>
                </a:cubicBezTo>
                <a:cubicBezTo>
                  <a:pt x="4287" y="14106"/>
                  <a:pt x="8572" y="13631"/>
                  <a:pt x="12856" y="11887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B2F99-3F06-4BE0-8CDB-80A8C4C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6381" y="983795"/>
            <a:ext cx="8572" cy="7449"/>
          </a:xfrm>
          <a:custGeom xmlns:a="http://schemas.openxmlformats.org/drawingml/2006/main">
            <a:pathLst>
              <a:path w="8572" h="7449">
                <a:moveTo>
                  <a:pt x="6031" y="0"/>
                </a:moveTo>
                <a:cubicBezTo>
                  <a:pt x="3968" y="158"/>
                  <a:pt x="2063" y="317"/>
                  <a:pt x="0" y="317"/>
                </a:cubicBezTo>
                <a:cubicBezTo>
                  <a:pt x="1747" y="2536"/>
                  <a:pt x="3335" y="4755"/>
                  <a:pt x="5398" y="7449"/>
                </a:cubicBezTo>
                <a:cubicBezTo>
                  <a:pt x="8572" y="3645"/>
                  <a:pt x="7302" y="1743"/>
                  <a:pt x="6031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EC462-4917-443E-9D20-5CE8A508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0825" y="974126"/>
            <a:ext cx="6191" cy="7766"/>
          </a:xfrm>
          <a:custGeom xmlns:a="http://schemas.openxmlformats.org/drawingml/2006/main">
            <a:pathLst>
              <a:path w="6191" h="7766">
                <a:moveTo>
                  <a:pt x="3335" y="7766"/>
                </a:moveTo>
                <a:cubicBezTo>
                  <a:pt x="2063" y="5230"/>
                  <a:pt x="6191" y="2536"/>
                  <a:pt x="3017" y="0"/>
                </a:cubicBezTo>
                <a:cubicBezTo>
                  <a:pt x="1113" y="2694"/>
                  <a:pt x="0" y="5389"/>
                  <a:pt x="3335" y="7766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CFD65-C2B8-4F1A-BE4B-4CBCD4D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7328" y="996156"/>
            <a:ext cx="3335" cy="3011"/>
          </a:xfrm>
          <a:custGeom xmlns:a="http://schemas.openxmlformats.org/drawingml/2006/main">
            <a:pathLst>
              <a:path w="3335" h="3011">
                <a:moveTo>
                  <a:pt x="3335" y="3011"/>
                </a:moveTo>
                <a:cubicBezTo>
                  <a:pt x="2541" y="317"/>
                  <a:pt x="1430" y="0"/>
                  <a:pt x="0" y="2536"/>
                </a:cubicBezTo>
                <a:cubicBezTo>
                  <a:pt x="1113" y="2694"/>
                  <a:pt x="2224" y="2853"/>
                  <a:pt x="3335" y="3011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0AB50-67EB-4891-9F5D-0F491213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9078" y="966041"/>
            <a:ext cx="1427" cy="1426"/>
          </a:xfrm>
          <a:custGeom xmlns:a="http://schemas.openxmlformats.org/drawingml/2006/main">
            <a:pathLst>
              <a:path w="1427" h="1426">
                <a:moveTo>
                  <a:pt x="1427" y="0"/>
                </a:moveTo>
                <a:cubicBezTo>
                  <a:pt x="951" y="475"/>
                  <a:pt x="475" y="951"/>
                  <a:pt x="0" y="1426"/>
                </a:cubicBezTo>
                <a:cubicBezTo>
                  <a:pt x="951" y="1426"/>
                  <a:pt x="1427" y="1109"/>
                  <a:pt x="1427" y="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77D8C-1A31-4E7C-8D57-0D4946B3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4314" y="982208"/>
            <a:ext cx="1270" cy="1268"/>
          </a:xfrm>
          <a:custGeom xmlns:a="http://schemas.openxmlformats.org/drawingml/2006/main">
            <a:pathLst>
              <a:path w="1270" h="1268">
                <a:moveTo>
                  <a:pt x="1270" y="1268"/>
                </a:moveTo>
                <a:cubicBezTo>
                  <a:pt x="794" y="792"/>
                  <a:pt x="476" y="317"/>
                  <a:pt x="0" y="0"/>
                </a:cubicBezTo>
                <a:cubicBezTo>
                  <a:pt x="476" y="475"/>
                  <a:pt x="952" y="792"/>
                  <a:pt x="1270" y="126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FF15F-FDE5-45E9-B403-3AD021E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0181" y="993303"/>
            <a:ext cx="1587" cy="1585"/>
          </a:xfrm>
          <a:custGeom xmlns:a="http://schemas.openxmlformats.org/drawingml/2006/main">
            <a:pathLst>
              <a:path w="1587" h="1585">
                <a:moveTo>
                  <a:pt x="1587" y="0"/>
                </a:moveTo>
                <a:cubicBezTo>
                  <a:pt x="159" y="475"/>
                  <a:pt x="0" y="1109"/>
                  <a:pt x="1587" y="1585"/>
                </a:cubicBezTo>
                <a:lnTo>
                  <a:pt x="1587" y="0"/>
                </a:lnTo>
                <a:close/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75125-1487-4EBA-867E-A731EEAD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689" y="749053"/>
            <a:ext cx="15395" cy="86224"/>
          </a:xfrm>
          <a:custGeom xmlns:a="http://schemas.openxmlformats.org/drawingml/2006/main">
            <a:pathLst>
              <a:path w="15395" h="86224">
                <a:moveTo>
                  <a:pt x="5079" y="86224"/>
                </a:moveTo>
                <a:cubicBezTo>
                  <a:pt x="8412" y="85590"/>
                  <a:pt x="11903" y="86224"/>
                  <a:pt x="14917" y="84480"/>
                </a:cubicBezTo>
                <a:cubicBezTo>
                  <a:pt x="14760" y="59596"/>
                  <a:pt x="14602" y="34711"/>
                  <a:pt x="14441" y="9827"/>
                </a:cubicBezTo>
                <a:cubicBezTo>
                  <a:pt x="13808" y="9351"/>
                  <a:pt x="12854" y="9034"/>
                  <a:pt x="12697" y="8400"/>
                </a:cubicBezTo>
                <a:cubicBezTo>
                  <a:pt x="12061" y="5072"/>
                  <a:pt x="15395" y="0"/>
                  <a:pt x="7299" y="1109"/>
                </a:cubicBezTo>
                <a:cubicBezTo>
                  <a:pt x="633" y="2060"/>
                  <a:pt x="0" y="5072"/>
                  <a:pt x="1270" y="10302"/>
                </a:cubicBezTo>
                <a:cubicBezTo>
                  <a:pt x="1427" y="10619"/>
                  <a:pt x="794" y="11253"/>
                  <a:pt x="476" y="11570"/>
                </a:cubicBezTo>
                <a:cubicBezTo>
                  <a:pt x="476" y="34711"/>
                  <a:pt x="476" y="58011"/>
                  <a:pt x="317" y="81152"/>
                </a:cubicBezTo>
                <a:cubicBezTo>
                  <a:pt x="476" y="84797"/>
                  <a:pt x="2063" y="85907"/>
                  <a:pt x="5079" y="86224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21C20-65C5-4108-9755-1DA48ED6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306" y="748737"/>
            <a:ext cx="14760" cy="84797"/>
          </a:xfrm>
          <a:custGeom xmlns:a="http://schemas.openxmlformats.org/drawingml/2006/main">
            <a:pathLst>
              <a:path w="14760" h="84797">
                <a:moveTo>
                  <a:pt x="317" y="84480"/>
                </a:moveTo>
                <a:cubicBezTo>
                  <a:pt x="5079" y="84797"/>
                  <a:pt x="9840" y="84322"/>
                  <a:pt x="14284" y="82737"/>
                </a:cubicBezTo>
                <a:lnTo>
                  <a:pt x="14284" y="73385"/>
                </a:lnTo>
                <a:cubicBezTo>
                  <a:pt x="14602" y="53731"/>
                  <a:pt x="13332" y="34236"/>
                  <a:pt x="14760" y="14582"/>
                </a:cubicBezTo>
                <a:cubicBezTo>
                  <a:pt x="13173" y="13314"/>
                  <a:pt x="11745" y="12363"/>
                  <a:pt x="12538" y="9510"/>
                </a:cubicBezTo>
                <a:cubicBezTo>
                  <a:pt x="13967" y="3487"/>
                  <a:pt x="9999" y="0"/>
                  <a:pt x="3809" y="1109"/>
                </a:cubicBezTo>
                <a:cubicBezTo>
                  <a:pt x="1905" y="1426"/>
                  <a:pt x="952" y="2377"/>
                  <a:pt x="1270" y="4121"/>
                </a:cubicBezTo>
                <a:cubicBezTo>
                  <a:pt x="1587" y="6181"/>
                  <a:pt x="1905" y="8242"/>
                  <a:pt x="0" y="9827"/>
                </a:cubicBezTo>
                <a:cubicBezTo>
                  <a:pt x="159" y="34711"/>
                  <a:pt x="159" y="59596"/>
                  <a:pt x="317" y="8448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A6212-FB74-43D9-8C01-7623A85C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7911" y="753333"/>
            <a:ext cx="15236" cy="83846"/>
          </a:xfrm>
          <a:custGeom xmlns:a="http://schemas.openxmlformats.org/drawingml/2006/main">
            <a:pathLst>
              <a:path w="15236" h="83846">
                <a:moveTo>
                  <a:pt x="8729" y="83846"/>
                </a:moveTo>
                <a:cubicBezTo>
                  <a:pt x="10792" y="83529"/>
                  <a:pt x="12856" y="83212"/>
                  <a:pt x="14919" y="82895"/>
                </a:cubicBezTo>
                <a:cubicBezTo>
                  <a:pt x="15078" y="58645"/>
                  <a:pt x="15078" y="34236"/>
                  <a:pt x="15236" y="9985"/>
                </a:cubicBezTo>
                <a:cubicBezTo>
                  <a:pt x="13014" y="7449"/>
                  <a:pt x="12221" y="4438"/>
                  <a:pt x="13332" y="0"/>
                </a:cubicBezTo>
                <a:cubicBezTo>
                  <a:pt x="7777" y="3011"/>
                  <a:pt x="0" y="2536"/>
                  <a:pt x="5079" y="11253"/>
                </a:cubicBezTo>
                <a:cubicBezTo>
                  <a:pt x="5396" y="11887"/>
                  <a:pt x="4127" y="13472"/>
                  <a:pt x="3650" y="14582"/>
                </a:cubicBezTo>
                <a:cubicBezTo>
                  <a:pt x="3650" y="35028"/>
                  <a:pt x="3809" y="55633"/>
                  <a:pt x="3809" y="76080"/>
                </a:cubicBezTo>
                <a:cubicBezTo>
                  <a:pt x="3492" y="80042"/>
                  <a:pt x="3650" y="83529"/>
                  <a:pt x="8729" y="83846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EB142-AB50-4FB6-B07F-0592BCFA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1247" y="774412"/>
            <a:ext cx="13332" cy="67045"/>
          </a:xfrm>
          <a:custGeom xmlns:a="http://schemas.openxmlformats.org/drawingml/2006/main">
            <a:pathLst>
              <a:path w="13332" h="67045">
                <a:moveTo>
                  <a:pt x="476" y="66728"/>
                </a:moveTo>
                <a:cubicBezTo>
                  <a:pt x="4761" y="67045"/>
                  <a:pt x="9205" y="67045"/>
                  <a:pt x="13332" y="65302"/>
                </a:cubicBezTo>
                <a:cubicBezTo>
                  <a:pt x="13173" y="44855"/>
                  <a:pt x="12856" y="24250"/>
                  <a:pt x="12697" y="3804"/>
                </a:cubicBezTo>
                <a:cubicBezTo>
                  <a:pt x="10951" y="3645"/>
                  <a:pt x="9364" y="0"/>
                  <a:pt x="7459" y="3170"/>
                </a:cubicBezTo>
                <a:cubicBezTo>
                  <a:pt x="4920" y="7291"/>
                  <a:pt x="0" y="10461"/>
                  <a:pt x="1111" y="16167"/>
                </a:cubicBezTo>
                <a:cubicBezTo>
                  <a:pt x="1587" y="18703"/>
                  <a:pt x="3016" y="21080"/>
                  <a:pt x="1746" y="23775"/>
                </a:cubicBezTo>
                <a:cubicBezTo>
                  <a:pt x="317" y="26469"/>
                  <a:pt x="317" y="29322"/>
                  <a:pt x="476" y="32175"/>
                </a:cubicBezTo>
                <a:cubicBezTo>
                  <a:pt x="317" y="43746"/>
                  <a:pt x="317" y="55158"/>
                  <a:pt x="476" y="66728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B9C87-8891-42EC-A49F-2907BD09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9649" y="754123"/>
            <a:ext cx="15395" cy="76872"/>
          </a:xfrm>
          <a:custGeom xmlns:a="http://schemas.openxmlformats.org/drawingml/2006/main">
            <a:pathLst>
              <a:path w="15395" h="76872">
                <a:moveTo>
                  <a:pt x="4603" y="76872"/>
                </a:moveTo>
                <a:cubicBezTo>
                  <a:pt x="6190" y="76714"/>
                  <a:pt x="7777" y="76397"/>
                  <a:pt x="9364" y="76238"/>
                </a:cubicBezTo>
                <a:cubicBezTo>
                  <a:pt x="9681" y="75604"/>
                  <a:pt x="10158" y="75129"/>
                  <a:pt x="10475" y="74495"/>
                </a:cubicBezTo>
                <a:cubicBezTo>
                  <a:pt x="10475" y="67996"/>
                  <a:pt x="10316" y="61339"/>
                  <a:pt x="10792" y="54841"/>
                </a:cubicBezTo>
                <a:cubicBezTo>
                  <a:pt x="11269" y="47074"/>
                  <a:pt x="9205" y="39308"/>
                  <a:pt x="12062" y="31700"/>
                </a:cubicBezTo>
                <a:cubicBezTo>
                  <a:pt x="12221" y="26786"/>
                  <a:pt x="12380" y="21873"/>
                  <a:pt x="12538" y="16959"/>
                </a:cubicBezTo>
                <a:cubicBezTo>
                  <a:pt x="11586" y="15850"/>
                  <a:pt x="9999" y="14582"/>
                  <a:pt x="10792" y="12997"/>
                </a:cubicBezTo>
                <a:cubicBezTo>
                  <a:pt x="15395" y="4438"/>
                  <a:pt x="9205" y="2219"/>
                  <a:pt x="3333" y="0"/>
                </a:cubicBezTo>
                <a:cubicBezTo>
                  <a:pt x="0" y="2219"/>
                  <a:pt x="5555" y="6340"/>
                  <a:pt x="1270" y="8083"/>
                </a:cubicBezTo>
                <a:cubicBezTo>
                  <a:pt x="1111" y="29005"/>
                  <a:pt x="1111" y="49769"/>
                  <a:pt x="952" y="70691"/>
                </a:cubicBezTo>
                <a:cubicBezTo>
                  <a:pt x="1111" y="73544"/>
                  <a:pt x="1587" y="75921"/>
                  <a:pt x="4603" y="76872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B599F-735C-4CDD-B808-4BAB5305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4099" y="762682"/>
            <a:ext cx="13173" cy="76714"/>
          </a:xfrm>
          <a:custGeom xmlns:a="http://schemas.openxmlformats.org/drawingml/2006/main">
            <a:pathLst>
              <a:path w="13173" h="76714">
                <a:moveTo>
                  <a:pt x="4761" y="76714"/>
                </a:moveTo>
                <a:cubicBezTo>
                  <a:pt x="7618" y="76397"/>
                  <a:pt x="10316" y="75921"/>
                  <a:pt x="13173" y="75604"/>
                </a:cubicBezTo>
                <a:cubicBezTo>
                  <a:pt x="13014" y="52305"/>
                  <a:pt x="12857" y="28847"/>
                  <a:pt x="12697" y="5547"/>
                </a:cubicBezTo>
                <a:cubicBezTo>
                  <a:pt x="10634" y="4913"/>
                  <a:pt x="10477" y="3328"/>
                  <a:pt x="10477" y="1585"/>
                </a:cubicBezTo>
                <a:cubicBezTo>
                  <a:pt x="9999" y="1109"/>
                  <a:pt x="9364" y="634"/>
                  <a:pt x="8889" y="0"/>
                </a:cubicBezTo>
                <a:cubicBezTo>
                  <a:pt x="4922" y="2853"/>
                  <a:pt x="0" y="5072"/>
                  <a:pt x="5555" y="11095"/>
                </a:cubicBezTo>
                <a:cubicBezTo>
                  <a:pt x="7459" y="13155"/>
                  <a:pt x="5715" y="15216"/>
                  <a:pt x="3174" y="16325"/>
                </a:cubicBezTo>
                <a:cubicBezTo>
                  <a:pt x="3174" y="31858"/>
                  <a:pt x="3174" y="47233"/>
                  <a:pt x="3335" y="62766"/>
                </a:cubicBezTo>
                <a:cubicBezTo>
                  <a:pt x="3492" y="67521"/>
                  <a:pt x="2381" y="72276"/>
                  <a:pt x="4761" y="76714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5D922-21E6-46EA-931D-FE42DB0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202" y="765059"/>
            <a:ext cx="13649" cy="63875"/>
          </a:xfrm>
          <a:custGeom xmlns:a="http://schemas.openxmlformats.org/drawingml/2006/main">
            <a:pathLst>
              <a:path w="13649" h="63875">
                <a:moveTo>
                  <a:pt x="3174" y="63558"/>
                </a:moveTo>
                <a:cubicBezTo>
                  <a:pt x="6031" y="63875"/>
                  <a:pt x="9045" y="63717"/>
                  <a:pt x="11586" y="62290"/>
                </a:cubicBezTo>
                <a:cubicBezTo>
                  <a:pt x="11426" y="48818"/>
                  <a:pt x="11426" y="35345"/>
                  <a:pt x="11269" y="21873"/>
                </a:cubicBezTo>
                <a:cubicBezTo>
                  <a:pt x="9681" y="20288"/>
                  <a:pt x="8412" y="18544"/>
                  <a:pt x="9681" y="16325"/>
                </a:cubicBezTo>
                <a:cubicBezTo>
                  <a:pt x="13649" y="9193"/>
                  <a:pt x="10475" y="4438"/>
                  <a:pt x="4284" y="0"/>
                </a:cubicBezTo>
                <a:cubicBezTo>
                  <a:pt x="2697" y="1902"/>
                  <a:pt x="3174" y="5547"/>
                  <a:pt x="0" y="6181"/>
                </a:cubicBezTo>
                <a:cubicBezTo>
                  <a:pt x="316" y="7291"/>
                  <a:pt x="476" y="8559"/>
                  <a:pt x="794" y="9668"/>
                </a:cubicBezTo>
                <a:cubicBezTo>
                  <a:pt x="4601" y="10778"/>
                  <a:pt x="3014" y="13948"/>
                  <a:pt x="3014" y="16325"/>
                </a:cubicBezTo>
                <a:cubicBezTo>
                  <a:pt x="3174" y="32175"/>
                  <a:pt x="3174" y="47867"/>
                  <a:pt x="3174" y="63558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9F409-D357-464D-89F9-4B446726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9485" y="783762"/>
            <a:ext cx="13173" cy="43746"/>
          </a:xfrm>
          <a:custGeom xmlns:a="http://schemas.openxmlformats.org/drawingml/2006/main">
            <a:pathLst>
              <a:path w="13173" h="43746">
                <a:moveTo>
                  <a:pt x="0" y="43112"/>
                </a:moveTo>
                <a:cubicBezTo>
                  <a:pt x="4601" y="43746"/>
                  <a:pt x="8888" y="43429"/>
                  <a:pt x="13173" y="41527"/>
                </a:cubicBezTo>
                <a:cubicBezTo>
                  <a:pt x="12380" y="29481"/>
                  <a:pt x="9999" y="17752"/>
                  <a:pt x="5871" y="6340"/>
                </a:cubicBezTo>
                <a:cubicBezTo>
                  <a:pt x="5077" y="3962"/>
                  <a:pt x="4761" y="0"/>
                  <a:pt x="316" y="2377"/>
                </a:cubicBezTo>
                <a:cubicBezTo>
                  <a:pt x="159" y="16008"/>
                  <a:pt x="159" y="29639"/>
                  <a:pt x="0" y="43112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E19E6-9378-4256-BF83-293F6159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4895" y="798659"/>
            <a:ext cx="13967" cy="45806"/>
          </a:xfrm>
          <a:custGeom xmlns:a="http://schemas.openxmlformats.org/drawingml/2006/main">
            <a:pathLst>
              <a:path w="13967" h="45806">
                <a:moveTo>
                  <a:pt x="0" y="44221"/>
                </a:moveTo>
                <a:cubicBezTo>
                  <a:pt x="4601" y="45806"/>
                  <a:pt x="8888" y="44063"/>
                  <a:pt x="13330" y="43587"/>
                </a:cubicBezTo>
                <a:cubicBezTo>
                  <a:pt x="13806" y="29164"/>
                  <a:pt x="13967" y="14740"/>
                  <a:pt x="13173" y="158"/>
                </a:cubicBezTo>
                <a:cubicBezTo>
                  <a:pt x="10632" y="0"/>
                  <a:pt x="10316" y="2060"/>
                  <a:pt x="9681" y="3645"/>
                </a:cubicBezTo>
                <a:cubicBezTo>
                  <a:pt x="4761" y="16801"/>
                  <a:pt x="794" y="30115"/>
                  <a:pt x="0" y="44221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399CB-D814-48F0-88BF-BF63A010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953" y="767911"/>
            <a:ext cx="9681" cy="71166"/>
          </a:xfrm>
          <a:custGeom xmlns:a="http://schemas.openxmlformats.org/drawingml/2006/main">
            <a:pathLst>
              <a:path w="9681" h="71166">
                <a:moveTo>
                  <a:pt x="0" y="317"/>
                </a:moveTo>
                <a:cubicBezTo>
                  <a:pt x="159" y="23616"/>
                  <a:pt x="316" y="47074"/>
                  <a:pt x="476" y="70374"/>
                </a:cubicBezTo>
                <a:cubicBezTo>
                  <a:pt x="3490" y="69740"/>
                  <a:pt x="6825" y="71166"/>
                  <a:pt x="9681" y="69264"/>
                </a:cubicBezTo>
                <a:cubicBezTo>
                  <a:pt x="4601" y="68947"/>
                  <a:pt x="4444" y="65460"/>
                  <a:pt x="4444" y="61498"/>
                </a:cubicBezTo>
                <a:cubicBezTo>
                  <a:pt x="4444" y="41051"/>
                  <a:pt x="4444" y="20446"/>
                  <a:pt x="4284" y="0"/>
                </a:cubicBezTo>
                <a:cubicBezTo>
                  <a:pt x="2857" y="158"/>
                  <a:pt x="1427" y="317"/>
                  <a:pt x="0" y="317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AB0EB-B507-49E2-8BF5-3C39FC91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9326" y="771080"/>
            <a:ext cx="7459" cy="59754"/>
          </a:xfrm>
          <a:custGeom xmlns:a="http://schemas.openxmlformats.org/drawingml/2006/main">
            <a:pathLst>
              <a:path w="7459" h="59754">
                <a:moveTo>
                  <a:pt x="6666" y="3804"/>
                </a:moveTo>
                <a:cubicBezTo>
                  <a:pt x="6348" y="2694"/>
                  <a:pt x="6188" y="1426"/>
                  <a:pt x="5872" y="317"/>
                </a:cubicBezTo>
                <a:cubicBezTo>
                  <a:pt x="4918" y="158"/>
                  <a:pt x="3968" y="158"/>
                  <a:pt x="3014" y="0"/>
                </a:cubicBezTo>
                <a:cubicBezTo>
                  <a:pt x="2857" y="4913"/>
                  <a:pt x="2698" y="9827"/>
                  <a:pt x="2538" y="14740"/>
                </a:cubicBezTo>
                <a:cubicBezTo>
                  <a:pt x="2698" y="27262"/>
                  <a:pt x="2698" y="39625"/>
                  <a:pt x="2857" y="52146"/>
                </a:cubicBezTo>
                <a:cubicBezTo>
                  <a:pt x="2857" y="54048"/>
                  <a:pt x="3650" y="56426"/>
                  <a:pt x="1111" y="57535"/>
                </a:cubicBezTo>
                <a:cubicBezTo>
                  <a:pt x="794" y="58169"/>
                  <a:pt x="317" y="58645"/>
                  <a:pt x="0" y="59279"/>
                </a:cubicBezTo>
                <a:cubicBezTo>
                  <a:pt x="2698" y="59754"/>
                  <a:pt x="5079" y="58803"/>
                  <a:pt x="7459" y="57694"/>
                </a:cubicBezTo>
                <a:cubicBezTo>
                  <a:pt x="6982" y="39783"/>
                  <a:pt x="6825" y="21873"/>
                  <a:pt x="6666" y="380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072EA-FFE9-4094-B040-F443A5DE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2662" y="760778"/>
            <a:ext cx="8094" cy="76238"/>
          </a:xfrm>
          <a:custGeom xmlns:a="http://schemas.openxmlformats.org/drawingml/2006/main">
            <a:pathLst>
              <a:path w="8094" h="76238">
                <a:moveTo>
                  <a:pt x="317" y="2536"/>
                </a:moveTo>
                <a:cubicBezTo>
                  <a:pt x="159" y="26786"/>
                  <a:pt x="159" y="51195"/>
                  <a:pt x="0" y="75446"/>
                </a:cubicBezTo>
                <a:cubicBezTo>
                  <a:pt x="2698" y="75446"/>
                  <a:pt x="5555" y="76238"/>
                  <a:pt x="8094" y="74653"/>
                </a:cubicBezTo>
                <a:cubicBezTo>
                  <a:pt x="5079" y="74336"/>
                  <a:pt x="3492" y="73068"/>
                  <a:pt x="3492" y="69581"/>
                </a:cubicBezTo>
                <a:cubicBezTo>
                  <a:pt x="3650" y="46440"/>
                  <a:pt x="3650" y="23141"/>
                  <a:pt x="3650" y="0"/>
                </a:cubicBezTo>
                <a:cubicBezTo>
                  <a:pt x="2539" y="792"/>
                  <a:pt x="1428" y="1585"/>
                  <a:pt x="317" y="2536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9FEF0-E5FE-4BA9-9A05-1D907CF3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120" y="758716"/>
            <a:ext cx="3492" cy="74970"/>
          </a:xfrm>
          <a:custGeom xmlns:a="http://schemas.openxmlformats.org/drawingml/2006/main">
            <a:pathLst>
              <a:path w="3492" h="74970">
                <a:moveTo>
                  <a:pt x="3492" y="74495"/>
                </a:moveTo>
                <a:cubicBezTo>
                  <a:pt x="3333" y="49610"/>
                  <a:pt x="3333" y="24884"/>
                  <a:pt x="3174" y="0"/>
                </a:cubicBezTo>
                <a:cubicBezTo>
                  <a:pt x="2063" y="158"/>
                  <a:pt x="1111" y="158"/>
                  <a:pt x="0" y="317"/>
                </a:cubicBezTo>
                <a:cubicBezTo>
                  <a:pt x="159" y="25201"/>
                  <a:pt x="317" y="50086"/>
                  <a:pt x="476" y="74970"/>
                </a:cubicBezTo>
                <a:cubicBezTo>
                  <a:pt x="1428" y="74812"/>
                  <a:pt x="2381" y="74653"/>
                  <a:pt x="3492" y="7449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7673A-CC9E-4CE3-87B9-2F963B85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6625" y="762044"/>
            <a:ext cx="7618" cy="70215"/>
          </a:xfrm>
          <a:custGeom xmlns:a="http://schemas.openxmlformats.org/drawingml/2006/main">
            <a:pathLst>
              <a:path w="7618" h="70215">
                <a:moveTo>
                  <a:pt x="7618" y="68947"/>
                </a:moveTo>
                <a:cubicBezTo>
                  <a:pt x="4603" y="67838"/>
                  <a:pt x="4127" y="65460"/>
                  <a:pt x="4127" y="62607"/>
                </a:cubicBezTo>
                <a:cubicBezTo>
                  <a:pt x="4285" y="41685"/>
                  <a:pt x="4285" y="20922"/>
                  <a:pt x="4444" y="0"/>
                </a:cubicBezTo>
                <a:cubicBezTo>
                  <a:pt x="3492" y="317"/>
                  <a:pt x="2381" y="792"/>
                  <a:pt x="1428" y="1109"/>
                </a:cubicBezTo>
                <a:cubicBezTo>
                  <a:pt x="0" y="20763"/>
                  <a:pt x="1270" y="40259"/>
                  <a:pt x="952" y="59913"/>
                </a:cubicBezTo>
                <a:lnTo>
                  <a:pt x="952" y="69264"/>
                </a:lnTo>
                <a:cubicBezTo>
                  <a:pt x="3174" y="69581"/>
                  <a:pt x="5555" y="70215"/>
                  <a:pt x="7618" y="68947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B6E59-DB09-4E53-B56A-82376189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773" y="777577"/>
            <a:ext cx="5079" cy="62132"/>
          </a:xfrm>
          <a:custGeom xmlns:a="http://schemas.openxmlformats.org/drawingml/2006/main">
            <a:pathLst>
              <a:path w="5079" h="62132">
                <a:moveTo>
                  <a:pt x="5079" y="61815"/>
                </a:moveTo>
                <a:cubicBezTo>
                  <a:pt x="2539" y="57377"/>
                  <a:pt x="3809" y="52622"/>
                  <a:pt x="3652" y="47867"/>
                </a:cubicBezTo>
                <a:cubicBezTo>
                  <a:pt x="3492" y="32334"/>
                  <a:pt x="3492" y="16959"/>
                  <a:pt x="3492" y="1426"/>
                </a:cubicBezTo>
                <a:cubicBezTo>
                  <a:pt x="2539" y="0"/>
                  <a:pt x="1271" y="317"/>
                  <a:pt x="0" y="475"/>
                </a:cubicBezTo>
                <a:cubicBezTo>
                  <a:pt x="159" y="20922"/>
                  <a:pt x="478" y="41527"/>
                  <a:pt x="635" y="61973"/>
                </a:cubicBezTo>
                <a:cubicBezTo>
                  <a:pt x="2222" y="62132"/>
                  <a:pt x="3652" y="61973"/>
                  <a:pt x="5079" y="6181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C55F2-84FB-4348-AD9F-160DAEF4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901" y="798181"/>
            <a:ext cx="4922" cy="44380"/>
          </a:xfrm>
          <a:custGeom xmlns:a="http://schemas.openxmlformats.org/drawingml/2006/main">
            <a:pathLst>
              <a:path w="4922" h="44380">
                <a:moveTo>
                  <a:pt x="0" y="634"/>
                </a:moveTo>
                <a:cubicBezTo>
                  <a:pt x="794" y="15057"/>
                  <a:pt x="635" y="29481"/>
                  <a:pt x="160" y="44063"/>
                </a:cubicBezTo>
                <a:cubicBezTo>
                  <a:pt x="1587" y="44380"/>
                  <a:pt x="2698" y="44063"/>
                  <a:pt x="3652" y="42953"/>
                </a:cubicBezTo>
                <a:lnTo>
                  <a:pt x="3652" y="8400"/>
                </a:lnTo>
                <a:cubicBezTo>
                  <a:pt x="3652" y="5547"/>
                  <a:pt x="3652" y="2694"/>
                  <a:pt x="4922" y="0"/>
                </a:cubicBezTo>
                <a:cubicBezTo>
                  <a:pt x="3335" y="158"/>
                  <a:pt x="1747" y="475"/>
                  <a:pt x="0" y="63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FD40F-CAA1-42CA-B970-4E4B66B6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6461" y="786135"/>
            <a:ext cx="3331" cy="41368"/>
          </a:xfrm>
          <a:custGeom xmlns:a="http://schemas.openxmlformats.org/drawingml/2006/main">
            <a:pathLst>
              <a:path w="3331" h="41368">
                <a:moveTo>
                  <a:pt x="3016" y="40734"/>
                </a:moveTo>
                <a:cubicBezTo>
                  <a:pt x="3174" y="27262"/>
                  <a:pt x="3174" y="13631"/>
                  <a:pt x="3331" y="0"/>
                </a:cubicBezTo>
                <a:cubicBezTo>
                  <a:pt x="2222" y="317"/>
                  <a:pt x="1111" y="634"/>
                  <a:pt x="0" y="951"/>
                </a:cubicBezTo>
                <a:cubicBezTo>
                  <a:pt x="157" y="14423"/>
                  <a:pt x="157" y="27896"/>
                  <a:pt x="317" y="41368"/>
                </a:cubicBezTo>
                <a:cubicBezTo>
                  <a:pt x="1268" y="41210"/>
                  <a:pt x="2062" y="40893"/>
                  <a:pt x="3016" y="4073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2243F-0955-4534-A36B-3AF2DBD7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3134" y="762359"/>
            <a:ext cx="1905" cy="1902"/>
          </a:xfrm>
          <a:custGeom xmlns:a="http://schemas.openxmlformats.org/drawingml/2006/main">
            <a:pathLst>
              <a:path w="1905" h="1902">
                <a:moveTo>
                  <a:pt x="1587" y="1902"/>
                </a:moveTo>
                <a:cubicBezTo>
                  <a:pt x="1746" y="1268"/>
                  <a:pt x="1905" y="634"/>
                  <a:pt x="1905" y="0"/>
                </a:cubicBezTo>
                <a:cubicBezTo>
                  <a:pt x="1270" y="158"/>
                  <a:pt x="635" y="317"/>
                  <a:pt x="0" y="475"/>
                </a:cubicBezTo>
                <a:cubicBezTo>
                  <a:pt x="476" y="951"/>
                  <a:pt x="952" y="1426"/>
                  <a:pt x="1587" y="1902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4E76E-43E0-4E69-B79C-BF61DC13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5050" y="855557"/>
            <a:ext cx="18885" cy="95892"/>
          </a:xfrm>
          <a:custGeom xmlns:a="http://schemas.openxmlformats.org/drawingml/2006/main">
            <a:pathLst>
              <a:path w="18885" h="95892">
                <a:moveTo>
                  <a:pt x="8569" y="317"/>
                </a:moveTo>
                <a:cubicBezTo>
                  <a:pt x="5872" y="792"/>
                  <a:pt x="3014" y="1426"/>
                  <a:pt x="317" y="1902"/>
                </a:cubicBezTo>
                <a:cubicBezTo>
                  <a:pt x="317" y="26469"/>
                  <a:pt x="633" y="51037"/>
                  <a:pt x="157" y="75604"/>
                </a:cubicBezTo>
                <a:cubicBezTo>
                  <a:pt x="0" y="81310"/>
                  <a:pt x="4601" y="86541"/>
                  <a:pt x="1111" y="92247"/>
                </a:cubicBezTo>
                <a:cubicBezTo>
                  <a:pt x="1427" y="93515"/>
                  <a:pt x="1587" y="94624"/>
                  <a:pt x="1905" y="95892"/>
                </a:cubicBezTo>
                <a:cubicBezTo>
                  <a:pt x="7299" y="94941"/>
                  <a:pt x="11427" y="90979"/>
                  <a:pt x="16028" y="88443"/>
                </a:cubicBezTo>
                <a:cubicBezTo>
                  <a:pt x="18885" y="86858"/>
                  <a:pt x="17458" y="84797"/>
                  <a:pt x="16822" y="82578"/>
                </a:cubicBezTo>
                <a:cubicBezTo>
                  <a:pt x="16028" y="79567"/>
                  <a:pt x="12537" y="75763"/>
                  <a:pt x="17458" y="73068"/>
                </a:cubicBezTo>
                <a:cubicBezTo>
                  <a:pt x="16822" y="72910"/>
                  <a:pt x="16346" y="72910"/>
                  <a:pt x="15711" y="72751"/>
                </a:cubicBezTo>
                <a:cubicBezTo>
                  <a:pt x="13648" y="70532"/>
                  <a:pt x="14441" y="67679"/>
                  <a:pt x="14441" y="65143"/>
                </a:cubicBezTo>
                <a:cubicBezTo>
                  <a:pt x="14441" y="51512"/>
                  <a:pt x="14284" y="37723"/>
                  <a:pt x="14441" y="24092"/>
                </a:cubicBezTo>
                <a:cubicBezTo>
                  <a:pt x="14441" y="21397"/>
                  <a:pt x="13330" y="18227"/>
                  <a:pt x="15871" y="15850"/>
                </a:cubicBezTo>
                <a:cubicBezTo>
                  <a:pt x="16028" y="13155"/>
                  <a:pt x="16028" y="10619"/>
                  <a:pt x="16189" y="7925"/>
                </a:cubicBezTo>
                <a:cubicBezTo>
                  <a:pt x="13808" y="5864"/>
                  <a:pt x="13808" y="3645"/>
                  <a:pt x="16028" y="1426"/>
                </a:cubicBezTo>
                <a:cubicBezTo>
                  <a:pt x="16028" y="951"/>
                  <a:pt x="15871" y="475"/>
                  <a:pt x="15871" y="0"/>
                </a:cubicBezTo>
                <a:lnTo>
                  <a:pt x="9997" y="0"/>
                </a:lnTo>
                <a:cubicBezTo>
                  <a:pt x="9680" y="158"/>
                  <a:pt x="9047" y="158"/>
                  <a:pt x="8569" y="317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481D6-EEF6-4979-BA6E-D208E087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859" y="857616"/>
            <a:ext cx="15395" cy="93356"/>
          </a:xfrm>
          <a:custGeom xmlns:a="http://schemas.openxmlformats.org/drawingml/2006/main">
            <a:pathLst>
              <a:path w="15395" h="93356">
                <a:moveTo>
                  <a:pt x="13491" y="0"/>
                </a:moveTo>
                <a:cubicBezTo>
                  <a:pt x="12221" y="158"/>
                  <a:pt x="11110" y="158"/>
                  <a:pt x="9840" y="317"/>
                </a:cubicBezTo>
                <a:lnTo>
                  <a:pt x="9523" y="634"/>
                </a:lnTo>
                <a:lnTo>
                  <a:pt x="9205" y="475"/>
                </a:lnTo>
                <a:cubicBezTo>
                  <a:pt x="6190" y="1109"/>
                  <a:pt x="3174" y="1585"/>
                  <a:pt x="159" y="2219"/>
                </a:cubicBezTo>
                <a:cubicBezTo>
                  <a:pt x="635" y="28213"/>
                  <a:pt x="1111" y="54365"/>
                  <a:pt x="317" y="80359"/>
                </a:cubicBezTo>
                <a:cubicBezTo>
                  <a:pt x="0" y="84005"/>
                  <a:pt x="4285" y="85907"/>
                  <a:pt x="3492" y="89711"/>
                </a:cubicBezTo>
                <a:cubicBezTo>
                  <a:pt x="6348" y="92088"/>
                  <a:pt x="9364" y="93356"/>
                  <a:pt x="12697" y="90979"/>
                </a:cubicBezTo>
                <a:cubicBezTo>
                  <a:pt x="9523" y="83846"/>
                  <a:pt x="15078" y="77665"/>
                  <a:pt x="14919" y="70691"/>
                </a:cubicBezTo>
                <a:cubicBezTo>
                  <a:pt x="14284" y="49452"/>
                  <a:pt x="14760" y="28054"/>
                  <a:pt x="14760" y="6815"/>
                </a:cubicBezTo>
                <a:cubicBezTo>
                  <a:pt x="14919" y="4279"/>
                  <a:pt x="15395" y="1902"/>
                  <a:pt x="13491" y="0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974292-1E12-44DA-963E-5580945A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3623" y="859994"/>
            <a:ext cx="14600" cy="95734"/>
          </a:xfrm>
          <a:custGeom xmlns:a="http://schemas.openxmlformats.org/drawingml/2006/main">
            <a:pathLst>
              <a:path w="14600" h="95734">
                <a:moveTo>
                  <a:pt x="12380" y="475"/>
                </a:moveTo>
                <a:cubicBezTo>
                  <a:pt x="8094" y="0"/>
                  <a:pt x="3968" y="1109"/>
                  <a:pt x="0" y="1902"/>
                </a:cubicBezTo>
                <a:lnTo>
                  <a:pt x="0" y="79408"/>
                </a:lnTo>
                <a:cubicBezTo>
                  <a:pt x="3809" y="81944"/>
                  <a:pt x="1746" y="85114"/>
                  <a:pt x="1109" y="88126"/>
                </a:cubicBezTo>
                <a:cubicBezTo>
                  <a:pt x="1270" y="93673"/>
                  <a:pt x="8729" y="90820"/>
                  <a:pt x="9523" y="95575"/>
                </a:cubicBezTo>
                <a:lnTo>
                  <a:pt x="10316" y="95734"/>
                </a:lnTo>
                <a:lnTo>
                  <a:pt x="11110" y="95575"/>
                </a:lnTo>
                <a:cubicBezTo>
                  <a:pt x="11903" y="94783"/>
                  <a:pt x="12697" y="94149"/>
                  <a:pt x="13491" y="93356"/>
                </a:cubicBezTo>
                <a:cubicBezTo>
                  <a:pt x="9999" y="87967"/>
                  <a:pt x="13491" y="82895"/>
                  <a:pt x="14600" y="77823"/>
                </a:cubicBezTo>
                <a:cubicBezTo>
                  <a:pt x="12219" y="75446"/>
                  <a:pt x="13173" y="72434"/>
                  <a:pt x="13173" y="69581"/>
                </a:cubicBezTo>
                <a:cubicBezTo>
                  <a:pt x="12697" y="46599"/>
                  <a:pt x="12538" y="23458"/>
                  <a:pt x="12380" y="475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4BA1A-DFB1-4505-9B9D-229C3A3C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7434" y="862370"/>
            <a:ext cx="25711" cy="93673"/>
          </a:xfrm>
          <a:custGeom xmlns:a="http://schemas.openxmlformats.org/drawingml/2006/main">
            <a:pathLst>
              <a:path w="25711" h="93673">
                <a:moveTo>
                  <a:pt x="25711" y="93198"/>
                </a:moveTo>
                <a:cubicBezTo>
                  <a:pt x="24918" y="88443"/>
                  <a:pt x="17458" y="91296"/>
                  <a:pt x="17298" y="85748"/>
                </a:cubicBezTo>
                <a:cubicBezTo>
                  <a:pt x="16028" y="86858"/>
                  <a:pt x="15554" y="91613"/>
                  <a:pt x="13014" y="86858"/>
                </a:cubicBezTo>
                <a:cubicBezTo>
                  <a:pt x="11267" y="83529"/>
                  <a:pt x="11110" y="79884"/>
                  <a:pt x="14284" y="77031"/>
                </a:cubicBezTo>
                <a:cubicBezTo>
                  <a:pt x="12380" y="74495"/>
                  <a:pt x="13173" y="71483"/>
                  <a:pt x="13173" y="68630"/>
                </a:cubicBezTo>
                <a:cubicBezTo>
                  <a:pt x="13014" y="45806"/>
                  <a:pt x="12854" y="22824"/>
                  <a:pt x="12697" y="0"/>
                </a:cubicBezTo>
                <a:cubicBezTo>
                  <a:pt x="8729" y="475"/>
                  <a:pt x="4601" y="951"/>
                  <a:pt x="633" y="1426"/>
                </a:cubicBezTo>
                <a:cubicBezTo>
                  <a:pt x="317" y="25360"/>
                  <a:pt x="794" y="49452"/>
                  <a:pt x="2381" y="73385"/>
                </a:cubicBezTo>
                <a:cubicBezTo>
                  <a:pt x="6506" y="76080"/>
                  <a:pt x="3492" y="79408"/>
                  <a:pt x="2220" y="81469"/>
                </a:cubicBezTo>
                <a:cubicBezTo>
                  <a:pt x="0" y="85431"/>
                  <a:pt x="1270" y="87016"/>
                  <a:pt x="4761" y="88443"/>
                </a:cubicBezTo>
                <a:cubicBezTo>
                  <a:pt x="11427" y="91296"/>
                  <a:pt x="18252" y="93673"/>
                  <a:pt x="25711" y="9319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E9027-AD70-4F87-A5C5-F1113D7C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4885" y="853811"/>
            <a:ext cx="14602" cy="85114"/>
          </a:xfrm>
          <a:custGeom xmlns:a="http://schemas.openxmlformats.org/drawingml/2006/main">
            <a:pathLst>
              <a:path w="14602" h="85114">
                <a:moveTo>
                  <a:pt x="12221" y="0"/>
                </a:moveTo>
                <a:cubicBezTo>
                  <a:pt x="8412" y="158"/>
                  <a:pt x="4444" y="317"/>
                  <a:pt x="633" y="475"/>
                </a:cubicBezTo>
                <a:cubicBezTo>
                  <a:pt x="476" y="951"/>
                  <a:pt x="317" y="1268"/>
                  <a:pt x="0" y="1585"/>
                </a:cubicBezTo>
                <a:cubicBezTo>
                  <a:pt x="1744" y="25994"/>
                  <a:pt x="794" y="50403"/>
                  <a:pt x="794" y="74812"/>
                </a:cubicBezTo>
                <a:cubicBezTo>
                  <a:pt x="4601" y="77982"/>
                  <a:pt x="0" y="81627"/>
                  <a:pt x="1270" y="85114"/>
                </a:cubicBezTo>
                <a:cubicBezTo>
                  <a:pt x="11110" y="80676"/>
                  <a:pt x="14602" y="73544"/>
                  <a:pt x="11743" y="63558"/>
                </a:cubicBezTo>
                <a:cubicBezTo>
                  <a:pt x="11267" y="61815"/>
                  <a:pt x="10156" y="60071"/>
                  <a:pt x="12221" y="58645"/>
                </a:cubicBezTo>
                <a:cubicBezTo>
                  <a:pt x="12061" y="38991"/>
                  <a:pt x="12061" y="19495"/>
                  <a:pt x="12221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9893A-3CDF-467B-81C1-9523A432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259" y="864430"/>
            <a:ext cx="13967" cy="82103"/>
          </a:xfrm>
          <a:custGeom xmlns:a="http://schemas.openxmlformats.org/drawingml/2006/main">
            <a:pathLst>
              <a:path w="13967" h="82103">
                <a:moveTo>
                  <a:pt x="10316" y="0"/>
                </a:moveTo>
                <a:cubicBezTo>
                  <a:pt x="7142" y="317"/>
                  <a:pt x="3968" y="634"/>
                  <a:pt x="952" y="951"/>
                </a:cubicBezTo>
                <a:cubicBezTo>
                  <a:pt x="952" y="20763"/>
                  <a:pt x="952" y="40576"/>
                  <a:pt x="1109" y="60388"/>
                </a:cubicBezTo>
                <a:cubicBezTo>
                  <a:pt x="2539" y="61181"/>
                  <a:pt x="2539" y="62449"/>
                  <a:pt x="2381" y="63717"/>
                </a:cubicBezTo>
                <a:cubicBezTo>
                  <a:pt x="0" y="74970"/>
                  <a:pt x="633" y="76080"/>
                  <a:pt x="11426" y="82103"/>
                </a:cubicBezTo>
                <a:cubicBezTo>
                  <a:pt x="13967" y="78616"/>
                  <a:pt x="7775" y="74812"/>
                  <a:pt x="11743" y="71325"/>
                </a:cubicBezTo>
                <a:cubicBezTo>
                  <a:pt x="11743" y="47550"/>
                  <a:pt x="12219" y="23775"/>
                  <a:pt x="10316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E45D5-8E79-49BF-83E9-17C9498B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960" y="851115"/>
            <a:ext cx="15397" cy="64826"/>
          </a:xfrm>
          <a:custGeom xmlns:a="http://schemas.openxmlformats.org/drawingml/2006/main">
            <a:pathLst>
              <a:path w="15397" h="64826">
                <a:moveTo>
                  <a:pt x="11269" y="1268"/>
                </a:moveTo>
                <a:cubicBezTo>
                  <a:pt x="7301" y="0"/>
                  <a:pt x="3650" y="1109"/>
                  <a:pt x="0" y="2377"/>
                </a:cubicBezTo>
                <a:cubicBezTo>
                  <a:pt x="319" y="9351"/>
                  <a:pt x="476" y="16325"/>
                  <a:pt x="794" y="23458"/>
                </a:cubicBezTo>
                <a:cubicBezTo>
                  <a:pt x="1428" y="23775"/>
                  <a:pt x="2700" y="24092"/>
                  <a:pt x="2700" y="24567"/>
                </a:cubicBezTo>
                <a:cubicBezTo>
                  <a:pt x="3333" y="36296"/>
                  <a:pt x="4920" y="48184"/>
                  <a:pt x="1906" y="59913"/>
                </a:cubicBezTo>
                <a:lnTo>
                  <a:pt x="1906" y="61339"/>
                </a:lnTo>
                <a:cubicBezTo>
                  <a:pt x="2381" y="61973"/>
                  <a:pt x="2700" y="62449"/>
                  <a:pt x="3174" y="63083"/>
                </a:cubicBezTo>
                <a:cubicBezTo>
                  <a:pt x="3809" y="63717"/>
                  <a:pt x="4444" y="64192"/>
                  <a:pt x="4920" y="64826"/>
                </a:cubicBezTo>
                <a:cubicBezTo>
                  <a:pt x="8729" y="54999"/>
                  <a:pt x="15397" y="45489"/>
                  <a:pt x="9364" y="34077"/>
                </a:cubicBezTo>
                <a:cubicBezTo>
                  <a:pt x="8412" y="32334"/>
                  <a:pt x="10316" y="31224"/>
                  <a:pt x="11429" y="30115"/>
                </a:cubicBezTo>
                <a:cubicBezTo>
                  <a:pt x="11429" y="20288"/>
                  <a:pt x="11269" y="10778"/>
                  <a:pt x="11269" y="126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F4E93-BFC4-4A68-AA2B-B66E4F3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915" y="854919"/>
            <a:ext cx="5555" cy="73702"/>
          </a:xfrm>
          <a:custGeom xmlns:a="http://schemas.openxmlformats.org/drawingml/2006/main">
            <a:pathLst>
              <a:path w="5555" h="73702">
                <a:moveTo>
                  <a:pt x="4601" y="73702"/>
                </a:moveTo>
                <a:cubicBezTo>
                  <a:pt x="4601" y="49293"/>
                  <a:pt x="5555" y="24884"/>
                  <a:pt x="3808" y="475"/>
                </a:cubicBezTo>
                <a:cubicBezTo>
                  <a:pt x="3174" y="317"/>
                  <a:pt x="2538" y="158"/>
                  <a:pt x="1905" y="0"/>
                </a:cubicBezTo>
                <a:cubicBezTo>
                  <a:pt x="1268" y="158"/>
                  <a:pt x="633" y="475"/>
                  <a:pt x="157" y="634"/>
                </a:cubicBezTo>
                <a:cubicBezTo>
                  <a:pt x="157" y="1109"/>
                  <a:pt x="317" y="1585"/>
                  <a:pt x="317" y="2060"/>
                </a:cubicBezTo>
                <a:cubicBezTo>
                  <a:pt x="2538" y="4279"/>
                  <a:pt x="2220" y="6340"/>
                  <a:pt x="475" y="8559"/>
                </a:cubicBezTo>
                <a:cubicBezTo>
                  <a:pt x="317" y="11253"/>
                  <a:pt x="317" y="13789"/>
                  <a:pt x="157" y="16484"/>
                </a:cubicBezTo>
                <a:cubicBezTo>
                  <a:pt x="157" y="35504"/>
                  <a:pt x="0" y="54365"/>
                  <a:pt x="0" y="73385"/>
                </a:cubicBezTo>
                <a:cubicBezTo>
                  <a:pt x="633" y="73544"/>
                  <a:pt x="1111" y="73544"/>
                  <a:pt x="1744" y="73702"/>
                </a:cubicBezTo>
                <a:lnTo>
                  <a:pt x="4601" y="73702"/>
                </a:lnTo>
                <a:close/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9C542-83D3-4F71-8006-B41752F2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5679" y="859674"/>
            <a:ext cx="4444" cy="78299"/>
          </a:xfrm>
          <a:custGeom xmlns:a="http://schemas.openxmlformats.org/drawingml/2006/main">
            <a:pathLst>
              <a:path w="4444" h="78299">
                <a:moveTo>
                  <a:pt x="317" y="792"/>
                </a:moveTo>
                <a:cubicBezTo>
                  <a:pt x="476" y="23775"/>
                  <a:pt x="635" y="46916"/>
                  <a:pt x="951" y="69898"/>
                </a:cubicBezTo>
                <a:cubicBezTo>
                  <a:pt x="951" y="72593"/>
                  <a:pt x="0" y="75763"/>
                  <a:pt x="2381" y="78140"/>
                </a:cubicBezTo>
                <a:cubicBezTo>
                  <a:pt x="2857" y="78140"/>
                  <a:pt x="3331" y="78299"/>
                  <a:pt x="3650" y="78140"/>
                </a:cubicBezTo>
                <a:cubicBezTo>
                  <a:pt x="4444" y="52146"/>
                  <a:pt x="3968" y="25994"/>
                  <a:pt x="3492" y="0"/>
                </a:cubicBezTo>
                <a:cubicBezTo>
                  <a:pt x="2381" y="317"/>
                  <a:pt x="1428" y="634"/>
                  <a:pt x="317" y="792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63624-21A0-4031-8514-646C0CF6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101" y="853492"/>
            <a:ext cx="4920" cy="58803"/>
          </a:xfrm>
          <a:custGeom xmlns:a="http://schemas.openxmlformats.org/drawingml/2006/main">
            <a:pathLst>
              <a:path w="4920" h="58803">
                <a:moveTo>
                  <a:pt x="4920" y="58803"/>
                </a:moveTo>
                <a:lnTo>
                  <a:pt x="4920" y="57377"/>
                </a:lnTo>
                <a:cubicBezTo>
                  <a:pt x="4444" y="45331"/>
                  <a:pt x="4127" y="33126"/>
                  <a:pt x="3650" y="21080"/>
                </a:cubicBezTo>
                <a:cubicBezTo>
                  <a:pt x="3333" y="14106"/>
                  <a:pt x="3174" y="7132"/>
                  <a:pt x="2857" y="0"/>
                </a:cubicBezTo>
                <a:cubicBezTo>
                  <a:pt x="1905" y="158"/>
                  <a:pt x="952" y="158"/>
                  <a:pt x="0" y="317"/>
                </a:cubicBezTo>
                <a:lnTo>
                  <a:pt x="0" y="58803"/>
                </a:lnTo>
                <a:lnTo>
                  <a:pt x="4920" y="58803"/>
                </a:lnTo>
                <a:close/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59497-B058-421B-A6DA-54BDCB4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126" y="865378"/>
            <a:ext cx="5238" cy="59596"/>
          </a:xfrm>
          <a:custGeom xmlns:a="http://schemas.openxmlformats.org/drawingml/2006/main">
            <a:pathLst>
              <a:path w="5238" h="59596">
                <a:moveTo>
                  <a:pt x="5238" y="59437"/>
                </a:moveTo>
                <a:cubicBezTo>
                  <a:pt x="5238" y="39625"/>
                  <a:pt x="5238" y="19812"/>
                  <a:pt x="5079" y="0"/>
                </a:cubicBezTo>
                <a:cubicBezTo>
                  <a:pt x="3335" y="158"/>
                  <a:pt x="1747" y="317"/>
                  <a:pt x="0" y="475"/>
                </a:cubicBezTo>
                <a:cubicBezTo>
                  <a:pt x="3335" y="7132"/>
                  <a:pt x="1111" y="14265"/>
                  <a:pt x="1430" y="21239"/>
                </a:cubicBezTo>
                <a:cubicBezTo>
                  <a:pt x="2541" y="29322"/>
                  <a:pt x="2381" y="37564"/>
                  <a:pt x="1587" y="45806"/>
                </a:cubicBezTo>
                <a:cubicBezTo>
                  <a:pt x="1587" y="50403"/>
                  <a:pt x="1430" y="54999"/>
                  <a:pt x="1430" y="59596"/>
                </a:cubicBezTo>
                <a:cubicBezTo>
                  <a:pt x="2698" y="59437"/>
                  <a:pt x="3968" y="59437"/>
                  <a:pt x="5238" y="59437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B3AD1-C598-4346-A647-63AD355A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4569" y="863793"/>
            <a:ext cx="5077" cy="71959"/>
          </a:xfrm>
          <a:custGeom xmlns:a="http://schemas.openxmlformats.org/drawingml/2006/main">
            <a:pathLst>
              <a:path w="5077" h="71959">
                <a:moveTo>
                  <a:pt x="0" y="634"/>
                </a:moveTo>
                <a:cubicBezTo>
                  <a:pt x="1903" y="24409"/>
                  <a:pt x="1427" y="48184"/>
                  <a:pt x="1109" y="71959"/>
                </a:cubicBezTo>
                <a:lnTo>
                  <a:pt x="5077" y="71959"/>
                </a:lnTo>
                <a:cubicBezTo>
                  <a:pt x="3650" y="48025"/>
                  <a:pt x="3174" y="24092"/>
                  <a:pt x="3333" y="0"/>
                </a:cubicBezTo>
                <a:cubicBezTo>
                  <a:pt x="2220" y="158"/>
                  <a:pt x="1109" y="475"/>
                  <a:pt x="0" y="63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5DD72-FC9D-426F-9E2A-1CAA57B6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1223" y="850320"/>
            <a:ext cx="7302" cy="33443"/>
          </a:xfrm>
          <a:custGeom xmlns:a="http://schemas.openxmlformats.org/drawingml/2006/main">
            <a:pathLst>
              <a:path w="7302" h="33443">
                <a:moveTo>
                  <a:pt x="0" y="2060"/>
                </a:moveTo>
                <a:cubicBezTo>
                  <a:pt x="0" y="11570"/>
                  <a:pt x="160" y="21239"/>
                  <a:pt x="160" y="30749"/>
                </a:cubicBezTo>
                <a:cubicBezTo>
                  <a:pt x="7302" y="33443"/>
                  <a:pt x="4761" y="28054"/>
                  <a:pt x="5079" y="25043"/>
                </a:cubicBezTo>
                <a:cubicBezTo>
                  <a:pt x="1428" y="18386"/>
                  <a:pt x="3650" y="11095"/>
                  <a:pt x="3335" y="4121"/>
                </a:cubicBezTo>
                <a:cubicBezTo>
                  <a:pt x="3174" y="2219"/>
                  <a:pt x="5238" y="1902"/>
                  <a:pt x="6825" y="1585"/>
                </a:cubicBezTo>
                <a:cubicBezTo>
                  <a:pt x="6825" y="1268"/>
                  <a:pt x="6825" y="792"/>
                  <a:pt x="6983" y="475"/>
                </a:cubicBezTo>
                <a:cubicBezTo>
                  <a:pt x="4285" y="0"/>
                  <a:pt x="1905" y="0"/>
                  <a:pt x="0" y="206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1413A-E00D-45B6-82EF-66115114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504" y="911183"/>
            <a:ext cx="9366" cy="18861"/>
          </a:xfrm>
          <a:custGeom xmlns:a="http://schemas.openxmlformats.org/drawingml/2006/main">
            <a:pathLst>
              <a:path w="9366" h="18861">
                <a:moveTo>
                  <a:pt x="9205" y="13789"/>
                </a:moveTo>
                <a:cubicBezTo>
                  <a:pt x="9205" y="9193"/>
                  <a:pt x="9366" y="4596"/>
                  <a:pt x="9366" y="0"/>
                </a:cubicBezTo>
                <a:cubicBezTo>
                  <a:pt x="6191" y="2377"/>
                  <a:pt x="3174" y="4755"/>
                  <a:pt x="0" y="7291"/>
                </a:cubicBezTo>
                <a:cubicBezTo>
                  <a:pt x="2063" y="11095"/>
                  <a:pt x="4127" y="15057"/>
                  <a:pt x="6191" y="18861"/>
                </a:cubicBezTo>
                <a:cubicBezTo>
                  <a:pt x="8888" y="17593"/>
                  <a:pt x="6507" y="14265"/>
                  <a:pt x="9205" y="13789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7FA94-DBCA-4529-9940-0CDD7E4E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2490" y="851746"/>
            <a:ext cx="5555" cy="23458"/>
          </a:xfrm>
          <a:custGeom xmlns:a="http://schemas.openxmlformats.org/drawingml/2006/main">
            <a:pathLst>
              <a:path w="5555" h="23458">
                <a:moveTo>
                  <a:pt x="5396" y="0"/>
                </a:moveTo>
                <a:cubicBezTo>
                  <a:pt x="3809" y="317"/>
                  <a:pt x="1905" y="634"/>
                  <a:pt x="1905" y="2536"/>
                </a:cubicBezTo>
                <a:cubicBezTo>
                  <a:pt x="2222" y="9510"/>
                  <a:pt x="0" y="16642"/>
                  <a:pt x="3650" y="23458"/>
                </a:cubicBezTo>
                <a:cubicBezTo>
                  <a:pt x="5555" y="15850"/>
                  <a:pt x="5238" y="7925"/>
                  <a:pt x="5396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8DB2E-89A2-4355-B0D6-6820E35F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528" y="947162"/>
            <a:ext cx="15078" cy="9827"/>
          </a:xfrm>
          <a:custGeom xmlns:a="http://schemas.openxmlformats.org/drawingml/2006/main">
            <a:pathLst>
              <a:path w="15078" h="9827">
                <a:moveTo>
                  <a:pt x="13173" y="1268"/>
                </a:moveTo>
                <a:cubicBezTo>
                  <a:pt x="9683" y="3645"/>
                  <a:pt x="6666" y="2377"/>
                  <a:pt x="3968" y="0"/>
                </a:cubicBezTo>
                <a:cubicBezTo>
                  <a:pt x="1430" y="1902"/>
                  <a:pt x="0" y="5072"/>
                  <a:pt x="1270" y="7291"/>
                </a:cubicBezTo>
                <a:cubicBezTo>
                  <a:pt x="2698" y="9827"/>
                  <a:pt x="5872" y="7925"/>
                  <a:pt x="8253" y="7449"/>
                </a:cubicBezTo>
                <a:cubicBezTo>
                  <a:pt x="10634" y="6815"/>
                  <a:pt x="13491" y="7132"/>
                  <a:pt x="15078" y="4596"/>
                </a:cubicBezTo>
                <a:lnTo>
                  <a:pt x="15078" y="3645"/>
                </a:lnTo>
                <a:cubicBezTo>
                  <a:pt x="14602" y="2853"/>
                  <a:pt x="13967" y="2060"/>
                  <a:pt x="13173" y="126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26341-5EA8-40B1-A2D1-0266E5A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062" y="913877"/>
            <a:ext cx="3968" cy="7608"/>
          </a:xfrm>
          <a:custGeom xmlns:a="http://schemas.openxmlformats.org/drawingml/2006/main">
            <a:pathLst>
              <a:path w="3968" h="7608">
                <a:moveTo>
                  <a:pt x="3968" y="1743"/>
                </a:moveTo>
                <a:cubicBezTo>
                  <a:pt x="3333" y="1109"/>
                  <a:pt x="2697" y="634"/>
                  <a:pt x="2220" y="0"/>
                </a:cubicBezTo>
                <a:cubicBezTo>
                  <a:pt x="633" y="2060"/>
                  <a:pt x="0" y="4438"/>
                  <a:pt x="0" y="7608"/>
                </a:cubicBezTo>
                <a:cubicBezTo>
                  <a:pt x="2857" y="6340"/>
                  <a:pt x="3650" y="4279"/>
                  <a:pt x="3968" y="1743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C8A7C-1416-49A3-B353-A5BD836D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3763" y="947636"/>
            <a:ext cx="3174" cy="4121"/>
          </a:xfrm>
          <a:custGeom xmlns:a="http://schemas.openxmlformats.org/drawingml/2006/main">
            <a:pathLst>
              <a:path w="3174" h="4121">
                <a:moveTo>
                  <a:pt x="0" y="3170"/>
                </a:moveTo>
                <a:lnTo>
                  <a:pt x="0" y="4121"/>
                </a:lnTo>
                <a:cubicBezTo>
                  <a:pt x="1109" y="3962"/>
                  <a:pt x="2063" y="3804"/>
                  <a:pt x="3174" y="3645"/>
                </a:cubicBezTo>
                <a:cubicBezTo>
                  <a:pt x="2857" y="2377"/>
                  <a:pt x="2697" y="1268"/>
                  <a:pt x="2381" y="0"/>
                </a:cubicBezTo>
                <a:cubicBezTo>
                  <a:pt x="1587" y="1109"/>
                  <a:pt x="794" y="2219"/>
                  <a:pt x="0" y="3170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A18D8-6115-4FF0-9BB4-3CC7491A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4557" y="953501"/>
            <a:ext cx="3809" cy="3011"/>
          </a:xfrm>
          <a:custGeom xmlns:a="http://schemas.openxmlformats.org/drawingml/2006/main">
            <a:pathLst>
              <a:path w="3809" h="3011">
                <a:moveTo>
                  <a:pt x="2381" y="0"/>
                </a:moveTo>
                <a:cubicBezTo>
                  <a:pt x="1587" y="792"/>
                  <a:pt x="794" y="1426"/>
                  <a:pt x="0" y="2219"/>
                </a:cubicBezTo>
                <a:cubicBezTo>
                  <a:pt x="1428" y="2060"/>
                  <a:pt x="3809" y="3011"/>
                  <a:pt x="2381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E7C3F-C70F-465B-A9D9-6673C34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1389" y="821945"/>
            <a:ext cx="71421" cy="34394"/>
          </a:xfrm>
          <a:custGeom xmlns:a="http://schemas.openxmlformats.org/drawingml/2006/main">
            <a:pathLst>
              <a:path w="71421" h="34394">
                <a:moveTo>
                  <a:pt x="0" y="2060"/>
                </a:moveTo>
                <a:cubicBezTo>
                  <a:pt x="952" y="7608"/>
                  <a:pt x="6507" y="8242"/>
                  <a:pt x="9999" y="10619"/>
                </a:cubicBezTo>
                <a:cubicBezTo>
                  <a:pt x="22378" y="19020"/>
                  <a:pt x="35393" y="26628"/>
                  <a:pt x="48249" y="34394"/>
                </a:cubicBezTo>
                <a:cubicBezTo>
                  <a:pt x="50788" y="34077"/>
                  <a:pt x="53169" y="33602"/>
                  <a:pt x="55708" y="33285"/>
                </a:cubicBezTo>
                <a:cubicBezTo>
                  <a:pt x="54121" y="29164"/>
                  <a:pt x="49994" y="28054"/>
                  <a:pt x="46820" y="25994"/>
                </a:cubicBezTo>
                <a:cubicBezTo>
                  <a:pt x="37139" y="20288"/>
                  <a:pt x="27299" y="14582"/>
                  <a:pt x="17458" y="8876"/>
                </a:cubicBezTo>
                <a:cubicBezTo>
                  <a:pt x="16189" y="8083"/>
                  <a:pt x="14125" y="7766"/>
                  <a:pt x="14919" y="5547"/>
                </a:cubicBezTo>
                <a:cubicBezTo>
                  <a:pt x="15554" y="4121"/>
                  <a:pt x="16665" y="3804"/>
                  <a:pt x="18093" y="4755"/>
                </a:cubicBezTo>
                <a:cubicBezTo>
                  <a:pt x="32060" y="15057"/>
                  <a:pt x="48407" y="21714"/>
                  <a:pt x="62057" y="32334"/>
                </a:cubicBezTo>
                <a:cubicBezTo>
                  <a:pt x="63644" y="32492"/>
                  <a:pt x="65072" y="32651"/>
                  <a:pt x="66659" y="32651"/>
                </a:cubicBezTo>
                <a:cubicBezTo>
                  <a:pt x="66500" y="29164"/>
                  <a:pt x="70786" y="31383"/>
                  <a:pt x="71421" y="29322"/>
                </a:cubicBezTo>
                <a:cubicBezTo>
                  <a:pt x="67770" y="24884"/>
                  <a:pt x="59993" y="26152"/>
                  <a:pt x="58565" y="19020"/>
                </a:cubicBezTo>
                <a:cubicBezTo>
                  <a:pt x="47772" y="17593"/>
                  <a:pt x="40154" y="9827"/>
                  <a:pt x="30790" y="5389"/>
                </a:cubicBezTo>
                <a:cubicBezTo>
                  <a:pt x="28727" y="4438"/>
                  <a:pt x="24600" y="4279"/>
                  <a:pt x="25235" y="158"/>
                </a:cubicBezTo>
                <a:cubicBezTo>
                  <a:pt x="23172" y="158"/>
                  <a:pt x="21109" y="0"/>
                  <a:pt x="19045" y="0"/>
                </a:cubicBezTo>
                <a:lnTo>
                  <a:pt x="17458" y="0"/>
                </a:lnTo>
                <a:cubicBezTo>
                  <a:pt x="11903" y="4121"/>
                  <a:pt x="5714" y="634"/>
                  <a:pt x="0" y="2060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30BB6B-3AE5-46DE-8391-AB4DF62C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4698" y="840489"/>
            <a:ext cx="63645" cy="42953"/>
          </a:xfrm>
          <a:custGeom xmlns:a="http://schemas.openxmlformats.org/drawingml/2006/main">
            <a:pathLst>
              <a:path w="63645" h="42953">
                <a:moveTo>
                  <a:pt x="53962" y="42478"/>
                </a:moveTo>
                <a:cubicBezTo>
                  <a:pt x="56978" y="42319"/>
                  <a:pt x="60152" y="42161"/>
                  <a:pt x="63169" y="42002"/>
                </a:cubicBezTo>
                <a:cubicBezTo>
                  <a:pt x="62852" y="40734"/>
                  <a:pt x="63645" y="38040"/>
                  <a:pt x="61739" y="38357"/>
                </a:cubicBezTo>
                <a:cubicBezTo>
                  <a:pt x="56343" y="39625"/>
                  <a:pt x="55233" y="35821"/>
                  <a:pt x="53486" y="32334"/>
                </a:cubicBezTo>
                <a:cubicBezTo>
                  <a:pt x="42694" y="25518"/>
                  <a:pt x="32060" y="18227"/>
                  <a:pt x="23331" y="8559"/>
                </a:cubicBezTo>
                <a:cubicBezTo>
                  <a:pt x="18569" y="7132"/>
                  <a:pt x="14602" y="4596"/>
                  <a:pt x="12221" y="0"/>
                </a:cubicBezTo>
                <a:cubicBezTo>
                  <a:pt x="8889" y="317"/>
                  <a:pt x="5555" y="634"/>
                  <a:pt x="2222" y="951"/>
                </a:cubicBezTo>
                <a:cubicBezTo>
                  <a:pt x="0" y="2853"/>
                  <a:pt x="794" y="3804"/>
                  <a:pt x="2698" y="5547"/>
                </a:cubicBezTo>
                <a:cubicBezTo>
                  <a:pt x="8570" y="11253"/>
                  <a:pt x="17300" y="14106"/>
                  <a:pt x="20156" y="22824"/>
                </a:cubicBezTo>
                <a:cubicBezTo>
                  <a:pt x="27775" y="23141"/>
                  <a:pt x="30790" y="30590"/>
                  <a:pt x="36664" y="33760"/>
                </a:cubicBezTo>
                <a:cubicBezTo>
                  <a:pt x="40156" y="35662"/>
                  <a:pt x="44281" y="37564"/>
                  <a:pt x="44439" y="42636"/>
                </a:cubicBezTo>
                <a:cubicBezTo>
                  <a:pt x="45393" y="42795"/>
                  <a:pt x="46344" y="42795"/>
                  <a:pt x="47298" y="42953"/>
                </a:cubicBezTo>
                <a:cubicBezTo>
                  <a:pt x="49361" y="41368"/>
                  <a:pt x="51582" y="41844"/>
                  <a:pt x="53962" y="4247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707DB-2C78-41E0-8B9D-9BAC9D28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522" y="838270"/>
            <a:ext cx="63802" cy="43904"/>
          </a:xfrm>
          <a:custGeom xmlns:a="http://schemas.openxmlformats.org/drawingml/2006/main">
            <a:pathLst>
              <a:path w="63802" h="43904">
                <a:moveTo>
                  <a:pt x="51105" y="43904"/>
                </a:moveTo>
                <a:cubicBezTo>
                  <a:pt x="63802" y="42953"/>
                  <a:pt x="63802" y="42953"/>
                  <a:pt x="57294" y="32809"/>
                </a:cubicBezTo>
                <a:lnTo>
                  <a:pt x="57454" y="32968"/>
                </a:lnTo>
                <a:cubicBezTo>
                  <a:pt x="47931" y="30115"/>
                  <a:pt x="41898" y="22031"/>
                  <a:pt x="33487" y="17435"/>
                </a:cubicBezTo>
                <a:cubicBezTo>
                  <a:pt x="31742" y="16484"/>
                  <a:pt x="29995" y="14899"/>
                  <a:pt x="30473" y="12363"/>
                </a:cubicBezTo>
                <a:cubicBezTo>
                  <a:pt x="27457" y="12997"/>
                  <a:pt x="25394" y="11887"/>
                  <a:pt x="24124" y="9193"/>
                </a:cubicBezTo>
                <a:cubicBezTo>
                  <a:pt x="19363" y="7291"/>
                  <a:pt x="15078" y="4913"/>
                  <a:pt x="12854" y="0"/>
                </a:cubicBezTo>
                <a:cubicBezTo>
                  <a:pt x="11743" y="158"/>
                  <a:pt x="10473" y="158"/>
                  <a:pt x="9362" y="317"/>
                </a:cubicBezTo>
                <a:lnTo>
                  <a:pt x="8729" y="792"/>
                </a:lnTo>
                <a:lnTo>
                  <a:pt x="8093" y="475"/>
                </a:lnTo>
                <a:cubicBezTo>
                  <a:pt x="5395" y="792"/>
                  <a:pt x="2698" y="1109"/>
                  <a:pt x="0" y="1426"/>
                </a:cubicBezTo>
                <a:cubicBezTo>
                  <a:pt x="794" y="5547"/>
                  <a:pt x="6982" y="5864"/>
                  <a:pt x="6666" y="10778"/>
                </a:cubicBezTo>
                <a:cubicBezTo>
                  <a:pt x="15711" y="12363"/>
                  <a:pt x="20790" y="19971"/>
                  <a:pt x="27457" y="24884"/>
                </a:cubicBezTo>
                <a:cubicBezTo>
                  <a:pt x="30949" y="27420"/>
                  <a:pt x="36344" y="28688"/>
                  <a:pt x="36661" y="34553"/>
                </a:cubicBezTo>
                <a:cubicBezTo>
                  <a:pt x="43486" y="34711"/>
                  <a:pt x="48564" y="37564"/>
                  <a:pt x="51105" y="43904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6D9A9-F32A-43B3-BB5C-838653C6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7710" y="836051"/>
            <a:ext cx="64594" cy="46599"/>
          </a:xfrm>
          <a:custGeom xmlns:a="http://schemas.openxmlformats.org/drawingml/2006/main">
            <a:pathLst>
              <a:path w="64594" h="46599">
                <a:moveTo>
                  <a:pt x="41105" y="35187"/>
                </a:moveTo>
                <a:cubicBezTo>
                  <a:pt x="44120" y="34870"/>
                  <a:pt x="47614" y="35662"/>
                  <a:pt x="48882" y="37881"/>
                </a:cubicBezTo>
                <a:cubicBezTo>
                  <a:pt x="53643" y="46599"/>
                  <a:pt x="58881" y="41844"/>
                  <a:pt x="64594" y="39466"/>
                </a:cubicBezTo>
                <a:cubicBezTo>
                  <a:pt x="62372" y="35028"/>
                  <a:pt x="56024" y="35821"/>
                  <a:pt x="55230" y="30590"/>
                </a:cubicBezTo>
                <a:cubicBezTo>
                  <a:pt x="50310" y="28530"/>
                  <a:pt x="45708" y="25994"/>
                  <a:pt x="43009" y="21080"/>
                </a:cubicBezTo>
                <a:cubicBezTo>
                  <a:pt x="32217" y="15691"/>
                  <a:pt x="22694" y="8559"/>
                  <a:pt x="14441" y="0"/>
                </a:cubicBezTo>
                <a:cubicBezTo>
                  <a:pt x="9523" y="0"/>
                  <a:pt x="4761" y="634"/>
                  <a:pt x="0" y="2060"/>
                </a:cubicBezTo>
                <a:cubicBezTo>
                  <a:pt x="1744" y="6023"/>
                  <a:pt x="8410" y="6023"/>
                  <a:pt x="8251" y="11729"/>
                </a:cubicBezTo>
                <a:cubicBezTo>
                  <a:pt x="11110" y="11253"/>
                  <a:pt x="13330" y="12046"/>
                  <a:pt x="14600" y="14899"/>
                </a:cubicBezTo>
                <a:cubicBezTo>
                  <a:pt x="23329" y="18069"/>
                  <a:pt x="29201" y="25360"/>
                  <a:pt x="36978" y="29956"/>
                </a:cubicBezTo>
                <a:cubicBezTo>
                  <a:pt x="38724" y="30907"/>
                  <a:pt x="41422" y="31858"/>
                  <a:pt x="41105" y="35187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798E0-BB3F-4E68-88F3-53340200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3147" y="867909"/>
            <a:ext cx="115700" cy="18544"/>
          </a:xfrm>
          <a:custGeom xmlns:a="http://schemas.openxmlformats.org/drawingml/2006/main">
            <a:pathLst>
              <a:path w="115700" h="18544">
                <a:moveTo>
                  <a:pt x="0" y="14740"/>
                </a:moveTo>
                <a:lnTo>
                  <a:pt x="0" y="18544"/>
                </a:lnTo>
                <a:cubicBezTo>
                  <a:pt x="6188" y="18069"/>
                  <a:pt x="12537" y="17593"/>
                  <a:pt x="18728" y="17118"/>
                </a:cubicBezTo>
                <a:cubicBezTo>
                  <a:pt x="20315" y="16008"/>
                  <a:pt x="21902" y="15850"/>
                  <a:pt x="23647" y="16484"/>
                </a:cubicBezTo>
                <a:cubicBezTo>
                  <a:pt x="25870" y="16325"/>
                  <a:pt x="28090" y="16167"/>
                  <a:pt x="30314" y="15850"/>
                </a:cubicBezTo>
                <a:cubicBezTo>
                  <a:pt x="31425" y="14106"/>
                  <a:pt x="33169" y="14582"/>
                  <a:pt x="34756" y="14582"/>
                </a:cubicBezTo>
                <a:cubicBezTo>
                  <a:pt x="38407" y="13155"/>
                  <a:pt x="42375" y="12997"/>
                  <a:pt x="46185" y="12997"/>
                </a:cubicBezTo>
                <a:cubicBezTo>
                  <a:pt x="47453" y="12838"/>
                  <a:pt x="48723" y="12680"/>
                  <a:pt x="49994" y="12363"/>
                </a:cubicBezTo>
                <a:cubicBezTo>
                  <a:pt x="54438" y="11887"/>
                  <a:pt x="58882" y="11253"/>
                  <a:pt x="63325" y="10778"/>
                </a:cubicBezTo>
                <a:cubicBezTo>
                  <a:pt x="64912" y="9827"/>
                  <a:pt x="66499" y="9034"/>
                  <a:pt x="68086" y="10936"/>
                </a:cubicBezTo>
                <a:cubicBezTo>
                  <a:pt x="71897" y="10461"/>
                  <a:pt x="75547" y="9985"/>
                  <a:pt x="79356" y="9351"/>
                </a:cubicBezTo>
                <a:cubicBezTo>
                  <a:pt x="80308" y="7608"/>
                  <a:pt x="82053" y="7766"/>
                  <a:pt x="83640" y="7925"/>
                </a:cubicBezTo>
                <a:cubicBezTo>
                  <a:pt x="85705" y="7608"/>
                  <a:pt x="87925" y="7291"/>
                  <a:pt x="89988" y="7132"/>
                </a:cubicBezTo>
                <a:cubicBezTo>
                  <a:pt x="90466" y="6815"/>
                  <a:pt x="90942" y="6657"/>
                  <a:pt x="91418" y="6974"/>
                </a:cubicBezTo>
                <a:cubicBezTo>
                  <a:pt x="93640" y="6815"/>
                  <a:pt x="95861" y="6657"/>
                  <a:pt x="98241" y="6340"/>
                </a:cubicBezTo>
                <a:cubicBezTo>
                  <a:pt x="99354" y="6023"/>
                  <a:pt x="100465" y="5706"/>
                  <a:pt x="101416" y="5389"/>
                </a:cubicBezTo>
                <a:cubicBezTo>
                  <a:pt x="105066" y="4913"/>
                  <a:pt x="108718" y="4438"/>
                  <a:pt x="112368" y="3962"/>
                </a:cubicBezTo>
                <a:cubicBezTo>
                  <a:pt x="113479" y="3645"/>
                  <a:pt x="114589" y="3328"/>
                  <a:pt x="115700" y="3170"/>
                </a:cubicBezTo>
                <a:cubicBezTo>
                  <a:pt x="114589" y="2219"/>
                  <a:pt x="113638" y="1268"/>
                  <a:pt x="112525" y="317"/>
                </a:cubicBezTo>
                <a:cubicBezTo>
                  <a:pt x="109351" y="0"/>
                  <a:pt x="106496" y="2536"/>
                  <a:pt x="103322" y="1268"/>
                </a:cubicBezTo>
                <a:cubicBezTo>
                  <a:pt x="102846" y="1109"/>
                  <a:pt x="102369" y="1109"/>
                  <a:pt x="101892" y="951"/>
                </a:cubicBezTo>
                <a:cubicBezTo>
                  <a:pt x="97448" y="1268"/>
                  <a:pt x="93163" y="1585"/>
                  <a:pt x="88719" y="1902"/>
                </a:cubicBezTo>
                <a:cubicBezTo>
                  <a:pt x="85227" y="3962"/>
                  <a:pt x="81259" y="3645"/>
                  <a:pt x="77609" y="4121"/>
                </a:cubicBezTo>
                <a:cubicBezTo>
                  <a:pt x="75547" y="4121"/>
                  <a:pt x="73641" y="4279"/>
                  <a:pt x="71579" y="4279"/>
                </a:cubicBezTo>
                <a:cubicBezTo>
                  <a:pt x="70467" y="4438"/>
                  <a:pt x="69199" y="4596"/>
                  <a:pt x="68086" y="4596"/>
                </a:cubicBezTo>
                <a:cubicBezTo>
                  <a:pt x="63325" y="5547"/>
                  <a:pt x="58724" y="6657"/>
                  <a:pt x="53802" y="6340"/>
                </a:cubicBezTo>
                <a:cubicBezTo>
                  <a:pt x="52851" y="6340"/>
                  <a:pt x="51740" y="6498"/>
                  <a:pt x="50788" y="6498"/>
                </a:cubicBezTo>
                <a:cubicBezTo>
                  <a:pt x="46660" y="7766"/>
                  <a:pt x="42375" y="8717"/>
                  <a:pt x="38091" y="8083"/>
                </a:cubicBezTo>
                <a:cubicBezTo>
                  <a:pt x="37137" y="8242"/>
                  <a:pt x="36344" y="8400"/>
                  <a:pt x="35393" y="8559"/>
                </a:cubicBezTo>
                <a:cubicBezTo>
                  <a:pt x="32219" y="9985"/>
                  <a:pt x="28884" y="10778"/>
                  <a:pt x="25394" y="9827"/>
                </a:cubicBezTo>
                <a:cubicBezTo>
                  <a:pt x="24123" y="11253"/>
                  <a:pt x="22536" y="11095"/>
                  <a:pt x="20948" y="11095"/>
                </a:cubicBezTo>
                <a:cubicBezTo>
                  <a:pt x="17298" y="11412"/>
                  <a:pt x="13649" y="12997"/>
                  <a:pt x="9839" y="12204"/>
                </a:cubicBezTo>
                <a:cubicBezTo>
                  <a:pt x="8729" y="12363"/>
                  <a:pt x="7618" y="12680"/>
                  <a:pt x="6507" y="12838"/>
                </a:cubicBezTo>
                <a:cubicBezTo>
                  <a:pt x="4601" y="14582"/>
                  <a:pt x="2063" y="14265"/>
                  <a:pt x="0" y="1474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3C105-3AEE-4544-AB6E-3F1E0F48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1996" y="842548"/>
            <a:ext cx="50312" cy="40893"/>
          </a:xfrm>
          <a:custGeom xmlns:a="http://schemas.openxmlformats.org/drawingml/2006/main">
            <a:pathLst>
              <a:path w="50312" h="40893">
                <a:moveTo>
                  <a:pt x="39362" y="39783"/>
                </a:moveTo>
                <a:cubicBezTo>
                  <a:pt x="43013" y="40100"/>
                  <a:pt x="46663" y="40576"/>
                  <a:pt x="50312" y="40893"/>
                </a:cubicBezTo>
                <a:cubicBezTo>
                  <a:pt x="50155" y="39308"/>
                  <a:pt x="49679" y="38040"/>
                  <a:pt x="48725" y="36613"/>
                </a:cubicBezTo>
                <a:cubicBezTo>
                  <a:pt x="44757" y="29956"/>
                  <a:pt x="36664" y="27420"/>
                  <a:pt x="32853" y="20763"/>
                </a:cubicBezTo>
                <a:cubicBezTo>
                  <a:pt x="29840" y="20763"/>
                  <a:pt x="28568" y="18069"/>
                  <a:pt x="26348" y="16642"/>
                </a:cubicBezTo>
                <a:cubicBezTo>
                  <a:pt x="21110" y="12838"/>
                  <a:pt x="16982" y="7608"/>
                  <a:pt x="10794" y="4755"/>
                </a:cubicBezTo>
                <a:cubicBezTo>
                  <a:pt x="9683" y="4596"/>
                  <a:pt x="7620" y="4913"/>
                  <a:pt x="7459" y="4438"/>
                </a:cubicBezTo>
                <a:cubicBezTo>
                  <a:pt x="6985" y="3170"/>
                  <a:pt x="8413" y="3487"/>
                  <a:pt x="9207" y="3170"/>
                </a:cubicBezTo>
                <a:cubicBezTo>
                  <a:pt x="9047" y="2060"/>
                  <a:pt x="8889" y="1109"/>
                  <a:pt x="8729" y="0"/>
                </a:cubicBezTo>
                <a:cubicBezTo>
                  <a:pt x="6191" y="317"/>
                  <a:pt x="3492" y="475"/>
                  <a:pt x="954" y="792"/>
                </a:cubicBezTo>
                <a:cubicBezTo>
                  <a:pt x="0" y="3011"/>
                  <a:pt x="4922" y="3962"/>
                  <a:pt x="2224" y="6498"/>
                </a:cubicBezTo>
                <a:cubicBezTo>
                  <a:pt x="4446" y="9034"/>
                  <a:pt x="6666" y="11729"/>
                  <a:pt x="8889" y="14265"/>
                </a:cubicBezTo>
                <a:cubicBezTo>
                  <a:pt x="15714" y="18544"/>
                  <a:pt x="22856" y="22190"/>
                  <a:pt x="26348" y="30115"/>
                </a:cubicBezTo>
                <a:cubicBezTo>
                  <a:pt x="32853" y="30749"/>
                  <a:pt x="38408" y="32175"/>
                  <a:pt x="39362" y="39783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B0711-561A-4E6D-BB42-8E1B01AF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7546" y="834622"/>
            <a:ext cx="52851" cy="38198"/>
          </a:xfrm>
          <a:custGeom xmlns:a="http://schemas.openxmlformats.org/drawingml/2006/main">
            <a:pathLst>
              <a:path w="52851" h="38198">
                <a:moveTo>
                  <a:pt x="37297" y="31858"/>
                </a:moveTo>
                <a:cubicBezTo>
                  <a:pt x="39678" y="32968"/>
                  <a:pt x="42217" y="33760"/>
                  <a:pt x="44279" y="35345"/>
                </a:cubicBezTo>
                <a:cubicBezTo>
                  <a:pt x="46503" y="36930"/>
                  <a:pt x="48407" y="38198"/>
                  <a:pt x="50153" y="35187"/>
                </a:cubicBezTo>
                <a:cubicBezTo>
                  <a:pt x="51582" y="32651"/>
                  <a:pt x="52851" y="29798"/>
                  <a:pt x="49041" y="27896"/>
                </a:cubicBezTo>
                <a:cubicBezTo>
                  <a:pt x="46185" y="26469"/>
                  <a:pt x="43486" y="25043"/>
                  <a:pt x="41424" y="22507"/>
                </a:cubicBezTo>
                <a:cubicBezTo>
                  <a:pt x="36186" y="20605"/>
                  <a:pt x="32219" y="16642"/>
                  <a:pt x="27933" y="13472"/>
                </a:cubicBezTo>
                <a:cubicBezTo>
                  <a:pt x="23966" y="10461"/>
                  <a:pt x="17934" y="9668"/>
                  <a:pt x="16665" y="3487"/>
                </a:cubicBezTo>
                <a:cubicBezTo>
                  <a:pt x="12697" y="4596"/>
                  <a:pt x="10792" y="317"/>
                  <a:pt x="7301" y="0"/>
                </a:cubicBezTo>
                <a:cubicBezTo>
                  <a:pt x="4920" y="158"/>
                  <a:pt x="2539" y="317"/>
                  <a:pt x="159" y="475"/>
                </a:cubicBezTo>
                <a:cubicBezTo>
                  <a:pt x="0" y="5072"/>
                  <a:pt x="4601" y="5706"/>
                  <a:pt x="6982" y="8083"/>
                </a:cubicBezTo>
                <a:cubicBezTo>
                  <a:pt x="12062" y="13155"/>
                  <a:pt x="19839" y="15057"/>
                  <a:pt x="23013" y="22348"/>
                </a:cubicBezTo>
                <a:cubicBezTo>
                  <a:pt x="29520" y="22982"/>
                  <a:pt x="33488" y="27103"/>
                  <a:pt x="37297" y="3185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52E5F-C10C-45BB-AFE6-C096284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431" y="869016"/>
            <a:ext cx="38727" cy="28688"/>
          </a:xfrm>
          <a:custGeom xmlns:a="http://schemas.openxmlformats.org/drawingml/2006/main">
            <a:pathLst>
              <a:path w="38727" h="28688">
                <a:moveTo>
                  <a:pt x="28729" y="25201"/>
                </a:moveTo>
                <a:cubicBezTo>
                  <a:pt x="31742" y="25835"/>
                  <a:pt x="34917" y="26311"/>
                  <a:pt x="37934" y="28688"/>
                </a:cubicBezTo>
                <a:cubicBezTo>
                  <a:pt x="38727" y="17118"/>
                  <a:pt x="29362" y="12680"/>
                  <a:pt x="23489" y="6340"/>
                </a:cubicBezTo>
                <a:cubicBezTo>
                  <a:pt x="21745" y="4438"/>
                  <a:pt x="19045" y="3645"/>
                  <a:pt x="18571" y="792"/>
                </a:cubicBezTo>
                <a:cubicBezTo>
                  <a:pt x="12222" y="0"/>
                  <a:pt x="6191" y="1902"/>
                  <a:pt x="0" y="2536"/>
                </a:cubicBezTo>
                <a:cubicBezTo>
                  <a:pt x="0" y="3487"/>
                  <a:pt x="160" y="4438"/>
                  <a:pt x="160" y="5389"/>
                </a:cubicBezTo>
                <a:cubicBezTo>
                  <a:pt x="10953" y="10302"/>
                  <a:pt x="20315" y="17118"/>
                  <a:pt x="28729" y="25201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E692D-5DF9-43B5-98F1-07FB943A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916" y="844131"/>
            <a:ext cx="49361" cy="37881"/>
          </a:xfrm>
          <a:custGeom xmlns:a="http://schemas.openxmlformats.org/drawingml/2006/main">
            <a:pathLst>
              <a:path w="49361" h="37881">
                <a:moveTo>
                  <a:pt x="30316" y="30590"/>
                </a:moveTo>
                <a:cubicBezTo>
                  <a:pt x="35077" y="37247"/>
                  <a:pt x="42852" y="35821"/>
                  <a:pt x="49361" y="37881"/>
                </a:cubicBezTo>
                <a:cubicBezTo>
                  <a:pt x="48091" y="33760"/>
                  <a:pt x="42852" y="32968"/>
                  <a:pt x="41743" y="28688"/>
                </a:cubicBezTo>
                <a:cubicBezTo>
                  <a:pt x="35077" y="24409"/>
                  <a:pt x="27618" y="20763"/>
                  <a:pt x="24285" y="12838"/>
                </a:cubicBezTo>
                <a:cubicBezTo>
                  <a:pt x="18888" y="12838"/>
                  <a:pt x="16032" y="9827"/>
                  <a:pt x="14762" y="4913"/>
                </a:cubicBezTo>
                <a:cubicBezTo>
                  <a:pt x="11588" y="4913"/>
                  <a:pt x="9366" y="3645"/>
                  <a:pt x="8255" y="634"/>
                </a:cubicBezTo>
                <a:cubicBezTo>
                  <a:pt x="5398" y="0"/>
                  <a:pt x="2700" y="951"/>
                  <a:pt x="0" y="1585"/>
                </a:cubicBezTo>
                <a:cubicBezTo>
                  <a:pt x="636" y="5547"/>
                  <a:pt x="3811" y="7449"/>
                  <a:pt x="6509" y="9668"/>
                </a:cubicBezTo>
                <a:cubicBezTo>
                  <a:pt x="9683" y="12363"/>
                  <a:pt x="14127" y="14265"/>
                  <a:pt x="14603" y="19178"/>
                </a:cubicBezTo>
                <a:cubicBezTo>
                  <a:pt x="16032" y="18861"/>
                  <a:pt x="17301" y="19178"/>
                  <a:pt x="17777" y="20763"/>
                </a:cubicBezTo>
                <a:cubicBezTo>
                  <a:pt x="22539" y="23299"/>
                  <a:pt x="28094" y="24884"/>
                  <a:pt x="30316" y="30590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45800-1852-47C4-9A79-FA6D876E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341" y="824160"/>
            <a:ext cx="52534" cy="26945"/>
          </a:xfrm>
          <a:custGeom xmlns:a="http://schemas.openxmlformats.org/drawingml/2006/main">
            <a:pathLst>
              <a:path w="52534" h="26945">
                <a:moveTo>
                  <a:pt x="25553" y="5706"/>
                </a:moveTo>
                <a:cubicBezTo>
                  <a:pt x="16984" y="3804"/>
                  <a:pt x="8572" y="1902"/>
                  <a:pt x="0" y="0"/>
                </a:cubicBezTo>
                <a:cubicBezTo>
                  <a:pt x="952" y="6023"/>
                  <a:pt x="6668" y="6657"/>
                  <a:pt x="10792" y="9034"/>
                </a:cubicBezTo>
                <a:cubicBezTo>
                  <a:pt x="20475" y="14582"/>
                  <a:pt x="30949" y="18703"/>
                  <a:pt x="39678" y="25994"/>
                </a:cubicBezTo>
                <a:cubicBezTo>
                  <a:pt x="44122" y="26945"/>
                  <a:pt x="48250" y="25043"/>
                  <a:pt x="52534" y="24726"/>
                </a:cubicBezTo>
                <a:cubicBezTo>
                  <a:pt x="49994" y="19971"/>
                  <a:pt x="44758" y="19178"/>
                  <a:pt x="40791" y="16642"/>
                </a:cubicBezTo>
                <a:cubicBezTo>
                  <a:pt x="35553" y="13155"/>
                  <a:pt x="28094" y="12680"/>
                  <a:pt x="25553" y="5706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02E8D-F7BB-4C88-A591-73D3A30C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757" y="822098"/>
            <a:ext cx="56502" cy="30273"/>
          </a:xfrm>
          <a:custGeom xmlns:a="http://schemas.openxmlformats.org/drawingml/2006/main">
            <a:pathLst>
              <a:path w="56502" h="30273">
                <a:moveTo>
                  <a:pt x="11586" y="1902"/>
                </a:moveTo>
                <a:cubicBezTo>
                  <a:pt x="8094" y="158"/>
                  <a:pt x="4444" y="0"/>
                  <a:pt x="635" y="0"/>
                </a:cubicBezTo>
                <a:cubicBezTo>
                  <a:pt x="0" y="3328"/>
                  <a:pt x="2539" y="3962"/>
                  <a:pt x="4761" y="5389"/>
                </a:cubicBezTo>
                <a:cubicBezTo>
                  <a:pt x="11586" y="10461"/>
                  <a:pt x="20474" y="12204"/>
                  <a:pt x="26029" y="19020"/>
                </a:cubicBezTo>
                <a:cubicBezTo>
                  <a:pt x="33806" y="20922"/>
                  <a:pt x="39837" y="26152"/>
                  <a:pt x="46661" y="29798"/>
                </a:cubicBezTo>
                <a:cubicBezTo>
                  <a:pt x="47772" y="29956"/>
                  <a:pt x="48883" y="30115"/>
                  <a:pt x="49994" y="30273"/>
                </a:cubicBezTo>
                <a:cubicBezTo>
                  <a:pt x="50947" y="29322"/>
                  <a:pt x="52058" y="29164"/>
                  <a:pt x="53169" y="29798"/>
                </a:cubicBezTo>
                <a:cubicBezTo>
                  <a:pt x="54278" y="29481"/>
                  <a:pt x="55391" y="29005"/>
                  <a:pt x="56502" y="28688"/>
                </a:cubicBezTo>
                <a:cubicBezTo>
                  <a:pt x="46027" y="20763"/>
                  <a:pt x="33806" y="15850"/>
                  <a:pt x="22378" y="9351"/>
                </a:cubicBezTo>
                <a:cubicBezTo>
                  <a:pt x="18887" y="7291"/>
                  <a:pt x="16824" y="5547"/>
                  <a:pt x="19522" y="1585"/>
                </a:cubicBezTo>
                <a:lnTo>
                  <a:pt x="16665" y="1585"/>
                </a:lnTo>
                <a:cubicBezTo>
                  <a:pt x="16347" y="3170"/>
                  <a:pt x="17141" y="5547"/>
                  <a:pt x="14443" y="5547"/>
                </a:cubicBezTo>
                <a:cubicBezTo>
                  <a:pt x="12697" y="5547"/>
                  <a:pt x="11745" y="3804"/>
                  <a:pt x="11586" y="1902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8414A-A593-43FB-8622-C11AB443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872" y="831449"/>
            <a:ext cx="36504" cy="26786"/>
          </a:xfrm>
          <a:custGeom xmlns:a="http://schemas.openxmlformats.org/drawingml/2006/main">
            <a:pathLst>
              <a:path w="36504" h="26786">
                <a:moveTo>
                  <a:pt x="30473" y="25043"/>
                </a:moveTo>
                <a:cubicBezTo>
                  <a:pt x="32377" y="25043"/>
                  <a:pt x="34917" y="26786"/>
                  <a:pt x="36028" y="24409"/>
                </a:cubicBezTo>
                <a:cubicBezTo>
                  <a:pt x="36504" y="23299"/>
                  <a:pt x="35234" y="20922"/>
                  <a:pt x="34282" y="19495"/>
                </a:cubicBezTo>
                <a:cubicBezTo>
                  <a:pt x="28568" y="11412"/>
                  <a:pt x="20156" y="6340"/>
                  <a:pt x="12697" y="317"/>
                </a:cubicBezTo>
                <a:cubicBezTo>
                  <a:pt x="8412" y="0"/>
                  <a:pt x="4127" y="951"/>
                  <a:pt x="0" y="1902"/>
                </a:cubicBezTo>
                <a:cubicBezTo>
                  <a:pt x="1111" y="3487"/>
                  <a:pt x="2222" y="4913"/>
                  <a:pt x="3174" y="6498"/>
                </a:cubicBezTo>
                <a:cubicBezTo>
                  <a:pt x="13332" y="11253"/>
                  <a:pt x="22220" y="17910"/>
                  <a:pt x="30473" y="25043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6D0E0-C435-4B56-B31E-9A1B4E32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946" y="846665"/>
            <a:ext cx="39838" cy="29481"/>
          </a:xfrm>
          <a:custGeom xmlns:a="http://schemas.openxmlformats.org/drawingml/2006/main">
            <a:pathLst>
              <a:path w="39838" h="29481">
                <a:moveTo>
                  <a:pt x="11110" y="11887"/>
                </a:moveTo>
                <a:cubicBezTo>
                  <a:pt x="12064" y="12521"/>
                  <a:pt x="13173" y="13314"/>
                  <a:pt x="14125" y="13948"/>
                </a:cubicBezTo>
                <a:cubicBezTo>
                  <a:pt x="14760" y="14265"/>
                  <a:pt x="15238" y="14740"/>
                  <a:pt x="15871" y="15057"/>
                </a:cubicBezTo>
                <a:cubicBezTo>
                  <a:pt x="20950" y="19337"/>
                  <a:pt x="24600" y="25201"/>
                  <a:pt x="31742" y="26786"/>
                </a:cubicBezTo>
                <a:cubicBezTo>
                  <a:pt x="34441" y="27420"/>
                  <a:pt x="36821" y="29481"/>
                  <a:pt x="39838" y="27737"/>
                </a:cubicBezTo>
                <a:cubicBezTo>
                  <a:pt x="39045" y="22982"/>
                  <a:pt x="31266" y="24092"/>
                  <a:pt x="31903" y="18227"/>
                </a:cubicBezTo>
                <a:cubicBezTo>
                  <a:pt x="30473" y="18544"/>
                  <a:pt x="29362" y="18069"/>
                  <a:pt x="28729" y="16642"/>
                </a:cubicBezTo>
                <a:cubicBezTo>
                  <a:pt x="25711" y="16642"/>
                  <a:pt x="24442" y="14106"/>
                  <a:pt x="22220" y="12521"/>
                </a:cubicBezTo>
                <a:cubicBezTo>
                  <a:pt x="16665" y="8559"/>
                  <a:pt x="12380" y="3011"/>
                  <a:pt x="6190" y="0"/>
                </a:cubicBezTo>
                <a:cubicBezTo>
                  <a:pt x="4128" y="317"/>
                  <a:pt x="2063" y="475"/>
                  <a:pt x="0" y="792"/>
                </a:cubicBezTo>
                <a:cubicBezTo>
                  <a:pt x="2698" y="5547"/>
                  <a:pt x="8889" y="6815"/>
                  <a:pt x="11110" y="11887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F9E64-0BF7-46DD-BB3B-5FD926A0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9784" y="861880"/>
            <a:ext cx="3809" cy="77506"/>
          </a:xfrm>
          <a:custGeom xmlns:a="http://schemas.openxmlformats.org/drawingml/2006/main">
            <a:pathLst>
              <a:path w="3809" h="77506">
                <a:moveTo>
                  <a:pt x="317" y="475"/>
                </a:moveTo>
                <a:cubicBezTo>
                  <a:pt x="476" y="23299"/>
                  <a:pt x="635" y="46282"/>
                  <a:pt x="794" y="69106"/>
                </a:cubicBezTo>
                <a:cubicBezTo>
                  <a:pt x="794" y="71959"/>
                  <a:pt x="0" y="74970"/>
                  <a:pt x="1905" y="77506"/>
                </a:cubicBezTo>
                <a:lnTo>
                  <a:pt x="3809" y="77506"/>
                </a:lnTo>
                <a:lnTo>
                  <a:pt x="3809" y="0"/>
                </a:lnTo>
                <a:cubicBezTo>
                  <a:pt x="2538" y="158"/>
                  <a:pt x="1428" y="317"/>
                  <a:pt x="317" y="47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578C5-8A03-495B-BB0E-72C67D6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668" y="856808"/>
            <a:ext cx="10950" cy="93990"/>
          </a:xfrm>
          <a:custGeom xmlns:a="http://schemas.openxmlformats.org/drawingml/2006/main">
            <a:pathLst>
              <a:path w="10950" h="93990">
                <a:moveTo>
                  <a:pt x="5079" y="93990"/>
                </a:moveTo>
                <a:cubicBezTo>
                  <a:pt x="5872" y="92881"/>
                  <a:pt x="6666" y="91930"/>
                  <a:pt x="7459" y="90820"/>
                </a:cubicBezTo>
                <a:cubicBezTo>
                  <a:pt x="10950" y="85114"/>
                  <a:pt x="6348" y="79884"/>
                  <a:pt x="6506" y="74178"/>
                </a:cubicBezTo>
                <a:cubicBezTo>
                  <a:pt x="6982" y="49610"/>
                  <a:pt x="6666" y="25043"/>
                  <a:pt x="6666" y="475"/>
                </a:cubicBezTo>
                <a:cubicBezTo>
                  <a:pt x="6188" y="317"/>
                  <a:pt x="5712" y="158"/>
                  <a:pt x="5238" y="0"/>
                </a:cubicBezTo>
                <a:lnTo>
                  <a:pt x="3650" y="0"/>
                </a:lnTo>
                <a:lnTo>
                  <a:pt x="3808" y="634"/>
                </a:lnTo>
                <a:cubicBezTo>
                  <a:pt x="5555" y="2536"/>
                  <a:pt x="5238" y="5072"/>
                  <a:pt x="5238" y="7449"/>
                </a:cubicBezTo>
                <a:cubicBezTo>
                  <a:pt x="5238" y="28688"/>
                  <a:pt x="4761" y="50086"/>
                  <a:pt x="5395" y="71325"/>
                </a:cubicBezTo>
                <a:cubicBezTo>
                  <a:pt x="5555" y="78299"/>
                  <a:pt x="0" y="84480"/>
                  <a:pt x="3174" y="91613"/>
                </a:cubicBezTo>
                <a:cubicBezTo>
                  <a:pt x="3808" y="92405"/>
                  <a:pt x="4444" y="93198"/>
                  <a:pt x="5079" y="93990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FDBE5-2E14-4ACA-ADAD-8CA2B205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89" y="832715"/>
            <a:ext cx="38091" cy="15057"/>
          </a:xfrm>
          <a:custGeom xmlns:a="http://schemas.openxmlformats.org/drawingml/2006/main">
            <a:pathLst>
              <a:path w="38091" h="15057">
                <a:moveTo>
                  <a:pt x="38091" y="13155"/>
                </a:moveTo>
                <a:cubicBezTo>
                  <a:pt x="27297" y="6023"/>
                  <a:pt x="14600" y="3645"/>
                  <a:pt x="2539" y="0"/>
                </a:cubicBezTo>
                <a:cubicBezTo>
                  <a:pt x="0" y="3804"/>
                  <a:pt x="4127" y="3487"/>
                  <a:pt x="5555" y="4438"/>
                </a:cubicBezTo>
                <a:cubicBezTo>
                  <a:pt x="11426" y="8083"/>
                  <a:pt x="18411" y="9668"/>
                  <a:pt x="23489" y="14582"/>
                </a:cubicBezTo>
                <a:cubicBezTo>
                  <a:pt x="28408" y="15057"/>
                  <a:pt x="33330" y="14582"/>
                  <a:pt x="38091" y="13155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F4F6A-3349-44C8-A9D3-D4519F3C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597" y="865684"/>
            <a:ext cx="19996" cy="20922"/>
          </a:xfrm>
          <a:custGeom xmlns:a="http://schemas.openxmlformats.org/drawingml/2006/main">
            <a:pathLst>
              <a:path w="19996" h="20922">
                <a:moveTo>
                  <a:pt x="18092" y="20922"/>
                </a:moveTo>
                <a:cubicBezTo>
                  <a:pt x="17774" y="13948"/>
                  <a:pt x="19996" y="6815"/>
                  <a:pt x="16665" y="158"/>
                </a:cubicBezTo>
                <a:cubicBezTo>
                  <a:pt x="11110" y="1585"/>
                  <a:pt x="4918" y="0"/>
                  <a:pt x="0" y="3962"/>
                </a:cubicBezTo>
                <a:cubicBezTo>
                  <a:pt x="7936" y="7449"/>
                  <a:pt x="12219" y="14899"/>
                  <a:pt x="18092" y="20922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FC34A-818B-461F-A160-82922B28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5499" y="825741"/>
            <a:ext cx="47930" cy="29639"/>
          </a:xfrm>
          <a:custGeom xmlns:a="http://schemas.openxmlformats.org/drawingml/2006/main">
            <a:pathLst>
              <a:path w="47930" h="29639">
                <a:moveTo>
                  <a:pt x="47930" y="28688"/>
                </a:moveTo>
                <a:cubicBezTo>
                  <a:pt x="34123" y="18069"/>
                  <a:pt x="17774" y="11412"/>
                  <a:pt x="3968" y="1109"/>
                </a:cubicBezTo>
                <a:cubicBezTo>
                  <a:pt x="2538" y="0"/>
                  <a:pt x="1427" y="317"/>
                  <a:pt x="794" y="1902"/>
                </a:cubicBezTo>
                <a:cubicBezTo>
                  <a:pt x="0" y="4121"/>
                  <a:pt x="2063" y="4438"/>
                  <a:pt x="3331" y="5230"/>
                </a:cubicBezTo>
                <a:cubicBezTo>
                  <a:pt x="13173" y="10936"/>
                  <a:pt x="23013" y="16484"/>
                  <a:pt x="32693" y="22348"/>
                </a:cubicBezTo>
                <a:cubicBezTo>
                  <a:pt x="36026" y="24250"/>
                  <a:pt x="40154" y="25518"/>
                  <a:pt x="41581" y="29639"/>
                </a:cubicBezTo>
                <a:cubicBezTo>
                  <a:pt x="43646" y="29164"/>
                  <a:pt x="45709" y="29005"/>
                  <a:pt x="47930" y="2868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C57B3-401F-467F-979E-8687AB36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0572" y="823837"/>
            <a:ext cx="44439" cy="27262"/>
          </a:xfrm>
          <a:custGeom xmlns:a="http://schemas.openxmlformats.org/drawingml/2006/main">
            <a:pathLst>
              <a:path w="44439" h="27262">
                <a:moveTo>
                  <a:pt x="2857" y="0"/>
                </a:moveTo>
                <a:cubicBezTo>
                  <a:pt x="0" y="3962"/>
                  <a:pt x="2063" y="5706"/>
                  <a:pt x="5714" y="7766"/>
                </a:cubicBezTo>
                <a:cubicBezTo>
                  <a:pt x="17141" y="14265"/>
                  <a:pt x="29362" y="19178"/>
                  <a:pt x="39837" y="27103"/>
                </a:cubicBezTo>
                <a:cubicBezTo>
                  <a:pt x="40789" y="27103"/>
                  <a:pt x="41902" y="27262"/>
                  <a:pt x="42852" y="27262"/>
                </a:cubicBezTo>
                <a:cubicBezTo>
                  <a:pt x="43328" y="26945"/>
                  <a:pt x="43805" y="26786"/>
                  <a:pt x="44282" y="27103"/>
                </a:cubicBezTo>
                <a:cubicBezTo>
                  <a:pt x="44439" y="26786"/>
                  <a:pt x="44439" y="26469"/>
                  <a:pt x="44439" y="26152"/>
                </a:cubicBezTo>
                <a:cubicBezTo>
                  <a:pt x="35710" y="19020"/>
                  <a:pt x="25237" y="14899"/>
                  <a:pt x="15554" y="9193"/>
                </a:cubicBezTo>
                <a:cubicBezTo>
                  <a:pt x="11586" y="6815"/>
                  <a:pt x="5714" y="6181"/>
                  <a:pt x="4761" y="158"/>
                </a:cubicBezTo>
                <a:cubicBezTo>
                  <a:pt x="4127" y="158"/>
                  <a:pt x="3492" y="0"/>
                  <a:pt x="2857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23C62-EE93-4BA5-87CD-AF034985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0884" y="829861"/>
            <a:ext cx="33490" cy="19337"/>
          </a:xfrm>
          <a:custGeom xmlns:a="http://schemas.openxmlformats.org/drawingml/2006/main">
            <a:pathLst>
              <a:path w="33490" h="19337">
                <a:moveTo>
                  <a:pt x="33490" y="17435"/>
                </a:moveTo>
                <a:cubicBezTo>
                  <a:pt x="28411" y="12363"/>
                  <a:pt x="21269" y="10936"/>
                  <a:pt x="15555" y="7291"/>
                </a:cubicBezTo>
                <a:cubicBezTo>
                  <a:pt x="14127" y="6340"/>
                  <a:pt x="10000" y="6657"/>
                  <a:pt x="12540" y="2853"/>
                </a:cubicBezTo>
                <a:cubicBezTo>
                  <a:pt x="8572" y="792"/>
                  <a:pt x="4446" y="0"/>
                  <a:pt x="0" y="0"/>
                </a:cubicBezTo>
                <a:cubicBezTo>
                  <a:pt x="2541" y="6974"/>
                  <a:pt x="10000" y="7449"/>
                  <a:pt x="15238" y="10936"/>
                </a:cubicBezTo>
                <a:cubicBezTo>
                  <a:pt x="19206" y="13472"/>
                  <a:pt x="24443" y="14423"/>
                  <a:pt x="26981" y="19020"/>
                </a:cubicBezTo>
                <a:cubicBezTo>
                  <a:pt x="29362" y="19337"/>
                  <a:pt x="31427" y="18544"/>
                  <a:pt x="33490" y="1743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EC697-B587-436F-B910-75E690F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0400" y="847295"/>
            <a:ext cx="23807" cy="17593"/>
          </a:xfrm>
          <a:custGeom xmlns:a="http://schemas.openxmlformats.org/drawingml/2006/main">
            <a:pathLst>
              <a:path w="23807" h="17593">
                <a:moveTo>
                  <a:pt x="0" y="1902"/>
                </a:moveTo>
                <a:cubicBezTo>
                  <a:pt x="5395" y="8083"/>
                  <a:pt x="13013" y="10936"/>
                  <a:pt x="19679" y="15216"/>
                </a:cubicBezTo>
                <a:cubicBezTo>
                  <a:pt x="23329" y="17593"/>
                  <a:pt x="23807" y="14265"/>
                  <a:pt x="23647" y="11412"/>
                </a:cubicBezTo>
                <a:lnTo>
                  <a:pt x="23807" y="11412"/>
                </a:lnTo>
                <a:cubicBezTo>
                  <a:pt x="17141" y="10461"/>
                  <a:pt x="12537" y="6498"/>
                  <a:pt x="9205" y="792"/>
                </a:cubicBezTo>
                <a:cubicBezTo>
                  <a:pt x="6031" y="0"/>
                  <a:pt x="3014" y="1268"/>
                  <a:pt x="0" y="1902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CEBA2-56C5-4682-8AAC-69CB0B51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1815" y="835090"/>
            <a:ext cx="28729" cy="21873"/>
          </a:xfrm>
          <a:custGeom xmlns:a="http://schemas.openxmlformats.org/drawingml/2006/main">
            <a:pathLst>
              <a:path w="28729" h="21873">
                <a:moveTo>
                  <a:pt x="28729" y="21873"/>
                </a:moveTo>
                <a:cubicBezTo>
                  <a:pt x="25554" y="14582"/>
                  <a:pt x="17777" y="12680"/>
                  <a:pt x="12697" y="7608"/>
                </a:cubicBezTo>
                <a:cubicBezTo>
                  <a:pt x="10316" y="5230"/>
                  <a:pt x="5874" y="4596"/>
                  <a:pt x="5874" y="0"/>
                </a:cubicBezTo>
                <a:cubicBezTo>
                  <a:pt x="3968" y="317"/>
                  <a:pt x="1906" y="634"/>
                  <a:pt x="0" y="792"/>
                </a:cubicBezTo>
                <a:cubicBezTo>
                  <a:pt x="8412" y="9351"/>
                  <a:pt x="17934" y="16484"/>
                  <a:pt x="28729" y="21873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E4E17-31B5-4C58-BAC8-83E3C2BF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1026" y="841112"/>
            <a:ext cx="24124" cy="22348"/>
          </a:xfrm>
          <a:custGeom xmlns:a="http://schemas.openxmlformats.org/drawingml/2006/main">
            <a:pathLst>
              <a:path w="24124" h="22348">
                <a:moveTo>
                  <a:pt x="0" y="1585"/>
                </a:moveTo>
                <a:cubicBezTo>
                  <a:pt x="160" y="2694"/>
                  <a:pt x="317" y="3645"/>
                  <a:pt x="476" y="4755"/>
                </a:cubicBezTo>
                <a:cubicBezTo>
                  <a:pt x="954" y="5230"/>
                  <a:pt x="1587" y="5706"/>
                  <a:pt x="2063" y="6340"/>
                </a:cubicBezTo>
                <a:cubicBezTo>
                  <a:pt x="8096" y="9193"/>
                  <a:pt x="12221" y="14423"/>
                  <a:pt x="17619" y="18227"/>
                </a:cubicBezTo>
                <a:cubicBezTo>
                  <a:pt x="19680" y="19654"/>
                  <a:pt x="20950" y="22348"/>
                  <a:pt x="24124" y="22348"/>
                </a:cubicBezTo>
                <a:cubicBezTo>
                  <a:pt x="21267" y="13631"/>
                  <a:pt x="12538" y="10778"/>
                  <a:pt x="6666" y="5072"/>
                </a:cubicBezTo>
                <a:cubicBezTo>
                  <a:pt x="4761" y="3170"/>
                  <a:pt x="3809" y="2219"/>
                  <a:pt x="6190" y="475"/>
                </a:cubicBezTo>
                <a:cubicBezTo>
                  <a:pt x="3809" y="158"/>
                  <a:pt x="1747" y="0"/>
                  <a:pt x="0" y="158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B7EBA-F459-4FF4-96A8-8EBF55F5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5942" y="774860"/>
            <a:ext cx="3808" cy="53890"/>
          </a:xfrm>
          <a:custGeom xmlns:a="http://schemas.openxmlformats.org/drawingml/2006/main">
            <a:pathLst>
              <a:path w="3808" h="53890">
                <a:moveTo>
                  <a:pt x="0" y="0"/>
                </a:moveTo>
                <a:cubicBezTo>
                  <a:pt x="159" y="17910"/>
                  <a:pt x="316" y="35979"/>
                  <a:pt x="476" y="53890"/>
                </a:cubicBezTo>
                <a:cubicBezTo>
                  <a:pt x="1109" y="53890"/>
                  <a:pt x="1746" y="53890"/>
                  <a:pt x="2220" y="53731"/>
                </a:cubicBezTo>
                <a:cubicBezTo>
                  <a:pt x="2220" y="38040"/>
                  <a:pt x="2220" y="22348"/>
                  <a:pt x="2063" y="6657"/>
                </a:cubicBezTo>
                <a:cubicBezTo>
                  <a:pt x="2220" y="4438"/>
                  <a:pt x="3808" y="1268"/>
                  <a:pt x="0" y="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C6C6BB-E701-4DF0-945F-6525C540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930" y="841270"/>
            <a:ext cx="20633" cy="14106"/>
          </a:xfrm>
          <a:custGeom xmlns:a="http://schemas.openxmlformats.org/drawingml/2006/main">
            <a:pathLst>
              <a:path w="20633" h="14106">
                <a:moveTo>
                  <a:pt x="20633" y="10778"/>
                </a:moveTo>
                <a:cubicBezTo>
                  <a:pt x="13806" y="7132"/>
                  <a:pt x="7775" y="1743"/>
                  <a:pt x="0" y="0"/>
                </a:cubicBezTo>
                <a:cubicBezTo>
                  <a:pt x="1427" y="6974"/>
                  <a:pt x="9362" y="5706"/>
                  <a:pt x="12856" y="10302"/>
                </a:cubicBezTo>
                <a:cubicBezTo>
                  <a:pt x="12062" y="12521"/>
                  <a:pt x="7936" y="10302"/>
                  <a:pt x="8094" y="13631"/>
                </a:cubicBezTo>
                <a:lnTo>
                  <a:pt x="15236" y="14106"/>
                </a:lnTo>
                <a:cubicBezTo>
                  <a:pt x="16187" y="12680"/>
                  <a:pt x="16824" y="11095"/>
                  <a:pt x="18885" y="12046"/>
                </a:cubicBezTo>
                <a:cubicBezTo>
                  <a:pt x="19522" y="11412"/>
                  <a:pt x="19998" y="11095"/>
                  <a:pt x="20633" y="1077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9BCBF-EDB9-4B79-AA3A-09728912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9124" y="845707"/>
            <a:ext cx="22537" cy="17593"/>
          </a:xfrm>
          <a:custGeom xmlns:a="http://schemas.openxmlformats.org/drawingml/2006/main">
            <a:pathLst>
              <a:path w="22537" h="17593">
                <a:moveTo>
                  <a:pt x="0" y="951"/>
                </a:moveTo>
                <a:cubicBezTo>
                  <a:pt x="6188" y="3962"/>
                  <a:pt x="10475" y="9510"/>
                  <a:pt x="16030" y="13472"/>
                </a:cubicBezTo>
                <a:cubicBezTo>
                  <a:pt x="18092" y="14899"/>
                  <a:pt x="19363" y="17593"/>
                  <a:pt x="22537" y="17593"/>
                </a:cubicBezTo>
                <a:cubicBezTo>
                  <a:pt x="22059" y="12521"/>
                  <a:pt x="17617" y="10778"/>
                  <a:pt x="14443" y="8083"/>
                </a:cubicBezTo>
                <a:cubicBezTo>
                  <a:pt x="11743" y="5864"/>
                  <a:pt x="8569" y="3962"/>
                  <a:pt x="7936" y="0"/>
                </a:cubicBezTo>
                <a:cubicBezTo>
                  <a:pt x="5238" y="317"/>
                  <a:pt x="2698" y="634"/>
                  <a:pt x="0" y="95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59DD6-F862-4E9A-94DF-D5586311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9600" y="847609"/>
            <a:ext cx="14602" cy="11095"/>
          </a:xfrm>
          <a:custGeom xmlns:a="http://schemas.openxmlformats.org/drawingml/2006/main">
            <a:pathLst>
              <a:path w="14602" h="11095">
                <a:moveTo>
                  <a:pt x="0" y="475"/>
                </a:moveTo>
                <a:cubicBezTo>
                  <a:pt x="3333" y="6181"/>
                  <a:pt x="7936" y="9985"/>
                  <a:pt x="14602" y="11095"/>
                </a:cubicBezTo>
                <a:cubicBezTo>
                  <a:pt x="12221" y="6023"/>
                  <a:pt x="6031" y="4755"/>
                  <a:pt x="3333" y="0"/>
                </a:cubicBezTo>
                <a:cubicBezTo>
                  <a:pt x="2220" y="0"/>
                  <a:pt x="1111" y="317"/>
                  <a:pt x="0" y="47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28425D-D0CD-4240-A0DD-2850519C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892" y="839367"/>
            <a:ext cx="11746" cy="9668"/>
          </a:xfrm>
          <a:custGeom xmlns:a="http://schemas.openxmlformats.org/drawingml/2006/main">
            <a:pathLst>
              <a:path w="11746" h="9668">
                <a:moveTo>
                  <a:pt x="11270" y="9668"/>
                </a:moveTo>
                <a:cubicBezTo>
                  <a:pt x="11746" y="4755"/>
                  <a:pt x="5398" y="4438"/>
                  <a:pt x="4604" y="317"/>
                </a:cubicBezTo>
                <a:cubicBezTo>
                  <a:pt x="3017" y="0"/>
                  <a:pt x="1430" y="0"/>
                  <a:pt x="0" y="1109"/>
                </a:cubicBezTo>
                <a:cubicBezTo>
                  <a:pt x="2381" y="5706"/>
                  <a:pt x="6509" y="8242"/>
                  <a:pt x="11270" y="966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8A875-4895-4E24-8E37-1F4A5477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4349" y="837782"/>
            <a:ext cx="11429" cy="9668"/>
          </a:xfrm>
          <a:custGeom xmlns:a="http://schemas.openxmlformats.org/drawingml/2006/main">
            <a:pathLst>
              <a:path w="11429" h="9668">
                <a:moveTo>
                  <a:pt x="11270" y="9668"/>
                </a:moveTo>
                <a:cubicBezTo>
                  <a:pt x="11429" y="3962"/>
                  <a:pt x="4922" y="4121"/>
                  <a:pt x="3017" y="0"/>
                </a:cubicBezTo>
                <a:cubicBezTo>
                  <a:pt x="2063" y="158"/>
                  <a:pt x="954" y="317"/>
                  <a:pt x="0" y="475"/>
                </a:cubicBezTo>
                <a:cubicBezTo>
                  <a:pt x="2224" y="5389"/>
                  <a:pt x="6509" y="7925"/>
                  <a:pt x="11270" y="966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83503-F1EF-4531-9E50-D5A49922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482" y="842852"/>
            <a:ext cx="8729" cy="6340"/>
          </a:xfrm>
          <a:custGeom xmlns:a="http://schemas.openxmlformats.org/drawingml/2006/main">
            <a:pathLst>
              <a:path w="8729" h="6340">
                <a:moveTo>
                  <a:pt x="6031" y="6340"/>
                </a:moveTo>
                <a:cubicBezTo>
                  <a:pt x="8729" y="3804"/>
                  <a:pt x="3809" y="2853"/>
                  <a:pt x="4761" y="634"/>
                </a:cubicBezTo>
                <a:cubicBezTo>
                  <a:pt x="3016" y="317"/>
                  <a:pt x="1428" y="0"/>
                  <a:pt x="0" y="1585"/>
                </a:cubicBezTo>
                <a:cubicBezTo>
                  <a:pt x="952" y="3170"/>
                  <a:pt x="3333" y="3804"/>
                  <a:pt x="3174" y="6340"/>
                </a:cubicBezTo>
                <a:cubicBezTo>
                  <a:pt x="4127" y="6181"/>
                  <a:pt x="5077" y="6340"/>
                  <a:pt x="6031" y="6340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9FC63-61C4-4876-8AB7-BF3B4E11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4980" y="832234"/>
            <a:ext cx="9207" cy="6815"/>
          </a:xfrm>
          <a:custGeom xmlns:a="http://schemas.openxmlformats.org/drawingml/2006/main">
            <a:pathLst>
              <a:path w="9207" h="6815">
                <a:moveTo>
                  <a:pt x="9207" y="5706"/>
                </a:moveTo>
                <a:cubicBezTo>
                  <a:pt x="8096" y="4121"/>
                  <a:pt x="6985" y="2694"/>
                  <a:pt x="6033" y="1109"/>
                </a:cubicBezTo>
                <a:cubicBezTo>
                  <a:pt x="3968" y="1268"/>
                  <a:pt x="1587" y="0"/>
                  <a:pt x="0" y="2219"/>
                </a:cubicBezTo>
                <a:cubicBezTo>
                  <a:pt x="3174" y="2536"/>
                  <a:pt x="5239" y="6815"/>
                  <a:pt x="9207" y="570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98376-0EDA-4DF4-9076-823EDD73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5146" y="844279"/>
            <a:ext cx="6668" cy="4755"/>
          </a:xfrm>
          <a:custGeom xmlns:a="http://schemas.openxmlformats.org/drawingml/2006/main">
            <a:pathLst>
              <a:path w="6668" h="4755">
                <a:moveTo>
                  <a:pt x="6509" y="4755"/>
                </a:moveTo>
                <a:cubicBezTo>
                  <a:pt x="6668" y="2377"/>
                  <a:pt x="4287" y="1743"/>
                  <a:pt x="3335" y="0"/>
                </a:cubicBezTo>
                <a:cubicBezTo>
                  <a:pt x="2224" y="158"/>
                  <a:pt x="1113" y="317"/>
                  <a:pt x="0" y="317"/>
                </a:cubicBezTo>
                <a:cubicBezTo>
                  <a:pt x="1113" y="3645"/>
                  <a:pt x="3335" y="4755"/>
                  <a:pt x="6509" y="475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58378-4390-45D0-B45D-BD3FC21A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645" y="871064"/>
            <a:ext cx="4922" cy="3645"/>
          </a:xfrm>
          <a:custGeom xmlns:a="http://schemas.openxmlformats.org/drawingml/2006/main">
            <a:pathLst>
              <a:path w="4922" h="3645">
                <a:moveTo>
                  <a:pt x="4922" y="3328"/>
                </a:moveTo>
                <a:cubicBezTo>
                  <a:pt x="4922" y="2377"/>
                  <a:pt x="4761" y="1426"/>
                  <a:pt x="4761" y="475"/>
                </a:cubicBezTo>
                <a:cubicBezTo>
                  <a:pt x="4287" y="317"/>
                  <a:pt x="3811" y="158"/>
                  <a:pt x="3335" y="0"/>
                </a:cubicBezTo>
                <a:cubicBezTo>
                  <a:pt x="2224" y="317"/>
                  <a:pt x="1113" y="634"/>
                  <a:pt x="0" y="792"/>
                </a:cubicBezTo>
                <a:cubicBezTo>
                  <a:pt x="794" y="3328"/>
                  <a:pt x="2700" y="3645"/>
                  <a:pt x="4922" y="332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F8E8F-C7FD-48D5-9593-7F9576AE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3728" y="851410"/>
            <a:ext cx="3174" cy="2853"/>
          </a:xfrm>
          <a:custGeom xmlns:a="http://schemas.openxmlformats.org/drawingml/2006/main">
            <a:pathLst>
              <a:path w="3174" h="2853">
                <a:moveTo>
                  <a:pt x="3174" y="634"/>
                </a:moveTo>
                <a:cubicBezTo>
                  <a:pt x="2063" y="0"/>
                  <a:pt x="952" y="158"/>
                  <a:pt x="0" y="1109"/>
                </a:cubicBezTo>
                <a:cubicBezTo>
                  <a:pt x="1427" y="2853"/>
                  <a:pt x="2381" y="2377"/>
                  <a:pt x="3174" y="634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207ECA-E0BC-4524-AC4E-482026D6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5313" y="852043"/>
            <a:ext cx="3652" cy="3487"/>
          </a:xfrm>
          <a:custGeom xmlns:a="http://schemas.openxmlformats.org/drawingml/2006/main">
            <a:pathLst>
              <a:path w="3652" h="3487">
                <a:moveTo>
                  <a:pt x="3652" y="951"/>
                </a:moveTo>
                <a:cubicBezTo>
                  <a:pt x="1430" y="0"/>
                  <a:pt x="794" y="1743"/>
                  <a:pt x="0" y="3011"/>
                </a:cubicBezTo>
                <a:cubicBezTo>
                  <a:pt x="1747" y="3487"/>
                  <a:pt x="3174" y="3011"/>
                  <a:pt x="3652" y="951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717BD-3D99-4A3F-B5E8-4BE8360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9581" y="838253"/>
            <a:ext cx="1270" cy="792"/>
          </a:xfrm>
          <a:custGeom xmlns:a="http://schemas.openxmlformats.org/drawingml/2006/main">
            <a:pathLst>
              <a:path w="1270" h="792">
                <a:moveTo>
                  <a:pt x="0" y="475"/>
                </a:moveTo>
                <a:lnTo>
                  <a:pt x="635" y="792"/>
                </a:lnTo>
                <a:lnTo>
                  <a:pt x="1270" y="317"/>
                </a:lnTo>
                <a:cubicBezTo>
                  <a:pt x="635" y="0"/>
                  <a:pt x="317" y="0"/>
                  <a:pt x="0" y="47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E408B-6409-45F0-813E-BA9F9146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170" y="857748"/>
            <a:ext cx="633" cy="475"/>
          </a:xfrm>
          <a:custGeom xmlns:a="http://schemas.openxmlformats.org/drawingml/2006/main">
            <a:pathLst>
              <a:path w="633" h="475">
                <a:moveTo>
                  <a:pt x="0" y="317"/>
                </a:moveTo>
                <a:lnTo>
                  <a:pt x="316" y="475"/>
                </a:lnTo>
                <a:lnTo>
                  <a:pt x="633" y="158"/>
                </a:lnTo>
                <a:lnTo>
                  <a:pt x="159" y="0"/>
                </a:lnTo>
                <a:lnTo>
                  <a:pt x="0" y="317"/>
                </a:lnTo>
                <a:close/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F4469-55C2-4AC4-8F64-905367CF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2137" y="856004"/>
            <a:ext cx="1587" cy="951"/>
          </a:xfrm>
          <a:custGeom xmlns:a="http://schemas.openxmlformats.org/drawingml/2006/main">
            <a:pathLst>
              <a:path w="1587" h="951">
                <a:moveTo>
                  <a:pt x="0" y="951"/>
                </a:moveTo>
                <a:lnTo>
                  <a:pt x="1587" y="951"/>
                </a:lnTo>
                <a:cubicBezTo>
                  <a:pt x="1109" y="158"/>
                  <a:pt x="633" y="0"/>
                  <a:pt x="0" y="951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1EF9C-7789-4FEE-AE6C-7D2F3C2F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563" y="855528"/>
            <a:ext cx="1587" cy="317"/>
          </a:xfrm>
          <a:custGeom xmlns:a="http://schemas.openxmlformats.org/drawingml/2006/main">
            <a:pathLst>
              <a:path w="1587" h="317">
                <a:moveTo>
                  <a:pt x="0" y="317"/>
                </a:moveTo>
                <a:cubicBezTo>
                  <a:pt x="478" y="158"/>
                  <a:pt x="1111" y="158"/>
                  <a:pt x="1587" y="0"/>
                </a:cubicBezTo>
                <a:cubicBezTo>
                  <a:pt x="1111" y="158"/>
                  <a:pt x="478" y="158"/>
                  <a:pt x="0" y="317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9A85D-BAC1-40F8-9A7A-59B39281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926" y="854259"/>
            <a:ext cx="2539" cy="1109"/>
          </a:xfrm>
          <a:custGeom xmlns:a="http://schemas.openxmlformats.org/drawingml/2006/main">
            <a:pathLst>
              <a:path w="2539" h="1109">
                <a:moveTo>
                  <a:pt x="0" y="634"/>
                </a:moveTo>
                <a:cubicBezTo>
                  <a:pt x="635" y="792"/>
                  <a:pt x="1270" y="951"/>
                  <a:pt x="1905" y="1109"/>
                </a:cubicBezTo>
                <a:cubicBezTo>
                  <a:pt x="2222" y="792"/>
                  <a:pt x="2539" y="475"/>
                  <a:pt x="2539" y="0"/>
                </a:cubicBezTo>
                <a:cubicBezTo>
                  <a:pt x="1587" y="158"/>
                  <a:pt x="794" y="475"/>
                  <a:pt x="0" y="634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D7943-DFDC-408C-943D-4F9D9A41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402" y="850613"/>
            <a:ext cx="1428" cy="1109"/>
          </a:xfrm>
          <a:custGeom xmlns:a="http://schemas.openxmlformats.org/drawingml/2006/main">
            <a:pathLst>
              <a:path w="1428" h="1109">
                <a:moveTo>
                  <a:pt x="1428" y="317"/>
                </a:moveTo>
                <a:cubicBezTo>
                  <a:pt x="951" y="0"/>
                  <a:pt x="475" y="0"/>
                  <a:pt x="0" y="475"/>
                </a:cubicBezTo>
                <a:cubicBezTo>
                  <a:pt x="475" y="1109"/>
                  <a:pt x="951" y="951"/>
                  <a:pt x="1428" y="317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E530F-09D2-49B1-B872-EF646740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974" y="863293"/>
            <a:ext cx="24283" cy="23458"/>
          </a:xfrm>
          <a:custGeom xmlns:a="http://schemas.openxmlformats.org/drawingml/2006/main">
            <a:pathLst>
              <a:path w="24283" h="23458">
                <a:moveTo>
                  <a:pt x="0" y="0"/>
                </a:moveTo>
                <a:cubicBezTo>
                  <a:pt x="3808" y="6657"/>
                  <a:pt x="11903" y="9193"/>
                  <a:pt x="15871" y="15850"/>
                </a:cubicBezTo>
                <a:cubicBezTo>
                  <a:pt x="16665" y="17276"/>
                  <a:pt x="17141" y="18544"/>
                  <a:pt x="17458" y="20129"/>
                </a:cubicBezTo>
                <a:cubicBezTo>
                  <a:pt x="19839" y="23458"/>
                  <a:pt x="22059" y="21239"/>
                  <a:pt x="24283" y="19812"/>
                </a:cubicBezTo>
                <a:cubicBezTo>
                  <a:pt x="24123" y="14740"/>
                  <a:pt x="19998" y="12838"/>
                  <a:pt x="16504" y="10936"/>
                </a:cubicBezTo>
                <a:cubicBezTo>
                  <a:pt x="10632" y="7766"/>
                  <a:pt x="7618" y="317"/>
                  <a:pt x="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399D0-91D4-4535-9AAE-AE1AAA2B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4173" y="837933"/>
            <a:ext cx="27140" cy="19020"/>
          </a:xfrm>
          <a:custGeom xmlns:a="http://schemas.openxmlformats.org/drawingml/2006/main">
            <a:pathLst>
              <a:path w="27140" h="19020">
                <a:moveTo>
                  <a:pt x="27140" y="18544"/>
                </a:moveTo>
                <a:cubicBezTo>
                  <a:pt x="18728" y="11253"/>
                  <a:pt x="9999" y="4755"/>
                  <a:pt x="0" y="0"/>
                </a:cubicBezTo>
                <a:cubicBezTo>
                  <a:pt x="1270" y="6023"/>
                  <a:pt x="7301" y="6974"/>
                  <a:pt x="11269" y="9985"/>
                </a:cubicBezTo>
                <a:cubicBezTo>
                  <a:pt x="15554" y="13155"/>
                  <a:pt x="19522" y="17276"/>
                  <a:pt x="24759" y="19020"/>
                </a:cubicBezTo>
                <a:lnTo>
                  <a:pt x="27140" y="18544"/>
                </a:lnTo>
                <a:close/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788EB-08E4-4942-B7A4-5547D418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8302" y="872802"/>
            <a:ext cx="14284" cy="9668"/>
          </a:xfrm>
          <a:custGeom xmlns:a="http://schemas.openxmlformats.org/drawingml/2006/main">
            <a:pathLst>
              <a:path w="14284" h="9668">
                <a:moveTo>
                  <a:pt x="14284" y="9351"/>
                </a:moveTo>
                <a:cubicBezTo>
                  <a:pt x="11586" y="3011"/>
                  <a:pt x="6664" y="158"/>
                  <a:pt x="0" y="0"/>
                </a:cubicBezTo>
                <a:cubicBezTo>
                  <a:pt x="1587" y="3487"/>
                  <a:pt x="2857" y="7132"/>
                  <a:pt x="8251" y="6023"/>
                </a:cubicBezTo>
                <a:cubicBezTo>
                  <a:pt x="10156" y="5547"/>
                  <a:pt x="9362" y="8242"/>
                  <a:pt x="9681" y="9668"/>
                </a:cubicBezTo>
                <a:cubicBezTo>
                  <a:pt x="11110" y="9510"/>
                  <a:pt x="12697" y="9510"/>
                  <a:pt x="14284" y="935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2D3B4-325B-41CC-B581-898AAD9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8623" y="872801"/>
            <a:ext cx="12697" cy="9510"/>
          </a:xfrm>
          <a:custGeom xmlns:a="http://schemas.openxmlformats.org/drawingml/2006/main">
            <a:pathLst>
              <a:path w="12697" h="9510">
                <a:moveTo>
                  <a:pt x="0" y="0"/>
                </a:moveTo>
                <a:cubicBezTo>
                  <a:pt x="1109" y="4279"/>
                  <a:pt x="6348" y="5072"/>
                  <a:pt x="7618" y="9193"/>
                </a:cubicBezTo>
                <a:cubicBezTo>
                  <a:pt x="9362" y="9351"/>
                  <a:pt x="11110" y="9351"/>
                  <a:pt x="12697" y="9510"/>
                </a:cubicBezTo>
                <a:cubicBezTo>
                  <a:pt x="11743" y="1902"/>
                  <a:pt x="6188" y="475"/>
                  <a:pt x="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A2BC5-9BD3-4634-B2F7-769A873C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0519" y="857110"/>
            <a:ext cx="14284" cy="9510"/>
          </a:xfrm>
          <a:custGeom xmlns:a="http://schemas.openxmlformats.org/drawingml/2006/main">
            <a:pathLst>
              <a:path w="14284" h="9510">
                <a:moveTo>
                  <a:pt x="14284" y="9351"/>
                </a:moveTo>
                <a:cubicBezTo>
                  <a:pt x="10475" y="4755"/>
                  <a:pt x="6507" y="475"/>
                  <a:pt x="0" y="0"/>
                </a:cubicBezTo>
                <a:cubicBezTo>
                  <a:pt x="2857" y="4913"/>
                  <a:pt x="7301" y="7449"/>
                  <a:pt x="12219" y="9510"/>
                </a:cubicBezTo>
                <a:cubicBezTo>
                  <a:pt x="13013" y="9351"/>
                  <a:pt x="13649" y="9351"/>
                  <a:pt x="14284" y="935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3DDAC-5757-42BE-8108-085A8B74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4179" y="864875"/>
            <a:ext cx="13014" cy="9827"/>
          </a:xfrm>
          <a:custGeom xmlns:a="http://schemas.openxmlformats.org/drawingml/2006/main">
            <a:pathLst>
              <a:path w="13014" h="9827">
                <a:moveTo>
                  <a:pt x="635" y="0"/>
                </a:moveTo>
                <a:cubicBezTo>
                  <a:pt x="0" y="5864"/>
                  <a:pt x="7777" y="4755"/>
                  <a:pt x="8570" y="9510"/>
                </a:cubicBezTo>
                <a:cubicBezTo>
                  <a:pt x="9997" y="9668"/>
                  <a:pt x="11427" y="9668"/>
                  <a:pt x="13014" y="9827"/>
                </a:cubicBezTo>
                <a:cubicBezTo>
                  <a:pt x="10791" y="4121"/>
                  <a:pt x="5236" y="2536"/>
                  <a:pt x="635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57343-5B39-4722-8B1E-A0FF418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1949" y="881993"/>
            <a:ext cx="6664" cy="4279"/>
          </a:xfrm>
          <a:custGeom xmlns:a="http://schemas.openxmlformats.org/drawingml/2006/main">
            <a:pathLst>
              <a:path w="6664" h="4279">
                <a:moveTo>
                  <a:pt x="6664" y="951"/>
                </a:moveTo>
                <a:cubicBezTo>
                  <a:pt x="4444" y="317"/>
                  <a:pt x="2063" y="0"/>
                  <a:pt x="0" y="1426"/>
                </a:cubicBezTo>
                <a:cubicBezTo>
                  <a:pt x="2381" y="4279"/>
                  <a:pt x="4601" y="3804"/>
                  <a:pt x="6664" y="95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72390-33B7-4B2A-BE73-CC02E3F0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7035" y="860753"/>
            <a:ext cx="1746" cy="1109"/>
          </a:xfrm>
          <a:custGeom xmlns:a="http://schemas.openxmlformats.org/drawingml/2006/main">
            <a:pathLst>
              <a:path w="1746" h="1109">
                <a:moveTo>
                  <a:pt x="1746" y="1109"/>
                </a:moveTo>
                <a:cubicBezTo>
                  <a:pt x="1113" y="634"/>
                  <a:pt x="635" y="317"/>
                  <a:pt x="0" y="0"/>
                </a:cubicBezTo>
                <a:cubicBezTo>
                  <a:pt x="635" y="317"/>
                  <a:pt x="1270" y="634"/>
                  <a:pt x="1746" y="1109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A2C46-F550-418B-A2FD-684FD21B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2166" y="862180"/>
            <a:ext cx="66977" cy="34077"/>
          </a:xfrm>
          <a:custGeom xmlns:a="http://schemas.openxmlformats.org/drawingml/2006/main">
            <a:pathLst>
              <a:path w="66977" h="34077">
                <a:moveTo>
                  <a:pt x="42852" y="34077"/>
                </a:moveTo>
                <a:cubicBezTo>
                  <a:pt x="43963" y="34077"/>
                  <a:pt x="45233" y="33919"/>
                  <a:pt x="46344" y="33919"/>
                </a:cubicBezTo>
                <a:cubicBezTo>
                  <a:pt x="45550" y="31066"/>
                  <a:pt x="53010" y="31066"/>
                  <a:pt x="48725" y="27103"/>
                </a:cubicBezTo>
                <a:cubicBezTo>
                  <a:pt x="36345" y="22348"/>
                  <a:pt x="25235" y="15216"/>
                  <a:pt x="14919" y="6974"/>
                </a:cubicBezTo>
                <a:cubicBezTo>
                  <a:pt x="26822" y="12521"/>
                  <a:pt x="39045" y="17910"/>
                  <a:pt x="49361" y="26152"/>
                </a:cubicBezTo>
                <a:cubicBezTo>
                  <a:pt x="53962" y="27896"/>
                  <a:pt x="58247" y="30432"/>
                  <a:pt x="63485" y="30115"/>
                </a:cubicBezTo>
                <a:cubicBezTo>
                  <a:pt x="64596" y="29956"/>
                  <a:pt x="65866" y="29798"/>
                  <a:pt x="66977" y="29639"/>
                </a:cubicBezTo>
                <a:cubicBezTo>
                  <a:pt x="66819" y="26786"/>
                  <a:pt x="64120" y="26311"/>
                  <a:pt x="62374" y="24884"/>
                </a:cubicBezTo>
                <a:cubicBezTo>
                  <a:pt x="55232" y="19495"/>
                  <a:pt x="46187" y="16959"/>
                  <a:pt x="39678" y="10619"/>
                </a:cubicBezTo>
                <a:cubicBezTo>
                  <a:pt x="33647" y="7925"/>
                  <a:pt x="26348" y="7449"/>
                  <a:pt x="22537" y="951"/>
                </a:cubicBezTo>
                <a:cubicBezTo>
                  <a:pt x="14760" y="0"/>
                  <a:pt x="7459" y="3328"/>
                  <a:pt x="0" y="4121"/>
                </a:cubicBezTo>
                <a:cubicBezTo>
                  <a:pt x="6348" y="10778"/>
                  <a:pt x="15078" y="14265"/>
                  <a:pt x="22220" y="19654"/>
                </a:cubicBezTo>
                <a:cubicBezTo>
                  <a:pt x="29044" y="24567"/>
                  <a:pt x="37932" y="26628"/>
                  <a:pt x="42852" y="34077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2474E-47C6-4D08-9372-04CDC202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0422" y="872164"/>
            <a:ext cx="54121" cy="31541"/>
          </a:xfrm>
          <a:custGeom xmlns:a="http://schemas.openxmlformats.org/drawingml/2006/main">
            <a:pathLst>
              <a:path w="54121" h="31541">
                <a:moveTo>
                  <a:pt x="48725" y="26786"/>
                </a:moveTo>
                <a:cubicBezTo>
                  <a:pt x="50471" y="27896"/>
                  <a:pt x="52216" y="27420"/>
                  <a:pt x="54121" y="27103"/>
                </a:cubicBezTo>
                <a:cubicBezTo>
                  <a:pt x="53645" y="25677"/>
                  <a:pt x="53010" y="24250"/>
                  <a:pt x="52534" y="22824"/>
                </a:cubicBezTo>
                <a:cubicBezTo>
                  <a:pt x="45074" y="18861"/>
                  <a:pt x="36821" y="16008"/>
                  <a:pt x="31901" y="8559"/>
                </a:cubicBezTo>
                <a:cubicBezTo>
                  <a:pt x="26664" y="8559"/>
                  <a:pt x="23172" y="4913"/>
                  <a:pt x="19204" y="2219"/>
                </a:cubicBezTo>
                <a:cubicBezTo>
                  <a:pt x="17141" y="2377"/>
                  <a:pt x="15713" y="1109"/>
                  <a:pt x="14284" y="0"/>
                </a:cubicBezTo>
                <a:cubicBezTo>
                  <a:pt x="159" y="7291"/>
                  <a:pt x="0" y="12046"/>
                  <a:pt x="13173" y="20763"/>
                </a:cubicBezTo>
                <a:cubicBezTo>
                  <a:pt x="17776" y="23933"/>
                  <a:pt x="23966" y="24726"/>
                  <a:pt x="27299" y="29956"/>
                </a:cubicBezTo>
                <a:cubicBezTo>
                  <a:pt x="31108" y="31541"/>
                  <a:pt x="34599" y="28688"/>
                  <a:pt x="38250" y="28688"/>
                </a:cubicBezTo>
                <a:cubicBezTo>
                  <a:pt x="37932" y="25360"/>
                  <a:pt x="35393" y="23933"/>
                  <a:pt x="32853" y="22348"/>
                </a:cubicBezTo>
                <a:cubicBezTo>
                  <a:pt x="27299" y="18703"/>
                  <a:pt x="21902" y="15216"/>
                  <a:pt x="16665" y="11253"/>
                </a:cubicBezTo>
                <a:cubicBezTo>
                  <a:pt x="15078" y="10144"/>
                  <a:pt x="11269" y="9034"/>
                  <a:pt x="13808" y="6181"/>
                </a:cubicBezTo>
                <a:cubicBezTo>
                  <a:pt x="15554" y="4279"/>
                  <a:pt x="17141" y="7449"/>
                  <a:pt x="18728" y="8559"/>
                </a:cubicBezTo>
                <a:cubicBezTo>
                  <a:pt x="28568" y="15216"/>
                  <a:pt x="36663" y="24092"/>
                  <a:pt x="48725" y="26786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62521-0633-4CE9-99C6-E671939C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3112" y="862654"/>
            <a:ext cx="53962" cy="26469"/>
          </a:xfrm>
          <a:custGeom xmlns:a="http://schemas.openxmlformats.org/drawingml/2006/main">
            <a:pathLst>
              <a:path w="53962" h="26469">
                <a:moveTo>
                  <a:pt x="42692" y="26469"/>
                </a:moveTo>
                <a:cubicBezTo>
                  <a:pt x="46501" y="25677"/>
                  <a:pt x="50152" y="25043"/>
                  <a:pt x="53962" y="24250"/>
                </a:cubicBezTo>
                <a:cubicBezTo>
                  <a:pt x="51262" y="22190"/>
                  <a:pt x="48723" y="20129"/>
                  <a:pt x="46027" y="18069"/>
                </a:cubicBezTo>
                <a:cubicBezTo>
                  <a:pt x="40311" y="17118"/>
                  <a:pt x="34756" y="16008"/>
                  <a:pt x="31742" y="10144"/>
                </a:cubicBezTo>
                <a:cubicBezTo>
                  <a:pt x="31423" y="10302"/>
                  <a:pt x="31106" y="10461"/>
                  <a:pt x="30630" y="10461"/>
                </a:cubicBezTo>
                <a:cubicBezTo>
                  <a:pt x="23488" y="10619"/>
                  <a:pt x="19679" y="2536"/>
                  <a:pt x="12378" y="2853"/>
                </a:cubicBezTo>
                <a:cubicBezTo>
                  <a:pt x="8251" y="3011"/>
                  <a:pt x="3808" y="0"/>
                  <a:pt x="0" y="3804"/>
                </a:cubicBezTo>
                <a:cubicBezTo>
                  <a:pt x="5712" y="6974"/>
                  <a:pt x="11584" y="9827"/>
                  <a:pt x="17139" y="13314"/>
                </a:cubicBezTo>
                <a:cubicBezTo>
                  <a:pt x="24123" y="17752"/>
                  <a:pt x="32376" y="20288"/>
                  <a:pt x="38566" y="25994"/>
                </a:cubicBezTo>
                <a:cubicBezTo>
                  <a:pt x="39835" y="26152"/>
                  <a:pt x="41265" y="26311"/>
                  <a:pt x="42692" y="26469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809EB-4245-4230-AE36-92AF4CC7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2322" y="867725"/>
            <a:ext cx="47931" cy="31700"/>
          </a:xfrm>
          <a:custGeom xmlns:a="http://schemas.openxmlformats.org/drawingml/2006/main">
            <a:pathLst>
              <a:path w="47931" h="31700">
                <a:moveTo>
                  <a:pt x="39678" y="29798"/>
                </a:moveTo>
                <a:cubicBezTo>
                  <a:pt x="42536" y="30115"/>
                  <a:pt x="45711" y="31700"/>
                  <a:pt x="47931" y="28371"/>
                </a:cubicBezTo>
                <a:cubicBezTo>
                  <a:pt x="35871" y="19337"/>
                  <a:pt x="22697" y="12046"/>
                  <a:pt x="9523" y="4438"/>
                </a:cubicBezTo>
                <a:cubicBezTo>
                  <a:pt x="7459" y="3328"/>
                  <a:pt x="4922" y="3170"/>
                  <a:pt x="5079" y="0"/>
                </a:cubicBezTo>
                <a:cubicBezTo>
                  <a:pt x="3335" y="158"/>
                  <a:pt x="1428" y="0"/>
                  <a:pt x="0" y="1426"/>
                </a:cubicBezTo>
                <a:cubicBezTo>
                  <a:pt x="160" y="2694"/>
                  <a:pt x="160" y="3962"/>
                  <a:pt x="317" y="5230"/>
                </a:cubicBezTo>
                <a:cubicBezTo>
                  <a:pt x="4922" y="6181"/>
                  <a:pt x="7302" y="9668"/>
                  <a:pt x="9840" y="13155"/>
                </a:cubicBezTo>
                <a:cubicBezTo>
                  <a:pt x="17619" y="16642"/>
                  <a:pt x="25711" y="19495"/>
                  <a:pt x="30473" y="27420"/>
                </a:cubicBezTo>
                <a:cubicBezTo>
                  <a:pt x="33964" y="26786"/>
                  <a:pt x="36821" y="28688"/>
                  <a:pt x="39678" y="2979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77B0F-7715-4EC8-93C4-9BADBA34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0890" y="860116"/>
            <a:ext cx="56500" cy="30749"/>
          </a:xfrm>
          <a:custGeom xmlns:a="http://schemas.openxmlformats.org/drawingml/2006/main">
            <a:pathLst>
              <a:path w="56500" h="30749">
                <a:moveTo>
                  <a:pt x="50628" y="30749"/>
                </a:moveTo>
                <a:cubicBezTo>
                  <a:pt x="51739" y="30590"/>
                  <a:pt x="53008" y="30590"/>
                  <a:pt x="54119" y="30432"/>
                </a:cubicBezTo>
                <a:cubicBezTo>
                  <a:pt x="54913" y="30115"/>
                  <a:pt x="55706" y="29798"/>
                  <a:pt x="56500" y="29322"/>
                </a:cubicBezTo>
                <a:cubicBezTo>
                  <a:pt x="54756" y="26469"/>
                  <a:pt x="51421" y="25835"/>
                  <a:pt x="48882" y="24250"/>
                </a:cubicBezTo>
                <a:cubicBezTo>
                  <a:pt x="40153" y="18703"/>
                  <a:pt x="29995" y="16008"/>
                  <a:pt x="22377" y="8559"/>
                </a:cubicBezTo>
                <a:cubicBezTo>
                  <a:pt x="15078" y="6340"/>
                  <a:pt x="8729" y="0"/>
                  <a:pt x="0" y="2853"/>
                </a:cubicBezTo>
                <a:cubicBezTo>
                  <a:pt x="316" y="4913"/>
                  <a:pt x="1587" y="5547"/>
                  <a:pt x="3649" y="6023"/>
                </a:cubicBezTo>
                <a:cubicBezTo>
                  <a:pt x="6982" y="6974"/>
                  <a:pt x="10473" y="8242"/>
                  <a:pt x="11267" y="12363"/>
                </a:cubicBezTo>
                <a:cubicBezTo>
                  <a:pt x="24440" y="14582"/>
                  <a:pt x="34439" y="23141"/>
                  <a:pt x="45073" y="30115"/>
                </a:cubicBezTo>
                <a:cubicBezTo>
                  <a:pt x="46820" y="30590"/>
                  <a:pt x="48723" y="30749"/>
                  <a:pt x="50628" y="30749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86B2E-EC10-42E1-AE67-19ED5FA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4850" y="869943"/>
            <a:ext cx="44439" cy="16801"/>
          </a:xfrm>
          <a:custGeom xmlns:a="http://schemas.openxmlformats.org/drawingml/2006/main">
            <a:pathLst>
              <a:path w="44439" h="16801">
                <a:moveTo>
                  <a:pt x="31425" y="16801"/>
                </a:moveTo>
                <a:cubicBezTo>
                  <a:pt x="33645" y="16484"/>
                  <a:pt x="35869" y="16167"/>
                  <a:pt x="38091" y="15691"/>
                </a:cubicBezTo>
                <a:cubicBezTo>
                  <a:pt x="39519" y="14740"/>
                  <a:pt x="41265" y="14740"/>
                  <a:pt x="42852" y="15216"/>
                </a:cubicBezTo>
                <a:cubicBezTo>
                  <a:pt x="43328" y="14740"/>
                  <a:pt x="43962" y="14423"/>
                  <a:pt x="44439" y="13948"/>
                </a:cubicBezTo>
                <a:cubicBezTo>
                  <a:pt x="30155" y="7608"/>
                  <a:pt x="15236" y="3487"/>
                  <a:pt x="159" y="0"/>
                </a:cubicBezTo>
                <a:cubicBezTo>
                  <a:pt x="159" y="951"/>
                  <a:pt x="0" y="2060"/>
                  <a:pt x="0" y="3011"/>
                </a:cubicBezTo>
                <a:cubicBezTo>
                  <a:pt x="5238" y="4596"/>
                  <a:pt x="10632" y="6181"/>
                  <a:pt x="14284" y="10936"/>
                </a:cubicBezTo>
                <a:cubicBezTo>
                  <a:pt x="20315" y="10778"/>
                  <a:pt x="24759" y="15057"/>
                  <a:pt x="30155" y="16167"/>
                </a:cubicBezTo>
                <a:cubicBezTo>
                  <a:pt x="30631" y="16167"/>
                  <a:pt x="31108" y="16484"/>
                  <a:pt x="31425" y="16801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FD5CF-C6DD-49A0-9015-DA488E36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397" y="864078"/>
            <a:ext cx="47774" cy="32017"/>
          </a:xfrm>
          <a:custGeom xmlns:a="http://schemas.openxmlformats.org/drawingml/2006/main">
            <a:pathLst>
              <a:path w="47774" h="32017">
                <a:moveTo>
                  <a:pt x="160" y="3487"/>
                </a:moveTo>
                <a:cubicBezTo>
                  <a:pt x="0" y="6657"/>
                  <a:pt x="2700" y="6815"/>
                  <a:pt x="4604" y="7925"/>
                </a:cubicBezTo>
                <a:cubicBezTo>
                  <a:pt x="17619" y="15533"/>
                  <a:pt x="30792" y="22824"/>
                  <a:pt x="43013" y="31858"/>
                </a:cubicBezTo>
                <a:cubicBezTo>
                  <a:pt x="44600" y="31858"/>
                  <a:pt x="46187" y="32017"/>
                  <a:pt x="47774" y="32017"/>
                </a:cubicBezTo>
                <a:cubicBezTo>
                  <a:pt x="42852" y="24567"/>
                  <a:pt x="33806" y="22665"/>
                  <a:pt x="27141" y="17593"/>
                </a:cubicBezTo>
                <a:cubicBezTo>
                  <a:pt x="19999" y="12204"/>
                  <a:pt x="11270" y="8717"/>
                  <a:pt x="4922" y="2060"/>
                </a:cubicBezTo>
                <a:cubicBezTo>
                  <a:pt x="2541" y="0"/>
                  <a:pt x="954" y="475"/>
                  <a:pt x="160" y="3487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E1F5C-8E20-43AB-B392-380FA20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3107" y="866456"/>
            <a:ext cx="38567" cy="23141"/>
          </a:xfrm>
          <a:custGeom xmlns:a="http://schemas.openxmlformats.org/drawingml/2006/main">
            <a:pathLst>
              <a:path w="38567" h="23141">
                <a:moveTo>
                  <a:pt x="0" y="2377"/>
                </a:moveTo>
                <a:cubicBezTo>
                  <a:pt x="7618" y="9827"/>
                  <a:pt x="17774" y="12521"/>
                  <a:pt x="26503" y="18069"/>
                </a:cubicBezTo>
                <a:cubicBezTo>
                  <a:pt x="29044" y="19654"/>
                  <a:pt x="32376" y="20288"/>
                  <a:pt x="34123" y="23141"/>
                </a:cubicBezTo>
                <a:cubicBezTo>
                  <a:pt x="35550" y="22824"/>
                  <a:pt x="36980" y="22507"/>
                  <a:pt x="38567" y="22190"/>
                </a:cubicBezTo>
                <a:cubicBezTo>
                  <a:pt x="32376" y="16484"/>
                  <a:pt x="24283" y="13789"/>
                  <a:pt x="17141" y="9510"/>
                </a:cubicBezTo>
                <a:cubicBezTo>
                  <a:pt x="11586" y="6023"/>
                  <a:pt x="5714" y="3170"/>
                  <a:pt x="0" y="0"/>
                </a:cubicBezTo>
                <a:lnTo>
                  <a:pt x="0" y="2377"/>
                </a:lnTo>
                <a:close/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0F121-5D53-4301-8441-332C9A70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853" y="863127"/>
            <a:ext cx="17143" cy="9668"/>
          </a:xfrm>
          <a:custGeom xmlns:a="http://schemas.openxmlformats.org/drawingml/2006/main">
            <a:pathLst>
              <a:path w="17143" h="9668">
                <a:moveTo>
                  <a:pt x="17143" y="9668"/>
                </a:moveTo>
                <a:cubicBezTo>
                  <a:pt x="16349" y="5547"/>
                  <a:pt x="12857" y="4279"/>
                  <a:pt x="9523" y="3328"/>
                </a:cubicBezTo>
                <a:cubicBezTo>
                  <a:pt x="7459" y="2694"/>
                  <a:pt x="6191" y="2219"/>
                  <a:pt x="5872" y="158"/>
                </a:cubicBezTo>
                <a:cubicBezTo>
                  <a:pt x="3968" y="158"/>
                  <a:pt x="1905" y="158"/>
                  <a:pt x="0" y="0"/>
                </a:cubicBezTo>
                <a:cubicBezTo>
                  <a:pt x="3811" y="6498"/>
                  <a:pt x="11110" y="6974"/>
                  <a:pt x="17143" y="966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B4348-E8AF-4A31-88C4-EE434E3E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459" y="868990"/>
            <a:ext cx="3335" cy="5547"/>
          </a:xfrm>
          <a:custGeom xmlns:a="http://schemas.openxmlformats.org/drawingml/2006/main">
            <a:pathLst>
              <a:path w="3335" h="5547">
                <a:moveTo>
                  <a:pt x="3335" y="3804"/>
                </a:moveTo>
                <a:cubicBezTo>
                  <a:pt x="3174" y="2536"/>
                  <a:pt x="3174" y="1268"/>
                  <a:pt x="3017" y="0"/>
                </a:cubicBezTo>
                <a:cubicBezTo>
                  <a:pt x="2063" y="158"/>
                  <a:pt x="954" y="317"/>
                  <a:pt x="0" y="634"/>
                </a:cubicBezTo>
                <a:cubicBezTo>
                  <a:pt x="0" y="2219"/>
                  <a:pt x="0" y="3804"/>
                  <a:pt x="160" y="5547"/>
                </a:cubicBezTo>
                <a:cubicBezTo>
                  <a:pt x="1430" y="5230"/>
                  <a:pt x="2700" y="5072"/>
                  <a:pt x="3335" y="3804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E9B4E-4EE7-4145-9E2F-18790F2B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697" y="869466"/>
            <a:ext cx="4922" cy="5072"/>
          </a:xfrm>
          <a:custGeom xmlns:a="http://schemas.openxmlformats.org/drawingml/2006/main">
            <a:pathLst>
              <a:path w="4922" h="5072">
                <a:moveTo>
                  <a:pt x="4922" y="4913"/>
                </a:moveTo>
                <a:cubicBezTo>
                  <a:pt x="4922" y="3328"/>
                  <a:pt x="4922" y="1743"/>
                  <a:pt x="4761" y="0"/>
                </a:cubicBezTo>
                <a:cubicBezTo>
                  <a:pt x="3174" y="951"/>
                  <a:pt x="1587" y="1743"/>
                  <a:pt x="0" y="2694"/>
                </a:cubicBezTo>
                <a:cubicBezTo>
                  <a:pt x="1430" y="3804"/>
                  <a:pt x="2857" y="5072"/>
                  <a:pt x="4922" y="4913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E71CC-3BF1-4BCF-B465-2A523BB6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097" y="869782"/>
            <a:ext cx="1906" cy="3328"/>
          </a:xfrm>
          <a:custGeom xmlns:a="http://schemas.openxmlformats.org/drawingml/2006/main">
            <a:pathLst>
              <a:path w="1906" h="3328">
                <a:moveTo>
                  <a:pt x="1747" y="3011"/>
                </a:moveTo>
                <a:cubicBezTo>
                  <a:pt x="1747" y="2060"/>
                  <a:pt x="1906" y="951"/>
                  <a:pt x="1906" y="0"/>
                </a:cubicBezTo>
                <a:cubicBezTo>
                  <a:pt x="0" y="475"/>
                  <a:pt x="319" y="1902"/>
                  <a:pt x="636" y="3328"/>
                </a:cubicBezTo>
                <a:cubicBezTo>
                  <a:pt x="954" y="3328"/>
                  <a:pt x="1430" y="3328"/>
                  <a:pt x="1747" y="301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033EE-F0C5-4F30-AD39-87DB2E13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4844" y="897044"/>
            <a:ext cx="3968" cy="88760"/>
          </a:xfrm>
          <a:custGeom xmlns:a="http://schemas.openxmlformats.org/drawingml/2006/main">
            <a:pathLst>
              <a:path w="3968" h="88760">
                <a:moveTo>
                  <a:pt x="3809" y="37723"/>
                </a:moveTo>
                <a:cubicBezTo>
                  <a:pt x="3809" y="25201"/>
                  <a:pt x="3650" y="12521"/>
                  <a:pt x="3650" y="0"/>
                </a:cubicBezTo>
                <a:cubicBezTo>
                  <a:pt x="2381" y="158"/>
                  <a:pt x="1270" y="158"/>
                  <a:pt x="0" y="317"/>
                </a:cubicBezTo>
                <a:cubicBezTo>
                  <a:pt x="317" y="29798"/>
                  <a:pt x="476" y="59279"/>
                  <a:pt x="794" y="88760"/>
                </a:cubicBezTo>
                <a:cubicBezTo>
                  <a:pt x="1746" y="88601"/>
                  <a:pt x="2698" y="88443"/>
                  <a:pt x="3650" y="88284"/>
                </a:cubicBezTo>
                <a:cubicBezTo>
                  <a:pt x="3650" y="87809"/>
                  <a:pt x="3809" y="87333"/>
                  <a:pt x="3968" y="87016"/>
                </a:cubicBezTo>
                <a:cubicBezTo>
                  <a:pt x="3968" y="73702"/>
                  <a:pt x="3809" y="60388"/>
                  <a:pt x="3809" y="47233"/>
                </a:cubicBezTo>
                <a:cubicBezTo>
                  <a:pt x="3968" y="43904"/>
                  <a:pt x="3968" y="40734"/>
                  <a:pt x="3809" y="37723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40B7B-6631-44D2-9F6B-AF73C149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9289" y="898153"/>
            <a:ext cx="4603" cy="85907"/>
          </a:xfrm>
          <a:custGeom xmlns:a="http://schemas.openxmlformats.org/drawingml/2006/main">
            <a:pathLst>
              <a:path w="4603" h="85907">
                <a:moveTo>
                  <a:pt x="0" y="1585"/>
                </a:moveTo>
                <a:cubicBezTo>
                  <a:pt x="160" y="29639"/>
                  <a:pt x="160" y="57852"/>
                  <a:pt x="317" y="85907"/>
                </a:cubicBezTo>
                <a:cubicBezTo>
                  <a:pt x="1270" y="85748"/>
                  <a:pt x="2381" y="85590"/>
                  <a:pt x="3335" y="85431"/>
                </a:cubicBezTo>
                <a:cubicBezTo>
                  <a:pt x="3174" y="59596"/>
                  <a:pt x="3174" y="33760"/>
                  <a:pt x="3016" y="7925"/>
                </a:cubicBezTo>
                <a:cubicBezTo>
                  <a:pt x="3016" y="5389"/>
                  <a:pt x="2541" y="2536"/>
                  <a:pt x="4603" y="475"/>
                </a:cubicBezTo>
                <a:cubicBezTo>
                  <a:pt x="3016" y="158"/>
                  <a:pt x="1428" y="0"/>
                  <a:pt x="0" y="158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3CFF8-BC61-4DEE-BDD3-E40D2A00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1678" y="876755"/>
            <a:ext cx="37456" cy="25360"/>
          </a:xfrm>
          <a:custGeom xmlns:a="http://schemas.openxmlformats.org/drawingml/2006/main">
            <a:pathLst>
              <a:path w="37456" h="25360">
                <a:moveTo>
                  <a:pt x="37456" y="22190"/>
                </a:moveTo>
                <a:cubicBezTo>
                  <a:pt x="25553" y="19495"/>
                  <a:pt x="17300" y="10619"/>
                  <a:pt x="7459" y="4279"/>
                </a:cubicBezTo>
                <a:cubicBezTo>
                  <a:pt x="5872" y="3170"/>
                  <a:pt x="4285" y="0"/>
                  <a:pt x="2539" y="1902"/>
                </a:cubicBezTo>
                <a:cubicBezTo>
                  <a:pt x="0" y="4596"/>
                  <a:pt x="3809" y="5706"/>
                  <a:pt x="5396" y="6974"/>
                </a:cubicBezTo>
                <a:cubicBezTo>
                  <a:pt x="10792" y="10778"/>
                  <a:pt x="16189" y="14423"/>
                  <a:pt x="21585" y="18069"/>
                </a:cubicBezTo>
                <a:cubicBezTo>
                  <a:pt x="23966" y="19654"/>
                  <a:pt x="26664" y="20922"/>
                  <a:pt x="26981" y="24409"/>
                </a:cubicBezTo>
                <a:cubicBezTo>
                  <a:pt x="30473" y="23933"/>
                  <a:pt x="34441" y="25360"/>
                  <a:pt x="37456" y="2219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4BC72-F7E0-4E62-943B-1BD313CF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989" y="872949"/>
            <a:ext cx="33806" cy="19654"/>
          </a:xfrm>
          <a:custGeom xmlns:a="http://schemas.openxmlformats.org/drawingml/2006/main">
            <a:pathLst>
              <a:path w="33806" h="19654">
                <a:moveTo>
                  <a:pt x="33806" y="17752"/>
                </a:moveTo>
                <a:cubicBezTo>
                  <a:pt x="23172" y="10619"/>
                  <a:pt x="13173" y="2219"/>
                  <a:pt x="0" y="0"/>
                </a:cubicBezTo>
                <a:cubicBezTo>
                  <a:pt x="6507" y="6498"/>
                  <a:pt x="15554" y="8876"/>
                  <a:pt x="22696" y="14265"/>
                </a:cubicBezTo>
                <a:cubicBezTo>
                  <a:pt x="24442" y="15691"/>
                  <a:pt x="27140" y="16008"/>
                  <a:pt x="27297" y="19020"/>
                </a:cubicBezTo>
                <a:cubicBezTo>
                  <a:pt x="28090" y="19178"/>
                  <a:pt x="29044" y="19495"/>
                  <a:pt x="29838" y="19654"/>
                </a:cubicBezTo>
                <a:cubicBezTo>
                  <a:pt x="30949" y="19495"/>
                  <a:pt x="32219" y="19178"/>
                  <a:pt x="33330" y="19020"/>
                </a:cubicBezTo>
                <a:cubicBezTo>
                  <a:pt x="33488" y="18544"/>
                  <a:pt x="33645" y="18069"/>
                  <a:pt x="33806" y="1775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1BFE5-E544-4406-991F-F5C88C21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859" y="888324"/>
            <a:ext cx="17936" cy="7766"/>
          </a:xfrm>
          <a:custGeom xmlns:a="http://schemas.openxmlformats.org/drawingml/2006/main">
            <a:pathLst>
              <a:path w="17936" h="7766">
                <a:moveTo>
                  <a:pt x="3174" y="951"/>
                </a:moveTo>
                <a:cubicBezTo>
                  <a:pt x="7302" y="5072"/>
                  <a:pt x="0" y="4913"/>
                  <a:pt x="794" y="7766"/>
                </a:cubicBezTo>
                <a:cubicBezTo>
                  <a:pt x="6348" y="7132"/>
                  <a:pt x="11745" y="5706"/>
                  <a:pt x="17300" y="6498"/>
                </a:cubicBezTo>
                <a:cubicBezTo>
                  <a:pt x="17619" y="5706"/>
                  <a:pt x="17776" y="4755"/>
                  <a:pt x="17936" y="3962"/>
                </a:cubicBezTo>
                <a:cubicBezTo>
                  <a:pt x="12697" y="4279"/>
                  <a:pt x="8413" y="1743"/>
                  <a:pt x="3809" y="0"/>
                </a:cubicBezTo>
                <a:cubicBezTo>
                  <a:pt x="3652" y="317"/>
                  <a:pt x="3335" y="634"/>
                  <a:pt x="3174" y="95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27B9E-DEA2-4E25-8B92-A41891E6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9123" y="880557"/>
            <a:ext cx="15871" cy="6498"/>
          </a:xfrm>
          <a:custGeom xmlns:a="http://schemas.openxmlformats.org/drawingml/2006/main">
            <a:pathLst>
              <a:path w="15871" h="6498">
                <a:moveTo>
                  <a:pt x="15871" y="5547"/>
                </a:moveTo>
                <a:cubicBezTo>
                  <a:pt x="10316" y="4279"/>
                  <a:pt x="5871" y="0"/>
                  <a:pt x="0" y="317"/>
                </a:cubicBezTo>
                <a:cubicBezTo>
                  <a:pt x="2697" y="2377"/>
                  <a:pt x="5238" y="4438"/>
                  <a:pt x="7936" y="6498"/>
                </a:cubicBezTo>
                <a:cubicBezTo>
                  <a:pt x="10475" y="6498"/>
                  <a:pt x="13013" y="6498"/>
                  <a:pt x="15394" y="6340"/>
                </a:cubicBezTo>
                <a:cubicBezTo>
                  <a:pt x="15711" y="6023"/>
                  <a:pt x="15871" y="5864"/>
                  <a:pt x="15871" y="5547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56067-1FA8-4DC3-B5EC-56B5C59F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2940" y="894504"/>
            <a:ext cx="9045" cy="5072"/>
          </a:xfrm>
          <a:custGeom xmlns:a="http://schemas.openxmlformats.org/drawingml/2006/main">
            <a:pathLst>
              <a:path w="9045" h="5072">
                <a:moveTo>
                  <a:pt x="9045" y="3011"/>
                </a:moveTo>
                <a:cubicBezTo>
                  <a:pt x="6031" y="1902"/>
                  <a:pt x="3331" y="0"/>
                  <a:pt x="0" y="475"/>
                </a:cubicBezTo>
                <a:cubicBezTo>
                  <a:pt x="476" y="1902"/>
                  <a:pt x="951" y="3328"/>
                  <a:pt x="1587" y="4755"/>
                </a:cubicBezTo>
                <a:cubicBezTo>
                  <a:pt x="4284" y="4913"/>
                  <a:pt x="6982" y="5072"/>
                  <a:pt x="9045" y="301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DC628-0BAC-48F9-9A2B-37137412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2939" y="899893"/>
            <a:ext cx="7775" cy="4121"/>
          </a:xfrm>
          <a:custGeom xmlns:a="http://schemas.openxmlformats.org/drawingml/2006/main">
            <a:pathLst>
              <a:path w="7775" h="4121">
                <a:moveTo>
                  <a:pt x="6348" y="3645"/>
                </a:moveTo>
                <a:cubicBezTo>
                  <a:pt x="6825" y="3328"/>
                  <a:pt x="7301" y="3011"/>
                  <a:pt x="7775" y="2694"/>
                </a:cubicBezTo>
                <a:cubicBezTo>
                  <a:pt x="4761" y="1268"/>
                  <a:pt x="1903" y="0"/>
                  <a:pt x="0" y="4121"/>
                </a:cubicBezTo>
                <a:cubicBezTo>
                  <a:pt x="2063" y="3962"/>
                  <a:pt x="4127" y="3804"/>
                  <a:pt x="6348" y="3645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352D9-6B22-4A18-859E-7B9C55D3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4836" y="888639"/>
            <a:ext cx="10951" cy="2853"/>
          </a:xfrm>
          <a:custGeom xmlns:a="http://schemas.openxmlformats.org/drawingml/2006/main">
            <a:pathLst>
              <a:path w="10951" h="2853">
                <a:moveTo>
                  <a:pt x="6825" y="0"/>
                </a:moveTo>
                <a:cubicBezTo>
                  <a:pt x="5396" y="317"/>
                  <a:pt x="3968" y="634"/>
                  <a:pt x="2381" y="951"/>
                </a:cubicBezTo>
                <a:cubicBezTo>
                  <a:pt x="1587" y="1268"/>
                  <a:pt x="794" y="1585"/>
                  <a:pt x="0" y="2060"/>
                </a:cubicBezTo>
                <a:cubicBezTo>
                  <a:pt x="3809" y="2853"/>
                  <a:pt x="7301" y="1902"/>
                  <a:pt x="10951" y="634"/>
                </a:cubicBezTo>
                <a:cubicBezTo>
                  <a:pt x="9523" y="317"/>
                  <a:pt x="8094" y="158"/>
                  <a:pt x="6825" y="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1DCAE-A243-4DDF-91A8-24ED7CCE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221" y="898624"/>
            <a:ext cx="7142" cy="3011"/>
          </a:xfrm>
          <a:custGeom xmlns:a="http://schemas.openxmlformats.org/drawingml/2006/main">
            <a:pathLst>
              <a:path w="7142" h="3011">
                <a:moveTo>
                  <a:pt x="6348" y="3011"/>
                </a:moveTo>
                <a:cubicBezTo>
                  <a:pt x="6664" y="2536"/>
                  <a:pt x="6825" y="2060"/>
                  <a:pt x="7142" y="1426"/>
                </a:cubicBezTo>
                <a:cubicBezTo>
                  <a:pt x="4601" y="1268"/>
                  <a:pt x="1903" y="0"/>
                  <a:pt x="0" y="2853"/>
                </a:cubicBezTo>
                <a:cubicBezTo>
                  <a:pt x="2063" y="3011"/>
                  <a:pt x="4127" y="3011"/>
                  <a:pt x="6348" y="3011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CCD81-7047-42B2-910B-5F723978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925" y="884675"/>
            <a:ext cx="4761" cy="3011"/>
          </a:xfrm>
          <a:custGeom xmlns:a="http://schemas.openxmlformats.org/drawingml/2006/main">
            <a:pathLst>
              <a:path w="4761" h="3011">
                <a:moveTo>
                  <a:pt x="4761" y="475"/>
                </a:moveTo>
                <a:cubicBezTo>
                  <a:pt x="3174" y="0"/>
                  <a:pt x="1427" y="0"/>
                  <a:pt x="0" y="951"/>
                </a:cubicBezTo>
                <a:cubicBezTo>
                  <a:pt x="1903" y="3011"/>
                  <a:pt x="3490" y="2853"/>
                  <a:pt x="4761" y="475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C3EA2-99FB-460F-BFC4-C7134A7C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5152" y="891807"/>
            <a:ext cx="6823" cy="3011"/>
          </a:xfrm>
          <a:custGeom xmlns:a="http://schemas.openxmlformats.org/drawingml/2006/main">
            <a:pathLst>
              <a:path w="6823" h="3011">
                <a:moveTo>
                  <a:pt x="635" y="475"/>
                </a:moveTo>
                <a:cubicBezTo>
                  <a:pt x="475" y="1268"/>
                  <a:pt x="157" y="2219"/>
                  <a:pt x="0" y="3011"/>
                </a:cubicBezTo>
                <a:cubicBezTo>
                  <a:pt x="2222" y="2219"/>
                  <a:pt x="4603" y="1426"/>
                  <a:pt x="6823" y="634"/>
                </a:cubicBezTo>
                <a:cubicBezTo>
                  <a:pt x="6029" y="475"/>
                  <a:pt x="5079" y="158"/>
                  <a:pt x="4285" y="0"/>
                </a:cubicBezTo>
                <a:cubicBezTo>
                  <a:pt x="3016" y="158"/>
                  <a:pt x="1905" y="317"/>
                  <a:pt x="635" y="475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2CC0E-5DE3-4FCA-9AC2-8FF57C0A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467" y="890697"/>
            <a:ext cx="6031" cy="1743"/>
          </a:xfrm>
          <a:custGeom xmlns:a="http://schemas.openxmlformats.org/drawingml/2006/main">
            <a:pathLst>
              <a:path w="6031" h="1743">
                <a:moveTo>
                  <a:pt x="317" y="0"/>
                </a:moveTo>
                <a:cubicBezTo>
                  <a:pt x="157" y="317"/>
                  <a:pt x="0" y="792"/>
                  <a:pt x="0" y="1109"/>
                </a:cubicBezTo>
                <a:cubicBezTo>
                  <a:pt x="2063" y="1109"/>
                  <a:pt x="4285" y="1743"/>
                  <a:pt x="6031" y="158"/>
                </a:cubicBezTo>
                <a:cubicBezTo>
                  <a:pt x="4125" y="158"/>
                  <a:pt x="2222" y="0"/>
                  <a:pt x="317" y="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23FE6-1AD2-4EEF-A04E-A24F99D0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104" y="900048"/>
            <a:ext cx="2857" cy="1109"/>
          </a:xfrm>
          <a:custGeom xmlns:a="http://schemas.openxmlformats.org/drawingml/2006/main">
            <a:pathLst>
              <a:path w="2857" h="1109">
                <a:moveTo>
                  <a:pt x="0" y="0"/>
                </a:moveTo>
                <a:cubicBezTo>
                  <a:pt x="476" y="317"/>
                  <a:pt x="635" y="634"/>
                  <a:pt x="635" y="1109"/>
                </a:cubicBezTo>
                <a:cubicBezTo>
                  <a:pt x="1428" y="792"/>
                  <a:pt x="2222" y="317"/>
                  <a:pt x="2857" y="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05DA4-9830-450A-8D0A-5110CB1E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614" y="902743"/>
            <a:ext cx="951" cy="1268"/>
          </a:xfrm>
          <a:custGeom xmlns:a="http://schemas.openxmlformats.org/drawingml/2006/main">
            <a:pathLst>
              <a:path w="951" h="1268">
                <a:moveTo>
                  <a:pt x="635" y="0"/>
                </a:moveTo>
                <a:cubicBezTo>
                  <a:pt x="475" y="475"/>
                  <a:pt x="317" y="951"/>
                  <a:pt x="0" y="1268"/>
                </a:cubicBezTo>
                <a:cubicBezTo>
                  <a:pt x="317" y="951"/>
                  <a:pt x="635" y="792"/>
                  <a:pt x="951" y="475"/>
                </a:cubicBezTo>
                <a:cubicBezTo>
                  <a:pt x="794" y="475"/>
                  <a:pt x="635" y="158"/>
                  <a:pt x="635" y="0"/>
                </a:cubicBezTo>
                <a:cubicBezTo>
                  <a:pt x="475" y="0"/>
                  <a:pt x="635" y="0"/>
                  <a:pt x="635" y="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CBF56-66F1-442F-B456-AF13A369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506" y="886100"/>
            <a:ext cx="1747" cy="792"/>
          </a:xfrm>
          <a:custGeom xmlns:a="http://schemas.openxmlformats.org/drawingml/2006/main">
            <a:pathLst>
              <a:path w="1747" h="792">
                <a:moveTo>
                  <a:pt x="478" y="0"/>
                </a:moveTo>
                <a:cubicBezTo>
                  <a:pt x="478" y="317"/>
                  <a:pt x="317" y="634"/>
                  <a:pt x="0" y="792"/>
                </a:cubicBezTo>
                <a:cubicBezTo>
                  <a:pt x="636" y="792"/>
                  <a:pt x="1111" y="634"/>
                  <a:pt x="1747" y="634"/>
                </a:cubicBezTo>
                <a:cubicBezTo>
                  <a:pt x="1430" y="317"/>
                  <a:pt x="954" y="0"/>
                  <a:pt x="478" y="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1DBD6-840F-4900-B25F-FE406051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6874" y="874054"/>
            <a:ext cx="75864" cy="43429"/>
          </a:xfrm>
          <a:custGeom xmlns:a="http://schemas.openxmlformats.org/drawingml/2006/main">
            <a:pathLst>
              <a:path w="75864" h="43429">
                <a:moveTo>
                  <a:pt x="6348" y="951"/>
                </a:moveTo>
                <a:cubicBezTo>
                  <a:pt x="4285" y="1268"/>
                  <a:pt x="2063" y="1585"/>
                  <a:pt x="0" y="1743"/>
                </a:cubicBezTo>
                <a:cubicBezTo>
                  <a:pt x="1746" y="4438"/>
                  <a:pt x="4444" y="6181"/>
                  <a:pt x="6666" y="8242"/>
                </a:cubicBezTo>
                <a:cubicBezTo>
                  <a:pt x="12221" y="13314"/>
                  <a:pt x="19998" y="15691"/>
                  <a:pt x="24124" y="22507"/>
                </a:cubicBezTo>
                <a:cubicBezTo>
                  <a:pt x="28886" y="23775"/>
                  <a:pt x="32536" y="26152"/>
                  <a:pt x="35234" y="30432"/>
                </a:cubicBezTo>
                <a:cubicBezTo>
                  <a:pt x="43170" y="33602"/>
                  <a:pt x="43486" y="34077"/>
                  <a:pt x="39996" y="38198"/>
                </a:cubicBezTo>
                <a:cubicBezTo>
                  <a:pt x="39996" y="39942"/>
                  <a:pt x="39996" y="41685"/>
                  <a:pt x="40154" y="43429"/>
                </a:cubicBezTo>
                <a:cubicBezTo>
                  <a:pt x="47772" y="42636"/>
                  <a:pt x="55389" y="42002"/>
                  <a:pt x="62531" y="38991"/>
                </a:cubicBezTo>
                <a:cubicBezTo>
                  <a:pt x="65072" y="37881"/>
                  <a:pt x="68405" y="37406"/>
                  <a:pt x="68880" y="33760"/>
                </a:cubicBezTo>
                <a:cubicBezTo>
                  <a:pt x="67135" y="33602"/>
                  <a:pt x="65389" y="33443"/>
                  <a:pt x="63009" y="33285"/>
                </a:cubicBezTo>
                <a:cubicBezTo>
                  <a:pt x="65705" y="31224"/>
                  <a:pt x="67292" y="32175"/>
                  <a:pt x="68880" y="33760"/>
                </a:cubicBezTo>
                <a:cubicBezTo>
                  <a:pt x="75864" y="25994"/>
                  <a:pt x="67929" y="25994"/>
                  <a:pt x="63802" y="23933"/>
                </a:cubicBezTo>
                <a:cubicBezTo>
                  <a:pt x="63802" y="29164"/>
                  <a:pt x="62850" y="33285"/>
                  <a:pt x="56025" y="30432"/>
                </a:cubicBezTo>
                <a:cubicBezTo>
                  <a:pt x="40472" y="22665"/>
                  <a:pt x="27299" y="11570"/>
                  <a:pt x="14443" y="0"/>
                </a:cubicBezTo>
                <a:cubicBezTo>
                  <a:pt x="12221" y="158"/>
                  <a:pt x="9999" y="317"/>
                  <a:pt x="7618" y="634"/>
                </a:cubicBezTo>
                <a:cubicBezTo>
                  <a:pt x="7301" y="792"/>
                  <a:pt x="6825" y="792"/>
                  <a:pt x="6348" y="951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551F1-4B49-4B07-BA7B-7DA4E9C8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226" y="878649"/>
            <a:ext cx="56024" cy="41685"/>
          </a:xfrm>
          <a:custGeom xmlns:a="http://schemas.openxmlformats.org/drawingml/2006/main">
            <a:pathLst>
              <a:path w="56024" h="41685">
                <a:moveTo>
                  <a:pt x="13332" y="0"/>
                </a:moveTo>
                <a:cubicBezTo>
                  <a:pt x="8886" y="475"/>
                  <a:pt x="4442" y="1109"/>
                  <a:pt x="0" y="1585"/>
                </a:cubicBezTo>
                <a:cubicBezTo>
                  <a:pt x="2381" y="4438"/>
                  <a:pt x="4761" y="7132"/>
                  <a:pt x="6983" y="9985"/>
                </a:cubicBezTo>
                <a:cubicBezTo>
                  <a:pt x="11267" y="11095"/>
                  <a:pt x="14284" y="13314"/>
                  <a:pt x="14919" y="17910"/>
                </a:cubicBezTo>
                <a:cubicBezTo>
                  <a:pt x="24281" y="20922"/>
                  <a:pt x="30949" y="27262"/>
                  <a:pt x="36185" y="35345"/>
                </a:cubicBezTo>
                <a:cubicBezTo>
                  <a:pt x="42059" y="32809"/>
                  <a:pt x="42852" y="36930"/>
                  <a:pt x="43487" y="41051"/>
                </a:cubicBezTo>
                <a:cubicBezTo>
                  <a:pt x="47771" y="41685"/>
                  <a:pt x="51899" y="41685"/>
                  <a:pt x="56024" y="40576"/>
                </a:cubicBezTo>
                <a:lnTo>
                  <a:pt x="56024" y="36930"/>
                </a:lnTo>
                <a:cubicBezTo>
                  <a:pt x="50945" y="31700"/>
                  <a:pt x="45074" y="27420"/>
                  <a:pt x="39678" y="22507"/>
                </a:cubicBezTo>
                <a:cubicBezTo>
                  <a:pt x="31266" y="14899"/>
                  <a:pt x="19996" y="10144"/>
                  <a:pt x="13332" y="0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DD2B7-DC20-439F-843F-19220A9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1318" y="877380"/>
            <a:ext cx="55708" cy="41368"/>
          </a:xfrm>
          <a:custGeom xmlns:a="http://schemas.openxmlformats.org/drawingml/2006/main">
            <a:pathLst>
              <a:path w="55708" h="41368">
                <a:moveTo>
                  <a:pt x="55708" y="40259"/>
                </a:moveTo>
                <a:cubicBezTo>
                  <a:pt x="55708" y="38515"/>
                  <a:pt x="55708" y="36772"/>
                  <a:pt x="55549" y="35028"/>
                </a:cubicBezTo>
                <a:cubicBezTo>
                  <a:pt x="53645" y="32492"/>
                  <a:pt x="50947" y="30590"/>
                  <a:pt x="50788" y="27262"/>
                </a:cubicBezTo>
                <a:cubicBezTo>
                  <a:pt x="45550" y="26786"/>
                  <a:pt x="41106" y="25201"/>
                  <a:pt x="39678" y="19337"/>
                </a:cubicBezTo>
                <a:cubicBezTo>
                  <a:pt x="28568" y="15374"/>
                  <a:pt x="20315" y="7132"/>
                  <a:pt x="11269" y="0"/>
                </a:cubicBezTo>
                <a:cubicBezTo>
                  <a:pt x="7459" y="475"/>
                  <a:pt x="3809" y="951"/>
                  <a:pt x="0" y="1585"/>
                </a:cubicBezTo>
                <a:cubicBezTo>
                  <a:pt x="1111" y="5230"/>
                  <a:pt x="4761" y="6340"/>
                  <a:pt x="7301" y="8242"/>
                </a:cubicBezTo>
                <a:cubicBezTo>
                  <a:pt x="19522" y="17435"/>
                  <a:pt x="30155" y="28688"/>
                  <a:pt x="44439" y="35187"/>
                </a:cubicBezTo>
                <a:cubicBezTo>
                  <a:pt x="49518" y="34077"/>
                  <a:pt x="48407" y="39466"/>
                  <a:pt x="50788" y="41051"/>
                </a:cubicBezTo>
                <a:cubicBezTo>
                  <a:pt x="52375" y="41210"/>
                  <a:pt x="54121" y="41368"/>
                  <a:pt x="55708" y="40259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15DA4-0C6B-4ABE-AD4C-8E06402C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7828" y="880708"/>
            <a:ext cx="50947" cy="39942"/>
          </a:xfrm>
          <a:custGeom xmlns:a="http://schemas.openxmlformats.org/drawingml/2006/main">
            <a:pathLst>
              <a:path w="50947" h="39942">
                <a:moveTo>
                  <a:pt x="11427" y="158"/>
                </a:moveTo>
                <a:cubicBezTo>
                  <a:pt x="7459" y="0"/>
                  <a:pt x="3650" y="317"/>
                  <a:pt x="0" y="1743"/>
                </a:cubicBezTo>
                <a:cubicBezTo>
                  <a:pt x="1746" y="4438"/>
                  <a:pt x="4444" y="6023"/>
                  <a:pt x="6666" y="8242"/>
                </a:cubicBezTo>
                <a:cubicBezTo>
                  <a:pt x="11745" y="13631"/>
                  <a:pt x="19839" y="16008"/>
                  <a:pt x="22378" y="23775"/>
                </a:cubicBezTo>
                <a:cubicBezTo>
                  <a:pt x="26822" y="23458"/>
                  <a:pt x="29203" y="25677"/>
                  <a:pt x="30314" y="29639"/>
                </a:cubicBezTo>
                <a:cubicBezTo>
                  <a:pt x="33488" y="30907"/>
                  <a:pt x="36504" y="31858"/>
                  <a:pt x="38567" y="35187"/>
                </a:cubicBezTo>
                <a:cubicBezTo>
                  <a:pt x="41424" y="39942"/>
                  <a:pt x="46661" y="37723"/>
                  <a:pt x="50788" y="38515"/>
                </a:cubicBezTo>
                <a:cubicBezTo>
                  <a:pt x="50788" y="37564"/>
                  <a:pt x="50788" y="36613"/>
                  <a:pt x="50947" y="35504"/>
                </a:cubicBezTo>
                <a:cubicBezTo>
                  <a:pt x="44122" y="29005"/>
                  <a:pt x="37139" y="22348"/>
                  <a:pt x="30314" y="15850"/>
                </a:cubicBezTo>
                <a:cubicBezTo>
                  <a:pt x="26188" y="14740"/>
                  <a:pt x="23013" y="12521"/>
                  <a:pt x="22378" y="7925"/>
                </a:cubicBezTo>
                <a:cubicBezTo>
                  <a:pt x="16665" y="8242"/>
                  <a:pt x="14284" y="3962"/>
                  <a:pt x="11427" y="15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DA4D5-BD39-44D8-A98E-53E4F355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4645" y="872149"/>
            <a:ext cx="46027" cy="35187"/>
          </a:xfrm>
          <a:custGeom xmlns:a="http://schemas.openxmlformats.org/drawingml/2006/main">
            <a:pathLst>
              <a:path w="46027" h="35187">
                <a:moveTo>
                  <a:pt x="38250" y="32334"/>
                </a:moveTo>
                <a:cubicBezTo>
                  <a:pt x="45074" y="35187"/>
                  <a:pt x="46027" y="31066"/>
                  <a:pt x="46027" y="25835"/>
                </a:cubicBezTo>
                <a:cubicBezTo>
                  <a:pt x="45550" y="25360"/>
                  <a:pt x="44916" y="24884"/>
                  <a:pt x="44439" y="24409"/>
                </a:cubicBezTo>
                <a:cubicBezTo>
                  <a:pt x="37615" y="19495"/>
                  <a:pt x="30790" y="14899"/>
                  <a:pt x="24124" y="9827"/>
                </a:cubicBezTo>
                <a:cubicBezTo>
                  <a:pt x="21267" y="7608"/>
                  <a:pt x="16189" y="7449"/>
                  <a:pt x="15871" y="2377"/>
                </a:cubicBezTo>
                <a:cubicBezTo>
                  <a:pt x="13649" y="2694"/>
                  <a:pt x="11903" y="2219"/>
                  <a:pt x="10951" y="0"/>
                </a:cubicBezTo>
                <a:cubicBezTo>
                  <a:pt x="7301" y="475"/>
                  <a:pt x="3650" y="951"/>
                  <a:pt x="0" y="1426"/>
                </a:cubicBezTo>
                <a:cubicBezTo>
                  <a:pt x="7777" y="7449"/>
                  <a:pt x="15713" y="13314"/>
                  <a:pt x="23172" y="19812"/>
                </a:cubicBezTo>
                <a:cubicBezTo>
                  <a:pt x="28251" y="23775"/>
                  <a:pt x="35393" y="25677"/>
                  <a:pt x="38250" y="32334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AA2FA-9EDF-4C45-9487-D7340C29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1481" y="884828"/>
            <a:ext cx="44755" cy="25360"/>
          </a:xfrm>
          <a:custGeom xmlns:a="http://schemas.openxmlformats.org/drawingml/2006/main">
            <a:pathLst>
              <a:path w="44755" h="25360">
                <a:moveTo>
                  <a:pt x="20315" y="0"/>
                </a:moveTo>
                <a:cubicBezTo>
                  <a:pt x="14125" y="475"/>
                  <a:pt x="7777" y="951"/>
                  <a:pt x="1587" y="1426"/>
                </a:cubicBezTo>
                <a:cubicBezTo>
                  <a:pt x="1109" y="1743"/>
                  <a:pt x="635" y="2060"/>
                  <a:pt x="0" y="2377"/>
                </a:cubicBezTo>
                <a:cubicBezTo>
                  <a:pt x="12219" y="11095"/>
                  <a:pt x="25394" y="17752"/>
                  <a:pt x="39200" y="23458"/>
                </a:cubicBezTo>
                <a:cubicBezTo>
                  <a:pt x="41106" y="24250"/>
                  <a:pt x="43168" y="25360"/>
                  <a:pt x="44755" y="22982"/>
                </a:cubicBezTo>
                <a:cubicBezTo>
                  <a:pt x="41265" y="18861"/>
                  <a:pt x="35869" y="16801"/>
                  <a:pt x="33330" y="11729"/>
                </a:cubicBezTo>
                <a:cubicBezTo>
                  <a:pt x="32852" y="11253"/>
                  <a:pt x="32219" y="10619"/>
                  <a:pt x="31742" y="10144"/>
                </a:cubicBezTo>
                <a:cubicBezTo>
                  <a:pt x="28090" y="9668"/>
                  <a:pt x="25870" y="7608"/>
                  <a:pt x="25394" y="3804"/>
                </a:cubicBezTo>
                <a:cubicBezTo>
                  <a:pt x="22378" y="4121"/>
                  <a:pt x="21267" y="2219"/>
                  <a:pt x="20315" y="0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1519F-7206-4E05-B1E0-293150D5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874" y="883559"/>
            <a:ext cx="42694" cy="34077"/>
          </a:xfrm>
          <a:custGeom xmlns:a="http://schemas.openxmlformats.org/drawingml/2006/main">
            <a:pathLst>
              <a:path w="42694" h="34077">
                <a:moveTo>
                  <a:pt x="6507" y="0"/>
                </a:moveTo>
                <a:cubicBezTo>
                  <a:pt x="4285" y="158"/>
                  <a:pt x="2063" y="317"/>
                  <a:pt x="0" y="634"/>
                </a:cubicBezTo>
                <a:cubicBezTo>
                  <a:pt x="0" y="2060"/>
                  <a:pt x="0" y="3645"/>
                  <a:pt x="159" y="5072"/>
                </a:cubicBezTo>
                <a:cubicBezTo>
                  <a:pt x="3809" y="5547"/>
                  <a:pt x="6190" y="7449"/>
                  <a:pt x="6507" y="11412"/>
                </a:cubicBezTo>
                <a:cubicBezTo>
                  <a:pt x="7618" y="11412"/>
                  <a:pt x="8094" y="11887"/>
                  <a:pt x="8094" y="12997"/>
                </a:cubicBezTo>
                <a:cubicBezTo>
                  <a:pt x="14602" y="12838"/>
                  <a:pt x="16982" y="18386"/>
                  <a:pt x="20791" y="22190"/>
                </a:cubicBezTo>
                <a:cubicBezTo>
                  <a:pt x="27775" y="23933"/>
                  <a:pt x="30790" y="32809"/>
                  <a:pt x="38885" y="32651"/>
                </a:cubicBezTo>
                <a:cubicBezTo>
                  <a:pt x="40313" y="32651"/>
                  <a:pt x="42059" y="34077"/>
                  <a:pt x="42535" y="31700"/>
                </a:cubicBezTo>
                <a:cubicBezTo>
                  <a:pt x="42694" y="30907"/>
                  <a:pt x="41424" y="29956"/>
                  <a:pt x="40948" y="29164"/>
                </a:cubicBezTo>
                <a:cubicBezTo>
                  <a:pt x="38567" y="26469"/>
                  <a:pt x="35075" y="24567"/>
                  <a:pt x="33488" y="21080"/>
                </a:cubicBezTo>
                <a:cubicBezTo>
                  <a:pt x="23013" y="15691"/>
                  <a:pt x="15713" y="6657"/>
                  <a:pt x="6507" y="0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E1EAE-DABC-46D6-93A5-D3A391BA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392" y="877219"/>
            <a:ext cx="51105" cy="43112"/>
          </a:xfrm>
          <a:custGeom xmlns:a="http://schemas.openxmlformats.org/drawingml/2006/main">
            <a:pathLst>
              <a:path w="51105" h="43112">
                <a:moveTo>
                  <a:pt x="49201" y="35345"/>
                </a:moveTo>
                <a:cubicBezTo>
                  <a:pt x="35077" y="28847"/>
                  <a:pt x="24442" y="17435"/>
                  <a:pt x="12064" y="8400"/>
                </a:cubicBezTo>
                <a:cubicBezTo>
                  <a:pt x="9523" y="6498"/>
                  <a:pt x="5872" y="5389"/>
                  <a:pt x="4761" y="1743"/>
                </a:cubicBezTo>
                <a:cubicBezTo>
                  <a:pt x="3174" y="0"/>
                  <a:pt x="1587" y="634"/>
                  <a:pt x="0" y="1585"/>
                </a:cubicBezTo>
                <a:cubicBezTo>
                  <a:pt x="6666" y="11570"/>
                  <a:pt x="17934" y="16484"/>
                  <a:pt x="26664" y="24250"/>
                </a:cubicBezTo>
                <a:cubicBezTo>
                  <a:pt x="32060" y="29005"/>
                  <a:pt x="37932" y="33285"/>
                  <a:pt x="43013" y="38674"/>
                </a:cubicBezTo>
                <a:cubicBezTo>
                  <a:pt x="45393" y="38991"/>
                  <a:pt x="47455" y="39625"/>
                  <a:pt x="47296" y="42636"/>
                </a:cubicBezTo>
                <a:cubicBezTo>
                  <a:pt x="48725" y="43112"/>
                  <a:pt x="49994" y="43112"/>
                  <a:pt x="50948" y="41844"/>
                </a:cubicBezTo>
                <a:cubicBezTo>
                  <a:pt x="51105" y="39308"/>
                  <a:pt x="50312" y="37247"/>
                  <a:pt x="49201" y="3534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BF06F-78CA-45C9-8D61-40F53B0A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513" y="874366"/>
            <a:ext cx="28568" cy="22031"/>
          </a:xfrm>
          <a:custGeom xmlns:a="http://schemas.openxmlformats.org/drawingml/2006/main">
            <a:pathLst>
              <a:path w="28568" h="22031">
                <a:moveTo>
                  <a:pt x="0" y="0"/>
                </a:moveTo>
                <a:cubicBezTo>
                  <a:pt x="316" y="5072"/>
                  <a:pt x="5238" y="5230"/>
                  <a:pt x="8251" y="7449"/>
                </a:cubicBezTo>
                <a:cubicBezTo>
                  <a:pt x="14917" y="12521"/>
                  <a:pt x="21742" y="17276"/>
                  <a:pt x="28568" y="22031"/>
                </a:cubicBezTo>
                <a:lnTo>
                  <a:pt x="28568" y="19654"/>
                </a:lnTo>
                <a:cubicBezTo>
                  <a:pt x="20155" y="11729"/>
                  <a:pt x="10792" y="4913"/>
                  <a:pt x="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40CE2-072C-41AC-BC0E-FDAEF0EE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8609" y="911612"/>
            <a:ext cx="8096" cy="9351"/>
          </a:xfrm>
          <a:custGeom xmlns:a="http://schemas.openxmlformats.org/drawingml/2006/main">
            <a:pathLst>
              <a:path w="8096" h="9351">
                <a:moveTo>
                  <a:pt x="160" y="4755"/>
                </a:moveTo>
                <a:cubicBezTo>
                  <a:pt x="160" y="5706"/>
                  <a:pt x="160" y="6657"/>
                  <a:pt x="0" y="7766"/>
                </a:cubicBezTo>
                <a:cubicBezTo>
                  <a:pt x="2541" y="9351"/>
                  <a:pt x="5398" y="8559"/>
                  <a:pt x="8096" y="8242"/>
                </a:cubicBezTo>
                <a:cubicBezTo>
                  <a:pt x="7461" y="4121"/>
                  <a:pt x="6668" y="0"/>
                  <a:pt x="794" y="2536"/>
                </a:cubicBezTo>
                <a:cubicBezTo>
                  <a:pt x="636" y="3170"/>
                  <a:pt x="319" y="3962"/>
                  <a:pt x="160" y="4755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B573C-8B97-443D-8497-AF36E00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806" y="896555"/>
            <a:ext cx="12697" cy="11253"/>
          </a:xfrm>
          <a:custGeom xmlns:a="http://schemas.openxmlformats.org/drawingml/2006/main">
            <a:pathLst>
              <a:path w="12697" h="11253">
                <a:moveTo>
                  <a:pt x="12697" y="9193"/>
                </a:moveTo>
                <a:cubicBezTo>
                  <a:pt x="9045" y="5389"/>
                  <a:pt x="6507" y="0"/>
                  <a:pt x="0" y="0"/>
                </a:cubicBezTo>
                <a:cubicBezTo>
                  <a:pt x="2539" y="5072"/>
                  <a:pt x="7936" y="7132"/>
                  <a:pt x="11426" y="11253"/>
                </a:cubicBezTo>
                <a:cubicBezTo>
                  <a:pt x="11903" y="10619"/>
                  <a:pt x="12219" y="9827"/>
                  <a:pt x="12697" y="9193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1733E-F4B1-4BFE-9E8B-1E27EA76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0199" y="904163"/>
            <a:ext cx="7936" cy="8400"/>
          </a:xfrm>
          <a:custGeom xmlns:a="http://schemas.openxmlformats.org/drawingml/2006/main">
            <a:pathLst>
              <a:path w="7936" h="8400">
                <a:moveTo>
                  <a:pt x="0" y="317"/>
                </a:moveTo>
                <a:cubicBezTo>
                  <a:pt x="1587" y="3804"/>
                  <a:pt x="4920" y="5706"/>
                  <a:pt x="7458" y="8400"/>
                </a:cubicBezTo>
                <a:cubicBezTo>
                  <a:pt x="7618" y="7608"/>
                  <a:pt x="7775" y="6974"/>
                  <a:pt x="7936" y="6181"/>
                </a:cubicBezTo>
                <a:cubicBezTo>
                  <a:pt x="6825" y="2219"/>
                  <a:pt x="4444" y="0"/>
                  <a:pt x="0" y="317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2A89C-2164-4D56-A8C8-67B12D88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5588" y="911295"/>
            <a:ext cx="6348" cy="7608"/>
          </a:xfrm>
          <a:custGeom xmlns:a="http://schemas.openxmlformats.org/drawingml/2006/main">
            <a:pathLst>
              <a:path w="6348" h="7608">
                <a:moveTo>
                  <a:pt x="0" y="1268"/>
                </a:moveTo>
                <a:cubicBezTo>
                  <a:pt x="1111" y="3170"/>
                  <a:pt x="1747" y="5230"/>
                  <a:pt x="1747" y="7608"/>
                </a:cubicBezTo>
                <a:cubicBezTo>
                  <a:pt x="3335" y="7449"/>
                  <a:pt x="4922" y="7291"/>
                  <a:pt x="6348" y="7132"/>
                </a:cubicBezTo>
                <a:cubicBezTo>
                  <a:pt x="3968" y="5547"/>
                  <a:pt x="5079" y="0"/>
                  <a:pt x="0" y="1268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D034F-A3A0-4C95-9255-56BE4C24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9399" y="915732"/>
            <a:ext cx="4444" cy="3962"/>
          </a:xfrm>
          <a:custGeom xmlns:a="http://schemas.openxmlformats.org/drawingml/2006/main">
            <a:pathLst>
              <a:path w="4444" h="3962">
                <a:moveTo>
                  <a:pt x="4284" y="3962"/>
                </a:moveTo>
                <a:cubicBezTo>
                  <a:pt x="4444" y="792"/>
                  <a:pt x="2381" y="158"/>
                  <a:pt x="0" y="0"/>
                </a:cubicBezTo>
                <a:lnTo>
                  <a:pt x="0" y="3645"/>
                </a:lnTo>
                <a:cubicBezTo>
                  <a:pt x="1427" y="3645"/>
                  <a:pt x="2857" y="3804"/>
                  <a:pt x="4284" y="3962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0613A-CEE3-400A-9596-AA3C086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898" y="819839"/>
            <a:ext cx="33964" cy="21239"/>
          </a:xfrm>
          <a:custGeom xmlns:a="http://schemas.openxmlformats.org/drawingml/2006/main">
            <a:pathLst>
              <a:path w="33964" h="21239">
                <a:moveTo>
                  <a:pt x="33964" y="21239"/>
                </a:moveTo>
                <a:cubicBezTo>
                  <a:pt x="28410" y="14423"/>
                  <a:pt x="19520" y="12680"/>
                  <a:pt x="12697" y="7608"/>
                </a:cubicBezTo>
                <a:cubicBezTo>
                  <a:pt x="10634" y="6023"/>
                  <a:pt x="7936" y="5547"/>
                  <a:pt x="8570" y="2219"/>
                </a:cubicBezTo>
                <a:cubicBezTo>
                  <a:pt x="5872" y="0"/>
                  <a:pt x="3174" y="1902"/>
                  <a:pt x="475" y="2377"/>
                </a:cubicBezTo>
                <a:cubicBezTo>
                  <a:pt x="0" y="6498"/>
                  <a:pt x="3968" y="6657"/>
                  <a:pt x="6029" y="7608"/>
                </a:cubicBezTo>
                <a:cubicBezTo>
                  <a:pt x="15395" y="12046"/>
                  <a:pt x="23170" y="19971"/>
                  <a:pt x="33964" y="21239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2C857-7142-4DA5-9F83-65A080C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5261" y="823800"/>
            <a:ext cx="5555" cy="4121"/>
          </a:xfrm>
          <a:custGeom xmlns:a="http://schemas.openxmlformats.org/drawingml/2006/main">
            <a:pathLst>
              <a:path w="5555" h="4121">
                <a:moveTo>
                  <a:pt x="0" y="158"/>
                </a:moveTo>
                <a:cubicBezTo>
                  <a:pt x="159" y="2060"/>
                  <a:pt x="952" y="3804"/>
                  <a:pt x="3014" y="3962"/>
                </a:cubicBezTo>
                <a:cubicBezTo>
                  <a:pt x="5555" y="4121"/>
                  <a:pt x="4920" y="1585"/>
                  <a:pt x="5238" y="0"/>
                </a:cubicBezTo>
                <a:cubicBezTo>
                  <a:pt x="3492" y="0"/>
                  <a:pt x="1746" y="158"/>
                  <a:pt x="0" y="15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D53A0-A37B-4CF9-8D95-4C05DA57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8596" y="821265"/>
            <a:ext cx="1587" cy="792"/>
          </a:xfrm>
          <a:custGeom xmlns:a="http://schemas.openxmlformats.org/drawingml/2006/main">
            <a:pathLst>
              <a:path w="1587" h="792">
                <a:moveTo>
                  <a:pt x="0" y="792"/>
                </a:moveTo>
                <a:lnTo>
                  <a:pt x="1587" y="792"/>
                </a:lnTo>
                <a:cubicBezTo>
                  <a:pt x="952" y="0"/>
                  <a:pt x="476" y="0"/>
                  <a:pt x="0" y="79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F9E1D-70E6-4AEA-BFF3-6BD7F40B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4473" y="833152"/>
            <a:ext cx="1905" cy="35979"/>
          </a:xfrm>
          <a:custGeom xmlns:a="http://schemas.openxmlformats.org/drawingml/2006/main">
            <a:pathLst>
              <a:path w="1905" h="35979">
                <a:moveTo>
                  <a:pt x="476" y="35662"/>
                </a:moveTo>
                <a:cubicBezTo>
                  <a:pt x="954" y="35821"/>
                  <a:pt x="1430" y="35821"/>
                  <a:pt x="1905" y="35979"/>
                </a:cubicBezTo>
                <a:cubicBezTo>
                  <a:pt x="1747" y="24092"/>
                  <a:pt x="1587" y="12046"/>
                  <a:pt x="1430" y="158"/>
                </a:cubicBezTo>
                <a:cubicBezTo>
                  <a:pt x="954" y="158"/>
                  <a:pt x="476" y="158"/>
                  <a:pt x="0" y="0"/>
                </a:cubicBezTo>
                <a:cubicBezTo>
                  <a:pt x="160" y="11887"/>
                  <a:pt x="317" y="23775"/>
                  <a:pt x="476" y="35662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D85B2-AA3B-44B7-8142-41E8088F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4005" y="840918"/>
            <a:ext cx="5872" cy="38198"/>
          </a:xfrm>
          <a:custGeom xmlns:a="http://schemas.openxmlformats.org/drawingml/2006/main">
            <a:pathLst>
              <a:path w="5872" h="38198">
                <a:moveTo>
                  <a:pt x="0" y="38040"/>
                </a:moveTo>
                <a:cubicBezTo>
                  <a:pt x="1587" y="38040"/>
                  <a:pt x="3174" y="38198"/>
                  <a:pt x="4446" y="36772"/>
                </a:cubicBezTo>
                <a:cubicBezTo>
                  <a:pt x="3809" y="24567"/>
                  <a:pt x="5872" y="12204"/>
                  <a:pt x="2858" y="158"/>
                </a:cubicBezTo>
                <a:cubicBezTo>
                  <a:pt x="2381" y="0"/>
                  <a:pt x="2065" y="0"/>
                  <a:pt x="1587" y="0"/>
                </a:cubicBezTo>
                <a:cubicBezTo>
                  <a:pt x="1428" y="9668"/>
                  <a:pt x="1428" y="19337"/>
                  <a:pt x="1271" y="29005"/>
                </a:cubicBezTo>
                <a:cubicBezTo>
                  <a:pt x="1111" y="32017"/>
                  <a:pt x="1587" y="35187"/>
                  <a:pt x="0" y="3804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5E9C3-D3E0-41BA-8D0B-9128E2C8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5115" y="807791"/>
            <a:ext cx="2381" cy="33285"/>
          </a:xfrm>
          <a:custGeom xmlns:a="http://schemas.openxmlformats.org/drawingml/2006/main">
            <a:pathLst>
              <a:path w="2381" h="33285">
                <a:moveTo>
                  <a:pt x="476" y="33126"/>
                </a:moveTo>
                <a:cubicBezTo>
                  <a:pt x="954" y="33126"/>
                  <a:pt x="1430" y="33126"/>
                  <a:pt x="1747" y="33285"/>
                </a:cubicBezTo>
                <a:cubicBezTo>
                  <a:pt x="1905" y="22824"/>
                  <a:pt x="2063" y="12363"/>
                  <a:pt x="2381" y="1743"/>
                </a:cubicBezTo>
                <a:cubicBezTo>
                  <a:pt x="160" y="0"/>
                  <a:pt x="476" y="2060"/>
                  <a:pt x="0" y="3170"/>
                </a:cubicBezTo>
                <a:cubicBezTo>
                  <a:pt x="160" y="13155"/>
                  <a:pt x="317" y="23141"/>
                  <a:pt x="476" y="33126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369A9-F5D6-466C-A04A-B217E058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3380" y="985151"/>
            <a:ext cx="7777" cy="13631"/>
          </a:xfrm>
          <a:custGeom xmlns:a="http://schemas.openxmlformats.org/drawingml/2006/main">
            <a:pathLst>
              <a:path w="7777" h="13631">
                <a:moveTo>
                  <a:pt x="5238" y="0"/>
                </a:moveTo>
                <a:cubicBezTo>
                  <a:pt x="4285" y="158"/>
                  <a:pt x="3333" y="317"/>
                  <a:pt x="2381" y="475"/>
                </a:cubicBezTo>
                <a:cubicBezTo>
                  <a:pt x="1587" y="1426"/>
                  <a:pt x="794" y="2219"/>
                  <a:pt x="0" y="3170"/>
                </a:cubicBezTo>
                <a:cubicBezTo>
                  <a:pt x="159" y="3804"/>
                  <a:pt x="159" y="4438"/>
                  <a:pt x="317" y="5072"/>
                </a:cubicBezTo>
                <a:cubicBezTo>
                  <a:pt x="476" y="6498"/>
                  <a:pt x="794" y="7925"/>
                  <a:pt x="952" y="9351"/>
                </a:cubicBezTo>
                <a:lnTo>
                  <a:pt x="1111" y="9351"/>
                </a:lnTo>
                <a:cubicBezTo>
                  <a:pt x="2381" y="9827"/>
                  <a:pt x="3174" y="13631"/>
                  <a:pt x="4920" y="10302"/>
                </a:cubicBezTo>
                <a:cubicBezTo>
                  <a:pt x="6348" y="7291"/>
                  <a:pt x="7777" y="3962"/>
                  <a:pt x="6666" y="475"/>
                </a:cubicBezTo>
                <a:cubicBezTo>
                  <a:pt x="6031" y="317"/>
                  <a:pt x="5714" y="158"/>
                  <a:pt x="5238" y="0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51644-243E-4AD7-99A8-1E48F793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5286" y="983565"/>
            <a:ext cx="11745" cy="11095"/>
          </a:xfrm>
          <a:custGeom xmlns:a="http://schemas.openxmlformats.org/drawingml/2006/main">
            <a:pathLst>
              <a:path w="11745" h="11095">
                <a:moveTo>
                  <a:pt x="7459" y="0"/>
                </a:moveTo>
                <a:cubicBezTo>
                  <a:pt x="6507" y="158"/>
                  <a:pt x="5396" y="317"/>
                  <a:pt x="4444" y="475"/>
                </a:cubicBezTo>
                <a:cubicBezTo>
                  <a:pt x="0" y="5230"/>
                  <a:pt x="1270" y="8717"/>
                  <a:pt x="6825" y="11095"/>
                </a:cubicBezTo>
                <a:cubicBezTo>
                  <a:pt x="6348" y="7291"/>
                  <a:pt x="11745" y="3962"/>
                  <a:pt x="7459" y="0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874C3-6967-447A-95A0-63D96A8E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457" y="989272"/>
            <a:ext cx="5715" cy="6023"/>
          </a:xfrm>
          <a:custGeom xmlns:a="http://schemas.openxmlformats.org/drawingml/2006/main">
            <a:pathLst>
              <a:path w="5715" h="6023">
                <a:moveTo>
                  <a:pt x="5715" y="5230"/>
                </a:moveTo>
                <a:cubicBezTo>
                  <a:pt x="5555" y="3804"/>
                  <a:pt x="5239" y="2377"/>
                  <a:pt x="5080" y="951"/>
                </a:cubicBezTo>
                <a:cubicBezTo>
                  <a:pt x="4604" y="951"/>
                  <a:pt x="4287" y="792"/>
                  <a:pt x="3811" y="792"/>
                </a:cubicBezTo>
                <a:cubicBezTo>
                  <a:pt x="2700" y="1426"/>
                  <a:pt x="0" y="0"/>
                  <a:pt x="478" y="2060"/>
                </a:cubicBezTo>
                <a:cubicBezTo>
                  <a:pt x="1113" y="3804"/>
                  <a:pt x="2858" y="6023"/>
                  <a:pt x="5715" y="523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FED9F-6FBE-436E-AD4A-78A66067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423" y="988161"/>
            <a:ext cx="1271" cy="1902"/>
          </a:xfrm>
          <a:custGeom xmlns:a="http://schemas.openxmlformats.org/drawingml/2006/main">
            <a:pathLst>
              <a:path w="1271" h="1902">
                <a:moveTo>
                  <a:pt x="0" y="1743"/>
                </a:moveTo>
                <a:cubicBezTo>
                  <a:pt x="317" y="1743"/>
                  <a:pt x="794" y="1902"/>
                  <a:pt x="1271" y="1902"/>
                </a:cubicBezTo>
                <a:cubicBezTo>
                  <a:pt x="1111" y="1268"/>
                  <a:pt x="1111" y="634"/>
                  <a:pt x="954" y="0"/>
                </a:cubicBezTo>
                <a:cubicBezTo>
                  <a:pt x="635" y="634"/>
                  <a:pt x="317" y="1268"/>
                  <a:pt x="0" y="1743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2D3A2-9B3D-4C1B-ABF0-157D1E26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8613" y="934746"/>
            <a:ext cx="2063" cy="9351"/>
          </a:xfrm>
          <a:custGeom xmlns:a="http://schemas.openxmlformats.org/drawingml/2006/main">
            <a:pathLst>
              <a:path w="2063" h="9351">
                <a:moveTo>
                  <a:pt x="0" y="0"/>
                </a:moveTo>
                <a:lnTo>
                  <a:pt x="0" y="9351"/>
                </a:lnTo>
                <a:cubicBezTo>
                  <a:pt x="2063" y="6181"/>
                  <a:pt x="2063" y="3011"/>
                  <a:pt x="0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CFB6F-19E8-4575-8E07-49DB52E7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8612" y="983881"/>
            <a:ext cx="1428" cy="1585"/>
          </a:xfrm>
          <a:custGeom xmlns:a="http://schemas.openxmlformats.org/drawingml/2006/main">
            <a:pathLst>
              <a:path w="1428" h="1585">
                <a:moveTo>
                  <a:pt x="0" y="1268"/>
                </a:moveTo>
                <a:cubicBezTo>
                  <a:pt x="476" y="1426"/>
                  <a:pt x="952" y="1585"/>
                  <a:pt x="1428" y="1585"/>
                </a:cubicBezTo>
                <a:cubicBezTo>
                  <a:pt x="1111" y="1109"/>
                  <a:pt x="794" y="475"/>
                  <a:pt x="476" y="0"/>
                </a:cubicBezTo>
                <a:cubicBezTo>
                  <a:pt x="159" y="317"/>
                  <a:pt x="0" y="792"/>
                  <a:pt x="0" y="126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279E6-AA6E-4494-96A3-DB7A28C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559" y="785755"/>
            <a:ext cx="4128" cy="42795"/>
          </a:xfrm>
          <a:custGeom xmlns:a="http://schemas.openxmlformats.org/drawingml/2006/main">
            <a:pathLst>
              <a:path w="4128" h="42795">
                <a:moveTo>
                  <a:pt x="1587" y="42795"/>
                </a:moveTo>
                <a:cubicBezTo>
                  <a:pt x="4128" y="41685"/>
                  <a:pt x="3335" y="39308"/>
                  <a:pt x="3335" y="37406"/>
                </a:cubicBezTo>
                <a:cubicBezTo>
                  <a:pt x="3335" y="24884"/>
                  <a:pt x="3174" y="12521"/>
                  <a:pt x="3016" y="0"/>
                </a:cubicBezTo>
                <a:cubicBezTo>
                  <a:pt x="0" y="7608"/>
                  <a:pt x="2222" y="15374"/>
                  <a:pt x="1747" y="23141"/>
                </a:cubicBezTo>
                <a:cubicBezTo>
                  <a:pt x="1428" y="29798"/>
                  <a:pt x="1587" y="36296"/>
                  <a:pt x="1587" y="42795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13769-9588-4ACE-AA7E-B36878CB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576" y="871345"/>
            <a:ext cx="2381" cy="56901"/>
          </a:xfrm>
          <a:custGeom xmlns:a="http://schemas.openxmlformats.org/drawingml/2006/main">
            <a:pathLst>
              <a:path w="2381" h="56901">
                <a:moveTo>
                  <a:pt x="2222" y="56901"/>
                </a:moveTo>
                <a:cubicBezTo>
                  <a:pt x="2222" y="37881"/>
                  <a:pt x="2381" y="19020"/>
                  <a:pt x="2381" y="0"/>
                </a:cubicBezTo>
                <a:cubicBezTo>
                  <a:pt x="0" y="2377"/>
                  <a:pt x="952" y="5547"/>
                  <a:pt x="952" y="8242"/>
                </a:cubicBezTo>
                <a:cubicBezTo>
                  <a:pt x="794" y="21873"/>
                  <a:pt x="794" y="35662"/>
                  <a:pt x="952" y="49293"/>
                </a:cubicBezTo>
                <a:cubicBezTo>
                  <a:pt x="952" y="51829"/>
                  <a:pt x="159" y="54524"/>
                  <a:pt x="2222" y="56901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929F8-89D8-4EAF-9E96-9F1FAFB7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8892" y="856920"/>
            <a:ext cx="4444" cy="6498"/>
          </a:xfrm>
          <a:custGeom xmlns:a="http://schemas.openxmlformats.org/drawingml/2006/main">
            <a:pathLst>
              <a:path w="4444" h="6498">
                <a:moveTo>
                  <a:pt x="2381" y="6498"/>
                </a:moveTo>
                <a:cubicBezTo>
                  <a:pt x="4285" y="4279"/>
                  <a:pt x="4444" y="2060"/>
                  <a:pt x="2222" y="0"/>
                </a:cubicBezTo>
                <a:cubicBezTo>
                  <a:pt x="0" y="2219"/>
                  <a:pt x="0" y="4438"/>
                  <a:pt x="2381" y="6498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A303D-7BD8-4E9C-B071-7B320144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8420" y="939340"/>
            <a:ext cx="8729" cy="14582"/>
          </a:xfrm>
          <a:custGeom xmlns:a="http://schemas.openxmlformats.org/drawingml/2006/main">
            <a:pathLst>
              <a:path w="8729" h="14582">
                <a:moveTo>
                  <a:pt x="5079" y="0"/>
                </a:moveTo>
                <a:lnTo>
                  <a:pt x="3174" y="0"/>
                </a:lnTo>
                <a:cubicBezTo>
                  <a:pt x="0" y="2853"/>
                  <a:pt x="157" y="6498"/>
                  <a:pt x="1905" y="9827"/>
                </a:cubicBezTo>
                <a:cubicBezTo>
                  <a:pt x="4444" y="14582"/>
                  <a:pt x="4918" y="9827"/>
                  <a:pt x="6188" y="8717"/>
                </a:cubicBezTo>
                <a:cubicBezTo>
                  <a:pt x="6825" y="5706"/>
                  <a:pt x="8729" y="2536"/>
                  <a:pt x="5079" y="0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04408-1C96-45BB-B7E5-7918FC0B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0633" y="874513"/>
            <a:ext cx="4285" cy="36296"/>
          </a:xfrm>
          <a:custGeom xmlns:a="http://schemas.openxmlformats.org/drawingml/2006/main">
            <a:pathLst>
              <a:path w="4285" h="36296">
                <a:moveTo>
                  <a:pt x="0" y="0"/>
                </a:moveTo>
                <a:cubicBezTo>
                  <a:pt x="476" y="12046"/>
                  <a:pt x="794" y="24250"/>
                  <a:pt x="1270" y="36296"/>
                </a:cubicBezTo>
                <a:cubicBezTo>
                  <a:pt x="4285" y="24567"/>
                  <a:pt x="2698" y="12838"/>
                  <a:pt x="2063" y="951"/>
                </a:cubicBezTo>
                <a:cubicBezTo>
                  <a:pt x="1905" y="634"/>
                  <a:pt x="633" y="317"/>
                  <a:pt x="0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38285-EE19-4CA0-B0AB-8C37FB01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240" y="848995"/>
            <a:ext cx="29997" cy="23775"/>
          </a:xfrm>
          <a:custGeom xmlns:a="http://schemas.openxmlformats.org/drawingml/2006/main">
            <a:pathLst>
              <a:path w="29997" h="23775">
                <a:moveTo>
                  <a:pt x="29997" y="23775"/>
                </a:moveTo>
                <a:cubicBezTo>
                  <a:pt x="29679" y="18069"/>
                  <a:pt x="24124" y="16642"/>
                  <a:pt x="20790" y="14106"/>
                </a:cubicBezTo>
                <a:cubicBezTo>
                  <a:pt x="14125" y="9193"/>
                  <a:pt x="9047" y="1585"/>
                  <a:pt x="0" y="0"/>
                </a:cubicBezTo>
                <a:cubicBezTo>
                  <a:pt x="8410" y="9668"/>
                  <a:pt x="19045" y="16959"/>
                  <a:pt x="29997" y="2377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329ED-C230-435D-A6CE-95B18E8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1570" y="850579"/>
            <a:ext cx="27457" cy="20605"/>
          </a:xfrm>
          <a:custGeom xmlns:a="http://schemas.openxmlformats.org/drawingml/2006/main">
            <a:pathLst>
              <a:path w="27457" h="20605">
                <a:moveTo>
                  <a:pt x="27299" y="20605"/>
                </a:moveTo>
                <a:cubicBezTo>
                  <a:pt x="27457" y="17276"/>
                  <a:pt x="24758" y="16325"/>
                  <a:pt x="22696" y="15057"/>
                </a:cubicBezTo>
                <a:cubicBezTo>
                  <a:pt x="14917" y="10461"/>
                  <a:pt x="9047" y="3170"/>
                  <a:pt x="317" y="0"/>
                </a:cubicBezTo>
                <a:cubicBezTo>
                  <a:pt x="0" y="2536"/>
                  <a:pt x="1587" y="3962"/>
                  <a:pt x="3331" y="5072"/>
                </a:cubicBezTo>
                <a:cubicBezTo>
                  <a:pt x="11743" y="9668"/>
                  <a:pt x="17776" y="17752"/>
                  <a:pt x="27299" y="2060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DF62C-C275-4B66-B09D-C880BA1F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5538" y="846933"/>
            <a:ext cx="6348" cy="4279"/>
          </a:xfrm>
          <a:custGeom xmlns:a="http://schemas.openxmlformats.org/drawingml/2006/main">
            <a:pathLst>
              <a:path w="6348" h="4279">
                <a:moveTo>
                  <a:pt x="6348" y="3645"/>
                </a:moveTo>
                <a:cubicBezTo>
                  <a:pt x="5077" y="792"/>
                  <a:pt x="2857" y="0"/>
                  <a:pt x="0" y="475"/>
                </a:cubicBezTo>
                <a:cubicBezTo>
                  <a:pt x="1270" y="3170"/>
                  <a:pt x="3333" y="4279"/>
                  <a:pt x="6348" y="364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0BC79-C459-4A99-942A-E4396ABD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441" y="873244"/>
            <a:ext cx="41424" cy="31224"/>
          </a:xfrm>
          <a:custGeom xmlns:a="http://schemas.openxmlformats.org/drawingml/2006/main">
            <a:pathLst>
              <a:path w="41424" h="31224">
                <a:moveTo>
                  <a:pt x="41424" y="31224"/>
                </a:moveTo>
                <a:cubicBezTo>
                  <a:pt x="38408" y="24567"/>
                  <a:pt x="31266" y="22665"/>
                  <a:pt x="26346" y="18386"/>
                </a:cubicBezTo>
                <a:cubicBezTo>
                  <a:pt x="18887" y="12046"/>
                  <a:pt x="10951" y="6181"/>
                  <a:pt x="3174" y="0"/>
                </a:cubicBezTo>
                <a:cubicBezTo>
                  <a:pt x="2063" y="317"/>
                  <a:pt x="952" y="634"/>
                  <a:pt x="0" y="951"/>
                </a:cubicBezTo>
                <a:cubicBezTo>
                  <a:pt x="12697" y="12363"/>
                  <a:pt x="25870" y="23616"/>
                  <a:pt x="41424" y="31224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3D557-E029-40E0-B020-E6EA5A5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2395" y="875461"/>
            <a:ext cx="28408" cy="21080"/>
          </a:xfrm>
          <a:custGeom xmlns:a="http://schemas.openxmlformats.org/drawingml/2006/main">
            <a:pathLst>
              <a:path w="28408" h="21080">
                <a:moveTo>
                  <a:pt x="0" y="1743"/>
                </a:moveTo>
                <a:cubicBezTo>
                  <a:pt x="9045" y="8876"/>
                  <a:pt x="17298" y="17118"/>
                  <a:pt x="28408" y="21080"/>
                </a:cubicBezTo>
                <a:cubicBezTo>
                  <a:pt x="24283" y="14265"/>
                  <a:pt x="16504" y="11887"/>
                  <a:pt x="10950" y="6815"/>
                </a:cubicBezTo>
                <a:cubicBezTo>
                  <a:pt x="8569" y="4755"/>
                  <a:pt x="5871" y="3011"/>
                  <a:pt x="4284" y="317"/>
                </a:cubicBezTo>
                <a:cubicBezTo>
                  <a:pt x="2697" y="158"/>
                  <a:pt x="1109" y="0"/>
                  <a:pt x="0" y="1743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F6C10-B06A-4156-953E-A615C7CC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3351" y="881801"/>
            <a:ext cx="26822" cy="22665"/>
          </a:xfrm>
          <a:custGeom xmlns:a="http://schemas.openxmlformats.org/drawingml/2006/main">
            <a:pathLst>
              <a:path w="26822" h="22665">
                <a:moveTo>
                  <a:pt x="0" y="1743"/>
                </a:moveTo>
                <a:cubicBezTo>
                  <a:pt x="9205" y="8242"/>
                  <a:pt x="16506" y="17276"/>
                  <a:pt x="26822" y="22665"/>
                </a:cubicBezTo>
                <a:cubicBezTo>
                  <a:pt x="24283" y="14740"/>
                  <a:pt x="16189" y="12363"/>
                  <a:pt x="11110" y="7132"/>
                </a:cubicBezTo>
                <a:cubicBezTo>
                  <a:pt x="9047" y="4913"/>
                  <a:pt x="6190" y="3328"/>
                  <a:pt x="4444" y="634"/>
                </a:cubicBezTo>
                <a:cubicBezTo>
                  <a:pt x="2857" y="475"/>
                  <a:pt x="1111" y="0"/>
                  <a:pt x="0" y="1743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56D0A-D8EA-484D-BB12-FFE56255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221" y="880374"/>
            <a:ext cx="10951" cy="8717"/>
          </a:xfrm>
          <a:custGeom xmlns:a="http://schemas.openxmlformats.org/drawingml/2006/main">
            <a:pathLst>
              <a:path w="10951" h="8717">
                <a:moveTo>
                  <a:pt x="0" y="475"/>
                </a:moveTo>
                <a:cubicBezTo>
                  <a:pt x="2857" y="4279"/>
                  <a:pt x="5079" y="8717"/>
                  <a:pt x="10951" y="8400"/>
                </a:cubicBezTo>
                <a:cubicBezTo>
                  <a:pt x="8570" y="5547"/>
                  <a:pt x="6190" y="2853"/>
                  <a:pt x="3968" y="0"/>
                </a:cubicBezTo>
                <a:cubicBezTo>
                  <a:pt x="2539" y="0"/>
                  <a:pt x="1270" y="158"/>
                  <a:pt x="0" y="47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666F9-B24C-4F1D-B1A1-BAE2E5F9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764" y="883386"/>
            <a:ext cx="5079" cy="5547"/>
          </a:xfrm>
          <a:custGeom xmlns:a="http://schemas.openxmlformats.org/drawingml/2006/main">
            <a:pathLst>
              <a:path w="5079" h="5547">
                <a:moveTo>
                  <a:pt x="5079" y="5230"/>
                </a:moveTo>
                <a:cubicBezTo>
                  <a:pt x="5079" y="3804"/>
                  <a:pt x="5079" y="2219"/>
                  <a:pt x="4918" y="792"/>
                </a:cubicBezTo>
                <a:cubicBezTo>
                  <a:pt x="3174" y="0"/>
                  <a:pt x="1587" y="317"/>
                  <a:pt x="0" y="1426"/>
                </a:cubicBezTo>
                <a:cubicBezTo>
                  <a:pt x="951" y="3645"/>
                  <a:pt x="2063" y="5547"/>
                  <a:pt x="5079" y="523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F111B-B5E3-45E4-8588-2AF0754F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183" y="874509"/>
            <a:ext cx="1427" cy="475"/>
          </a:xfrm>
          <a:custGeom xmlns:a="http://schemas.openxmlformats.org/drawingml/2006/main">
            <a:pathLst>
              <a:path w="1427" h="475">
                <a:moveTo>
                  <a:pt x="0" y="475"/>
                </a:moveTo>
                <a:cubicBezTo>
                  <a:pt x="476" y="475"/>
                  <a:pt x="952" y="317"/>
                  <a:pt x="1427" y="317"/>
                </a:cubicBezTo>
                <a:cubicBezTo>
                  <a:pt x="794" y="0"/>
                  <a:pt x="317" y="158"/>
                  <a:pt x="0" y="47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C4396-0A0D-4EFA-BB22-FEFA8F13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1091" y="856914"/>
            <a:ext cx="17458" cy="15850"/>
          </a:xfrm>
          <a:custGeom xmlns:a="http://schemas.openxmlformats.org/drawingml/2006/main">
            <a:pathLst>
              <a:path w="17458" h="15850">
                <a:moveTo>
                  <a:pt x="0" y="0"/>
                </a:moveTo>
                <a:cubicBezTo>
                  <a:pt x="3333" y="7925"/>
                  <a:pt x="10632" y="11570"/>
                  <a:pt x="17458" y="15850"/>
                </a:cubicBezTo>
                <a:cubicBezTo>
                  <a:pt x="13967" y="7925"/>
                  <a:pt x="6825" y="4279"/>
                  <a:pt x="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86B6C-0E13-41D4-9898-0E58D08E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1568" y="848989"/>
            <a:ext cx="9523" cy="7925"/>
          </a:xfrm>
          <a:custGeom xmlns:a="http://schemas.openxmlformats.org/drawingml/2006/main">
            <a:pathLst>
              <a:path w="9523" h="7925">
                <a:moveTo>
                  <a:pt x="2857" y="158"/>
                </a:moveTo>
                <a:cubicBezTo>
                  <a:pt x="1903" y="158"/>
                  <a:pt x="952" y="0"/>
                  <a:pt x="0" y="0"/>
                </a:cubicBezTo>
                <a:cubicBezTo>
                  <a:pt x="1270" y="4913"/>
                  <a:pt x="4127" y="7925"/>
                  <a:pt x="9523" y="7925"/>
                </a:cubicBezTo>
                <a:cubicBezTo>
                  <a:pt x="7301" y="5389"/>
                  <a:pt x="5077" y="2694"/>
                  <a:pt x="2857" y="15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9D484-ECDB-49BE-8ED8-77DBEC93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9186" y="845660"/>
            <a:ext cx="3808" cy="1743"/>
          </a:xfrm>
          <a:custGeom xmlns:a="http://schemas.openxmlformats.org/drawingml/2006/main">
            <a:pathLst>
              <a:path w="3808" h="1743">
                <a:moveTo>
                  <a:pt x="3808" y="1585"/>
                </a:moveTo>
                <a:cubicBezTo>
                  <a:pt x="3331" y="1109"/>
                  <a:pt x="2698" y="634"/>
                  <a:pt x="2220" y="0"/>
                </a:cubicBezTo>
                <a:cubicBezTo>
                  <a:pt x="1427" y="158"/>
                  <a:pt x="0" y="0"/>
                  <a:pt x="475" y="1268"/>
                </a:cubicBezTo>
                <a:cubicBezTo>
                  <a:pt x="475" y="1743"/>
                  <a:pt x="2538" y="1585"/>
                  <a:pt x="3808" y="1585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C54CF-10E7-445B-88DB-32BDE0D1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1565" y="863096"/>
            <a:ext cx="3174" cy="2060"/>
          </a:xfrm>
          <a:custGeom xmlns:a="http://schemas.openxmlformats.org/drawingml/2006/main">
            <a:pathLst>
              <a:path w="3174" h="2060">
                <a:moveTo>
                  <a:pt x="0" y="158"/>
                </a:moveTo>
                <a:cubicBezTo>
                  <a:pt x="633" y="1585"/>
                  <a:pt x="1746" y="2060"/>
                  <a:pt x="3174" y="1743"/>
                </a:cubicBezTo>
                <a:cubicBezTo>
                  <a:pt x="2539" y="158"/>
                  <a:pt x="1427" y="0"/>
                  <a:pt x="0" y="15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97B51-174F-4F12-A4B5-90D6F2E4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7171" y="869117"/>
            <a:ext cx="34441" cy="20129"/>
          </a:xfrm>
          <a:custGeom xmlns:a="http://schemas.openxmlformats.org/drawingml/2006/main">
            <a:pathLst>
              <a:path w="34441" h="20129">
                <a:moveTo>
                  <a:pt x="34441" y="19178"/>
                </a:moveTo>
                <a:cubicBezTo>
                  <a:pt x="23966" y="10778"/>
                  <a:pt x="11903" y="5547"/>
                  <a:pt x="0" y="0"/>
                </a:cubicBezTo>
                <a:cubicBezTo>
                  <a:pt x="10316" y="8242"/>
                  <a:pt x="21267" y="15374"/>
                  <a:pt x="33806" y="20129"/>
                </a:cubicBezTo>
                <a:cubicBezTo>
                  <a:pt x="33964" y="19812"/>
                  <a:pt x="34282" y="19495"/>
                  <a:pt x="34441" y="1917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F143C-1936-4C95-AF88-80295C08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2252" y="880688"/>
            <a:ext cx="20633" cy="14265"/>
          </a:xfrm>
          <a:custGeom xmlns:a="http://schemas.openxmlformats.org/drawingml/2006/main">
            <a:pathLst>
              <a:path w="20633" h="14265">
                <a:moveTo>
                  <a:pt x="20633" y="14265"/>
                </a:moveTo>
                <a:cubicBezTo>
                  <a:pt x="15871" y="6498"/>
                  <a:pt x="7775" y="3487"/>
                  <a:pt x="0" y="0"/>
                </a:cubicBezTo>
                <a:cubicBezTo>
                  <a:pt x="4920" y="7449"/>
                  <a:pt x="13173" y="10302"/>
                  <a:pt x="20633" y="1426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B53ED-BEA5-4438-8A55-9BE4D34E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554" y="872762"/>
            <a:ext cx="12697" cy="7925"/>
          </a:xfrm>
          <a:custGeom xmlns:a="http://schemas.openxmlformats.org/drawingml/2006/main">
            <a:pathLst>
              <a:path w="12697" h="7925">
                <a:moveTo>
                  <a:pt x="3174" y="0"/>
                </a:moveTo>
                <a:cubicBezTo>
                  <a:pt x="2539" y="1268"/>
                  <a:pt x="1270" y="1426"/>
                  <a:pt x="0" y="1585"/>
                </a:cubicBezTo>
                <a:cubicBezTo>
                  <a:pt x="3968" y="4279"/>
                  <a:pt x="7458" y="7925"/>
                  <a:pt x="12697" y="7925"/>
                </a:cubicBezTo>
                <a:cubicBezTo>
                  <a:pt x="10156" y="4438"/>
                  <a:pt x="7618" y="951"/>
                  <a:pt x="3174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9DBCC-17BF-4BB4-B275-FB27A748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4781" y="872761"/>
            <a:ext cx="14284" cy="7925"/>
          </a:xfrm>
          <a:custGeom xmlns:a="http://schemas.openxmlformats.org/drawingml/2006/main">
            <a:pathLst>
              <a:path w="14284" h="7925">
                <a:moveTo>
                  <a:pt x="14284" y="7925"/>
                </a:moveTo>
                <a:cubicBezTo>
                  <a:pt x="10792" y="3170"/>
                  <a:pt x="5395" y="1585"/>
                  <a:pt x="0" y="0"/>
                </a:cubicBezTo>
                <a:cubicBezTo>
                  <a:pt x="3014" y="5864"/>
                  <a:pt x="8569" y="7132"/>
                  <a:pt x="14284" y="792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5D537-9F9F-4931-9C8B-19A0B547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950" y="896536"/>
            <a:ext cx="11110" cy="7925"/>
          </a:xfrm>
          <a:custGeom xmlns:a="http://schemas.openxmlformats.org/drawingml/2006/main">
            <a:pathLst>
              <a:path w="11110" h="7925">
                <a:moveTo>
                  <a:pt x="0" y="0"/>
                </a:moveTo>
                <a:cubicBezTo>
                  <a:pt x="1427" y="5706"/>
                  <a:pt x="5871" y="7449"/>
                  <a:pt x="11110" y="7925"/>
                </a:cubicBezTo>
                <a:cubicBezTo>
                  <a:pt x="8412" y="3804"/>
                  <a:pt x="4601" y="1268"/>
                  <a:pt x="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1B749-3225-419D-A7E2-6FFA82D8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059" y="904460"/>
            <a:ext cx="8094" cy="7766"/>
          </a:xfrm>
          <a:custGeom xmlns:a="http://schemas.openxmlformats.org/drawingml/2006/main">
            <a:pathLst>
              <a:path w="8094" h="7766">
                <a:moveTo>
                  <a:pt x="0" y="0"/>
                </a:moveTo>
                <a:cubicBezTo>
                  <a:pt x="159" y="3487"/>
                  <a:pt x="2857" y="5389"/>
                  <a:pt x="4761" y="7766"/>
                </a:cubicBezTo>
                <a:cubicBezTo>
                  <a:pt x="8094" y="3645"/>
                  <a:pt x="7936" y="3170"/>
                  <a:pt x="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F17F1-76E7-4DC3-96F2-C04437BC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9832" y="905252"/>
            <a:ext cx="5871" cy="2536"/>
          </a:xfrm>
          <a:custGeom xmlns:a="http://schemas.openxmlformats.org/drawingml/2006/main">
            <a:pathLst>
              <a:path w="5871" h="2536">
                <a:moveTo>
                  <a:pt x="5871" y="2536"/>
                </a:moveTo>
                <a:cubicBezTo>
                  <a:pt x="4284" y="951"/>
                  <a:pt x="2697" y="0"/>
                  <a:pt x="0" y="2060"/>
                </a:cubicBezTo>
                <a:cubicBezTo>
                  <a:pt x="2381" y="2219"/>
                  <a:pt x="4125" y="2377"/>
                  <a:pt x="5871" y="2536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D1E80-EC96-4EAA-B7FC-E8B2BDA5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095" y="896534"/>
            <a:ext cx="21266" cy="19812"/>
          </a:xfrm>
          <a:custGeom xmlns:a="http://schemas.openxmlformats.org/drawingml/2006/main">
            <a:pathLst>
              <a:path w="21266" h="19812">
                <a:moveTo>
                  <a:pt x="20633" y="19812"/>
                </a:moveTo>
                <a:cubicBezTo>
                  <a:pt x="20791" y="19020"/>
                  <a:pt x="21109" y="18227"/>
                  <a:pt x="21266" y="17435"/>
                </a:cubicBezTo>
                <a:cubicBezTo>
                  <a:pt x="16030" y="9351"/>
                  <a:pt x="9362" y="3011"/>
                  <a:pt x="0" y="0"/>
                </a:cubicBezTo>
                <a:cubicBezTo>
                  <a:pt x="6825" y="6657"/>
                  <a:pt x="13649" y="13155"/>
                  <a:pt x="20633" y="1981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94F0A-4FD4-40F8-A986-40A0C89A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0158" y="888609"/>
            <a:ext cx="7936" cy="7925"/>
          </a:xfrm>
          <a:custGeom xmlns:a="http://schemas.openxmlformats.org/drawingml/2006/main">
            <a:pathLst>
              <a:path w="7936" h="7925">
                <a:moveTo>
                  <a:pt x="0" y="0"/>
                </a:moveTo>
                <a:cubicBezTo>
                  <a:pt x="633" y="4755"/>
                  <a:pt x="3808" y="6815"/>
                  <a:pt x="7936" y="7925"/>
                </a:cubicBezTo>
                <a:cubicBezTo>
                  <a:pt x="7301" y="3328"/>
                  <a:pt x="4284" y="1109"/>
                  <a:pt x="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DA911-A507-4CBE-B723-4106EE80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828" y="888608"/>
            <a:ext cx="6348" cy="6340"/>
          </a:xfrm>
          <a:custGeom xmlns:a="http://schemas.openxmlformats.org/drawingml/2006/main">
            <a:pathLst>
              <a:path w="6348" h="6340">
                <a:moveTo>
                  <a:pt x="6348" y="6340"/>
                </a:moveTo>
                <a:cubicBezTo>
                  <a:pt x="6031" y="2536"/>
                  <a:pt x="3650" y="634"/>
                  <a:pt x="0" y="0"/>
                </a:cubicBezTo>
                <a:cubicBezTo>
                  <a:pt x="316" y="3804"/>
                  <a:pt x="2697" y="5864"/>
                  <a:pt x="6348" y="634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B4D81-1547-4371-9649-0C744487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3175" y="894948"/>
            <a:ext cx="1587" cy="1585"/>
          </a:xfrm>
          <a:custGeom xmlns:a="http://schemas.openxmlformats.org/drawingml/2006/main">
            <a:pathLst>
              <a:path w="1587" h="1585">
                <a:moveTo>
                  <a:pt x="1587" y="1585"/>
                </a:moveTo>
                <a:cubicBezTo>
                  <a:pt x="1587" y="634"/>
                  <a:pt x="1109" y="0"/>
                  <a:pt x="0" y="0"/>
                </a:cubicBezTo>
                <a:cubicBezTo>
                  <a:pt x="476" y="634"/>
                  <a:pt x="1109" y="1109"/>
                  <a:pt x="1587" y="158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8631C-2BEF-458B-94BA-364CE7A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721" y="1681467"/>
            <a:ext cx="704095" cy="767355"/>
          </a:xfrm>
          <a:custGeom xmlns:a="http://schemas.openxmlformats.org/drawingml/2006/main">
            <a:pathLst>
              <a:path w="704095" h="767355">
                <a:moveTo>
                  <a:pt x="1129" y="686521"/>
                </a:moveTo>
                <a:lnTo>
                  <a:pt x="0" y="60531"/>
                </a:lnTo>
                <a:lnTo>
                  <a:pt x="485076" y="0"/>
                </a:lnTo>
                <a:lnTo>
                  <a:pt x="704095" y="27446"/>
                </a:lnTo>
                <a:lnTo>
                  <a:pt x="703346" y="721490"/>
                </a:lnTo>
                <a:lnTo>
                  <a:pt x="489596" y="767355"/>
                </a:lnTo>
                <a:lnTo>
                  <a:pt x="1129" y="68652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F61B5-8B02-442F-85A8-3E8E1802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722" y="1681466"/>
            <a:ext cx="704095" cy="767355"/>
          </a:xfrm>
          <a:custGeom xmlns:a="http://schemas.openxmlformats.org/drawingml/2006/main">
            <a:pathLst>
              <a:path w="704095" h="767355" fill="none">
                <a:moveTo>
                  <a:pt x="485076" y="0"/>
                </a:moveTo>
                <a:lnTo>
                  <a:pt x="0" y="60531"/>
                </a:lnTo>
                <a:lnTo>
                  <a:pt x="1129" y="686521"/>
                </a:lnTo>
                <a:lnTo>
                  <a:pt x="489592" y="767355"/>
                </a:lnTo>
                <a:lnTo>
                  <a:pt x="703342" y="721486"/>
                </a:lnTo>
                <a:lnTo>
                  <a:pt x="704095" y="27446"/>
                </a:lnTo>
                <a:lnTo>
                  <a:pt x="48507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9548CD-C124-42F7-9634-520522C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442" y="2359340"/>
            <a:ext cx="155420" cy="24438"/>
          </a:xfrm>
          <a:custGeom xmlns:a="http://schemas.openxmlformats.org/drawingml/2006/main">
            <a:pathLst>
              <a:path w="155420" h="24438" fill="none">
                <a:moveTo>
                  <a:pt x="155420" y="244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BE613-FFAA-48C3-B2B8-F20F8C7D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163" y="1781098"/>
            <a:ext cx="139991" cy="199264"/>
          </a:xfrm>
          <a:custGeom xmlns:a="http://schemas.openxmlformats.org/drawingml/2006/main">
            <a:pathLst>
              <a:path w="139991" h="199264">
                <a:moveTo>
                  <a:pt x="139991" y="99632"/>
                </a:moveTo>
                <a:cubicBezTo>
                  <a:pt x="139991" y="154659"/>
                  <a:pt x="108651" y="199264"/>
                  <a:pt x="69996" y="199264"/>
                </a:cubicBezTo>
                <a:cubicBezTo>
                  <a:pt x="31340" y="199264"/>
                  <a:pt x="0" y="154655"/>
                  <a:pt x="0" y="99632"/>
                </a:cubicBezTo>
                <a:cubicBezTo>
                  <a:pt x="0" y="44609"/>
                  <a:pt x="31340" y="0"/>
                  <a:pt x="69996" y="0"/>
                </a:cubicBezTo>
                <a:cubicBezTo>
                  <a:pt x="108651" y="0"/>
                  <a:pt x="139991" y="44609"/>
                  <a:pt x="139991" y="9963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A0B46-D546-441E-96EF-132CE62C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36" y="1790497"/>
            <a:ext cx="126444" cy="180466"/>
          </a:xfrm>
          <a:custGeom xmlns:a="http://schemas.openxmlformats.org/drawingml/2006/main">
            <a:pathLst>
              <a:path w="126444" h="180466">
                <a:moveTo>
                  <a:pt x="126444" y="90233"/>
                </a:moveTo>
                <a:cubicBezTo>
                  <a:pt x="126444" y="140068"/>
                  <a:pt x="98137" y="180466"/>
                  <a:pt x="63222" y="180466"/>
                </a:cubicBezTo>
                <a:cubicBezTo>
                  <a:pt x="28307" y="180466"/>
                  <a:pt x="0" y="140068"/>
                  <a:pt x="0" y="90233"/>
                </a:cubicBezTo>
                <a:cubicBezTo>
                  <a:pt x="0" y="40398"/>
                  <a:pt x="28307" y="0"/>
                  <a:pt x="63222" y="0"/>
                </a:cubicBezTo>
                <a:cubicBezTo>
                  <a:pt x="98137" y="0"/>
                  <a:pt x="126444" y="40398"/>
                  <a:pt x="126444" y="90233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FD5B2-DFFA-4609-A04D-645D7703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827" y="1847643"/>
            <a:ext cx="46664" cy="66171"/>
          </a:xfrm>
          <a:custGeom xmlns:a="http://schemas.openxmlformats.org/drawingml/2006/main">
            <a:pathLst>
              <a:path w="46664" h="66171">
                <a:moveTo>
                  <a:pt x="46664" y="33085"/>
                </a:moveTo>
                <a:cubicBezTo>
                  <a:pt x="46664" y="51357"/>
                  <a:pt x="36217" y="66171"/>
                  <a:pt x="23332" y="66171"/>
                </a:cubicBezTo>
                <a:cubicBezTo>
                  <a:pt x="10447" y="66171"/>
                  <a:pt x="0" y="51357"/>
                  <a:pt x="0" y="33085"/>
                </a:cubicBezTo>
                <a:cubicBezTo>
                  <a:pt x="0" y="14813"/>
                  <a:pt x="10447" y="0"/>
                  <a:pt x="23332" y="0"/>
                </a:cubicBezTo>
                <a:cubicBezTo>
                  <a:pt x="36217" y="0"/>
                  <a:pt x="46664" y="14813"/>
                  <a:pt x="46664" y="33085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CD8C7-9ADB-4A80-B5DC-52C0F75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827" y="1847643"/>
            <a:ext cx="46664" cy="66171"/>
          </a:xfrm>
          <a:custGeom xmlns:a="http://schemas.openxmlformats.org/drawingml/2006/main">
            <a:pathLst>
              <a:path w="46664" h="66171" fill="none">
                <a:moveTo>
                  <a:pt x="46664" y="33085"/>
                </a:moveTo>
                <a:cubicBezTo>
                  <a:pt x="46664" y="51357"/>
                  <a:pt x="36217" y="66171"/>
                  <a:pt x="23332" y="66171"/>
                </a:cubicBezTo>
                <a:cubicBezTo>
                  <a:pt x="10447" y="66171"/>
                  <a:pt x="0" y="51357"/>
                  <a:pt x="0" y="33085"/>
                </a:cubicBezTo>
                <a:cubicBezTo>
                  <a:pt x="0" y="14813"/>
                  <a:pt x="10447" y="0"/>
                  <a:pt x="23332" y="0"/>
                </a:cubicBezTo>
                <a:cubicBezTo>
                  <a:pt x="36217" y="0"/>
                  <a:pt x="46664" y="14813"/>
                  <a:pt x="46664" y="3308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BA9A8-ABB9-42E0-815D-B91191DB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348" y="1870953"/>
            <a:ext cx="302938" cy="316191"/>
          </a:xfrm>
          <a:custGeom xmlns:a="http://schemas.openxmlformats.org/drawingml/2006/main">
            <a:pathLst>
              <a:path w="302938" h="316191">
                <a:moveTo>
                  <a:pt x="296164" y="0"/>
                </a:moveTo>
                <a:lnTo>
                  <a:pt x="0" y="8271"/>
                </a:lnTo>
                <a:lnTo>
                  <a:pt x="0" y="281977"/>
                </a:lnTo>
                <a:lnTo>
                  <a:pt x="302938" y="316191"/>
                </a:lnTo>
                <a:lnTo>
                  <a:pt x="302938" y="6391"/>
                </a:lnTo>
                <a:lnTo>
                  <a:pt x="296164" y="0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1F7EC-2041-467E-8AFC-AD7F4560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348" y="1870952"/>
            <a:ext cx="302938" cy="316191"/>
          </a:xfrm>
          <a:custGeom xmlns:a="http://schemas.openxmlformats.org/drawingml/2006/main">
            <a:pathLst>
              <a:path w="302938" h="316191" fill="none">
                <a:moveTo>
                  <a:pt x="296164" y="0"/>
                </a:moveTo>
                <a:lnTo>
                  <a:pt x="0" y="8271"/>
                </a:lnTo>
                <a:lnTo>
                  <a:pt x="0" y="281977"/>
                </a:lnTo>
                <a:lnTo>
                  <a:pt x="302938" y="316191"/>
                </a:lnTo>
                <a:lnTo>
                  <a:pt x="302938" y="6391"/>
                </a:lnTo>
                <a:lnTo>
                  <a:pt x="29616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0BF66-2C88-4B40-83CD-A46AF6C7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21" y="1893886"/>
            <a:ext cx="139991" cy="199264"/>
          </a:xfrm>
          <a:custGeom xmlns:a="http://schemas.openxmlformats.org/drawingml/2006/main">
            <a:pathLst>
              <a:path w="139991" h="199264">
                <a:moveTo>
                  <a:pt x="139991" y="99632"/>
                </a:moveTo>
                <a:cubicBezTo>
                  <a:pt x="139991" y="154659"/>
                  <a:pt x="108651" y="199264"/>
                  <a:pt x="69996" y="199264"/>
                </a:cubicBezTo>
                <a:cubicBezTo>
                  <a:pt x="31340" y="199264"/>
                  <a:pt x="0" y="154655"/>
                  <a:pt x="0" y="99632"/>
                </a:cubicBezTo>
                <a:cubicBezTo>
                  <a:pt x="0" y="44609"/>
                  <a:pt x="31340" y="0"/>
                  <a:pt x="69996" y="0"/>
                </a:cubicBezTo>
                <a:cubicBezTo>
                  <a:pt x="108651" y="0"/>
                  <a:pt x="139991" y="44609"/>
                  <a:pt x="139991" y="9963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00D89-0436-4CC6-8798-898ECFC1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795" y="1903284"/>
            <a:ext cx="126444" cy="180466"/>
          </a:xfrm>
          <a:custGeom xmlns:a="http://schemas.openxmlformats.org/drawingml/2006/main">
            <a:pathLst>
              <a:path w="126444" h="180466">
                <a:moveTo>
                  <a:pt x="126444" y="90233"/>
                </a:moveTo>
                <a:cubicBezTo>
                  <a:pt x="126444" y="140068"/>
                  <a:pt x="98137" y="180466"/>
                  <a:pt x="63222" y="180466"/>
                </a:cubicBezTo>
                <a:cubicBezTo>
                  <a:pt x="28307" y="180466"/>
                  <a:pt x="0" y="140068"/>
                  <a:pt x="0" y="90233"/>
                </a:cubicBezTo>
                <a:cubicBezTo>
                  <a:pt x="0" y="40398"/>
                  <a:pt x="28307" y="0"/>
                  <a:pt x="63222" y="0"/>
                </a:cubicBezTo>
                <a:cubicBezTo>
                  <a:pt x="98137" y="0"/>
                  <a:pt x="126444" y="40398"/>
                  <a:pt x="126444" y="90233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E7858-FBCF-442A-8D3C-8A84A2FE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685" y="1960432"/>
            <a:ext cx="46664" cy="66171"/>
          </a:xfrm>
          <a:custGeom xmlns:a="http://schemas.openxmlformats.org/drawingml/2006/main">
            <a:pathLst>
              <a:path w="46664" h="66171">
                <a:moveTo>
                  <a:pt x="46664" y="33085"/>
                </a:moveTo>
                <a:cubicBezTo>
                  <a:pt x="46664" y="51357"/>
                  <a:pt x="36217" y="66171"/>
                  <a:pt x="23332" y="66171"/>
                </a:cubicBezTo>
                <a:cubicBezTo>
                  <a:pt x="10447" y="66171"/>
                  <a:pt x="0" y="51357"/>
                  <a:pt x="0" y="33085"/>
                </a:cubicBezTo>
                <a:cubicBezTo>
                  <a:pt x="0" y="14813"/>
                  <a:pt x="10447" y="0"/>
                  <a:pt x="23332" y="0"/>
                </a:cubicBezTo>
                <a:cubicBezTo>
                  <a:pt x="36217" y="0"/>
                  <a:pt x="46664" y="14813"/>
                  <a:pt x="46664" y="33085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C5522-629D-4489-A6DA-54E5A3BC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685" y="1960431"/>
            <a:ext cx="46664" cy="66171"/>
          </a:xfrm>
          <a:custGeom xmlns:a="http://schemas.openxmlformats.org/drawingml/2006/main">
            <a:pathLst>
              <a:path w="46664" h="66171" fill="none">
                <a:moveTo>
                  <a:pt x="46664" y="33085"/>
                </a:moveTo>
                <a:cubicBezTo>
                  <a:pt x="46664" y="51357"/>
                  <a:pt x="36217" y="66171"/>
                  <a:pt x="23332" y="66171"/>
                </a:cubicBezTo>
                <a:cubicBezTo>
                  <a:pt x="10447" y="66171"/>
                  <a:pt x="0" y="51357"/>
                  <a:pt x="0" y="33085"/>
                </a:cubicBezTo>
                <a:cubicBezTo>
                  <a:pt x="0" y="14813"/>
                  <a:pt x="10447" y="0"/>
                  <a:pt x="23332" y="0"/>
                </a:cubicBezTo>
                <a:cubicBezTo>
                  <a:pt x="36217" y="0"/>
                  <a:pt x="46664" y="14813"/>
                  <a:pt x="46664" y="3308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B6481-8CA0-44E7-92F0-560F96D9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163" y="1983365"/>
            <a:ext cx="139991" cy="199264"/>
          </a:xfrm>
          <a:custGeom xmlns:a="http://schemas.openxmlformats.org/drawingml/2006/main">
            <a:pathLst>
              <a:path w="139991" h="199264">
                <a:moveTo>
                  <a:pt x="139991" y="99632"/>
                </a:moveTo>
                <a:cubicBezTo>
                  <a:pt x="139991" y="154655"/>
                  <a:pt x="108651" y="199264"/>
                  <a:pt x="69996" y="199264"/>
                </a:cubicBezTo>
                <a:cubicBezTo>
                  <a:pt x="31340" y="199264"/>
                  <a:pt x="0" y="154655"/>
                  <a:pt x="0" y="99632"/>
                </a:cubicBezTo>
                <a:cubicBezTo>
                  <a:pt x="0" y="44605"/>
                  <a:pt x="31340" y="0"/>
                  <a:pt x="69996" y="0"/>
                </a:cubicBezTo>
                <a:cubicBezTo>
                  <a:pt x="108651" y="0"/>
                  <a:pt x="139991" y="44605"/>
                  <a:pt x="139991" y="9963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B0F71-4B3D-48D1-AC59-63EE9433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37" y="1992763"/>
            <a:ext cx="126444" cy="180466"/>
          </a:xfrm>
          <a:custGeom xmlns:a="http://schemas.openxmlformats.org/drawingml/2006/main">
            <a:pathLst>
              <a:path w="126444" h="180466">
                <a:moveTo>
                  <a:pt x="126444" y="90233"/>
                </a:moveTo>
                <a:cubicBezTo>
                  <a:pt x="126444" y="140068"/>
                  <a:pt x="98137" y="180466"/>
                  <a:pt x="63222" y="180466"/>
                </a:cubicBezTo>
                <a:cubicBezTo>
                  <a:pt x="28307" y="180466"/>
                  <a:pt x="0" y="140068"/>
                  <a:pt x="0" y="90233"/>
                </a:cubicBezTo>
                <a:cubicBezTo>
                  <a:pt x="0" y="40398"/>
                  <a:pt x="28307" y="0"/>
                  <a:pt x="63222" y="0"/>
                </a:cubicBezTo>
                <a:cubicBezTo>
                  <a:pt x="98137" y="0"/>
                  <a:pt x="126444" y="40398"/>
                  <a:pt x="126444" y="90233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ED8B3-B139-48F3-B6E4-17C053FB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827" y="2049910"/>
            <a:ext cx="46664" cy="66171"/>
          </a:xfrm>
          <a:custGeom xmlns:a="http://schemas.openxmlformats.org/drawingml/2006/main">
            <a:pathLst>
              <a:path w="46664" h="66171">
                <a:moveTo>
                  <a:pt x="46664" y="33085"/>
                </a:moveTo>
                <a:cubicBezTo>
                  <a:pt x="46664" y="51357"/>
                  <a:pt x="36217" y="66171"/>
                  <a:pt x="23332" y="66171"/>
                </a:cubicBezTo>
                <a:cubicBezTo>
                  <a:pt x="10447" y="66171"/>
                  <a:pt x="0" y="51357"/>
                  <a:pt x="0" y="33085"/>
                </a:cubicBezTo>
                <a:cubicBezTo>
                  <a:pt x="0" y="14813"/>
                  <a:pt x="10447" y="0"/>
                  <a:pt x="23332" y="0"/>
                </a:cubicBezTo>
                <a:cubicBezTo>
                  <a:pt x="36217" y="0"/>
                  <a:pt x="46664" y="14813"/>
                  <a:pt x="46664" y="33085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D87D1-FEA8-440B-B4FC-407A1429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827" y="2049910"/>
            <a:ext cx="46664" cy="66171"/>
          </a:xfrm>
          <a:custGeom xmlns:a="http://schemas.openxmlformats.org/drawingml/2006/main">
            <a:pathLst>
              <a:path w="46664" h="66171" fill="none">
                <a:moveTo>
                  <a:pt x="46664" y="33085"/>
                </a:moveTo>
                <a:cubicBezTo>
                  <a:pt x="46664" y="51357"/>
                  <a:pt x="36217" y="66171"/>
                  <a:pt x="23332" y="66171"/>
                </a:cubicBezTo>
                <a:cubicBezTo>
                  <a:pt x="10447" y="66171"/>
                  <a:pt x="0" y="51357"/>
                  <a:pt x="0" y="33085"/>
                </a:cubicBezTo>
                <a:cubicBezTo>
                  <a:pt x="0" y="14813"/>
                  <a:pt x="10447" y="0"/>
                  <a:pt x="23332" y="0"/>
                </a:cubicBezTo>
                <a:cubicBezTo>
                  <a:pt x="36217" y="0"/>
                  <a:pt x="46664" y="14813"/>
                  <a:pt x="46664" y="3308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7F77C-CB55-4058-8097-E804D220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163" y="2185634"/>
            <a:ext cx="139991" cy="199264"/>
          </a:xfrm>
          <a:custGeom xmlns:a="http://schemas.openxmlformats.org/drawingml/2006/main">
            <a:pathLst>
              <a:path w="139991" h="199264">
                <a:moveTo>
                  <a:pt x="139991" y="99632"/>
                </a:moveTo>
                <a:cubicBezTo>
                  <a:pt x="139991" y="154659"/>
                  <a:pt x="108651" y="199264"/>
                  <a:pt x="69996" y="199264"/>
                </a:cubicBezTo>
                <a:cubicBezTo>
                  <a:pt x="31340" y="199264"/>
                  <a:pt x="0" y="154659"/>
                  <a:pt x="0" y="99632"/>
                </a:cubicBezTo>
                <a:cubicBezTo>
                  <a:pt x="0" y="44609"/>
                  <a:pt x="31340" y="0"/>
                  <a:pt x="69996" y="0"/>
                </a:cubicBezTo>
                <a:cubicBezTo>
                  <a:pt x="108651" y="0"/>
                  <a:pt x="139991" y="44605"/>
                  <a:pt x="139991" y="9963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DA3EC0-1A15-4696-9498-46D6D078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37" y="2195033"/>
            <a:ext cx="126444" cy="180466"/>
          </a:xfrm>
          <a:custGeom xmlns:a="http://schemas.openxmlformats.org/drawingml/2006/main">
            <a:pathLst>
              <a:path w="126444" h="180466">
                <a:moveTo>
                  <a:pt x="126444" y="90233"/>
                </a:moveTo>
                <a:cubicBezTo>
                  <a:pt x="126444" y="140068"/>
                  <a:pt x="98137" y="180466"/>
                  <a:pt x="63222" y="180466"/>
                </a:cubicBezTo>
                <a:cubicBezTo>
                  <a:pt x="28307" y="180466"/>
                  <a:pt x="0" y="140068"/>
                  <a:pt x="0" y="90233"/>
                </a:cubicBezTo>
                <a:cubicBezTo>
                  <a:pt x="0" y="40398"/>
                  <a:pt x="28307" y="0"/>
                  <a:pt x="63222" y="0"/>
                </a:cubicBezTo>
                <a:cubicBezTo>
                  <a:pt x="98137" y="0"/>
                  <a:pt x="126444" y="40398"/>
                  <a:pt x="126444" y="90233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5515A-3B10-4895-A050-E73184F6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827" y="2252180"/>
            <a:ext cx="46664" cy="66171"/>
          </a:xfrm>
          <a:custGeom xmlns:a="http://schemas.openxmlformats.org/drawingml/2006/main">
            <a:pathLst>
              <a:path w="46664" h="66171">
                <a:moveTo>
                  <a:pt x="46664" y="33085"/>
                </a:moveTo>
                <a:cubicBezTo>
                  <a:pt x="46664" y="51357"/>
                  <a:pt x="36217" y="66171"/>
                  <a:pt x="23332" y="66171"/>
                </a:cubicBezTo>
                <a:cubicBezTo>
                  <a:pt x="10447" y="66171"/>
                  <a:pt x="0" y="51357"/>
                  <a:pt x="0" y="33085"/>
                </a:cubicBezTo>
                <a:cubicBezTo>
                  <a:pt x="0" y="14813"/>
                  <a:pt x="10447" y="0"/>
                  <a:pt x="23332" y="0"/>
                </a:cubicBezTo>
                <a:cubicBezTo>
                  <a:pt x="36217" y="0"/>
                  <a:pt x="46664" y="14813"/>
                  <a:pt x="46664" y="33085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917EF-736C-4BE5-8558-24A6ED0E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827" y="2252179"/>
            <a:ext cx="46664" cy="66171"/>
          </a:xfrm>
          <a:custGeom xmlns:a="http://schemas.openxmlformats.org/drawingml/2006/main">
            <a:pathLst>
              <a:path w="46664" h="66171" fill="none">
                <a:moveTo>
                  <a:pt x="46664" y="33085"/>
                </a:moveTo>
                <a:cubicBezTo>
                  <a:pt x="46664" y="51357"/>
                  <a:pt x="36217" y="66171"/>
                  <a:pt x="23332" y="66171"/>
                </a:cubicBezTo>
                <a:cubicBezTo>
                  <a:pt x="10447" y="66171"/>
                  <a:pt x="0" y="51357"/>
                  <a:pt x="0" y="33085"/>
                </a:cubicBezTo>
                <a:cubicBezTo>
                  <a:pt x="0" y="14813"/>
                  <a:pt x="10447" y="0"/>
                  <a:pt x="23332" y="0"/>
                </a:cubicBezTo>
                <a:cubicBezTo>
                  <a:pt x="36217" y="0"/>
                  <a:pt x="46664" y="14813"/>
                  <a:pt x="46664" y="3308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BA3F8-2A62-4D07-9271-32BB5187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0" y="1763418"/>
            <a:ext cx="243103" cy="215055"/>
          </a:xfrm>
          <a:custGeom xmlns:a="http://schemas.openxmlformats.org/drawingml/2006/main">
            <a:pathLst>
              <a:path w="243103" h="215055">
                <a:moveTo>
                  <a:pt x="67361" y="215055"/>
                </a:moveTo>
                <a:cubicBezTo>
                  <a:pt x="66232" y="215055"/>
                  <a:pt x="64727" y="214679"/>
                  <a:pt x="63598" y="214303"/>
                </a:cubicBezTo>
                <a:cubicBezTo>
                  <a:pt x="52308" y="208287"/>
                  <a:pt x="34998" y="190241"/>
                  <a:pt x="23332" y="171066"/>
                </a:cubicBezTo>
                <a:cubicBezTo>
                  <a:pt x="11666" y="152644"/>
                  <a:pt x="0" y="125950"/>
                  <a:pt x="8655" y="102264"/>
                </a:cubicBezTo>
                <a:cubicBezTo>
                  <a:pt x="12795" y="90609"/>
                  <a:pt x="29729" y="71434"/>
                  <a:pt x="127196" y="35341"/>
                </a:cubicBezTo>
                <a:cubicBezTo>
                  <a:pt x="179505" y="16167"/>
                  <a:pt x="230684" y="1128"/>
                  <a:pt x="231437" y="1128"/>
                </a:cubicBezTo>
                <a:cubicBezTo>
                  <a:pt x="235953" y="0"/>
                  <a:pt x="240468" y="2632"/>
                  <a:pt x="241974" y="7143"/>
                </a:cubicBezTo>
                <a:cubicBezTo>
                  <a:pt x="243103" y="11655"/>
                  <a:pt x="240468" y="16543"/>
                  <a:pt x="236329" y="18047"/>
                </a:cubicBezTo>
                <a:cubicBezTo>
                  <a:pt x="153539" y="42109"/>
                  <a:pt x="32740" y="86097"/>
                  <a:pt x="24837" y="108655"/>
                </a:cubicBezTo>
                <a:cubicBezTo>
                  <a:pt x="18440" y="126326"/>
                  <a:pt x="30106" y="149636"/>
                  <a:pt x="38008" y="161667"/>
                </a:cubicBezTo>
                <a:cubicBezTo>
                  <a:pt x="50427" y="181218"/>
                  <a:pt x="65480" y="195504"/>
                  <a:pt x="71877" y="198512"/>
                </a:cubicBezTo>
                <a:cubicBezTo>
                  <a:pt x="76017" y="200768"/>
                  <a:pt x="77522" y="206032"/>
                  <a:pt x="75640" y="210167"/>
                </a:cubicBezTo>
                <a:cubicBezTo>
                  <a:pt x="73382" y="213175"/>
                  <a:pt x="70372" y="215055"/>
                  <a:pt x="67361" y="215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E3B4D-1AB6-48C8-A0CC-86CC8673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10" y="1763417"/>
            <a:ext cx="243103" cy="215055"/>
          </a:xfrm>
          <a:custGeom xmlns:a="http://schemas.openxmlformats.org/drawingml/2006/main">
            <a:pathLst>
              <a:path w="243103" h="215055" fill="none">
                <a:moveTo>
                  <a:pt x="67361" y="215055"/>
                </a:moveTo>
                <a:cubicBezTo>
                  <a:pt x="66232" y="215055"/>
                  <a:pt x="64727" y="214679"/>
                  <a:pt x="63598" y="214303"/>
                </a:cubicBezTo>
                <a:cubicBezTo>
                  <a:pt x="52308" y="208287"/>
                  <a:pt x="34998" y="190241"/>
                  <a:pt x="23332" y="171066"/>
                </a:cubicBezTo>
                <a:cubicBezTo>
                  <a:pt x="11666" y="152644"/>
                  <a:pt x="0" y="125950"/>
                  <a:pt x="8655" y="102264"/>
                </a:cubicBezTo>
                <a:cubicBezTo>
                  <a:pt x="12795" y="90609"/>
                  <a:pt x="29729" y="71434"/>
                  <a:pt x="127196" y="35341"/>
                </a:cubicBezTo>
                <a:cubicBezTo>
                  <a:pt x="179505" y="16167"/>
                  <a:pt x="230684" y="1128"/>
                  <a:pt x="231437" y="1128"/>
                </a:cubicBezTo>
                <a:cubicBezTo>
                  <a:pt x="235953" y="0"/>
                  <a:pt x="240468" y="2632"/>
                  <a:pt x="241974" y="7143"/>
                </a:cubicBezTo>
                <a:cubicBezTo>
                  <a:pt x="243103" y="11655"/>
                  <a:pt x="240468" y="16543"/>
                  <a:pt x="236329" y="18047"/>
                </a:cubicBezTo>
                <a:cubicBezTo>
                  <a:pt x="153539" y="42109"/>
                  <a:pt x="32740" y="86097"/>
                  <a:pt x="24837" y="108655"/>
                </a:cubicBezTo>
                <a:cubicBezTo>
                  <a:pt x="18440" y="126326"/>
                  <a:pt x="30106" y="149636"/>
                  <a:pt x="38008" y="161667"/>
                </a:cubicBezTo>
                <a:cubicBezTo>
                  <a:pt x="50427" y="181218"/>
                  <a:pt x="65480" y="195504"/>
                  <a:pt x="71877" y="198512"/>
                </a:cubicBezTo>
                <a:cubicBezTo>
                  <a:pt x="76017" y="200768"/>
                  <a:pt x="77522" y="206032"/>
                  <a:pt x="75640" y="210167"/>
                </a:cubicBezTo>
                <a:cubicBezTo>
                  <a:pt x="73382" y="213175"/>
                  <a:pt x="70372" y="215055"/>
                  <a:pt x="67361" y="21505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A5F39-B8DC-4DFB-BAD4-AD2E9171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95" y="1728452"/>
            <a:ext cx="363901" cy="301528"/>
          </a:xfrm>
          <a:custGeom xmlns:a="http://schemas.openxmlformats.org/drawingml/2006/main">
            <a:pathLst>
              <a:path w="363901" h="301528">
                <a:moveTo>
                  <a:pt x="37256" y="301528"/>
                </a:moveTo>
                <a:cubicBezTo>
                  <a:pt x="35750" y="301528"/>
                  <a:pt x="33869" y="301152"/>
                  <a:pt x="32740" y="300024"/>
                </a:cubicBezTo>
                <a:cubicBezTo>
                  <a:pt x="9032" y="283481"/>
                  <a:pt x="0" y="248516"/>
                  <a:pt x="6397" y="196256"/>
                </a:cubicBezTo>
                <a:cubicBezTo>
                  <a:pt x="9408" y="172194"/>
                  <a:pt x="20321" y="150764"/>
                  <a:pt x="39514" y="130086"/>
                </a:cubicBezTo>
                <a:cubicBezTo>
                  <a:pt x="65480" y="102264"/>
                  <a:pt x="108004" y="76322"/>
                  <a:pt x="165581" y="52636"/>
                </a:cubicBezTo>
                <a:cubicBezTo>
                  <a:pt x="293906" y="0"/>
                  <a:pt x="354117" y="17671"/>
                  <a:pt x="356751" y="18423"/>
                </a:cubicBezTo>
                <a:cubicBezTo>
                  <a:pt x="361267" y="19926"/>
                  <a:pt x="363901" y="24814"/>
                  <a:pt x="362396" y="29326"/>
                </a:cubicBezTo>
                <a:cubicBezTo>
                  <a:pt x="360891" y="33837"/>
                  <a:pt x="356375" y="36469"/>
                  <a:pt x="351859" y="35341"/>
                </a:cubicBezTo>
                <a:cubicBezTo>
                  <a:pt x="351107" y="34965"/>
                  <a:pt x="293530" y="19174"/>
                  <a:pt x="171602" y="69178"/>
                </a:cubicBezTo>
                <a:cubicBezTo>
                  <a:pt x="77146" y="107903"/>
                  <a:pt x="28600" y="150388"/>
                  <a:pt x="22956" y="198512"/>
                </a:cubicBezTo>
                <a:cubicBezTo>
                  <a:pt x="17687" y="243629"/>
                  <a:pt x="24084" y="272954"/>
                  <a:pt x="42148" y="285737"/>
                </a:cubicBezTo>
                <a:cubicBezTo>
                  <a:pt x="45911" y="288369"/>
                  <a:pt x="47040" y="294009"/>
                  <a:pt x="44406" y="297768"/>
                </a:cubicBezTo>
                <a:cubicBezTo>
                  <a:pt x="42524" y="300400"/>
                  <a:pt x="39890" y="301528"/>
                  <a:pt x="37256" y="3015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13148-6276-4C1F-ACFB-9E694560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995" y="1728451"/>
            <a:ext cx="363901" cy="301528"/>
          </a:xfrm>
          <a:custGeom xmlns:a="http://schemas.openxmlformats.org/drawingml/2006/main">
            <a:pathLst>
              <a:path w="363901" h="301528" fill="none">
                <a:moveTo>
                  <a:pt x="37256" y="301528"/>
                </a:moveTo>
                <a:cubicBezTo>
                  <a:pt x="35750" y="301528"/>
                  <a:pt x="33869" y="301152"/>
                  <a:pt x="32740" y="300024"/>
                </a:cubicBezTo>
                <a:cubicBezTo>
                  <a:pt x="9032" y="283481"/>
                  <a:pt x="0" y="248516"/>
                  <a:pt x="6397" y="196256"/>
                </a:cubicBezTo>
                <a:cubicBezTo>
                  <a:pt x="9408" y="172194"/>
                  <a:pt x="20321" y="150764"/>
                  <a:pt x="39514" y="130086"/>
                </a:cubicBezTo>
                <a:cubicBezTo>
                  <a:pt x="65480" y="102264"/>
                  <a:pt x="108004" y="76322"/>
                  <a:pt x="165581" y="52636"/>
                </a:cubicBezTo>
                <a:cubicBezTo>
                  <a:pt x="293906" y="0"/>
                  <a:pt x="354117" y="17671"/>
                  <a:pt x="356751" y="18423"/>
                </a:cubicBezTo>
                <a:cubicBezTo>
                  <a:pt x="361267" y="19926"/>
                  <a:pt x="363901" y="24814"/>
                  <a:pt x="362396" y="29326"/>
                </a:cubicBezTo>
                <a:cubicBezTo>
                  <a:pt x="360891" y="33837"/>
                  <a:pt x="356375" y="36469"/>
                  <a:pt x="351859" y="35341"/>
                </a:cubicBezTo>
                <a:cubicBezTo>
                  <a:pt x="351107" y="34965"/>
                  <a:pt x="293530" y="19174"/>
                  <a:pt x="171602" y="69178"/>
                </a:cubicBezTo>
                <a:cubicBezTo>
                  <a:pt x="77146" y="107903"/>
                  <a:pt x="28600" y="150388"/>
                  <a:pt x="22956" y="198512"/>
                </a:cubicBezTo>
                <a:cubicBezTo>
                  <a:pt x="17687" y="243629"/>
                  <a:pt x="24084" y="272954"/>
                  <a:pt x="42148" y="285737"/>
                </a:cubicBezTo>
                <a:cubicBezTo>
                  <a:pt x="45911" y="288369"/>
                  <a:pt x="47040" y="294009"/>
                  <a:pt x="44406" y="297768"/>
                </a:cubicBezTo>
                <a:cubicBezTo>
                  <a:pt x="42524" y="300400"/>
                  <a:pt x="39890" y="301528"/>
                  <a:pt x="37256" y="3015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87514-336A-49BD-AC46-BF8AE58F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43" y="1897262"/>
            <a:ext cx="82790" cy="221446"/>
          </a:xfrm>
          <a:custGeom xmlns:a="http://schemas.openxmlformats.org/drawingml/2006/main">
            <a:pathLst>
              <a:path w="82790" h="221446">
                <a:moveTo>
                  <a:pt x="0" y="206408"/>
                </a:moveTo>
                <a:lnTo>
                  <a:pt x="0" y="221446"/>
                </a:lnTo>
                <a:lnTo>
                  <a:pt x="52685" y="221446"/>
                </a:lnTo>
                <a:lnTo>
                  <a:pt x="59835" y="212047"/>
                </a:lnTo>
                <a:lnTo>
                  <a:pt x="82790" y="212047"/>
                </a:lnTo>
                <a:lnTo>
                  <a:pt x="82790" y="15039"/>
                </a:lnTo>
                <a:lnTo>
                  <a:pt x="59835" y="10151"/>
                </a:lnTo>
                <a:lnTo>
                  <a:pt x="48922" y="0"/>
                </a:lnTo>
                <a:lnTo>
                  <a:pt x="7150" y="0"/>
                </a:lnTo>
                <a:lnTo>
                  <a:pt x="0" y="22558"/>
                </a:lnTo>
                <a:lnTo>
                  <a:pt x="0" y="2064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F5348-E93A-44A1-AE30-F94CEF3C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43" y="1897261"/>
            <a:ext cx="82790" cy="221446"/>
          </a:xfrm>
          <a:custGeom xmlns:a="http://schemas.openxmlformats.org/drawingml/2006/main">
            <a:pathLst>
              <a:path w="82790" h="221446" fill="none">
                <a:moveTo>
                  <a:pt x="0" y="206408"/>
                </a:moveTo>
                <a:lnTo>
                  <a:pt x="0" y="221446"/>
                </a:lnTo>
                <a:lnTo>
                  <a:pt x="52685" y="221446"/>
                </a:lnTo>
                <a:lnTo>
                  <a:pt x="59835" y="212047"/>
                </a:lnTo>
                <a:lnTo>
                  <a:pt x="82790" y="212047"/>
                </a:lnTo>
                <a:lnTo>
                  <a:pt x="82790" y="15039"/>
                </a:lnTo>
                <a:lnTo>
                  <a:pt x="59835" y="10151"/>
                </a:lnTo>
                <a:lnTo>
                  <a:pt x="48922" y="0"/>
                </a:lnTo>
                <a:lnTo>
                  <a:pt x="7150" y="0"/>
                </a:lnTo>
                <a:lnTo>
                  <a:pt x="0" y="22558"/>
                </a:lnTo>
                <a:lnTo>
                  <a:pt x="0" y="2064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42279-AD5B-4769-9AC2-D67CD54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43" y="1919820"/>
            <a:ext cx="37256" cy="183849"/>
          </a:xfrm>
          <a:custGeom xmlns:a="http://schemas.openxmlformats.org/drawingml/2006/main">
            <a:pathLst>
              <a:path w="37256" h="183849">
                <a:moveTo>
                  <a:pt x="0" y="0"/>
                </a:moveTo>
                <a:lnTo>
                  <a:pt x="37256" y="0"/>
                </a:lnTo>
                <a:lnTo>
                  <a:pt x="37256" y="183849"/>
                </a:lnTo>
                <a:lnTo>
                  <a:pt x="0" y="1838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47186-56CF-432F-A78E-53DDBCE4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43" y="1919820"/>
            <a:ext cx="37256" cy="183849"/>
          </a:xfrm>
          <a:custGeom xmlns:a="http://schemas.openxmlformats.org/drawingml/2006/main">
            <a:pathLst>
              <a:path w="37256" h="183849" fill="none">
                <a:moveTo>
                  <a:pt x="0" y="0"/>
                </a:moveTo>
                <a:lnTo>
                  <a:pt x="37256" y="0"/>
                </a:lnTo>
                <a:lnTo>
                  <a:pt x="37256" y="183849"/>
                </a:lnTo>
                <a:lnTo>
                  <a:pt x="0" y="1838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FFFFFF"/>
            </a:solidFill>
            <a:round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A6389-B102-4ECF-BE1B-4B74C299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806" y="2004787"/>
            <a:ext cx="86554" cy="96248"/>
          </a:xfrm>
          <a:custGeom xmlns:a="http://schemas.openxmlformats.org/drawingml/2006/main">
            <a:pathLst>
              <a:path w="86554" h="96248">
                <a:moveTo>
                  <a:pt x="86554" y="6391"/>
                </a:moveTo>
                <a:lnTo>
                  <a:pt x="0" y="0"/>
                </a:lnTo>
                <a:lnTo>
                  <a:pt x="0" y="83841"/>
                </a:lnTo>
                <a:lnTo>
                  <a:pt x="82790" y="96248"/>
                </a:lnTo>
                <a:lnTo>
                  <a:pt x="86554" y="63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C500E-992E-4D89-A5E5-8CF0FB14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806" y="2004787"/>
            <a:ext cx="86554" cy="96248"/>
          </a:xfrm>
          <a:custGeom xmlns:a="http://schemas.openxmlformats.org/drawingml/2006/main">
            <a:pathLst>
              <a:path w="86554" h="96248" fill="none">
                <a:moveTo>
                  <a:pt x="86554" y="6391"/>
                </a:moveTo>
                <a:lnTo>
                  <a:pt x="0" y="0"/>
                </a:lnTo>
                <a:lnTo>
                  <a:pt x="0" y="83841"/>
                </a:lnTo>
                <a:lnTo>
                  <a:pt x="82790" y="96248"/>
                </a:lnTo>
                <a:lnTo>
                  <a:pt x="86554" y="63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050AD-5F63-4FF5-8237-B8EBBDF9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559" y="2014937"/>
            <a:ext cx="84672" cy="7519"/>
          </a:xfrm>
          <a:custGeom xmlns:a="http://schemas.openxmlformats.org/drawingml/2006/main">
            <a:pathLst>
              <a:path w="84672" h="7519" fill="none">
                <a:moveTo>
                  <a:pt x="0" y="0"/>
                </a:moveTo>
                <a:lnTo>
                  <a:pt x="84672" y="7519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FD983-128C-4064-9D49-97ECE11A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806" y="2029224"/>
            <a:ext cx="85048" cy="9775"/>
          </a:xfrm>
          <a:custGeom xmlns:a="http://schemas.openxmlformats.org/drawingml/2006/main">
            <a:pathLst>
              <a:path w="85048" h="9775" fill="none">
                <a:moveTo>
                  <a:pt x="0" y="0"/>
                </a:moveTo>
                <a:lnTo>
                  <a:pt x="85048" y="9775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8C18F-B585-4F94-A0E6-8C6A1EAB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182" y="2043134"/>
            <a:ext cx="83919" cy="10527"/>
          </a:xfrm>
          <a:custGeom xmlns:a="http://schemas.openxmlformats.org/drawingml/2006/main">
            <a:pathLst>
              <a:path w="83919" h="10527" fill="none">
                <a:moveTo>
                  <a:pt x="0" y="0"/>
                </a:moveTo>
                <a:lnTo>
                  <a:pt x="83919" y="10527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1E68A-C4E6-41D0-BA07-9C3DF023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806" y="2057420"/>
            <a:ext cx="84296" cy="10903"/>
          </a:xfrm>
          <a:custGeom xmlns:a="http://schemas.openxmlformats.org/drawingml/2006/main">
            <a:pathLst>
              <a:path w="84296" h="10903" fill="none">
                <a:moveTo>
                  <a:pt x="0" y="0"/>
                </a:moveTo>
                <a:lnTo>
                  <a:pt x="84296" y="10903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D6EF7-7164-4EFE-BE83-813F3D0B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54" y="2069451"/>
            <a:ext cx="83543" cy="12031"/>
          </a:xfrm>
          <a:custGeom xmlns:a="http://schemas.openxmlformats.org/drawingml/2006/main">
            <a:pathLst>
              <a:path w="83543" h="12031" fill="none">
                <a:moveTo>
                  <a:pt x="0" y="0"/>
                </a:moveTo>
                <a:lnTo>
                  <a:pt x="83543" y="12031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BB5FD-14EF-49B3-9DA4-6AF16B43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430" y="2080353"/>
            <a:ext cx="82790" cy="13535"/>
          </a:xfrm>
          <a:custGeom xmlns:a="http://schemas.openxmlformats.org/drawingml/2006/main">
            <a:pathLst>
              <a:path w="82790" h="13535" fill="none">
                <a:moveTo>
                  <a:pt x="0" y="0"/>
                </a:moveTo>
                <a:lnTo>
                  <a:pt x="82790" y="13535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119B0-4DC0-4878-A92E-B62C7713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806" y="1954027"/>
            <a:ext cx="5268" cy="50756"/>
          </a:xfrm>
          <a:custGeom xmlns:a="http://schemas.openxmlformats.org/drawingml/2006/main">
            <a:pathLst>
              <a:path w="5268" h="50756">
                <a:moveTo>
                  <a:pt x="0" y="50756"/>
                </a:moveTo>
                <a:lnTo>
                  <a:pt x="0" y="0"/>
                </a:lnTo>
                <a:lnTo>
                  <a:pt x="5268" y="3008"/>
                </a:lnTo>
                <a:lnTo>
                  <a:pt x="5268" y="50756"/>
                </a:lnTo>
                <a:lnTo>
                  <a:pt x="0" y="50756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AB818-A61B-4948-9083-729BEC48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806" y="1954026"/>
            <a:ext cx="5268" cy="50756"/>
          </a:xfrm>
          <a:custGeom xmlns:a="http://schemas.openxmlformats.org/drawingml/2006/main">
            <a:pathLst>
              <a:path w="5268" h="50756" fill="none">
                <a:moveTo>
                  <a:pt x="0" y="50756"/>
                </a:moveTo>
                <a:lnTo>
                  <a:pt x="0" y="0"/>
                </a:lnTo>
                <a:lnTo>
                  <a:pt x="5268" y="3008"/>
                </a:lnTo>
                <a:lnTo>
                  <a:pt x="5268" y="50756"/>
                </a:lnTo>
                <a:lnTo>
                  <a:pt x="0" y="507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F3651-4599-4133-9572-1BCD2FA1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763" y="2126596"/>
            <a:ext cx="13924" cy="208287"/>
          </a:xfrm>
          <a:custGeom xmlns:a="http://schemas.openxmlformats.org/drawingml/2006/main">
            <a:pathLst>
              <a:path w="13924" h="208287">
                <a:moveTo>
                  <a:pt x="0" y="0"/>
                </a:moveTo>
                <a:lnTo>
                  <a:pt x="0" y="206783"/>
                </a:lnTo>
                <a:lnTo>
                  <a:pt x="13924" y="208287"/>
                </a:lnTo>
                <a:lnTo>
                  <a:pt x="13924" y="22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98CAC-9A86-4268-9302-E7C87CEF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763" y="2126596"/>
            <a:ext cx="13924" cy="208287"/>
          </a:xfrm>
          <a:custGeom xmlns:a="http://schemas.openxmlformats.org/drawingml/2006/main">
            <a:pathLst>
              <a:path w="13924" h="208287" fill="none">
                <a:moveTo>
                  <a:pt x="0" y="0"/>
                </a:moveTo>
                <a:lnTo>
                  <a:pt x="0" y="206783"/>
                </a:lnTo>
                <a:lnTo>
                  <a:pt x="13924" y="208287"/>
                </a:lnTo>
                <a:lnTo>
                  <a:pt x="13924" y="22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F8F5E-314A-4A9E-896B-CEBF0B44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687" y="2120203"/>
            <a:ext cx="406802" cy="283857"/>
          </a:xfrm>
          <a:custGeom xmlns:a="http://schemas.openxmlformats.org/drawingml/2006/main">
            <a:pathLst>
              <a:path w="406802" h="283857">
                <a:moveTo>
                  <a:pt x="0" y="8647"/>
                </a:moveTo>
                <a:lnTo>
                  <a:pt x="162947" y="0"/>
                </a:lnTo>
                <a:lnTo>
                  <a:pt x="162947" y="24062"/>
                </a:lnTo>
                <a:lnTo>
                  <a:pt x="406802" y="51884"/>
                </a:lnTo>
                <a:lnTo>
                  <a:pt x="406802" y="140613"/>
                </a:lnTo>
                <a:lnTo>
                  <a:pt x="363149" y="153396"/>
                </a:lnTo>
                <a:lnTo>
                  <a:pt x="161065" y="126326"/>
                </a:lnTo>
                <a:lnTo>
                  <a:pt x="161065" y="179338"/>
                </a:lnTo>
                <a:lnTo>
                  <a:pt x="398147" y="215431"/>
                </a:lnTo>
                <a:lnTo>
                  <a:pt x="398147" y="283857"/>
                </a:lnTo>
                <a:lnTo>
                  <a:pt x="0" y="214679"/>
                </a:lnTo>
                <a:lnTo>
                  <a:pt x="0" y="8647"/>
                </a:lnTo>
                <a:close/>
              </a:path>
            </a:pathLst>
          </a:custGeom>
          <a:solidFill xmlns:a="http://schemas.openxmlformats.org/drawingml/2006/main">
            <a:srgbClr val="AB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7665D-3DC7-4919-B59C-75207100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687" y="2120203"/>
            <a:ext cx="406802" cy="283857"/>
          </a:xfrm>
          <a:custGeom xmlns:a="http://schemas.openxmlformats.org/drawingml/2006/main">
            <a:pathLst>
              <a:path w="406802" h="283857" fill="none">
                <a:moveTo>
                  <a:pt x="0" y="8647"/>
                </a:moveTo>
                <a:lnTo>
                  <a:pt x="162947" y="0"/>
                </a:lnTo>
                <a:lnTo>
                  <a:pt x="162947" y="24062"/>
                </a:lnTo>
                <a:lnTo>
                  <a:pt x="406802" y="51884"/>
                </a:lnTo>
                <a:lnTo>
                  <a:pt x="406802" y="140613"/>
                </a:lnTo>
                <a:lnTo>
                  <a:pt x="363149" y="153396"/>
                </a:lnTo>
                <a:lnTo>
                  <a:pt x="161065" y="126326"/>
                </a:lnTo>
                <a:lnTo>
                  <a:pt x="161065" y="179338"/>
                </a:lnTo>
                <a:lnTo>
                  <a:pt x="398147" y="215431"/>
                </a:lnTo>
                <a:lnTo>
                  <a:pt x="398147" y="283857"/>
                </a:lnTo>
                <a:lnTo>
                  <a:pt x="0" y="214679"/>
                </a:lnTo>
                <a:lnTo>
                  <a:pt x="0" y="86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6264A-B7DE-423B-9A59-F19203D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934" y="2144264"/>
            <a:ext cx="407555" cy="36093"/>
          </a:xfrm>
          <a:custGeom xmlns:a="http://schemas.openxmlformats.org/drawingml/2006/main">
            <a:pathLst>
              <a:path w="407555" h="36093">
                <a:moveTo>
                  <a:pt x="163699" y="0"/>
                </a:moveTo>
                <a:lnTo>
                  <a:pt x="0" y="11655"/>
                </a:lnTo>
                <a:lnTo>
                  <a:pt x="321001" y="36093"/>
                </a:lnTo>
                <a:lnTo>
                  <a:pt x="407555" y="27822"/>
                </a:lnTo>
                <a:lnTo>
                  <a:pt x="163699" y="0"/>
                </a:lnTo>
                <a:close/>
              </a:path>
            </a:pathLst>
          </a:custGeom>
          <a:solidFill xmlns:a="http://schemas.openxmlformats.org/drawingml/2006/main">
            <a:srgbClr val="AB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32554-69E0-4388-A6E6-D803E75B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934" y="2144264"/>
            <a:ext cx="407555" cy="36093"/>
          </a:xfrm>
          <a:custGeom xmlns:a="http://schemas.openxmlformats.org/drawingml/2006/main">
            <a:pathLst>
              <a:path w="407555" h="36093" fill="none">
                <a:moveTo>
                  <a:pt x="163699" y="0"/>
                </a:moveTo>
                <a:lnTo>
                  <a:pt x="0" y="11655"/>
                </a:lnTo>
                <a:lnTo>
                  <a:pt x="321001" y="36093"/>
                </a:lnTo>
                <a:lnTo>
                  <a:pt x="407555" y="27822"/>
                </a:lnTo>
                <a:lnTo>
                  <a:pt x="1636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2ABD1-40C3-4412-9F45-0FEE7B0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35" y="2172085"/>
            <a:ext cx="86554" cy="101512"/>
          </a:xfrm>
          <a:custGeom xmlns:a="http://schemas.openxmlformats.org/drawingml/2006/main">
            <a:pathLst>
              <a:path w="86554" h="101512">
                <a:moveTo>
                  <a:pt x="0" y="8271"/>
                </a:moveTo>
                <a:lnTo>
                  <a:pt x="0" y="94744"/>
                </a:lnTo>
                <a:lnTo>
                  <a:pt x="42900" y="101512"/>
                </a:lnTo>
                <a:lnTo>
                  <a:pt x="86554" y="88729"/>
                </a:lnTo>
                <a:lnTo>
                  <a:pt x="86554" y="0"/>
                </a:lnTo>
                <a:lnTo>
                  <a:pt x="0" y="8271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490CB-6748-4F8A-9C87-0848C967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35" y="2172085"/>
            <a:ext cx="86554" cy="101512"/>
          </a:xfrm>
          <a:custGeom xmlns:a="http://schemas.openxmlformats.org/drawingml/2006/main">
            <a:pathLst>
              <a:path w="86554" h="101512" fill="none">
                <a:moveTo>
                  <a:pt x="0" y="8271"/>
                </a:moveTo>
                <a:lnTo>
                  <a:pt x="0" y="94744"/>
                </a:lnTo>
                <a:lnTo>
                  <a:pt x="42900" y="101512"/>
                </a:lnTo>
                <a:lnTo>
                  <a:pt x="86554" y="88729"/>
                </a:lnTo>
                <a:lnTo>
                  <a:pt x="86554" y="0"/>
                </a:lnTo>
                <a:lnTo>
                  <a:pt x="0" y="82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E49CA-2940-4DEE-ADE5-F615396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934" y="2155918"/>
            <a:ext cx="321001" cy="110911"/>
          </a:xfrm>
          <a:custGeom xmlns:a="http://schemas.openxmlformats.org/drawingml/2006/main">
            <a:pathLst>
              <a:path w="321001" h="110911">
                <a:moveTo>
                  <a:pt x="0" y="0"/>
                </a:moveTo>
                <a:lnTo>
                  <a:pt x="0" y="75194"/>
                </a:lnTo>
                <a:lnTo>
                  <a:pt x="161818" y="90609"/>
                </a:lnTo>
                <a:lnTo>
                  <a:pt x="321001" y="110911"/>
                </a:lnTo>
                <a:lnTo>
                  <a:pt x="321001" y="244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74EB7-DAA6-4B22-86AE-C38864DD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934" y="2155917"/>
            <a:ext cx="321001" cy="110911"/>
          </a:xfrm>
          <a:custGeom xmlns:a="http://schemas.openxmlformats.org/drawingml/2006/main">
            <a:pathLst>
              <a:path w="321001" h="110911" fill="none">
                <a:moveTo>
                  <a:pt x="0" y="0"/>
                </a:moveTo>
                <a:lnTo>
                  <a:pt x="0" y="75194"/>
                </a:lnTo>
                <a:lnTo>
                  <a:pt x="161818" y="90609"/>
                </a:lnTo>
                <a:lnTo>
                  <a:pt x="321001" y="110911"/>
                </a:lnTo>
                <a:lnTo>
                  <a:pt x="321001" y="2443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3BA0B-C403-44D1-B836-E7322AB2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048" y="2199529"/>
            <a:ext cx="157678" cy="35341"/>
          </a:xfrm>
          <a:custGeom xmlns:a="http://schemas.openxmlformats.org/drawingml/2006/main">
            <a:pathLst>
              <a:path w="157678" h="35341" fill="none">
                <a:moveTo>
                  <a:pt x="0" y="35341"/>
                </a:moveTo>
                <a:lnTo>
                  <a:pt x="18063" y="0"/>
                </a:lnTo>
                <a:lnTo>
                  <a:pt x="148646" y="13535"/>
                </a:lnTo>
                <a:lnTo>
                  <a:pt x="157678" y="23686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FFFFFF"/>
            </a:solidFill>
            <a:round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6802F-097C-41E0-9EBE-DCCEA31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726" y="2189377"/>
            <a:ext cx="170097" cy="163547"/>
          </a:xfrm>
          <a:custGeom xmlns:a="http://schemas.openxmlformats.org/drawingml/2006/main">
            <a:pathLst>
              <a:path w="170097" h="163547">
                <a:moveTo>
                  <a:pt x="16558" y="0"/>
                </a:moveTo>
                <a:cubicBezTo>
                  <a:pt x="16558" y="0"/>
                  <a:pt x="0" y="9023"/>
                  <a:pt x="3387" y="43613"/>
                </a:cubicBezTo>
                <a:cubicBezTo>
                  <a:pt x="6774" y="78202"/>
                  <a:pt x="39890" y="122566"/>
                  <a:pt x="64351" y="138733"/>
                </a:cubicBezTo>
                <a:cubicBezTo>
                  <a:pt x="89188" y="154524"/>
                  <a:pt x="147141" y="163547"/>
                  <a:pt x="156173" y="162795"/>
                </a:cubicBezTo>
                <a:cubicBezTo>
                  <a:pt x="164828" y="162043"/>
                  <a:pt x="170097" y="161291"/>
                  <a:pt x="170097" y="161291"/>
                </a:cubicBezTo>
                <a:lnTo>
                  <a:pt x="170097" y="126702"/>
                </a:lnTo>
                <a:cubicBezTo>
                  <a:pt x="170097" y="126702"/>
                  <a:pt x="149023" y="132717"/>
                  <a:pt x="126444" y="126702"/>
                </a:cubicBezTo>
                <a:cubicBezTo>
                  <a:pt x="103864" y="120686"/>
                  <a:pt x="60211" y="56771"/>
                  <a:pt x="54943" y="43237"/>
                </a:cubicBezTo>
                <a:cubicBezTo>
                  <a:pt x="49674" y="29702"/>
                  <a:pt x="61340" y="15415"/>
                  <a:pt x="61340" y="15415"/>
                </a:cubicBezTo>
                <a:lnTo>
                  <a:pt x="61340" y="4136"/>
                </a:lnTo>
                <a:lnTo>
                  <a:pt x="1655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1417B-6939-487F-850B-77F6824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726" y="2189377"/>
            <a:ext cx="170097" cy="163547"/>
          </a:xfrm>
          <a:custGeom xmlns:a="http://schemas.openxmlformats.org/drawingml/2006/main">
            <a:pathLst>
              <a:path w="170097" h="163547" fill="none">
                <a:moveTo>
                  <a:pt x="16558" y="0"/>
                </a:moveTo>
                <a:cubicBezTo>
                  <a:pt x="16558" y="0"/>
                  <a:pt x="0" y="9023"/>
                  <a:pt x="3387" y="43613"/>
                </a:cubicBezTo>
                <a:cubicBezTo>
                  <a:pt x="6774" y="78202"/>
                  <a:pt x="39890" y="122566"/>
                  <a:pt x="64351" y="138733"/>
                </a:cubicBezTo>
                <a:cubicBezTo>
                  <a:pt x="89188" y="154524"/>
                  <a:pt x="147141" y="163547"/>
                  <a:pt x="156173" y="162795"/>
                </a:cubicBezTo>
                <a:cubicBezTo>
                  <a:pt x="164828" y="162043"/>
                  <a:pt x="170097" y="161291"/>
                  <a:pt x="170097" y="161291"/>
                </a:cubicBezTo>
                <a:lnTo>
                  <a:pt x="170097" y="126702"/>
                </a:lnTo>
                <a:cubicBezTo>
                  <a:pt x="170097" y="126702"/>
                  <a:pt x="149023" y="132717"/>
                  <a:pt x="126444" y="126702"/>
                </a:cubicBezTo>
                <a:cubicBezTo>
                  <a:pt x="103864" y="120686"/>
                  <a:pt x="60211" y="56771"/>
                  <a:pt x="54943" y="43237"/>
                </a:cubicBezTo>
                <a:cubicBezTo>
                  <a:pt x="49674" y="29702"/>
                  <a:pt x="61340" y="15415"/>
                  <a:pt x="61340" y="15415"/>
                </a:cubicBezTo>
                <a:lnTo>
                  <a:pt x="61340" y="4136"/>
                </a:lnTo>
                <a:lnTo>
                  <a:pt x="1655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78687-E83E-4C3E-9B22-8EE1203A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34" y="2192384"/>
            <a:ext cx="132088" cy="156028"/>
          </a:xfrm>
          <a:custGeom xmlns:a="http://schemas.openxmlformats.org/drawingml/2006/main">
            <a:pathLst>
              <a:path w="132088" h="156028" fill="none">
                <a:moveTo>
                  <a:pt x="14676" y="0"/>
                </a:moveTo>
                <a:cubicBezTo>
                  <a:pt x="14676" y="0"/>
                  <a:pt x="0" y="7519"/>
                  <a:pt x="6774" y="40605"/>
                </a:cubicBezTo>
                <a:cubicBezTo>
                  <a:pt x="13548" y="73690"/>
                  <a:pt x="41019" y="113543"/>
                  <a:pt x="72253" y="134973"/>
                </a:cubicBezTo>
                <a:cubicBezTo>
                  <a:pt x="103488" y="156028"/>
                  <a:pt x="132088" y="151516"/>
                  <a:pt x="132088" y="151516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32F8E-BF6A-4930-9959-0FDBD29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390" y="2193136"/>
            <a:ext cx="49674" cy="108655"/>
          </a:xfrm>
          <a:custGeom xmlns:a="http://schemas.openxmlformats.org/drawingml/2006/main">
            <a:pathLst>
              <a:path w="49674" h="108655" fill="none">
                <a:moveTo>
                  <a:pt x="15053" y="0"/>
                </a:moveTo>
                <a:cubicBezTo>
                  <a:pt x="15053" y="0"/>
                  <a:pt x="0" y="12783"/>
                  <a:pt x="1129" y="34589"/>
                </a:cubicBezTo>
                <a:cubicBezTo>
                  <a:pt x="2258" y="56395"/>
                  <a:pt x="35374" y="92489"/>
                  <a:pt x="49674" y="1086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6E4676-63AD-40E8-B220-AEB7576D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229" y="2198775"/>
            <a:ext cx="70372" cy="122942"/>
          </a:xfrm>
          <a:custGeom xmlns:a="http://schemas.openxmlformats.org/drawingml/2006/main">
            <a:pathLst>
              <a:path w="70372" h="122942" fill="none">
                <a:moveTo>
                  <a:pt x="7150" y="0"/>
                </a:moveTo>
                <a:cubicBezTo>
                  <a:pt x="7150" y="0"/>
                  <a:pt x="0" y="13535"/>
                  <a:pt x="4140" y="36845"/>
                </a:cubicBezTo>
                <a:cubicBezTo>
                  <a:pt x="8279" y="60531"/>
                  <a:pt x="45911" y="106399"/>
                  <a:pt x="70372" y="1229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A9E8C-C1ED-44A4-88DC-6C21212F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037" y="2189751"/>
            <a:ext cx="47793" cy="124446"/>
          </a:xfrm>
          <a:custGeom xmlns:a="http://schemas.openxmlformats.org/drawingml/2006/main">
            <a:pathLst>
              <a:path w="47793" h="124446" fill="none">
                <a:moveTo>
                  <a:pt x="8655" y="0"/>
                </a:moveTo>
                <a:cubicBezTo>
                  <a:pt x="8655" y="0"/>
                  <a:pt x="0" y="4512"/>
                  <a:pt x="1129" y="30078"/>
                </a:cubicBezTo>
                <a:cubicBezTo>
                  <a:pt x="1882" y="55644"/>
                  <a:pt x="21827" y="97752"/>
                  <a:pt x="47793" y="124446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6C334-9893-4F00-987F-37ED4DE9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00" y="2225092"/>
            <a:ext cx="28224" cy="66171"/>
          </a:xfrm>
          <a:custGeom xmlns:a="http://schemas.openxmlformats.org/drawingml/2006/main">
            <a:pathLst>
              <a:path w="28224" h="66171" fill="none">
                <a:moveTo>
                  <a:pt x="3011" y="0"/>
                </a:moveTo>
                <a:cubicBezTo>
                  <a:pt x="3011" y="0"/>
                  <a:pt x="0" y="25942"/>
                  <a:pt x="28224" y="66171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5C405-22B5-4590-BEAE-C9ADFD4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643" y="2324347"/>
            <a:ext cx="48922" cy="7143"/>
          </a:xfrm>
          <a:custGeom xmlns:a="http://schemas.openxmlformats.org/drawingml/2006/main">
            <a:pathLst>
              <a:path w="48922" h="7143" fill="none">
                <a:moveTo>
                  <a:pt x="0" y="0"/>
                </a:moveTo>
                <a:cubicBezTo>
                  <a:pt x="0" y="0"/>
                  <a:pt x="25213" y="5640"/>
                  <a:pt x="48922" y="71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E8EB7-7B06-4ECC-82E3-822EB571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763" y="2118316"/>
            <a:ext cx="176870" cy="10527"/>
          </a:xfrm>
          <a:custGeom xmlns:a="http://schemas.openxmlformats.org/drawingml/2006/main">
            <a:pathLst>
              <a:path w="176870" h="10527">
                <a:moveTo>
                  <a:pt x="0" y="8271"/>
                </a:moveTo>
                <a:lnTo>
                  <a:pt x="112896" y="0"/>
                </a:lnTo>
                <a:lnTo>
                  <a:pt x="176870" y="1880"/>
                </a:lnTo>
                <a:lnTo>
                  <a:pt x="13924" y="10527"/>
                </a:lnTo>
                <a:lnTo>
                  <a:pt x="0" y="827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EF53A-7119-4227-8B03-D30BA698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763" y="2118314"/>
            <a:ext cx="176870" cy="10527"/>
          </a:xfrm>
          <a:custGeom xmlns:a="http://schemas.openxmlformats.org/drawingml/2006/main">
            <a:pathLst>
              <a:path w="176870" h="10527" fill="none">
                <a:moveTo>
                  <a:pt x="0" y="8271"/>
                </a:moveTo>
                <a:lnTo>
                  <a:pt x="112896" y="0"/>
                </a:lnTo>
                <a:lnTo>
                  <a:pt x="176870" y="1880"/>
                </a:lnTo>
                <a:lnTo>
                  <a:pt x="13924" y="10527"/>
                </a:lnTo>
                <a:lnTo>
                  <a:pt x="0" y="82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682A5-793E-4ED7-8955-8D03C154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687" y="2242384"/>
            <a:ext cx="161065" cy="92489"/>
          </a:xfrm>
          <a:custGeom xmlns:a="http://schemas.openxmlformats.org/drawingml/2006/main">
            <a:pathLst>
              <a:path w="161065" h="92489">
                <a:moveTo>
                  <a:pt x="1129" y="35717"/>
                </a:moveTo>
                <a:lnTo>
                  <a:pt x="124938" y="18798"/>
                </a:lnTo>
                <a:lnTo>
                  <a:pt x="124938" y="51508"/>
                </a:lnTo>
                <a:lnTo>
                  <a:pt x="753" y="77826"/>
                </a:lnTo>
                <a:lnTo>
                  <a:pt x="0" y="92489"/>
                </a:lnTo>
                <a:lnTo>
                  <a:pt x="161065" y="57147"/>
                </a:lnTo>
                <a:lnTo>
                  <a:pt x="161065" y="4136"/>
                </a:lnTo>
                <a:lnTo>
                  <a:pt x="114401" y="0"/>
                </a:lnTo>
                <a:lnTo>
                  <a:pt x="0" y="7895"/>
                </a:lnTo>
                <a:lnTo>
                  <a:pt x="1129" y="35717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941A2-2EDD-4663-B518-B5E99017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687" y="2242384"/>
            <a:ext cx="161065" cy="92489"/>
          </a:xfrm>
          <a:custGeom xmlns:a="http://schemas.openxmlformats.org/drawingml/2006/main">
            <a:pathLst>
              <a:path w="161065" h="92489" fill="none">
                <a:moveTo>
                  <a:pt x="1129" y="35717"/>
                </a:moveTo>
                <a:lnTo>
                  <a:pt x="124938" y="18798"/>
                </a:lnTo>
                <a:lnTo>
                  <a:pt x="124938" y="51508"/>
                </a:lnTo>
                <a:lnTo>
                  <a:pt x="753" y="77826"/>
                </a:lnTo>
                <a:lnTo>
                  <a:pt x="0" y="92489"/>
                </a:lnTo>
                <a:lnTo>
                  <a:pt x="161065" y="57147"/>
                </a:lnTo>
                <a:lnTo>
                  <a:pt x="161065" y="4136"/>
                </a:lnTo>
                <a:lnTo>
                  <a:pt x="114401" y="0"/>
                </a:lnTo>
                <a:lnTo>
                  <a:pt x="0" y="7895"/>
                </a:lnTo>
                <a:lnTo>
                  <a:pt x="1129" y="357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307BB-024B-405D-8E1B-ECB837F0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095" y="2346527"/>
            <a:ext cx="210739" cy="44740"/>
          </a:xfrm>
          <a:custGeom xmlns:a="http://schemas.openxmlformats.org/drawingml/2006/main">
            <a:pathLst>
              <a:path w="210739" h="44740">
                <a:moveTo>
                  <a:pt x="0" y="0"/>
                </a:moveTo>
                <a:lnTo>
                  <a:pt x="0" y="30454"/>
                </a:lnTo>
                <a:cubicBezTo>
                  <a:pt x="0" y="38349"/>
                  <a:pt x="47040" y="44740"/>
                  <a:pt x="105370" y="44740"/>
                </a:cubicBezTo>
                <a:cubicBezTo>
                  <a:pt x="163699" y="44740"/>
                  <a:pt x="210739" y="38349"/>
                  <a:pt x="210739" y="30454"/>
                </a:cubicBezTo>
                <a:lnTo>
                  <a:pt x="2107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6F5AB-0185-40D2-BA84-6CBEB849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095" y="2332240"/>
            <a:ext cx="210739" cy="28574"/>
          </a:xfrm>
          <a:custGeom xmlns:a="http://schemas.openxmlformats.org/drawingml/2006/main">
            <a:pathLst>
              <a:path w="210739" h="28574">
                <a:moveTo>
                  <a:pt x="210739" y="14287"/>
                </a:moveTo>
                <a:cubicBezTo>
                  <a:pt x="210739" y="22178"/>
                  <a:pt x="163564" y="28574"/>
                  <a:pt x="105370" y="28574"/>
                </a:cubicBezTo>
                <a:cubicBezTo>
                  <a:pt x="47175" y="28574"/>
                  <a:pt x="0" y="22178"/>
                  <a:pt x="0" y="14287"/>
                </a:cubicBezTo>
                <a:cubicBezTo>
                  <a:pt x="0" y="6395"/>
                  <a:pt x="47175" y="0"/>
                  <a:pt x="105370" y="0"/>
                </a:cubicBezTo>
                <a:cubicBezTo>
                  <a:pt x="163564" y="0"/>
                  <a:pt x="210739" y="6395"/>
                  <a:pt x="210739" y="14287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3898A-0B0A-4168-B62D-5D8DBD2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585" y="2339383"/>
            <a:ext cx="55695" cy="9023"/>
          </a:xfrm>
          <a:custGeom xmlns:a="http://schemas.openxmlformats.org/drawingml/2006/main">
            <a:pathLst>
              <a:path w="55695" h="9023">
                <a:moveTo>
                  <a:pt x="55695" y="4512"/>
                </a:moveTo>
                <a:cubicBezTo>
                  <a:pt x="55695" y="6767"/>
                  <a:pt x="43277" y="9023"/>
                  <a:pt x="27848" y="9023"/>
                </a:cubicBezTo>
                <a:cubicBezTo>
                  <a:pt x="12419" y="9023"/>
                  <a:pt x="0" y="7143"/>
                  <a:pt x="0" y="4512"/>
                </a:cubicBezTo>
                <a:cubicBezTo>
                  <a:pt x="0" y="2256"/>
                  <a:pt x="12419" y="0"/>
                  <a:pt x="27848" y="0"/>
                </a:cubicBezTo>
                <a:cubicBezTo>
                  <a:pt x="43277" y="376"/>
                  <a:pt x="55695" y="2256"/>
                  <a:pt x="55695" y="4512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7CF23-8199-48FC-85FD-95C1FC7C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585" y="2339383"/>
            <a:ext cx="55695" cy="9023"/>
          </a:xfrm>
          <a:custGeom xmlns:a="http://schemas.openxmlformats.org/drawingml/2006/main">
            <a:pathLst>
              <a:path w="55695" h="9023" fill="none">
                <a:moveTo>
                  <a:pt x="55695" y="4512"/>
                </a:moveTo>
                <a:cubicBezTo>
                  <a:pt x="55695" y="6767"/>
                  <a:pt x="43277" y="9023"/>
                  <a:pt x="27848" y="9023"/>
                </a:cubicBezTo>
                <a:cubicBezTo>
                  <a:pt x="12419" y="9023"/>
                  <a:pt x="0" y="7143"/>
                  <a:pt x="0" y="4512"/>
                </a:cubicBezTo>
                <a:cubicBezTo>
                  <a:pt x="0" y="2256"/>
                  <a:pt x="12419" y="0"/>
                  <a:pt x="27848" y="0"/>
                </a:cubicBezTo>
                <a:cubicBezTo>
                  <a:pt x="43277" y="376"/>
                  <a:pt x="55695" y="2256"/>
                  <a:pt x="55695" y="451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BE7CA-8224-40F5-81F3-45BFAFB7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382" y="2364572"/>
            <a:ext cx="211868" cy="59027"/>
          </a:xfrm>
          <a:custGeom xmlns:a="http://schemas.openxmlformats.org/drawingml/2006/main">
            <a:pathLst>
              <a:path w="211868" h="59027">
                <a:moveTo>
                  <a:pt x="1129" y="0"/>
                </a:moveTo>
                <a:lnTo>
                  <a:pt x="376" y="30454"/>
                </a:lnTo>
                <a:cubicBezTo>
                  <a:pt x="0" y="38349"/>
                  <a:pt x="47040" y="55268"/>
                  <a:pt x="105370" y="57147"/>
                </a:cubicBezTo>
                <a:cubicBezTo>
                  <a:pt x="163699" y="59027"/>
                  <a:pt x="210739" y="54140"/>
                  <a:pt x="211116" y="46244"/>
                </a:cubicBezTo>
                <a:lnTo>
                  <a:pt x="211868" y="6391"/>
                </a:lnTo>
                <a:lnTo>
                  <a:pt x="112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051FF-4E79-4B28-A562-48599836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134" y="2351788"/>
            <a:ext cx="211116" cy="31957"/>
          </a:xfrm>
          <a:custGeom xmlns:a="http://schemas.openxmlformats.org/drawingml/2006/main">
            <a:pathLst>
              <a:path w="211116" h="31957">
                <a:moveTo>
                  <a:pt x="210739" y="19174"/>
                </a:moveTo>
                <a:cubicBezTo>
                  <a:pt x="210363" y="27070"/>
                  <a:pt x="163323" y="31957"/>
                  <a:pt x="104993" y="30078"/>
                </a:cubicBezTo>
                <a:cubicBezTo>
                  <a:pt x="46664" y="28198"/>
                  <a:pt x="0" y="20678"/>
                  <a:pt x="0" y="12783"/>
                </a:cubicBezTo>
                <a:cubicBezTo>
                  <a:pt x="376" y="4888"/>
                  <a:pt x="47416" y="0"/>
                  <a:pt x="105746" y="1880"/>
                </a:cubicBezTo>
                <a:cubicBezTo>
                  <a:pt x="164076" y="3760"/>
                  <a:pt x="211116" y="11279"/>
                  <a:pt x="210739" y="19174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9708A-54F5-4A64-AC3E-045B38A1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001" y="2360059"/>
            <a:ext cx="55695" cy="9775"/>
          </a:xfrm>
          <a:custGeom xmlns:a="http://schemas.openxmlformats.org/drawingml/2006/main">
            <a:pathLst>
              <a:path w="55695" h="9775">
                <a:moveTo>
                  <a:pt x="55695" y="5640"/>
                </a:moveTo>
                <a:cubicBezTo>
                  <a:pt x="55695" y="7895"/>
                  <a:pt x="43277" y="9775"/>
                  <a:pt x="27848" y="9399"/>
                </a:cubicBezTo>
                <a:cubicBezTo>
                  <a:pt x="12419" y="9023"/>
                  <a:pt x="0" y="6767"/>
                  <a:pt x="0" y="4136"/>
                </a:cubicBezTo>
                <a:cubicBezTo>
                  <a:pt x="0" y="1880"/>
                  <a:pt x="12419" y="0"/>
                  <a:pt x="27848" y="376"/>
                </a:cubicBezTo>
                <a:cubicBezTo>
                  <a:pt x="43277" y="1128"/>
                  <a:pt x="55695" y="3384"/>
                  <a:pt x="55695" y="5640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D66F2-6D65-4E8F-A6D3-4CD9C01E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001" y="2360058"/>
            <a:ext cx="55695" cy="9775"/>
          </a:xfrm>
          <a:custGeom xmlns:a="http://schemas.openxmlformats.org/drawingml/2006/main">
            <a:pathLst>
              <a:path w="55695" h="9775" fill="none">
                <a:moveTo>
                  <a:pt x="55695" y="5640"/>
                </a:moveTo>
                <a:cubicBezTo>
                  <a:pt x="55695" y="7895"/>
                  <a:pt x="43277" y="9775"/>
                  <a:pt x="27848" y="9399"/>
                </a:cubicBezTo>
                <a:cubicBezTo>
                  <a:pt x="12419" y="9023"/>
                  <a:pt x="0" y="6767"/>
                  <a:pt x="0" y="4136"/>
                </a:cubicBezTo>
                <a:cubicBezTo>
                  <a:pt x="0" y="1880"/>
                  <a:pt x="12419" y="0"/>
                  <a:pt x="27848" y="376"/>
                </a:cubicBezTo>
                <a:cubicBezTo>
                  <a:pt x="43277" y="1128"/>
                  <a:pt x="55695" y="3384"/>
                  <a:pt x="55695" y="564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6CA3F-1C7D-4E5A-807F-3A95DB79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182" y="1681432"/>
            <a:ext cx="516311" cy="106024"/>
          </a:xfrm>
          <a:custGeom xmlns:a="http://schemas.openxmlformats.org/drawingml/2006/main">
            <a:pathLst>
              <a:path w="516311" h="106024">
                <a:moveTo>
                  <a:pt x="0" y="56020"/>
                </a:moveTo>
                <a:lnTo>
                  <a:pt x="0" y="90233"/>
                </a:lnTo>
                <a:lnTo>
                  <a:pt x="125315" y="106024"/>
                </a:lnTo>
                <a:lnTo>
                  <a:pt x="516311" y="71058"/>
                </a:lnTo>
                <a:lnTo>
                  <a:pt x="516311" y="18798"/>
                </a:lnTo>
                <a:lnTo>
                  <a:pt x="425618" y="0"/>
                </a:lnTo>
                <a:lnTo>
                  <a:pt x="0" y="56020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223C6-E50E-4D46-B9B6-2297A99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182" y="1728803"/>
            <a:ext cx="516311" cy="58651"/>
          </a:xfrm>
          <a:custGeom xmlns:a="http://schemas.openxmlformats.org/drawingml/2006/main">
            <a:pathLst>
              <a:path w="516311" h="58651">
                <a:moveTo>
                  <a:pt x="0" y="42861"/>
                </a:moveTo>
                <a:lnTo>
                  <a:pt x="382717" y="0"/>
                </a:lnTo>
                <a:lnTo>
                  <a:pt x="516311" y="23686"/>
                </a:lnTo>
                <a:lnTo>
                  <a:pt x="125315" y="58651"/>
                </a:lnTo>
                <a:lnTo>
                  <a:pt x="0" y="42861"/>
                </a:lnTo>
                <a:close/>
              </a:path>
            </a:pathLst>
          </a:custGeom>
          <a:solidFill xmlns:a="http://schemas.openxmlformats.org/drawingml/2006/main">
            <a:srgbClr val="6B6B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45E38-11A7-41C6-A492-41FF80FB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707" y="1969424"/>
            <a:ext cx="65856" cy="87601"/>
          </a:xfrm>
          <a:custGeom xmlns:a="http://schemas.openxmlformats.org/drawingml/2006/main">
            <a:pathLst>
              <a:path w="65856" h="87601">
                <a:moveTo>
                  <a:pt x="39137" y="87601"/>
                </a:moveTo>
                <a:lnTo>
                  <a:pt x="26719" y="87601"/>
                </a:lnTo>
                <a:cubicBezTo>
                  <a:pt x="12042" y="87601"/>
                  <a:pt x="0" y="75570"/>
                  <a:pt x="0" y="60907"/>
                </a:cubicBezTo>
                <a:lnTo>
                  <a:pt x="0" y="26694"/>
                </a:lnTo>
                <a:cubicBezTo>
                  <a:pt x="0" y="12031"/>
                  <a:pt x="12042" y="0"/>
                  <a:pt x="26719" y="0"/>
                </a:cubicBezTo>
                <a:lnTo>
                  <a:pt x="39137" y="0"/>
                </a:lnTo>
                <a:cubicBezTo>
                  <a:pt x="53814" y="0"/>
                  <a:pt x="65856" y="12031"/>
                  <a:pt x="65856" y="26694"/>
                </a:cubicBezTo>
                <a:lnTo>
                  <a:pt x="65856" y="60907"/>
                </a:lnTo>
                <a:cubicBezTo>
                  <a:pt x="65856" y="75570"/>
                  <a:pt x="53814" y="87601"/>
                  <a:pt x="39137" y="8760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7C63E-8684-488C-A8E7-A3B3A03A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707" y="1969424"/>
            <a:ext cx="65856" cy="87601"/>
          </a:xfrm>
          <a:custGeom xmlns:a="http://schemas.openxmlformats.org/drawingml/2006/main">
            <a:pathLst>
              <a:path w="65856" h="87601" fill="none">
                <a:moveTo>
                  <a:pt x="39137" y="87601"/>
                </a:moveTo>
                <a:lnTo>
                  <a:pt x="26719" y="87601"/>
                </a:lnTo>
                <a:cubicBezTo>
                  <a:pt x="12042" y="87601"/>
                  <a:pt x="0" y="75570"/>
                  <a:pt x="0" y="60907"/>
                </a:cubicBezTo>
                <a:lnTo>
                  <a:pt x="0" y="26694"/>
                </a:lnTo>
                <a:cubicBezTo>
                  <a:pt x="0" y="12031"/>
                  <a:pt x="12042" y="0"/>
                  <a:pt x="26719" y="0"/>
                </a:cubicBezTo>
                <a:lnTo>
                  <a:pt x="39137" y="0"/>
                </a:lnTo>
                <a:cubicBezTo>
                  <a:pt x="53814" y="0"/>
                  <a:pt x="65856" y="12031"/>
                  <a:pt x="65856" y="26694"/>
                </a:cubicBezTo>
                <a:lnTo>
                  <a:pt x="65856" y="60907"/>
                </a:lnTo>
                <a:cubicBezTo>
                  <a:pt x="65856" y="75570"/>
                  <a:pt x="53814" y="87601"/>
                  <a:pt x="39137" y="876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76951-9EF8-4178-8636-DEE6B9E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621" y="1984086"/>
            <a:ext cx="44029" cy="57899"/>
          </a:xfrm>
          <a:custGeom xmlns:a="http://schemas.openxmlformats.org/drawingml/2006/main">
            <a:pathLst>
              <a:path w="44029" h="57899">
                <a:moveTo>
                  <a:pt x="24837" y="57899"/>
                </a:moveTo>
                <a:lnTo>
                  <a:pt x="18816" y="57899"/>
                </a:lnTo>
                <a:cubicBezTo>
                  <a:pt x="8279" y="57899"/>
                  <a:pt x="0" y="49252"/>
                  <a:pt x="0" y="39101"/>
                </a:cubicBezTo>
                <a:lnTo>
                  <a:pt x="0" y="18798"/>
                </a:lnTo>
                <a:cubicBezTo>
                  <a:pt x="0" y="8271"/>
                  <a:pt x="8655" y="0"/>
                  <a:pt x="18816" y="0"/>
                </a:cubicBezTo>
                <a:lnTo>
                  <a:pt x="24837" y="0"/>
                </a:lnTo>
                <a:cubicBezTo>
                  <a:pt x="35374" y="0"/>
                  <a:pt x="43653" y="8647"/>
                  <a:pt x="43653" y="18798"/>
                </a:cubicBezTo>
                <a:lnTo>
                  <a:pt x="43653" y="39101"/>
                </a:lnTo>
                <a:cubicBezTo>
                  <a:pt x="44029" y="49628"/>
                  <a:pt x="35374" y="57899"/>
                  <a:pt x="24837" y="57899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73416-2C9B-45F8-9E7A-AE3A8477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552" y="1664135"/>
            <a:ext cx="226168" cy="798560"/>
          </a:xfrm>
          <a:custGeom xmlns:a="http://schemas.openxmlformats.org/drawingml/2006/main">
            <a:pathLst>
              <a:path w="226168" h="798560">
                <a:moveTo>
                  <a:pt x="0" y="0"/>
                </a:moveTo>
                <a:lnTo>
                  <a:pt x="3011" y="798560"/>
                </a:lnTo>
                <a:lnTo>
                  <a:pt x="224287" y="748932"/>
                </a:lnTo>
                <a:lnTo>
                  <a:pt x="226168" y="35717"/>
                </a:lnTo>
                <a:lnTo>
                  <a:pt x="0" y="0"/>
                </a:lnTo>
                <a:close/>
                <a:moveTo>
                  <a:pt x="210739" y="729006"/>
                </a:moveTo>
                <a:lnTo>
                  <a:pt x="28977" y="765851"/>
                </a:lnTo>
                <a:lnTo>
                  <a:pt x="30858" y="33085"/>
                </a:lnTo>
                <a:lnTo>
                  <a:pt x="210739" y="63915"/>
                </a:lnTo>
                <a:lnTo>
                  <a:pt x="210739" y="729006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5EEF12-27F8-41C7-BF01-6CE1EC4E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552" y="1664134"/>
            <a:ext cx="226168" cy="798560"/>
          </a:xfrm>
          <a:custGeom xmlns:a="http://schemas.openxmlformats.org/drawingml/2006/main">
            <a:pathLst>
              <a:path w="226168" h="798560" fill="none">
                <a:moveTo>
                  <a:pt x="0" y="0"/>
                </a:moveTo>
                <a:lnTo>
                  <a:pt x="3011" y="798560"/>
                </a:lnTo>
                <a:lnTo>
                  <a:pt x="224287" y="748932"/>
                </a:lnTo>
                <a:lnTo>
                  <a:pt x="226168" y="35717"/>
                </a:lnTo>
                <a:lnTo>
                  <a:pt x="0" y="0"/>
                </a:lnTo>
                <a:close/>
                <a:moveTo>
                  <a:pt x="210739" y="729006"/>
                </a:moveTo>
                <a:lnTo>
                  <a:pt x="28977" y="765851"/>
                </a:lnTo>
                <a:lnTo>
                  <a:pt x="30858" y="33085"/>
                </a:lnTo>
                <a:lnTo>
                  <a:pt x="210739" y="63915"/>
                </a:lnTo>
                <a:lnTo>
                  <a:pt x="210739" y="7290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D826D-300D-4EC5-BDA3-0196383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304" y="1664134"/>
            <a:ext cx="501258" cy="798560"/>
          </a:xfrm>
          <a:custGeom xmlns:a="http://schemas.openxmlformats.org/drawingml/2006/main">
            <a:pathLst>
              <a:path w="501258" h="798560">
                <a:moveTo>
                  <a:pt x="498248" y="0"/>
                </a:moveTo>
                <a:lnTo>
                  <a:pt x="0" y="67675"/>
                </a:lnTo>
                <a:lnTo>
                  <a:pt x="0" y="712839"/>
                </a:lnTo>
                <a:lnTo>
                  <a:pt x="501258" y="798560"/>
                </a:lnTo>
                <a:lnTo>
                  <a:pt x="498248" y="0"/>
                </a:lnTo>
                <a:close/>
                <a:moveTo>
                  <a:pt x="24837" y="695168"/>
                </a:moveTo>
                <a:lnTo>
                  <a:pt x="21074" y="85721"/>
                </a:lnTo>
                <a:lnTo>
                  <a:pt x="464379" y="35717"/>
                </a:lnTo>
                <a:lnTo>
                  <a:pt x="467389" y="771490"/>
                </a:lnTo>
                <a:lnTo>
                  <a:pt x="24837" y="695168"/>
                </a:lnTo>
                <a:close/>
              </a:path>
            </a:pathLst>
          </a:custGeom>
          <a:solidFill xmlns:a="http://schemas.openxmlformats.org/drawingml/2006/main">
            <a:srgbClr val="7070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20BA7-1F66-4DB7-8328-FF7F5B65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304" y="1664133"/>
            <a:ext cx="501258" cy="798560"/>
          </a:xfrm>
          <a:custGeom xmlns:a="http://schemas.openxmlformats.org/drawingml/2006/main">
            <a:pathLst>
              <a:path w="501258" h="798560" fill="none">
                <a:moveTo>
                  <a:pt x="498248" y="0"/>
                </a:moveTo>
                <a:lnTo>
                  <a:pt x="0" y="67675"/>
                </a:lnTo>
                <a:lnTo>
                  <a:pt x="0" y="712839"/>
                </a:lnTo>
                <a:lnTo>
                  <a:pt x="501258" y="798560"/>
                </a:lnTo>
                <a:lnTo>
                  <a:pt x="498248" y="0"/>
                </a:lnTo>
                <a:close/>
                <a:moveTo>
                  <a:pt x="24837" y="695168"/>
                </a:moveTo>
                <a:lnTo>
                  <a:pt x="21074" y="85721"/>
                </a:lnTo>
                <a:lnTo>
                  <a:pt x="464379" y="35717"/>
                </a:lnTo>
                <a:lnTo>
                  <a:pt x="467389" y="771490"/>
                </a:lnTo>
                <a:lnTo>
                  <a:pt x="24837" y="6951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228B6-E4F4-4FEF-936C-E616FC27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883" y="1797979"/>
            <a:ext cx="10" cy="66171"/>
          </a:xfrm>
          <a:custGeom xmlns:a="http://schemas.openxmlformats.org/drawingml/2006/main">
            <a:pathLst>
              <a:path w="1" h="66171" fill="none">
                <a:moveTo>
                  <a:pt x="0" y="0"/>
                </a:moveTo>
                <a:lnTo>
                  <a:pt x="0" y="66171"/>
                </a:lnTo>
              </a:path>
            </a:pathLst>
          </a:custGeom>
          <a:noFill xmlns:a="http://schemas.openxmlformats.org/drawingml/2006/main"/>
          <a:ln xmlns:a="http://schemas.openxmlformats.org/drawingml/2006/main" w="3761" cap="rnd">
            <a:solidFill>
              <a:srgbClr val="1A2E35"/>
            </a:solidFill>
            <a:round/>
          </a:ln>
        </p:spPr>
      </p:sp>
      <p:pic>
        <p:nvPicPr>
          <p:cNvPr id="2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cfb3d3fe24b48"/>
          <a:stretch xmlns:a="http://schemas.openxmlformats.org/drawingml/2006/main"/>
        </p:blipFill>
        <p:spPr>
          <a:xfrm xmlns:a="http://schemas.openxmlformats.org/drawingml/2006/main">
            <a:off x="8606177" y="1353039"/>
            <a:ext cx="1201418" cy="1555935"/>
          </a:xfrm>
          <a:prstGeom xmlns:a="http://schemas.openxmlformats.org/drawingml/2006/main" prst="rect">
            <a:avLst/>
          </a:prstGeom>
        </p:spPr>
      </p:pic>
      <p:sp>
        <p:nvSpPr>
          <p:cNvPr id="1079" name="Text &amp;">
            <a:extLst xmlns:a="http://schemas.openxmlformats.org/drawingml/2006/main">
              <a:ext uri="{FF2B5EF4-FFF2-40B4-BE49-F238E27FC236}">
                <a16:creationId xmlns:a16="http://schemas.microsoft.com/office/drawing/2014/main" id="{B3D570BC-EE21-4B3B-90EA-B5098815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950" y="1886459"/>
            <a:ext cx="130619" cy="147380"/>
          </a:xfrm>
          <a:custGeom xmlns:a="http://schemas.openxmlformats.org/drawingml/2006/main">
            <a:pathLst>
              <a:path w="130619" h="147380">
                <a:moveTo>
                  <a:pt x="130619" y="126670"/>
                </a:moveTo>
                <a:lnTo>
                  <a:pt x="114244" y="147380"/>
                </a:lnTo>
                <a:cubicBezTo>
                  <a:pt x="106216" y="143509"/>
                  <a:pt x="98510" y="138179"/>
                  <a:pt x="91125" y="131390"/>
                </a:cubicBezTo>
                <a:cubicBezTo>
                  <a:pt x="85410" y="136527"/>
                  <a:pt x="79341" y="140316"/>
                  <a:pt x="72919" y="142756"/>
                </a:cubicBezTo>
                <a:cubicBezTo>
                  <a:pt x="66498" y="145197"/>
                  <a:pt x="58856" y="146417"/>
                  <a:pt x="49994" y="146417"/>
                </a:cubicBezTo>
                <a:cubicBezTo>
                  <a:pt x="32398" y="146417"/>
                  <a:pt x="19169" y="141462"/>
                  <a:pt x="10307" y="131552"/>
                </a:cubicBezTo>
                <a:cubicBezTo>
                  <a:pt x="3436" y="123894"/>
                  <a:pt x="0" y="115078"/>
                  <a:pt x="0" y="105105"/>
                </a:cubicBezTo>
                <a:cubicBezTo>
                  <a:pt x="0" y="96032"/>
                  <a:pt x="2697" y="87876"/>
                  <a:pt x="8091" y="80638"/>
                </a:cubicBezTo>
                <a:cubicBezTo>
                  <a:pt x="13486" y="73397"/>
                  <a:pt x="21545" y="67107"/>
                  <a:pt x="32269" y="61767"/>
                </a:cubicBezTo>
                <a:cubicBezTo>
                  <a:pt x="27453" y="56041"/>
                  <a:pt x="23825" y="50589"/>
                  <a:pt x="21385" y="45409"/>
                </a:cubicBezTo>
                <a:cubicBezTo>
                  <a:pt x="18944" y="40229"/>
                  <a:pt x="17724" y="35323"/>
                  <a:pt x="17724" y="30689"/>
                </a:cubicBezTo>
                <a:cubicBezTo>
                  <a:pt x="17724" y="22132"/>
                  <a:pt x="21144" y="14878"/>
                  <a:pt x="27983" y="8928"/>
                </a:cubicBezTo>
                <a:cubicBezTo>
                  <a:pt x="34822" y="2976"/>
                  <a:pt x="44567" y="0"/>
                  <a:pt x="57218" y="0"/>
                </a:cubicBezTo>
                <a:cubicBezTo>
                  <a:pt x="69419" y="0"/>
                  <a:pt x="78956" y="3116"/>
                  <a:pt x="85827" y="9347"/>
                </a:cubicBezTo>
                <a:cubicBezTo>
                  <a:pt x="92698" y="15576"/>
                  <a:pt x="96134" y="23186"/>
                  <a:pt x="96134" y="32176"/>
                </a:cubicBezTo>
                <a:cubicBezTo>
                  <a:pt x="96134" y="37894"/>
                  <a:pt x="94432" y="43322"/>
                  <a:pt x="91029" y="48461"/>
                </a:cubicBezTo>
                <a:cubicBezTo>
                  <a:pt x="87625" y="53599"/>
                  <a:pt x="80754" y="59411"/>
                  <a:pt x="70415" y="65897"/>
                </a:cubicBezTo>
                <a:lnTo>
                  <a:pt x="90066" y="92001"/>
                </a:lnTo>
                <a:cubicBezTo>
                  <a:pt x="92377" y="87913"/>
                  <a:pt x="94368" y="82579"/>
                  <a:pt x="96038" y="75999"/>
                </a:cubicBezTo>
                <a:lnTo>
                  <a:pt x="120505" y="81471"/>
                </a:lnTo>
                <a:cubicBezTo>
                  <a:pt x="118065" y="90165"/>
                  <a:pt x="115945" y="96524"/>
                  <a:pt x="114147" y="100550"/>
                </a:cubicBezTo>
                <a:cubicBezTo>
                  <a:pt x="112349" y="104574"/>
                  <a:pt x="110423" y="107938"/>
                  <a:pt x="108368" y="110643"/>
                </a:cubicBezTo>
                <a:cubicBezTo>
                  <a:pt x="111386" y="113475"/>
                  <a:pt x="115287" y="116580"/>
                  <a:pt x="120071" y="119960"/>
                </a:cubicBezTo>
                <a:cubicBezTo>
                  <a:pt x="124856" y="123339"/>
                  <a:pt x="128371" y="125576"/>
                  <a:pt x="130619" y="126670"/>
                </a:cubicBezTo>
                <a:moveTo>
                  <a:pt x="56929" y="49693"/>
                </a:moveTo>
                <a:lnTo>
                  <a:pt x="64250" y="44091"/>
                </a:lnTo>
                <a:cubicBezTo>
                  <a:pt x="69644" y="39904"/>
                  <a:pt x="72341" y="35750"/>
                  <a:pt x="72341" y="31628"/>
                </a:cubicBezTo>
                <a:cubicBezTo>
                  <a:pt x="72341" y="28152"/>
                  <a:pt x="71041" y="25191"/>
                  <a:pt x="68440" y="22745"/>
                </a:cubicBezTo>
                <a:cubicBezTo>
                  <a:pt x="65839" y="20297"/>
                  <a:pt x="62323" y="19073"/>
                  <a:pt x="57892" y="19073"/>
                </a:cubicBezTo>
                <a:cubicBezTo>
                  <a:pt x="53590" y="19073"/>
                  <a:pt x="50218" y="20151"/>
                  <a:pt x="47778" y="22309"/>
                </a:cubicBezTo>
                <a:cubicBezTo>
                  <a:pt x="45338" y="24466"/>
                  <a:pt x="44118" y="26961"/>
                  <a:pt x="44118" y="29795"/>
                </a:cubicBezTo>
                <a:cubicBezTo>
                  <a:pt x="44118" y="33142"/>
                  <a:pt x="46173" y="37199"/>
                  <a:pt x="50283" y="41965"/>
                </a:cubicBezTo>
                <a:lnTo>
                  <a:pt x="56929" y="49693"/>
                </a:lnTo>
                <a:moveTo>
                  <a:pt x="46333" y="79157"/>
                </a:moveTo>
                <a:cubicBezTo>
                  <a:pt x="40104" y="82311"/>
                  <a:pt x="35448" y="86110"/>
                  <a:pt x="32366" y="90553"/>
                </a:cubicBezTo>
                <a:cubicBezTo>
                  <a:pt x="29283" y="94996"/>
                  <a:pt x="27742" y="99536"/>
                  <a:pt x="27742" y="104171"/>
                </a:cubicBezTo>
                <a:cubicBezTo>
                  <a:pt x="27742" y="110031"/>
                  <a:pt x="29653" y="114812"/>
                  <a:pt x="33474" y="118515"/>
                </a:cubicBezTo>
                <a:cubicBezTo>
                  <a:pt x="37295" y="122218"/>
                  <a:pt x="42416" y="124069"/>
                  <a:pt x="48838" y="124069"/>
                </a:cubicBezTo>
                <a:cubicBezTo>
                  <a:pt x="53076" y="124069"/>
                  <a:pt x="57154" y="123232"/>
                  <a:pt x="61071" y="121558"/>
                </a:cubicBezTo>
                <a:cubicBezTo>
                  <a:pt x="64988" y="119883"/>
                  <a:pt x="69259" y="117113"/>
                  <a:pt x="73883" y="113250"/>
                </a:cubicBezTo>
                <a:lnTo>
                  <a:pt x="46333" y="791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25C74-8FEB-4D64-8B9D-77E41FC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24" y="1561861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DC56A-921A-4D3D-92C9-C7470459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24" y="1561861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5FC15-C84E-4EF7-9141-4C93526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24" y="1680227"/>
            <a:ext cx="100611" cy="98639"/>
          </a:xfrm>
          <a:custGeom xmlns:a="http://schemas.openxmlformats.org/drawingml/2006/main">
            <a:pathLst>
              <a:path w="100611" h="98639">
                <a:moveTo>
                  <a:pt x="0" y="49319"/>
                </a:moveTo>
                <a:cubicBezTo>
                  <a:pt x="0" y="22079"/>
                  <a:pt x="22522" y="0"/>
                  <a:pt x="50306" y="0"/>
                </a:cubicBezTo>
                <a:cubicBezTo>
                  <a:pt x="78089" y="0"/>
                  <a:pt x="100611" y="22079"/>
                  <a:pt x="100611" y="49319"/>
                </a:cubicBezTo>
                <a:cubicBezTo>
                  <a:pt x="100611" y="76560"/>
                  <a:pt x="78089" y="98639"/>
                  <a:pt x="50306" y="98639"/>
                </a:cubicBezTo>
                <a:cubicBezTo>
                  <a:pt x="22522" y="98639"/>
                  <a:pt x="0" y="76560"/>
                  <a:pt x="0" y="49319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4ACCA-B743-4A38-A832-58E3DF4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24" y="1680227"/>
            <a:ext cx="100611" cy="98639"/>
          </a:xfrm>
          <a:custGeom xmlns:a="http://schemas.openxmlformats.org/drawingml/2006/main">
            <a:pathLst>
              <a:path w="100611" h="98639" fill="none">
                <a:moveTo>
                  <a:pt x="0" y="49319"/>
                </a:moveTo>
                <a:cubicBezTo>
                  <a:pt x="0" y="22079"/>
                  <a:pt x="22522" y="0"/>
                  <a:pt x="50306" y="0"/>
                </a:cubicBezTo>
                <a:cubicBezTo>
                  <a:pt x="78089" y="0"/>
                  <a:pt x="100611" y="22079"/>
                  <a:pt x="100611" y="49319"/>
                </a:cubicBezTo>
                <a:cubicBezTo>
                  <a:pt x="100611" y="76560"/>
                  <a:pt x="78089" y="98639"/>
                  <a:pt x="50306" y="98639"/>
                </a:cubicBezTo>
                <a:cubicBezTo>
                  <a:pt x="22522" y="98639"/>
                  <a:pt x="0" y="76560"/>
                  <a:pt x="0" y="493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33E49-58C0-4442-9384-93520AC0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2" y="1455331"/>
            <a:ext cx="98639" cy="98639"/>
          </a:xfrm>
          <a:custGeom xmlns:a="http://schemas.openxmlformats.org/drawingml/2006/main">
            <a:pathLst>
              <a:path w="98639" h="98639">
                <a:moveTo>
                  <a:pt x="0" y="49319"/>
                </a:moveTo>
                <a:cubicBezTo>
                  <a:pt x="0" y="22079"/>
                  <a:pt x="22079" y="0"/>
                  <a:pt x="49319" y="0"/>
                </a:cubicBezTo>
                <a:cubicBezTo>
                  <a:pt x="76560" y="0"/>
                  <a:pt x="98639" y="22079"/>
                  <a:pt x="98639" y="49319"/>
                </a:cubicBezTo>
                <a:cubicBezTo>
                  <a:pt x="98639" y="76560"/>
                  <a:pt x="76560" y="98639"/>
                  <a:pt x="49319" y="98639"/>
                </a:cubicBezTo>
                <a:cubicBezTo>
                  <a:pt x="22079" y="98639"/>
                  <a:pt x="0" y="76560"/>
                  <a:pt x="0" y="49319"/>
                </a:cubicBez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50B93-9727-4DEB-A0D2-162D080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2" y="1455331"/>
            <a:ext cx="98639" cy="98639"/>
          </a:xfrm>
          <a:custGeom xmlns:a="http://schemas.openxmlformats.org/drawingml/2006/main">
            <a:pathLst>
              <a:path w="98639" h="98639" fill="none">
                <a:moveTo>
                  <a:pt x="0" y="49319"/>
                </a:moveTo>
                <a:cubicBezTo>
                  <a:pt x="0" y="22079"/>
                  <a:pt x="22079" y="0"/>
                  <a:pt x="49319" y="0"/>
                </a:cubicBezTo>
                <a:cubicBezTo>
                  <a:pt x="76560" y="0"/>
                  <a:pt x="98639" y="22079"/>
                  <a:pt x="98639" y="49319"/>
                </a:cubicBezTo>
                <a:cubicBezTo>
                  <a:pt x="98639" y="76560"/>
                  <a:pt x="76560" y="98639"/>
                  <a:pt x="49319" y="98639"/>
                </a:cubicBezTo>
                <a:cubicBezTo>
                  <a:pt x="22079" y="98639"/>
                  <a:pt x="0" y="76560"/>
                  <a:pt x="0" y="493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587C3-68A8-42AB-BB30-5C412EA9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2" y="1565806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B7B92-A64B-4267-AD52-E0D7FE86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2" y="1565806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45672-7594-412E-BBB1-597B0FB0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2" y="1676281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21EFD-CDCC-4CBA-B9CB-829F032E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2" y="1676281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E866A-8588-43A9-9E11-0574F86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2" y="1786757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3B546-C54C-4234-9494-4300F7E7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92" y="1786757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3F1A2-6539-485C-818D-55806FDF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87" y="1621044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498CC-E3BC-4ABC-807E-1D044D3B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87" y="1621044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F66AE-9C4E-4A99-A79B-17FC3081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" y="1504655"/>
            <a:ext cx="82758" cy="108026"/>
          </a:xfrm>
          <a:custGeom xmlns:a="http://schemas.openxmlformats.org/drawingml/2006/main">
            <a:pathLst>
              <a:path w="82758" h="108026" fill="none">
                <a:moveTo>
                  <a:pt x="0" y="108026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13CB8-B769-4B0F-882D-00065FF7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" y="1613153"/>
            <a:ext cx="82758" cy="2861"/>
          </a:xfrm>
          <a:custGeom xmlns:a="http://schemas.openxmlformats.org/drawingml/2006/main">
            <a:pathLst>
              <a:path w="82758" h="2861" fill="none">
                <a:moveTo>
                  <a:pt x="0" y="0"/>
                </a:moveTo>
                <a:lnTo>
                  <a:pt x="82758" y="2861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EA0A8-29C6-4914-B8B5-4753D36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" y="1613153"/>
            <a:ext cx="82758" cy="113747"/>
          </a:xfrm>
          <a:custGeom xmlns:a="http://schemas.openxmlformats.org/drawingml/2006/main">
            <a:pathLst>
              <a:path w="82758" h="113747" fill="none">
                <a:moveTo>
                  <a:pt x="0" y="0"/>
                </a:moveTo>
                <a:lnTo>
                  <a:pt x="82758" y="113747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E0D00-59C7-4EF3-8091-0DB83FB3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" y="1613153"/>
            <a:ext cx="82758" cy="224649"/>
          </a:xfrm>
          <a:custGeom xmlns:a="http://schemas.openxmlformats.org/drawingml/2006/main">
            <a:pathLst>
              <a:path w="82758" h="224649" fill="none">
                <a:moveTo>
                  <a:pt x="0" y="0"/>
                </a:moveTo>
                <a:lnTo>
                  <a:pt x="82758" y="224649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99697-6356-40A7-9934-A5762EC8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" y="1504645"/>
            <a:ext cx="82758" cy="224649"/>
          </a:xfrm>
          <a:custGeom xmlns:a="http://schemas.openxmlformats.org/drawingml/2006/main">
            <a:pathLst>
              <a:path w="82758" h="224649" fill="none">
                <a:moveTo>
                  <a:pt x="0" y="224649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81A11-1629-4DD8-827E-06ECA9BC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" y="1615132"/>
            <a:ext cx="82758" cy="113747"/>
          </a:xfrm>
          <a:custGeom xmlns:a="http://schemas.openxmlformats.org/drawingml/2006/main">
            <a:pathLst>
              <a:path w="82758" h="113747" fill="none">
                <a:moveTo>
                  <a:pt x="0" y="113747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17A7F-212F-4A8C-8A97-923DCFDA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" y="1725604"/>
            <a:ext cx="82758" cy="2861"/>
          </a:xfrm>
          <a:custGeom xmlns:a="http://schemas.openxmlformats.org/drawingml/2006/main">
            <a:pathLst>
              <a:path w="82758" h="2861" fill="none">
                <a:moveTo>
                  <a:pt x="0" y="2861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0E8A8-C6C1-4B64-A4A5-015DA861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35" y="1729546"/>
            <a:ext cx="82758" cy="108026"/>
          </a:xfrm>
          <a:custGeom xmlns:a="http://schemas.openxmlformats.org/drawingml/2006/main">
            <a:pathLst>
              <a:path w="82758" h="108026" fill="none">
                <a:moveTo>
                  <a:pt x="0" y="0"/>
                </a:moveTo>
                <a:lnTo>
                  <a:pt x="82758" y="108026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EB461-09BE-463E-8234-3A722456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30" y="1504651"/>
            <a:ext cx="82758" cy="166338"/>
          </a:xfrm>
          <a:custGeom xmlns:a="http://schemas.openxmlformats.org/drawingml/2006/main">
            <a:pathLst>
              <a:path w="82758" h="166338" fill="none">
                <a:moveTo>
                  <a:pt x="0" y="0"/>
                </a:moveTo>
                <a:lnTo>
                  <a:pt x="82758" y="166338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2F8F9-D6E2-44B8-809D-A693AC4C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30" y="1615125"/>
            <a:ext cx="82758" cy="55451"/>
          </a:xfrm>
          <a:custGeom xmlns:a="http://schemas.openxmlformats.org/drawingml/2006/main">
            <a:pathLst>
              <a:path w="82758" h="55451" fill="none">
                <a:moveTo>
                  <a:pt x="0" y="0"/>
                </a:moveTo>
                <a:lnTo>
                  <a:pt x="82758" y="55451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DF408C-1DDC-4706-9962-6513EEB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30" y="1670357"/>
            <a:ext cx="82758" cy="55451"/>
          </a:xfrm>
          <a:custGeom xmlns:a="http://schemas.openxmlformats.org/drawingml/2006/main">
            <a:pathLst>
              <a:path w="82758" h="55451" fill="none">
                <a:moveTo>
                  <a:pt x="0" y="55451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98D84-2143-45BA-9856-03E5172F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30" y="1670362"/>
            <a:ext cx="82758" cy="166338"/>
          </a:xfrm>
          <a:custGeom xmlns:a="http://schemas.openxmlformats.org/drawingml/2006/main">
            <a:pathLst>
              <a:path w="82758" h="166338" fill="none">
                <a:moveTo>
                  <a:pt x="0" y="166338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838BC-91B8-4213-B12F-D9F0933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0" y="2206957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5F51E-574D-468C-BD2C-1AD62642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0" y="2206957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00400-7C65-4094-B863-3E69EBF2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0" y="2323350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ADD83-B1CE-4AD0-A518-E10BCEB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0" y="2323350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1D793-3FD8-4526-BC10-D5DCFFAF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0" y="2439744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2478B-A818-4C41-A05C-DB0D4BBC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0" y="2439744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AE17E-E5F4-4004-AA96-4AE6F161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5" y="2157638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1DCA74-CA47-40CB-A085-54F60669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5" y="2157638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94915-ABD7-48B9-ADB1-0912B5F0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5" y="2268113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EFE3F-F100-45E0-9D52-74A65C73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5" y="2268113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C9067-9638-43C9-88E0-19276B58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5" y="2378588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83172-EE45-4ED5-8150-30D2E187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5" y="2378588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4D210-26D1-4DA8-BD0F-8E05EB06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5" y="2491036"/>
            <a:ext cx="100611" cy="98639"/>
          </a:xfrm>
          <a:custGeom xmlns:a="http://schemas.openxmlformats.org/drawingml/2006/main">
            <a:pathLst>
              <a:path w="100611" h="98639">
                <a:moveTo>
                  <a:pt x="0" y="49319"/>
                </a:moveTo>
                <a:cubicBezTo>
                  <a:pt x="0" y="22079"/>
                  <a:pt x="22522" y="0"/>
                  <a:pt x="50306" y="0"/>
                </a:cubicBezTo>
                <a:cubicBezTo>
                  <a:pt x="78089" y="0"/>
                  <a:pt x="100611" y="22079"/>
                  <a:pt x="100611" y="49319"/>
                </a:cubicBezTo>
                <a:cubicBezTo>
                  <a:pt x="100611" y="76560"/>
                  <a:pt x="78089" y="98639"/>
                  <a:pt x="50306" y="98639"/>
                </a:cubicBezTo>
                <a:cubicBezTo>
                  <a:pt x="22522" y="98639"/>
                  <a:pt x="0" y="76560"/>
                  <a:pt x="0" y="49319"/>
                </a:cubicBezTo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C8BA7-31C6-40B5-B1BA-9E6E9B9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5" y="2491036"/>
            <a:ext cx="100611" cy="98639"/>
          </a:xfrm>
          <a:custGeom xmlns:a="http://schemas.openxmlformats.org/drawingml/2006/main">
            <a:pathLst>
              <a:path w="100611" h="98639" fill="none">
                <a:moveTo>
                  <a:pt x="0" y="49319"/>
                </a:moveTo>
                <a:cubicBezTo>
                  <a:pt x="0" y="22079"/>
                  <a:pt x="22522" y="0"/>
                  <a:pt x="50306" y="0"/>
                </a:cubicBezTo>
                <a:cubicBezTo>
                  <a:pt x="78089" y="0"/>
                  <a:pt x="100611" y="22079"/>
                  <a:pt x="100611" y="49319"/>
                </a:cubicBezTo>
                <a:cubicBezTo>
                  <a:pt x="100611" y="76560"/>
                  <a:pt x="78089" y="98639"/>
                  <a:pt x="50306" y="98639"/>
                </a:cubicBezTo>
                <a:cubicBezTo>
                  <a:pt x="22522" y="98639"/>
                  <a:pt x="0" y="76560"/>
                  <a:pt x="0" y="493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BD0B31-4136-4878-B0BD-A3FF47A7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258249"/>
            <a:ext cx="82758" cy="61172"/>
          </a:xfrm>
          <a:custGeom xmlns:a="http://schemas.openxmlformats.org/drawingml/2006/main">
            <a:pathLst>
              <a:path w="82758" h="61172" fill="none">
                <a:moveTo>
                  <a:pt x="0" y="0"/>
                </a:moveTo>
                <a:lnTo>
                  <a:pt x="82758" y="61172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0E015-80E7-4871-AB6C-4217838C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258249"/>
            <a:ext cx="82758" cy="172059"/>
          </a:xfrm>
          <a:custGeom xmlns:a="http://schemas.openxmlformats.org/drawingml/2006/main">
            <a:pathLst>
              <a:path w="82758" h="172059" fill="none">
                <a:moveTo>
                  <a:pt x="0" y="0"/>
                </a:moveTo>
                <a:lnTo>
                  <a:pt x="82758" y="172059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D23A8-D11B-4966-A96E-711BF89F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258249"/>
            <a:ext cx="82758" cy="282945"/>
          </a:xfrm>
          <a:custGeom xmlns:a="http://schemas.openxmlformats.org/drawingml/2006/main">
            <a:pathLst>
              <a:path w="82758" h="282945" fill="none">
                <a:moveTo>
                  <a:pt x="0" y="0"/>
                </a:moveTo>
                <a:lnTo>
                  <a:pt x="82758" y="282945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86B07-F0C3-4DC7-997F-12440BDF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206958"/>
            <a:ext cx="82758" cy="166338"/>
          </a:xfrm>
          <a:custGeom xmlns:a="http://schemas.openxmlformats.org/drawingml/2006/main">
            <a:pathLst>
              <a:path w="82758" h="166338" fill="none">
                <a:moveTo>
                  <a:pt x="0" y="166338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10861-D0C2-402D-A2A3-292AF90D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319400"/>
            <a:ext cx="82758" cy="55451"/>
          </a:xfrm>
          <a:custGeom xmlns:a="http://schemas.openxmlformats.org/drawingml/2006/main">
            <a:pathLst>
              <a:path w="82758" h="55451" fill="none">
                <a:moveTo>
                  <a:pt x="0" y="55451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8436D-4680-4BD3-9D53-40A35F87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374643"/>
            <a:ext cx="82758" cy="55451"/>
          </a:xfrm>
          <a:custGeom xmlns:a="http://schemas.openxmlformats.org/drawingml/2006/main">
            <a:pathLst>
              <a:path w="82758" h="55451" fill="none">
                <a:moveTo>
                  <a:pt x="0" y="0"/>
                </a:moveTo>
                <a:lnTo>
                  <a:pt x="82758" y="55451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9ACF5-32B4-4E9C-AF9B-7FA65FA9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374643"/>
            <a:ext cx="82758" cy="166338"/>
          </a:xfrm>
          <a:custGeom xmlns:a="http://schemas.openxmlformats.org/drawingml/2006/main">
            <a:pathLst>
              <a:path w="82758" h="166338" fill="none">
                <a:moveTo>
                  <a:pt x="0" y="0"/>
                </a:moveTo>
                <a:lnTo>
                  <a:pt x="82758" y="166338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68128-A147-4547-A455-81D8A742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206964"/>
            <a:ext cx="82758" cy="282945"/>
          </a:xfrm>
          <a:custGeom xmlns:a="http://schemas.openxmlformats.org/drawingml/2006/main">
            <a:pathLst>
              <a:path w="82758" h="282945" fill="none">
                <a:moveTo>
                  <a:pt x="0" y="282945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091F1-45CA-4433-90C0-46CB5EFE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319407"/>
            <a:ext cx="82758" cy="172059"/>
          </a:xfrm>
          <a:custGeom xmlns:a="http://schemas.openxmlformats.org/drawingml/2006/main">
            <a:pathLst>
              <a:path w="82758" h="172059" fill="none">
                <a:moveTo>
                  <a:pt x="0" y="172059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E8794-DB97-471A-9030-3147D48F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429879"/>
            <a:ext cx="82758" cy="61172"/>
          </a:xfrm>
          <a:custGeom xmlns:a="http://schemas.openxmlformats.org/drawingml/2006/main">
            <a:pathLst>
              <a:path w="82758" h="61172" fill="none">
                <a:moveTo>
                  <a:pt x="0" y="61172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B6534-BA76-4536-92BF-C7DC888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491036"/>
            <a:ext cx="82758" cy="49714"/>
          </a:xfrm>
          <a:custGeom xmlns:a="http://schemas.openxmlformats.org/drawingml/2006/main">
            <a:pathLst>
              <a:path w="82758" h="49714" fill="none">
                <a:moveTo>
                  <a:pt x="0" y="0"/>
                </a:moveTo>
                <a:lnTo>
                  <a:pt x="82758" y="49714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A5EEC-C1A9-46EC-AE24-D874ED4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2206957"/>
            <a:ext cx="82758" cy="226655"/>
          </a:xfrm>
          <a:custGeom xmlns:a="http://schemas.openxmlformats.org/drawingml/2006/main">
            <a:pathLst>
              <a:path w="82758" h="226655" fill="none">
                <a:moveTo>
                  <a:pt x="0" y="0"/>
                </a:moveTo>
                <a:lnTo>
                  <a:pt x="82758" y="226655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88E5C-3A57-466B-A302-97455B56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2319405"/>
            <a:ext cx="82758" cy="115769"/>
          </a:xfrm>
          <a:custGeom xmlns:a="http://schemas.openxmlformats.org/drawingml/2006/main">
            <a:pathLst>
              <a:path w="82758" h="115769" fill="none">
                <a:moveTo>
                  <a:pt x="0" y="0"/>
                </a:moveTo>
                <a:lnTo>
                  <a:pt x="82758" y="115769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F433D-B74F-45A8-9C23-DC668FC6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2429881"/>
            <a:ext cx="82758" cy="4883"/>
          </a:xfrm>
          <a:custGeom xmlns:a="http://schemas.openxmlformats.org/drawingml/2006/main">
            <a:pathLst>
              <a:path w="82758" h="4883" fill="none">
                <a:moveTo>
                  <a:pt x="0" y="0"/>
                </a:moveTo>
                <a:lnTo>
                  <a:pt x="82758" y="4883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42E6C-B105-4454-94C6-4DE3CD72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2433821"/>
            <a:ext cx="82758" cy="106020"/>
          </a:xfrm>
          <a:custGeom xmlns:a="http://schemas.openxmlformats.org/drawingml/2006/main">
            <a:pathLst>
              <a:path w="82758" h="106020" fill="none">
                <a:moveTo>
                  <a:pt x="0" y="106020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72F56-F29D-43EA-8607-0C3E6981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8" y="2206963"/>
            <a:ext cx="82758" cy="49714"/>
          </a:xfrm>
          <a:custGeom xmlns:a="http://schemas.openxmlformats.org/drawingml/2006/main">
            <a:pathLst>
              <a:path w="82758" h="49714" fill="none">
                <a:moveTo>
                  <a:pt x="0" y="49714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CFBA7-C384-4933-946A-B850B0B6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93" y="2384507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694D2-5F81-4599-9CE4-296E2AD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93" y="2384507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5DD44-FF98-430E-8B50-A0FD148E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65" y="2264168"/>
            <a:ext cx="100611" cy="98639"/>
          </a:xfrm>
          <a:custGeom xmlns:a="http://schemas.openxmlformats.org/drawingml/2006/main">
            <a:pathLst>
              <a:path w="100611" h="98639">
                <a:moveTo>
                  <a:pt x="0" y="49319"/>
                </a:moveTo>
                <a:cubicBezTo>
                  <a:pt x="0" y="22079"/>
                  <a:pt x="22522" y="0"/>
                  <a:pt x="50306" y="0"/>
                </a:cubicBezTo>
                <a:cubicBezTo>
                  <a:pt x="78089" y="0"/>
                  <a:pt x="100611" y="22079"/>
                  <a:pt x="100611" y="49319"/>
                </a:cubicBezTo>
                <a:cubicBezTo>
                  <a:pt x="100611" y="76560"/>
                  <a:pt x="78089" y="98639"/>
                  <a:pt x="50306" y="98639"/>
                </a:cubicBezTo>
                <a:cubicBezTo>
                  <a:pt x="22522" y="98639"/>
                  <a:pt x="0" y="76560"/>
                  <a:pt x="0" y="49319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CB4F7-063A-4E93-A8C9-7D516B2C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65" y="2264168"/>
            <a:ext cx="100611" cy="98639"/>
          </a:xfrm>
          <a:custGeom xmlns:a="http://schemas.openxmlformats.org/drawingml/2006/main">
            <a:pathLst>
              <a:path w="100611" h="98639" fill="none">
                <a:moveTo>
                  <a:pt x="0" y="49319"/>
                </a:moveTo>
                <a:cubicBezTo>
                  <a:pt x="0" y="22079"/>
                  <a:pt x="22522" y="0"/>
                  <a:pt x="50306" y="0"/>
                </a:cubicBezTo>
                <a:cubicBezTo>
                  <a:pt x="78089" y="0"/>
                  <a:pt x="100611" y="22079"/>
                  <a:pt x="100611" y="49319"/>
                </a:cubicBezTo>
                <a:cubicBezTo>
                  <a:pt x="100611" y="76560"/>
                  <a:pt x="78089" y="98639"/>
                  <a:pt x="50306" y="98639"/>
                </a:cubicBezTo>
                <a:cubicBezTo>
                  <a:pt x="22522" y="98639"/>
                  <a:pt x="0" y="76560"/>
                  <a:pt x="0" y="493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93E97-766A-4901-BABC-51BCC5B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2206957"/>
            <a:ext cx="84994" cy="106020"/>
          </a:xfrm>
          <a:custGeom xmlns:a="http://schemas.openxmlformats.org/drawingml/2006/main">
            <a:pathLst>
              <a:path w="84994" h="106020" fill="none">
                <a:moveTo>
                  <a:pt x="0" y="0"/>
                </a:moveTo>
                <a:lnTo>
                  <a:pt x="84994" y="10602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32264-934C-49CD-88DB-8C919D7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2313481"/>
            <a:ext cx="84994" cy="4883"/>
          </a:xfrm>
          <a:custGeom xmlns:a="http://schemas.openxmlformats.org/drawingml/2006/main">
            <a:pathLst>
              <a:path w="84994" h="4883" fill="none">
                <a:moveTo>
                  <a:pt x="0" y="4883"/>
                </a:moveTo>
                <a:lnTo>
                  <a:pt x="84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3BB39-E32B-41B3-80E7-098AF71D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2313486"/>
            <a:ext cx="84994" cy="115769"/>
          </a:xfrm>
          <a:custGeom xmlns:a="http://schemas.openxmlformats.org/drawingml/2006/main">
            <a:pathLst>
              <a:path w="84994" h="115769" fill="none">
                <a:moveTo>
                  <a:pt x="0" y="115769"/>
                </a:moveTo>
                <a:lnTo>
                  <a:pt x="84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CEC02-57A6-4E8F-BC90-360AB001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2313490"/>
            <a:ext cx="84994" cy="226655"/>
          </a:xfrm>
          <a:custGeom xmlns:a="http://schemas.openxmlformats.org/drawingml/2006/main">
            <a:pathLst>
              <a:path w="84994" h="226655" fill="none">
                <a:moveTo>
                  <a:pt x="0" y="226655"/>
                </a:moveTo>
                <a:lnTo>
                  <a:pt x="84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75153-63FB-4ECE-8034-D1031E4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07" y="2206957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38467-596B-44AD-AFE9-1E55DD89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07" y="2206957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7B73B-EE12-47DE-9386-92E8B93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07" y="2323350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D580C-3385-4246-B506-FFB835EC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07" y="2323350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676D19-CCC8-418F-B152-27CA81A3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07" y="2439744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5A4EC-4D05-494B-B6F2-A079D63C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07" y="2439744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B8EF5-4BE2-4E7E-AB7A-C07AB67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03" y="2157638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A79EB-A14A-497C-AC72-0E823158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03" y="2157638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53852-1AC8-4AEF-A57B-90B8F16B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03" y="2268113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82562-8BF3-466B-BBFF-E4A9C722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03" y="2268113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61E20-2C7B-4A0F-A075-9E07E7F2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03" y="2378588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CC726-F92B-42A6-9943-78A9065B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03" y="2378588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41732-6065-4ABE-87E4-304F424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03" y="2491036"/>
            <a:ext cx="100611" cy="98639"/>
          </a:xfrm>
          <a:custGeom xmlns:a="http://schemas.openxmlformats.org/drawingml/2006/main">
            <a:pathLst>
              <a:path w="100611" h="98639">
                <a:moveTo>
                  <a:pt x="0" y="49319"/>
                </a:moveTo>
                <a:cubicBezTo>
                  <a:pt x="0" y="22079"/>
                  <a:pt x="22522" y="0"/>
                  <a:pt x="50306" y="0"/>
                </a:cubicBezTo>
                <a:cubicBezTo>
                  <a:pt x="78089" y="0"/>
                  <a:pt x="100611" y="22079"/>
                  <a:pt x="100611" y="49319"/>
                </a:cubicBezTo>
                <a:cubicBezTo>
                  <a:pt x="100611" y="76560"/>
                  <a:pt x="78089" y="98639"/>
                  <a:pt x="50306" y="98639"/>
                </a:cubicBezTo>
                <a:cubicBezTo>
                  <a:pt x="22522" y="98639"/>
                  <a:pt x="0" y="76560"/>
                  <a:pt x="0" y="49319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F99EE-9CDA-43BC-8B8A-9C0F1EEB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03" y="2491036"/>
            <a:ext cx="100611" cy="98639"/>
          </a:xfrm>
          <a:custGeom xmlns:a="http://schemas.openxmlformats.org/drawingml/2006/main">
            <a:pathLst>
              <a:path w="100611" h="98639" fill="none">
                <a:moveTo>
                  <a:pt x="0" y="49319"/>
                </a:moveTo>
                <a:cubicBezTo>
                  <a:pt x="0" y="22079"/>
                  <a:pt x="22522" y="0"/>
                  <a:pt x="50306" y="0"/>
                </a:cubicBezTo>
                <a:cubicBezTo>
                  <a:pt x="78089" y="0"/>
                  <a:pt x="100611" y="22079"/>
                  <a:pt x="100611" y="49319"/>
                </a:cubicBezTo>
                <a:cubicBezTo>
                  <a:pt x="100611" y="76560"/>
                  <a:pt x="78089" y="98639"/>
                  <a:pt x="50306" y="98639"/>
                </a:cubicBezTo>
                <a:cubicBezTo>
                  <a:pt x="22522" y="98639"/>
                  <a:pt x="0" y="76560"/>
                  <a:pt x="0" y="493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82A54-2968-4FDA-8813-645EF0AA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70" y="2323350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73500-AC5A-43B5-8021-ECBDB11D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70" y="2323350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A0C5D-A50A-4F1A-BF94-E7BAD26D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258249"/>
            <a:ext cx="82758" cy="61172"/>
          </a:xfrm>
          <a:custGeom xmlns:a="http://schemas.openxmlformats.org/drawingml/2006/main">
            <a:pathLst>
              <a:path w="82758" h="61172" fill="none">
                <a:moveTo>
                  <a:pt x="0" y="0"/>
                </a:moveTo>
                <a:lnTo>
                  <a:pt x="82758" y="61172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4858D-BC82-47B6-87BC-34802615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258249"/>
            <a:ext cx="82758" cy="172059"/>
          </a:xfrm>
          <a:custGeom xmlns:a="http://schemas.openxmlformats.org/drawingml/2006/main">
            <a:pathLst>
              <a:path w="82758" h="172059" fill="none">
                <a:moveTo>
                  <a:pt x="0" y="0"/>
                </a:moveTo>
                <a:lnTo>
                  <a:pt x="82758" y="172059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F619C-5B06-4571-891D-6AF7E7C1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206958"/>
            <a:ext cx="82758" cy="166338"/>
          </a:xfrm>
          <a:custGeom xmlns:a="http://schemas.openxmlformats.org/drawingml/2006/main">
            <a:pathLst>
              <a:path w="82758" h="166338" fill="none">
                <a:moveTo>
                  <a:pt x="0" y="166338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D45D9-063E-438A-8D30-DA9EEDF2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319400"/>
            <a:ext cx="82758" cy="55451"/>
          </a:xfrm>
          <a:custGeom xmlns:a="http://schemas.openxmlformats.org/drawingml/2006/main">
            <a:pathLst>
              <a:path w="82758" h="55451" fill="none">
                <a:moveTo>
                  <a:pt x="0" y="55451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A2D55-5A25-469E-A28E-0E32CF64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374643"/>
            <a:ext cx="82758" cy="55451"/>
          </a:xfrm>
          <a:custGeom xmlns:a="http://schemas.openxmlformats.org/drawingml/2006/main">
            <a:pathLst>
              <a:path w="82758" h="55451" fill="none">
                <a:moveTo>
                  <a:pt x="0" y="0"/>
                </a:moveTo>
                <a:lnTo>
                  <a:pt x="82758" y="55451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F51BB-8FB4-4CCA-B448-0337C4C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374643"/>
            <a:ext cx="82758" cy="166338"/>
          </a:xfrm>
          <a:custGeom xmlns:a="http://schemas.openxmlformats.org/drawingml/2006/main">
            <a:pathLst>
              <a:path w="82758" h="166338" fill="none">
                <a:moveTo>
                  <a:pt x="0" y="0"/>
                </a:moveTo>
                <a:lnTo>
                  <a:pt x="82758" y="166338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8AD91-FFA5-4F9D-9489-6BA199CC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319407"/>
            <a:ext cx="82758" cy="172059"/>
          </a:xfrm>
          <a:custGeom xmlns:a="http://schemas.openxmlformats.org/drawingml/2006/main">
            <a:pathLst>
              <a:path w="82758" h="172059" fill="none">
                <a:moveTo>
                  <a:pt x="0" y="172059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E63E0-B809-4262-8DE5-66342175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429879"/>
            <a:ext cx="82758" cy="61172"/>
          </a:xfrm>
          <a:custGeom xmlns:a="http://schemas.openxmlformats.org/drawingml/2006/main">
            <a:pathLst>
              <a:path w="82758" h="61172" fill="none">
                <a:moveTo>
                  <a:pt x="0" y="61172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1344D-81DC-4D21-8810-8DDA55C2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491036"/>
            <a:ext cx="82758" cy="49714"/>
          </a:xfrm>
          <a:custGeom xmlns:a="http://schemas.openxmlformats.org/drawingml/2006/main">
            <a:pathLst>
              <a:path w="82758" h="49714" fill="none">
                <a:moveTo>
                  <a:pt x="0" y="0"/>
                </a:moveTo>
                <a:lnTo>
                  <a:pt x="82758" y="49714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F43A4-6B0E-4B36-A287-5499FB2C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14" y="2206957"/>
            <a:ext cx="82758" cy="166338"/>
          </a:xfrm>
          <a:custGeom xmlns:a="http://schemas.openxmlformats.org/drawingml/2006/main">
            <a:pathLst>
              <a:path w="82758" h="166338" fill="none">
                <a:moveTo>
                  <a:pt x="0" y="0"/>
                </a:moveTo>
                <a:lnTo>
                  <a:pt x="82758" y="166338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7AD94-4D1B-4A87-BA6B-E16DD685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14" y="2319405"/>
            <a:ext cx="82758" cy="55451"/>
          </a:xfrm>
          <a:custGeom xmlns:a="http://schemas.openxmlformats.org/drawingml/2006/main">
            <a:pathLst>
              <a:path w="82758" h="55451" fill="none">
                <a:moveTo>
                  <a:pt x="0" y="0"/>
                </a:moveTo>
                <a:lnTo>
                  <a:pt x="82758" y="55451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79577-6B72-4F84-AFE4-400C16CE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14" y="2374636"/>
            <a:ext cx="82758" cy="55451"/>
          </a:xfrm>
          <a:custGeom xmlns:a="http://schemas.openxmlformats.org/drawingml/2006/main">
            <a:pathLst>
              <a:path w="82758" h="55451" fill="none">
                <a:moveTo>
                  <a:pt x="0" y="55451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04A8C-C43E-47E9-96FA-C787F318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14" y="2374643"/>
            <a:ext cx="82758" cy="166338"/>
          </a:xfrm>
          <a:custGeom xmlns:a="http://schemas.openxmlformats.org/drawingml/2006/main">
            <a:pathLst>
              <a:path w="82758" h="166338" fill="none">
                <a:moveTo>
                  <a:pt x="0" y="166338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93816-D949-4675-AAFA-B71982A4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46" y="2206963"/>
            <a:ext cx="82758" cy="49714"/>
          </a:xfrm>
          <a:custGeom xmlns:a="http://schemas.openxmlformats.org/drawingml/2006/main">
            <a:pathLst>
              <a:path w="82758" h="49714" fill="none">
                <a:moveTo>
                  <a:pt x="0" y="49714"/>
                </a:moveTo>
                <a:lnTo>
                  <a:pt x="827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CB5E7-D05E-4E2E-BAC7-D6F9ABC2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40" y="2323350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78F8E-E42B-4030-84BE-0D92C04A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40" y="2323350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28405-B6AB-4CB0-B002-5D88511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5" y="2258249"/>
            <a:ext cx="60071" cy="116624"/>
          </a:xfrm>
          <a:custGeom xmlns:a="http://schemas.openxmlformats.org/drawingml/2006/main">
            <a:pathLst>
              <a:path w="60071" h="116624" fill="none">
                <a:moveTo>
                  <a:pt x="60071" y="0"/>
                </a:moveTo>
                <a:lnTo>
                  <a:pt x="0" y="116624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70023-3FE0-4CD1-828E-1CFE046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5" y="2374643"/>
            <a:ext cx="60071" cy="10"/>
          </a:xfrm>
          <a:custGeom xmlns:a="http://schemas.openxmlformats.org/drawingml/2006/main">
            <a:pathLst>
              <a:path w="60071" h="1" fill="none">
                <a:moveTo>
                  <a:pt x="600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112C76-048F-439E-834C-77B78206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5" y="2374651"/>
            <a:ext cx="60071" cy="116607"/>
          </a:xfrm>
          <a:custGeom xmlns:a="http://schemas.openxmlformats.org/drawingml/2006/main">
            <a:pathLst>
              <a:path w="60071" h="116607" fill="none">
                <a:moveTo>
                  <a:pt x="60071" y="1166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6130A-38EF-4EC4-83ED-0D36193E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553970"/>
            <a:ext cx="54169" cy="61172"/>
          </a:xfrm>
          <a:custGeom xmlns:a="http://schemas.openxmlformats.org/drawingml/2006/main">
            <a:pathLst>
              <a:path w="54169" h="61172" fill="none">
                <a:moveTo>
                  <a:pt x="0" y="0"/>
                </a:moveTo>
                <a:lnTo>
                  <a:pt x="54169" y="61172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D6761-97F4-4322-8668-FE2F9D88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553970"/>
            <a:ext cx="54169" cy="172059"/>
          </a:xfrm>
          <a:custGeom xmlns:a="http://schemas.openxmlformats.org/drawingml/2006/main">
            <a:pathLst>
              <a:path w="54169" h="172059" fill="none">
                <a:moveTo>
                  <a:pt x="0" y="0"/>
                </a:moveTo>
                <a:lnTo>
                  <a:pt x="54169" y="172059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118887-B289-4738-8740-0D1D7F62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504650"/>
            <a:ext cx="54169" cy="166338"/>
          </a:xfrm>
          <a:custGeom xmlns:a="http://schemas.openxmlformats.org/drawingml/2006/main">
            <a:pathLst>
              <a:path w="54169" h="166338" fill="none">
                <a:moveTo>
                  <a:pt x="0" y="166338"/>
                </a:moveTo>
                <a:lnTo>
                  <a:pt x="541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94E66-CC05-47AB-9F47-9C02FE3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615121"/>
            <a:ext cx="54169" cy="55451"/>
          </a:xfrm>
          <a:custGeom xmlns:a="http://schemas.openxmlformats.org/drawingml/2006/main">
            <a:pathLst>
              <a:path w="54169" h="55451" fill="none">
                <a:moveTo>
                  <a:pt x="0" y="55451"/>
                </a:moveTo>
                <a:lnTo>
                  <a:pt x="541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03375-5012-4E5E-AA51-E676E7B0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670363"/>
            <a:ext cx="54169" cy="55451"/>
          </a:xfrm>
          <a:custGeom xmlns:a="http://schemas.openxmlformats.org/drawingml/2006/main">
            <a:pathLst>
              <a:path w="54169" h="55451" fill="none">
                <a:moveTo>
                  <a:pt x="0" y="0"/>
                </a:moveTo>
                <a:lnTo>
                  <a:pt x="54169" y="55451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DFA8E-C674-4263-B70E-69ED1416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670363"/>
            <a:ext cx="54169" cy="166338"/>
          </a:xfrm>
          <a:custGeom xmlns:a="http://schemas.openxmlformats.org/drawingml/2006/main">
            <a:pathLst>
              <a:path w="54169" h="166338" fill="none">
                <a:moveTo>
                  <a:pt x="0" y="0"/>
                </a:moveTo>
                <a:lnTo>
                  <a:pt x="54169" y="166338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BE25B-E649-41AE-A7F2-439D2CF0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615127"/>
            <a:ext cx="54169" cy="172059"/>
          </a:xfrm>
          <a:custGeom xmlns:a="http://schemas.openxmlformats.org/drawingml/2006/main">
            <a:pathLst>
              <a:path w="54169" h="172059" fill="none">
                <a:moveTo>
                  <a:pt x="0" y="172059"/>
                </a:moveTo>
                <a:lnTo>
                  <a:pt x="541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2DA30-F5B7-42C5-A976-A45EEBE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725599"/>
            <a:ext cx="54169" cy="61172"/>
          </a:xfrm>
          <a:custGeom xmlns:a="http://schemas.openxmlformats.org/drawingml/2006/main">
            <a:pathLst>
              <a:path w="54169" h="61172" fill="none">
                <a:moveTo>
                  <a:pt x="0" y="61172"/>
                </a:moveTo>
                <a:lnTo>
                  <a:pt x="541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E64E3-1F22-400B-9AAF-620F9A46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786757"/>
            <a:ext cx="54169" cy="49714"/>
          </a:xfrm>
          <a:custGeom xmlns:a="http://schemas.openxmlformats.org/drawingml/2006/main">
            <a:pathLst>
              <a:path w="54169" h="49714" fill="none">
                <a:moveTo>
                  <a:pt x="0" y="0"/>
                </a:moveTo>
                <a:lnTo>
                  <a:pt x="54169" y="49714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6B399-126B-4009-98CD-C752CA6B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1504651"/>
            <a:ext cx="56027" cy="109045"/>
          </a:xfrm>
          <a:custGeom xmlns:a="http://schemas.openxmlformats.org/drawingml/2006/main">
            <a:pathLst>
              <a:path w="56027" h="109045" fill="none">
                <a:moveTo>
                  <a:pt x="0" y="0"/>
                </a:moveTo>
                <a:lnTo>
                  <a:pt x="56027" y="109045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65EFD-564B-455B-9C03-E5E3036E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1613146"/>
            <a:ext cx="56027" cy="112744"/>
          </a:xfrm>
          <a:custGeom xmlns:a="http://schemas.openxmlformats.org/drawingml/2006/main">
            <a:pathLst>
              <a:path w="56027" h="112744" fill="none">
                <a:moveTo>
                  <a:pt x="0" y="112744"/>
                </a:moveTo>
                <a:lnTo>
                  <a:pt x="560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3F011-053F-4D66-9114-CF782673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60" y="1504657"/>
            <a:ext cx="54169" cy="49714"/>
          </a:xfrm>
          <a:custGeom xmlns:a="http://schemas.openxmlformats.org/drawingml/2006/main">
            <a:pathLst>
              <a:path w="54169" h="49714" fill="none">
                <a:moveTo>
                  <a:pt x="0" y="49714"/>
                </a:moveTo>
                <a:lnTo>
                  <a:pt x="541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9A6F3-0992-49B6-9D22-68508C1C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85" y="1553970"/>
            <a:ext cx="54169" cy="116624"/>
          </a:xfrm>
          <a:custGeom xmlns:a="http://schemas.openxmlformats.org/drawingml/2006/main">
            <a:pathLst>
              <a:path w="54169" h="116624" fill="none">
                <a:moveTo>
                  <a:pt x="54169" y="0"/>
                </a:moveTo>
                <a:lnTo>
                  <a:pt x="0" y="116624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1C498-9D50-4CA6-9628-610D75CB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85" y="1670363"/>
            <a:ext cx="54169" cy="10"/>
          </a:xfrm>
          <a:custGeom xmlns:a="http://schemas.openxmlformats.org/drawingml/2006/main">
            <a:pathLst>
              <a:path w="54169" h="1" fill="none">
                <a:moveTo>
                  <a:pt x="5416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CFEE9-E69C-49B9-ABF5-46A224A3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85" y="1670371"/>
            <a:ext cx="54169" cy="116607"/>
          </a:xfrm>
          <a:custGeom xmlns:a="http://schemas.openxmlformats.org/drawingml/2006/main">
            <a:pathLst>
              <a:path w="54169" h="116607" fill="none">
                <a:moveTo>
                  <a:pt x="54169" y="1166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DA84C-B197-4C60-BB11-E7D20ACA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49" y="1504650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B705D-5356-4165-B8A3-04FC485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49" y="1504650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08CB6-D5A9-47A3-A1A2-1102C8FA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49" y="1621044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7A6A3-DCE5-4CAC-8C5F-016056F5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49" y="1621044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616CF-C94D-4769-91D7-81EF657C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49" y="1737437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922C9-53C0-4D53-813A-1401B022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49" y="1737437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D5883-4ECA-4C30-BBFB-D7EB45B5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98" y="1455331"/>
            <a:ext cx="98639" cy="98639"/>
          </a:xfrm>
          <a:custGeom xmlns:a="http://schemas.openxmlformats.org/drawingml/2006/main">
            <a:pathLst>
              <a:path w="98639" h="98639">
                <a:moveTo>
                  <a:pt x="0" y="49319"/>
                </a:moveTo>
                <a:cubicBezTo>
                  <a:pt x="0" y="22079"/>
                  <a:pt x="22079" y="0"/>
                  <a:pt x="49319" y="0"/>
                </a:cubicBezTo>
                <a:cubicBezTo>
                  <a:pt x="76560" y="0"/>
                  <a:pt x="98639" y="22079"/>
                  <a:pt x="98639" y="49319"/>
                </a:cubicBezTo>
                <a:cubicBezTo>
                  <a:pt x="98639" y="76560"/>
                  <a:pt x="76560" y="98639"/>
                  <a:pt x="49319" y="98639"/>
                </a:cubicBezTo>
                <a:cubicBezTo>
                  <a:pt x="22079" y="98639"/>
                  <a:pt x="0" y="76560"/>
                  <a:pt x="0" y="49319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2852D-B0CB-4BA1-AB03-DCCBBEF7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98" y="1455331"/>
            <a:ext cx="98639" cy="98639"/>
          </a:xfrm>
          <a:custGeom xmlns:a="http://schemas.openxmlformats.org/drawingml/2006/main">
            <a:pathLst>
              <a:path w="98639" h="98639" fill="none">
                <a:moveTo>
                  <a:pt x="0" y="49319"/>
                </a:moveTo>
                <a:cubicBezTo>
                  <a:pt x="0" y="22079"/>
                  <a:pt x="22079" y="0"/>
                  <a:pt x="49319" y="0"/>
                </a:cubicBezTo>
                <a:cubicBezTo>
                  <a:pt x="76560" y="0"/>
                  <a:pt x="98639" y="22079"/>
                  <a:pt x="98639" y="49319"/>
                </a:cubicBezTo>
                <a:cubicBezTo>
                  <a:pt x="98639" y="76560"/>
                  <a:pt x="76560" y="98639"/>
                  <a:pt x="49319" y="98639"/>
                </a:cubicBezTo>
                <a:cubicBezTo>
                  <a:pt x="22079" y="98639"/>
                  <a:pt x="0" y="76560"/>
                  <a:pt x="0" y="4931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FCBBC-C7CD-49AB-80BB-58C2CA80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98" y="1565806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C0C70-18E3-42FA-A189-982C1BAA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98" y="1565806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906D8-7C49-4F47-AB43-AC1774B2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98" y="1676281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7728B-537C-41E0-AEB0-27B134BA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98" y="1676281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13E32-50C6-49D1-BBA3-F19A89AD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98" y="1786757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2B1A9-4098-4CB3-994B-6D0BC54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98" y="1786757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234A8-5D23-45D6-8303-D5165BF5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72" y="1621044"/>
            <a:ext cx="100611" cy="100611"/>
          </a:xfrm>
          <a:custGeom xmlns:a="http://schemas.openxmlformats.org/drawingml/2006/main">
            <a:pathLst>
              <a:path w="100611" h="100611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A8FF7-31B5-4A8A-A1AE-6266F3B3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72" y="1621044"/>
            <a:ext cx="100611" cy="100611"/>
          </a:xfrm>
          <a:custGeom xmlns:a="http://schemas.openxmlformats.org/drawingml/2006/main">
            <a:pathLst>
              <a:path w="100611" h="100611" fill="none">
                <a:moveTo>
                  <a:pt x="0" y="50306"/>
                </a:moveTo>
                <a:cubicBezTo>
                  <a:pt x="0" y="22522"/>
                  <a:pt x="22522" y="0"/>
                  <a:pt x="50306" y="0"/>
                </a:cubicBezTo>
                <a:cubicBezTo>
                  <a:pt x="78089" y="0"/>
                  <a:pt x="100611" y="22522"/>
                  <a:pt x="100611" y="50306"/>
                </a:cubicBezTo>
                <a:cubicBezTo>
                  <a:pt x="100611" y="78089"/>
                  <a:pt x="78089" y="100611"/>
                  <a:pt x="50306" y="100611"/>
                </a:cubicBezTo>
                <a:cubicBezTo>
                  <a:pt x="22522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53720-524B-49E8-BFB5-A80B72AC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47" y="1563833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46C98-4BAA-4395-A961-2CCAA422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47" y="1563833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C98AF-BEA9-4A7C-8B9A-2CCDDE0A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74" y="1678254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64E25-9096-4F37-A85E-CB68C535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74" y="1678254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E7203-365A-4D9C-816E-33926745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823" y="1621044"/>
            <a:ext cx="98639" cy="100611"/>
          </a:xfrm>
          <a:custGeom xmlns:a="http://schemas.openxmlformats.org/drawingml/2006/main">
            <a:pathLst>
              <a:path w="98639" h="100611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4E76A-1872-45B2-BE61-A5A6BDA7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823" y="1621044"/>
            <a:ext cx="98639" cy="100611"/>
          </a:xfrm>
          <a:custGeom xmlns:a="http://schemas.openxmlformats.org/drawingml/2006/main">
            <a:pathLst>
              <a:path w="98639" h="100611" fill="none">
                <a:moveTo>
                  <a:pt x="0" y="50306"/>
                </a:moveTo>
                <a:cubicBezTo>
                  <a:pt x="0" y="22522"/>
                  <a:pt x="22079" y="0"/>
                  <a:pt x="49319" y="0"/>
                </a:cubicBezTo>
                <a:cubicBezTo>
                  <a:pt x="76560" y="0"/>
                  <a:pt x="98639" y="22522"/>
                  <a:pt x="98639" y="50306"/>
                </a:cubicBezTo>
                <a:cubicBezTo>
                  <a:pt x="98639" y="78089"/>
                  <a:pt x="76560" y="100611"/>
                  <a:pt x="49319" y="100611"/>
                </a:cubicBezTo>
                <a:cubicBezTo>
                  <a:pt x="22079" y="100611"/>
                  <a:pt x="0" y="78089"/>
                  <a:pt x="0" y="503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BEC82-8E72-487A-A9BA-E637ABAE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1615125"/>
            <a:ext cx="54169" cy="112744"/>
          </a:xfrm>
          <a:custGeom xmlns:a="http://schemas.openxmlformats.org/drawingml/2006/main">
            <a:pathLst>
              <a:path w="54169" h="112744" fill="none">
                <a:moveTo>
                  <a:pt x="0" y="0"/>
                </a:moveTo>
                <a:lnTo>
                  <a:pt x="54169" y="112744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B42F6-274B-4651-917F-20DF95E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36" y="1727572"/>
            <a:ext cx="54169" cy="109045"/>
          </a:xfrm>
          <a:custGeom xmlns:a="http://schemas.openxmlformats.org/drawingml/2006/main">
            <a:pathLst>
              <a:path w="54169" h="109045" fill="none">
                <a:moveTo>
                  <a:pt x="0" y="109045"/>
                </a:moveTo>
                <a:lnTo>
                  <a:pt x="541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A54A6-6D89-4176-852D-4FD97535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585" y="1613153"/>
            <a:ext cx="54169" cy="57293"/>
          </a:xfrm>
          <a:custGeom xmlns:a="http://schemas.openxmlformats.org/drawingml/2006/main">
            <a:pathLst>
              <a:path w="54169" h="57293" fill="none">
                <a:moveTo>
                  <a:pt x="0" y="0"/>
                </a:moveTo>
                <a:lnTo>
                  <a:pt x="54169" y="57293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  <p:sp>
        <p:nvSpPr>
          <p:cNvPr id="1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2DC07-D4B3-479A-B5D0-929199C2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612" y="1670363"/>
            <a:ext cx="56027" cy="57293"/>
          </a:xfrm>
          <a:custGeom xmlns:a="http://schemas.openxmlformats.org/drawingml/2006/main">
            <a:pathLst>
              <a:path w="56027" h="57293" fill="none">
                <a:moveTo>
                  <a:pt x="0" y="57293"/>
                </a:moveTo>
                <a:lnTo>
                  <a:pt x="560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10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384842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2026-09-05T08:53:43.6500000Z</dcterms:created>
  <dcterms:modified xsi:type="dcterms:W3CDTF">2026-09-05T08:53:43.6500000Z</dcterms:modified>
</coreProperties>
</file>