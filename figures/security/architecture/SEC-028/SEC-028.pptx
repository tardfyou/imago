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b46ee89b4140ab" /><Relationship Type="http://schemas.openxmlformats.org/officeDocument/2006/relationships/extended-properties" Target="/docProps/app.xml" Id="R3224dcabcf164431" /><Relationship Type="http://schemas.openxmlformats.org/officeDocument/2006/relationships/officeDocument" Target="/ppt/presentation.xml" Id="R3f947dd1408b4a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169f91fd21473d"/>
  </p:sldMasterIdLst>
  <p:notesMasterIdLst>
    <p:notesMasterId xmlns:r="http://schemas.openxmlformats.org/officeDocument/2006/relationships" r:id="R84b30e434ac449a1"/>
  </p:notesMasterIdLst>
  <p:sldIdLst>
    <p:sldId xmlns:r="http://schemas.openxmlformats.org/officeDocument/2006/relationships" id="256" r:id="R9fdf9fcccabc48bf"/>
  </p:sldIdLst>
  <p:sldSz cx="12801600" cy="3457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60ab19ea2c4a69" /><Relationship Type="http://schemas.openxmlformats.org/officeDocument/2006/relationships/slideMaster" Target="/ppt/slideMasters/slideMaster1.xml" Id="Re8169f91fd21473d" /><Relationship Type="http://schemas.openxmlformats.org/officeDocument/2006/relationships/notesMaster" Target="/ppt/notesMasters/notesMaster1.xml" Id="R84b30e434ac449a1" /><Relationship Type="http://schemas.openxmlformats.org/officeDocument/2006/relationships/presProps" Target="/ppt/presProps.xml" Id="Rc05b41708a284c5f" /><Relationship Type="http://schemas.openxmlformats.org/officeDocument/2006/relationships/tableStyles" Target="/ppt/tableStyles.xml" Id="R8ab09197335b4279" /><Relationship Type="http://schemas.openxmlformats.org/officeDocument/2006/relationships/slide" Target="/ppt/slides/slide1.xml" Id="R9fdf9fcccabc48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08cf83df544c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eb07d19d694a32" /><Relationship Type="http://schemas.openxmlformats.org/officeDocument/2006/relationships/notesMaster" Target="/ppt/notesMasters/notesMaster1.xml" Id="R79c6482c50184bc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素材ID：SEC-028</ns1:t>
            </ns1:r>
          </ns1:p>
          <ns1:p>
            <ns1:r>
              <ns1:t>论文：LMSanitator: Defending Prompt-Tuning Against Task-Agnostic Backdoors</ns1:t>
            </ns1:r>
          </ns1:p>
          <ns1:p>
            <ns1:r>
              <ns1:t>会议：NDSS 2024</ns1:t>
            </ns1:r>
          </ns1:p>
          <ns1:p>
            <ns1:r>
              <ns1:t>奖项：Distinguished Paper Award</ns1:t>
            </ns1:r>
          </ns1:p>
          <ns1:p>
            <ns1:r>
              <ns1:t>图号：Figure 3，PDF第6页</ns1:t>
            </ns1:r>
          </ns1:p>
          <ns1:p>
            <ns1:r>
              <ns1:t>类型：系统架构</ns1:t>
            </ns1:r>
          </ns1:p>
          <ns1:p>
            <ns1:r>
              <ns1:t>借鉴点：浅色分区把离线挖掘、过滤和在线监控分开，图标、集合数据和模型组成可迁移检测防御模板。</ns1:t>
            </ns1:r>
          </ns1:p>
          <ns1:p>
            <ns1:r>
              <ns1:t>论文URL：https://www.ndss-symposium.org/wp-content/uploads/2024-238-paper.pdf</ns1:t>
            </ns1:r>
          </ns1:p>
          <ns1:p>
            <ns1:r>
              <ns1:t>官方获奖URL：https://www.ndss-symposium.org/ndss2024/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7b561757dd4d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ef015a14494cd1" /><Relationship Type="http://schemas.openxmlformats.org/officeDocument/2006/relationships/slideLayout" Target="/ppt/slideLayouts/slideLayout1.xml" Id="R54a38ada741c48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4a38ada741c48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afbe2dd93e4305" /><Relationship Type="http://schemas.openxmlformats.org/officeDocument/2006/relationships/notesSlide" Target="/ppt/notesSlides/notesSlide1.xml" Id="R971b0853b15743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C5A7D2-8B4E-426E-AC7D-CFE0B619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" y="28566"/>
            <a:ext cx="12682585" cy="3388062"/>
          </a:xfrm>
          <a:custGeom xmlns:a="http://schemas.openxmlformats.org/drawingml/2006/main">
            <a:pathLst>
              <a:path w="12682585" h="3388062">
                <a:moveTo>
                  <a:pt x="0" y="0"/>
                </a:moveTo>
                <a:lnTo>
                  <a:pt x="12682585" y="0"/>
                </a:lnTo>
                <a:lnTo>
                  <a:pt x="12682585" y="3388062"/>
                </a:lnTo>
                <a:lnTo>
                  <a:pt x="0" y="33880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3DB766-EE40-42C7-AC44-5708B12A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845" y="46684"/>
            <a:ext cx="4457023" cy="3351826"/>
          </a:xfrm>
          <a:custGeom xmlns:a="http://schemas.openxmlformats.org/drawingml/2006/main">
            <a:pathLst>
              <a:path w="4457023" h="3351826">
                <a:moveTo>
                  <a:pt x="0" y="257591"/>
                </a:moveTo>
                <a:cubicBezTo>
                  <a:pt x="0" y="115326"/>
                  <a:pt x="115326" y="0"/>
                  <a:pt x="257591" y="0"/>
                </a:cubicBezTo>
                <a:lnTo>
                  <a:pt x="4199432" y="0"/>
                </a:lnTo>
                <a:cubicBezTo>
                  <a:pt x="4341696" y="0"/>
                  <a:pt x="4457023" y="115326"/>
                  <a:pt x="4457023" y="257591"/>
                </a:cubicBezTo>
                <a:lnTo>
                  <a:pt x="4457023" y="3094236"/>
                </a:lnTo>
                <a:cubicBezTo>
                  <a:pt x="4457023" y="3236499"/>
                  <a:pt x="4341696" y="3351826"/>
                  <a:pt x="4199432" y="3351826"/>
                </a:cubicBezTo>
                <a:lnTo>
                  <a:pt x="257591" y="3351826"/>
                </a:lnTo>
                <a:cubicBezTo>
                  <a:pt x="115326" y="3351826"/>
                  <a:pt x="0" y="3236499"/>
                  <a:pt x="0" y="3094236"/>
                </a:cubicBezTo>
                <a:lnTo>
                  <a:pt x="0" y="257591"/>
                </a:lnTo>
                <a:close/>
              </a:path>
            </a:pathLst>
          </a:custGeom>
          <a:solidFill xmlns:a="http://schemas.openxmlformats.org/drawingml/2006/main">
            <a:srgbClr val="E8EEF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4E0E2-E051-4F11-8985-EB2CB76C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846" y="46683"/>
            <a:ext cx="4457023" cy="3351826"/>
          </a:xfrm>
          <a:custGeom xmlns:a="http://schemas.openxmlformats.org/drawingml/2006/main">
            <a:pathLst>
              <a:path w="4457023" h="3351826" fill="none">
                <a:moveTo>
                  <a:pt x="0" y="257590"/>
                </a:moveTo>
                <a:cubicBezTo>
                  <a:pt x="0" y="115327"/>
                  <a:pt x="115327" y="0"/>
                  <a:pt x="257590" y="0"/>
                </a:cubicBezTo>
                <a:lnTo>
                  <a:pt x="4199432" y="0"/>
                </a:lnTo>
                <a:cubicBezTo>
                  <a:pt x="4341696" y="0"/>
                  <a:pt x="4457023" y="115327"/>
                  <a:pt x="4457023" y="257590"/>
                </a:cubicBezTo>
                <a:lnTo>
                  <a:pt x="4457023" y="3094236"/>
                </a:lnTo>
                <a:cubicBezTo>
                  <a:pt x="4457023" y="3236499"/>
                  <a:pt x="4341696" y="3351826"/>
                  <a:pt x="4199432" y="3351826"/>
                </a:cubicBezTo>
                <a:lnTo>
                  <a:pt x="257590" y="3351826"/>
                </a:lnTo>
                <a:cubicBezTo>
                  <a:pt x="115327" y="3351826"/>
                  <a:pt x="0" y="3236499"/>
                  <a:pt x="0" y="3094236"/>
                </a:cubicBezTo>
                <a:lnTo>
                  <a:pt x="0" y="25759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177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C65F47-2314-490E-B63C-FB4D82DE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665" y="46684"/>
            <a:ext cx="3351826" cy="3351826"/>
          </a:xfrm>
          <a:custGeom xmlns:a="http://schemas.openxmlformats.org/drawingml/2006/main">
            <a:pathLst>
              <a:path w="3351826" h="3351826">
                <a:moveTo>
                  <a:pt x="0" y="257589"/>
                </a:moveTo>
                <a:cubicBezTo>
                  <a:pt x="0" y="115326"/>
                  <a:pt x="115326" y="0"/>
                  <a:pt x="257589" y="0"/>
                </a:cubicBezTo>
                <a:lnTo>
                  <a:pt x="3094237" y="0"/>
                </a:lnTo>
                <a:cubicBezTo>
                  <a:pt x="3236500" y="0"/>
                  <a:pt x="3351826" y="115326"/>
                  <a:pt x="3351826" y="257589"/>
                </a:cubicBezTo>
                <a:lnTo>
                  <a:pt x="3351826" y="3094237"/>
                </a:lnTo>
                <a:cubicBezTo>
                  <a:pt x="3351826" y="3236499"/>
                  <a:pt x="3236500" y="3351826"/>
                  <a:pt x="3094237" y="3351826"/>
                </a:cubicBezTo>
                <a:lnTo>
                  <a:pt x="257589" y="3351826"/>
                </a:lnTo>
                <a:cubicBezTo>
                  <a:pt x="115326" y="3351826"/>
                  <a:pt x="0" y="3236499"/>
                  <a:pt x="0" y="3094237"/>
                </a:cubicBezTo>
                <a:lnTo>
                  <a:pt x="0" y="257589"/>
                </a:lnTo>
                <a:close/>
              </a:path>
            </a:pathLst>
          </a:custGeom>
          <a:solidFill xmlns:a="http://schemas.openxmlformats.org/drawingml/2006/main">
            <a:srgbClr val="FFE4E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F8CEB-DAD6-4282-A804-98DD8EE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665" y="46683"/>
            <a:ext cx="3351826" cy="3351826"/>
          </a:xfrm>
          <a:custGeom xmlns:a="http://schemas.openxmlformats.org/drawingml/2006/main">
            <a:pathLst>
              <a:path w="3351826" h="3351826" fill="none">
                <a:moveTo>
                  <a:pt x="0" y="257589"/>
                </a:moveTo>
                <a:cubicBezTo>
                  <a:pt x="0" y="115327"/>
                  <a:pt x="115327" y="0"/>
                  <a:pt x="257589" y="0"/>
                </a:cubicBezTo>
                <a:lnTo>
                  <a:pt x="3094237" y="0"/>
                </a:lnTo>
                <a:cubicBezTo>
                  <a:pt x="3236499" y="0"/>
                  <a:pt x="3351826" y="115327"/>
                  <a:pt x="3351826" y="257589"/>
                </a:cubicBezTo>
                <a:lnTo>
                  <a:pt x="3351826" y="3094237"/>
                </a:lnTo>
                <a:cubicBezTo>
                  <a:pt x="3351826" y="3236499"/>
                  <a:pt x="3236499" y="3351826"/>
                  <a:pt x="3094237" y="3351826"/>
                </a:cubicBezTo>
                <a:lnTo>
                  <a:pt x="257589" y="3351826"/>
                </a:lnTo>
                <a:cubicBezTo>
                  <a:pt x="115327" y="3351826"/>
                  <a:pt x="0" y="3236499"/>
                  <a:pt x="0" y="3094237"/>
                </a:cubicBezTo>
                <a:lnTo>
                  <a:pt x="0" y="257589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177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27A048-7AD0-42CE-962B-639BB126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8" y="46684"/>
            <a:ext cx="4728792" cy="3351826"/>
          </a:xfrm>
          <a:custGeom xmlns:a="http://schemas.openxmlformats.org/drawingml/2006/main">
            <a:pathLst>
              <a:path w="4728792" h="3351826">
                <a:moveTo>
                  <a:pt x="0" y="257587"/>
                </a:moveTo>
                <a:cubicBezTo>
                  <a:pt x="0" y="115325"/>
                  <a:pt x="115325" y="0"/>
                  <a:pt x="257586" y="0"/>
                </a:cubicBezTo>
                <a:lnTo>
                  <a:pt x="4471207" y="0"/>
                </a:lnTo>
                <a:cubicBezTo>
                  <a:pt x="4613468" y="0"/>
                  <a:pt x="4728792" y="115325"/>
                  <a:pt x="4728792" y="257587"/>
                </a:cubicBezTo>
                <a:lnTo>
                  <a:pt x="4728792" y="3094240"/>
                </a:lnTo>
                <a:cubicBezTo>
                  <a:pt x="4728792" y="3236501"/>
                  <a:pt x="4613468" y="3351826"/>
                  <a:pt x="4471207" y="3351826"/>
                </a:cubicBezTo>
                <a:lnTo>
                  <a:pt x="257586" y="3351826"/>
                </a:lnTo>
                <a:cubicBezTo>
                  <a:pt x="115325" y="3351826"/>
                  <a:pt x="0" y="3236501"/>
                  <a:pt x="0" y="3094240"/>
                </a:cubicBezTo>
                <a:lnTo>
                  <a:pt x="0" y="257587"/>
                </a:lnTo>
                <a:close/>
              </a:path>
            </a:pathLst>
          </a:custGeom>
          <a:solidFill xmlns:a="http://schemas.openxmlformats.org/drawingml/2006/main">
            <a:srgbClr val="FFF0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A34B87-0658-45D3-B61E-A84A7628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8" y="46683"/>
            <a:ext cx="4728793" cy="3351826"/>
          </a:xfrm>
          <a:custGeom xmlns:a="http://schemas.openxmlformats.org/drawingml/2006/main">
            <a:pathLst>
              <a:path w="4728793" h="3351826" fill="none">
                <a:moveTo>
                  <a:pt x="0" y="257586"/>
                </a:moveTo>
                <a:cubicBezTo>
                  <a:pt x="0" y="115325"/>
                  <a:pt x="115325" y="0"/>
                  <a:pt x="257586" y="0"/>
                </a:cubicBezTo>
                <a:lnTo>
                  <a:pt x="4471206" y="0"/>
                </a:lnTo>
                <a:cubicBezTo>
                  <a:pt x="4613468" y="0"/>
                  <a:pt x="4728793" y="115325"/>
                  <a:pt x="4728793" y="257586"/>
                </a:cubicBezTo>
                <a:lnTo>
                  <a:pt x="4728793" y="3094240"/>
                </a:lnTo>
                <a:cubicBezTo>
                  <a:pt x="4728793" y="3236502"/>
                  <a:pt x="4613468" y="3351826"/>
                  <a:pt x="4471206" y="3351826"/>
                </a:cubicBezTo>
                <a:lnTo>
                  <a:pt x="257586" y="3351826"/>
                </a:lnTo>
                <a:cubicBezTo>
                  <a:pt x="115325" y="3351826"/>
                  <a:pt x="0" y="3236502"/>
                  <a:pt x="0" y="3094240"/>
                </a:cubicBezTo>
                <a:lnTo>
                  <a:pt x="0" y="2575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27177" cap="flat">
            <a:solidFill>
              <a:srgbClr val="000000"/>
            </a:solidFill>
            <a:custDash>
              <a:ds d="300000" sp="100000"/>
            </a:custDash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9F48FA-D284-414E-882E-E679B829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16" y="1324001"/>
            <a:ext cx="1793680" cy="507303"/>
          </a:xfrm>
          <a:custGeom xmlns:a="http://schemas.openxmlformats.org/drawingml/2006/main">
            <a:pathLst>
              <a:path w="1793680" h="507303" fill="none">
                <a:moveTo>
                  <a:pt x="0" y="84553"/>
                </a:moveTo>
                <a:cubicBezTo>
                  <a:pt x="0" y="37855"/>
                  <a:pt x="37855" y="0"/>
                  <a:pt x="84552" y="0"/>
                </a:cubicBezTo>
                <a:lnTo>
                  <a:pt x="1709128" y="0"/>
                </a:lnTo>
                <a:cubicBezTo>
                  <a:pt x="1755825" y="0"/>
                  <a:pt x="1793680" y="37855"/>
                  <a:pt x="1793680" y="84553"/>
                </a:cubicBezTo>
                <a:lnTo>
                  <a:pt x="1793680" y="422751"/>
                </a:lnTo>
                <a:cubicBezTo>
                  <a:pt x="1793680" y="469448"/>
                  <a:pt x="1755825" y="507303"/>
                  <a:pt x="1709128" y="507303"/>
                </a:cubicBezTo>
                <a:lnTo>
                  <a:pt x="84552" y="507303"/>
                </a:lnTo>
                <a:cubicBezTo>
                  <a:pt x="37855" y="507303"/>
                  <a:pt x="0" y="469448"/>
                  <a:pt x="0" y="422751"/>
                </a:cubicBezTo>
                <a:lnTo>
                  <a:pt x="0" y="845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9" name="Text TargetModel">
            <a:extLst xmlns:a="http://schemas.openxmlformats.org/drawingml/2006/main">
              <a:ext uri="{FF2B5EF4-FFF2-40B4-BE49-F238E27FC236}">
                <a16:creationId xmlns:a16="http://schemas.microsoft.com/office/drawing/2014/main" id="{0F6C3E5A-431C-4AC2-A31B-2DDC5B26A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334" y="1498404"/>
            <a:ext cx="1233035" cy="184603"/>
          </a:xfrm>
          <a:custGeom xmlns:a="http://schemas.openxmlformats.org/drawingml/2006/main">
            <a:pathLst>
              <a:path w="1233035" h="184603">
                <a:moveTo>
                  <a:pt x="42331" y="142661"/>
                </a:moveTo>
                <a:lnTo>
                  <a:pt x="42331" y="24134"/>
                </a:lnTo>
                <a:lnTo>
                  <a:pt x="0" y="24134"/>
                </a:lnTo>
                <a:lnTo>
                  <a:pt x="0" y="0"/>
                </a:lnTo>
                <a:lnTo>
                  <a:pt x="113370" y="0"/>
                </a:lnTo>
                <a:lnTo>
                  <a:pt x="113370" y="24134"/>
                </a:lnTo>
                <a:lnTo>
                  <a:pt x="71136" y="24134"/>
                </a:lnTo>
                <a:lnTo>
                  <a:pt x="71136" y="142661"/>
                </a:lnTo>
                <a:lnTo>
                  <a:pt x="42331" y="142661"/>
                </a:lnTo>
                <a:close/>
                <a:moveTo>
                  <a:pt x="157292" y="70844"/>
                </a:moveTo>
                <a:lnTo>
                  <a:pt x="132477" y="66368"/>
                </a:lnTo>
                <a:cubicBezTo>
                  <a:pt x="135267" y="56377"/>
                  <a:pt x="140068" y="48981"/>
                  <a:pt x="146880" y="44180"/>
                </a:cubicBezTo>
                <a:cubicBezTo>
                  <a:pt x="153692" y="39379"/>
                  <a:pt x="163812" y="36979"/>
                  <a:pt x="177241" y="36979"/>
                </a:cubicBezTo>
                <a:cubicBezTo>
                  <a:pt x="189438" y="36979"/>
                  <a:pt x="198521" y="38423"/>
                  <a:pt x="204489" y="41310"/>
                </a:cubicBezTo>
                <a:cubicBezTo>
                  <a:pt x="210458" y="44196"/>
                  <a:pt x="214658" y="47862"/>
                  <a:pt x="217091" y="52306"/>
                </a:cubicBezTo>
                <a:cubicBezTo>
                  <a:pt x="219524" y="56750"/>
                  <a:pt x="220740" y="64908"/>
                  <a:pt x="220740" y="76780"/>
                </a:cubicBezTo>
                <a:lnTo>
                  <a:pt x="220449" y="108699"/>
                </a:lnTo>
                <a:cubicBezTo>
                  <a:pt x="220449" y="117782"/>
                  <a:pt x="220886" y="124480"/>
                  <a:pt x="221762" y="128794"/>
                </a:cubicBezTo>
                <a:cubicBezTo>
                  <a:pt x="222638" y="133108"/>
                  <a:pt x="224276" y="137731"/>
                  <a:pt x="226677" y="142661"/>
                </a:cubicBezTo>
                <a:lnTo>
                  <a:pt x="199623" y="142661"/>
                </a:lnTo>
                <a:cubicBezTo>
                  <a:pt x="198910" y="140845"/>
                  <a:pt x="198034" y="138153"/>
                  <a:pt x="196996" y="134584"/>
                </a:cubicBezTo>
                <a:cubicBezTo>
                  <a:pt x="196542" y="132962"/>
                  <a:pt x="196217" y="131892"/>
                  <a:pt x="196023" y="131373"/>
                </a:cubicBezTo>
                <a:cubicBezTo>
                  <a:pt x="191352" y="135914"/>
                  <a:pt x="186356" y="139320"/>
                  <a:pt x="181037" y="141591"/>
                </a:cubicBezTo>
                <a:cubicBezTo>
                  <a:pt x="175717" y="143862"/>
                  <a:pt x="170040" y="144997"/>
                  <a:pt x="164007" y="144997"/>
                </a:cubicBezTo>
                <a:cubicBezTo>
                  <a:pt x="153367" y="144997"/>
                  <a:pt x="144982" y="142110"/>
                  <a:pt x="138851" y="136336"/>
                </a:cubicBezTo>
                <a:cubicBezTo>
                  <a:pt x="132721" y="130562"/>
                  <a:pt x="129655" y="123264"/>
                  <a:pt x="129655" y="114441"/>
                </a:cubicBezTo>
                <a:cubicBezTo>
                  <a:pt x="129655" y="108602"/>
                  <a:pt x="131050" y="103395"/>
                  <a:pt x="133840" y="98822"/>
                </a:cubicBezTo>
                <a:cubicBezTo>
                  <a:pt x="136629" y="94248"/>
                  <a:pt x="140538" y="90745"/>
                  <a:pt x="145566" y="88312"/>
                </a:cubicBezTo>
                <a:cubicBezTo>
                  <a:pt x="150594" y="85879"/>
                  <a:pt x="157844" y="83754"/>
                  <a:pt x="167315" y="81938"/>
                </a:cubicBezTo>
                <a:cubicBezTo>
                  <a:pt x="180096" y="79537"/>
                  <a:pt x="188951" y="77299"/>
                  <a:pt x="193882" y="75223"/>
                </a:cubicBezTo>
                <a:lnTo>
                  <a:pt x="193882" y="72498"/>
                </a:lnTo>
                <a:cubicBezTo>
                  <a:pt x="193882" y="67244"/>
                  <a:pt x="192584" y="63497"/>
                  <a:pt x="189989" y="61259"/>
                </a:cubicBezTo>
                <a:cubicBezTo>
                  <a:pt x="187394" y="59021"/>
                  <a:pt x="182496" y="57901"/>
                  <a:pt x="175295" y="57901"/>
                </a:cubicBezTo>
                <a:cubicBezTo>
                  <a:pt x="170429" y="57901"/>
                  <a:pt x="166634" y="58858"/>
                  <a:pt x="163909" y="60772"/>
                </a:cubicBezTo>
                <a:cubicBezTo>
                  <a:pt x="161185" y="62686"/>
                  <a:pt x="158979" y="66043"/>
                  <a:pt x="157292" y="70844"/>
                </a:cubicBezTo>
                <a:moveTo>
                  <a:pt x="193882" y="93032"/>
                </a:moveTo>
                <a:cubicBezTo>
                  <a:pt x="190379" y="94199"/>
                  <a:pt x="184832" y="95594"/>
                  <a:pt x="177241" y="97216"/>
                </a:cubicBezTo>
                <a:cubicBezTo>
                  <a:pt x="169651" y="98838"/>
                  <a:pt x="164688" y="100427"/>
                  <a:pt x="162352" y="101984"/>
                </a:cubicBezTo>
                <a:cubicBezTo>
                  <a:pt x="158784" y="104515"/>
                  <a:pt x="157000" y="107726"/>
                  <a:pt x="157000" y="111618"/>
                </a:cubicBezTo>
                <a:cubicBezTo>
                  <a:pt x="157000" y="115446"/>
                  <a:pt x="158427" y="118755"/>
                  <a:pt x="161282" y="121544"/>
                </a:cubicBezTo>
                <a:cubicBezTo>
                  <a:pt x="164137" y="124334"/>
                  <a:pt x="167770" y="125729"/>
                  <a:pt x="172181" y="125729"/>
                </a:cubicBezTo>
                <a:cubicBezTo>
                  <a:pt x="177112" y="125729"/>
                  <a:pt x="181815" y="124107"/>
                  <a:pt x="186292" y="120863"/>
                </a:cubicBezTo>
                <a:cubicBezTo>
                  <a:pt x="189600" y="118398"/>
                  <a:pt x="191774" y="115381"/>
                  <a:pt x="192812" y="111813"/>
                </a:cubicBezTo>
                <a:cubicBezTo>
                  <a:pt x="193525" y="109478"/>
                  <a:pt x="193882" y="105034"/>
                  <a:pt x="193882" y="98481"/>
                </a:cubicBezTo>
                <a:lnTo>
                  <a:pt x="193882" y="93032"/>
                </a:lnTo>
                <a:close/>
                <a:moveTo>
                  <a:pt x="271731" y="142661"/>
                </a:moveTo>
                <a:lnTo>
                  <a:pt x="244386" y="142661"/>
                </a:lnTo>
                <a:lnTo>
                  <a:pt x="244386" y="39315"/>
                </a:lnTo>
                <a:lnTo>
                  <a:pt x="269784" y="39315"/>
                </a:lnTo>
                <a:lnTo>
                  <a:pt x="269784" y="54009"/>
                </a:lnTo>
                <a:cubicBezTo>
                  <a:pt x="274131" y="47067"/>
                  <a:pt x="278040" y="42493"/>
                  <a:pt x="281511" y="40288"/>
                </a:cubicBezTo>
                <a:cubicBezTo>
                  <a:pt x="284981" y="38082"/>
                  <a:pt x="288923" y="36979"/>
                  <a:pt x="293334" y="36979"/>
                </a:cubicBezTo>
                <a:cubicBezTo>
                  <a:pt x="299562" y="36979"/>
                  <a:pt x="305563" y="38698"/>
                  <a:pt x="311337" y="42137"/>
                </a:cubicBezTo>
                <a:lnTo>
                  <a:pt x="302871" y="65978"/>
                </a:lnTo>
                <a:cubicBezTo>
                  <a:pt x="298265" y="62994"/>
                  <a:pt x="293983" y="61502"/>
                  <a:pt x="290026" y="61502"/>
                </a:cubicBezTo>
                <a:cubicBezTo>
                  <a:pt x="286198" y="61502"/>
                  <a:pt x="282954" y="62556"/>
                  <a:pt x="280294" y="64665"/>
                </a:cubicBezTo>
                <a:cubicBezTo>
                  <a:pt x="277634" y="66773"/>
                  <a:pt x="275542" y="70585"/>
                  <a:pt x="274018" y="76099"/>
                </a:cubicBezTo>
                <a:cubicBezTo>
                  <a:pt x="272493" y="81613"/>
                  <a:pt x="271731" y="93161"/>
                  <a:pt x="271731" y="110743"/>
                </a:cubicBezTo>
                <a:lnTo>
                  <a:pt x="271731" y="142661"/>
                </a:lnTo>
                <a:close/>
                <a:moveTo>
                  <a:pt x="315448" y="149473"/>
                </a:moveTo>
                <a:lnTo>
                  <a:pt x="346686" y="153269"/>
                </a:lnTo>
                <a:cubicBezTo>
                  <a:pt x="347205" y="156902"/>
                  <a:pt x="348405" y="159399"/>
                  <a:pt x="350286" y="160762"/>
                </a:cubicBezTo>
                <a:cubicBezTo>
                  <a:pt x="352881" y="162708"/>
                  <a:pt x="356968" y="163681"/>
                  <a:pt x="362548" y="163681"/>
                </a:cubicBezTo>
                <a:cubicBezTo>
                  <a:pt x="369684" y="163681"/>
                  <a:pt x="375036" y="162611"/>
                  <a:pt x="378604" y="160470"/>
                </a:cubicBezTo>
                <a:cubicBezTo>
                  <a:pt x="381005" y="159042"/>
                  <a:pt x="382821" y="156739"/>
                  <a:pt x="384054" y="153560"/>
                </a:cubicBezTo>
                <a:cubicBezTo>
                  <a:pt x="384897" y="151290"/>
                  <a:pt x="385319" y="147105"/>
                  <a:pt x="385319" y="141007"/>
                </a:cubicBezTo>
                <a:lnTo>
                  <a:pt x="385319" y="125923"/>
                </a:lnTo>
                <a:cubicBezTo>
                  <a:pt x="377145" y="137082"/>
                  <a:pt x="366829" y="142661"/>
                  <a:pt x="354373" y="142661"/>
                </a:cubicBezTo>
                <a:cubicBezTo>
                  <a:pt x="340490" y="142661"/>
                  <a:pt x="329494" y="136790"/>
                  <a:pt x="321384" y="125048"/>
                </a:cubicBezTo>
                <a:cubicBezTo>
                  <a:pt x="315026" y="115770"/>
                  <a:pt x="311847" y="104223"/>
                  <a:pt x="311847" y="90404"/>
                </a:cubicBezTo>
                <a:cubicBezTo>
                  <a:pt x="311847" y="73082"/>
                  <a:pt x="316016" y="59848"/>
                  <a:pt x="324352" y="50700"/>
                </a:cubicBezTo>
                <a:cubicBezTo>
                  <a:pt x="332689" y="41553"/>
                  <a:pt x="343053" y="36979"/>
                  <a:pt x="355444" y="36979"/>
                </a:cubicBezTo>
                <a:cubicBezTo>
                  <a:pt x="368224" y="36979"/>
                  <a:pt x="378767" y="42591"/>
                  <a:pt x="387071" y="53814"/>
                </a:cubicBezTo>
                <a:lnTo>
                  <a:pt x="387071" y="39315"/>
                </a:lnTo>
                <a:lnTo>
                  <a:pt x="412664" y="39315"/>
                </a:lnTo>
                <a:lnTo>
                  <a:pt x="412664" y="132054"/>
                </a:lnTo>
                <a:cubicBezTo>
                  <a:pt x="412664" y="144251"/>
                  <a:pt x="411658" y="153366"/>
                  <a:pt x="409647" y="159399"/>
                </a:cubicBezTo>
                <a:cubicBezTo>
                  <a:pt x="407636" y="165433"/>
                  <a:pt x="404814" y="170169"/>
                  <a:pt x="401181" y="173607"/>
                </a:cubicBezTo>
                <a:cubicBezTo>
                  <a:pt x="397548" y="177045"/>
                  <a:pt x="392699" y="179738"/>
                  <a:pt x="386633" y="181684"/>
                </a:cubicBezTo>
                <a:cubicBezTo>
                  <a:pt x="380567" y="183630"/>
                  <a:pt x="372895" y="184603"/>
                  <a:pt x="363618" y="184603"/>
                </a:cubicBezTo>
                <a:cubicBezTo>
                  <a:pt x="346102" y="184603"/>
                  <a:pt x="333678" y="181603"/>
                  <a:pt x="326347" y="175602"/>
                </a:cubicBezTo>
                <a:cubicBezTo>
                  <a:pt x="319016" y="169601"/>
                  <a:pt x="315351" y="161994"/>
                  <a:pt x="315351" y="152782"/>
                </a:cubicBezTo>
                <a:cubicBezTo>
                  <a:pt x="315351" y="151874"/>
                  <a:pt x="315383" y="150771"/>
                  <a:pt x="315448" y="149473"/>
                </a:cubicBezTo>
                <a:moveTo>
                  <a:pt x="339874" y="88847"/>
                </a:moveTo>
                <a:cubicBezTo>
                  <a:pt x="339874" y="99811"/>
                  <a:pt x="341998" y="107839"/>
                  <a:pt x="346248" y="112932"/>
                </a:cubicBezTo>
                <a:cubicBezTo>
                  <a:pt x="350497" y="118025"/>
                  <a:pt x="355736" y="120571"/>
                  <a:pt x="361964" y="120571"/>
                </a:cubicBezTo>
                <a:cubicBezTo>
                  <a:pt x="368646" y="120571"/>
                  <a:pt x="374290" y="117960"/>
                  <a:pt x="378896" y="112738"/>
                </a:cubicBezTo>
                <a:cubicBezTo>
                  <a:pt x="383502" y="107515"/>
                  <a:pt x="385806" y="99779"/>
                  <a:pt x="385806" y="89528"/>
                </a:cubicBezTo>
                <a:cubicBezTo>
                  <a:pt x="385806" y="78824"/>
                  <a:pt x="383600" y="70877"/>
                  <a:pt x="379188" y="65687"/>
                </a:cubicBezTo>
                <a:cubicBezTo>
                  <a:pt x="374777" y="60496"/>
                  <a:pt x="369197" y="57901"/>
                  <a:pt x="362450" y="57901"/>
                </a:cubicBezTo>
                <a:cubicBezTo>
                  <a:pt x="355898" y="57901"/>
                  <a:pt x="350497" y="60448"/>
                  <a:pt x="346248" y="65541"/>
                </a:cubicBezTo>
                <a:cubicBezTo>
                  <a:pt x="341998" y="70633"/>
                  <a:pt x="339874" y="78402"/>
                  <a:pt x="339874" y="88847"/>
                </a:cubicBezTo>
                <a:close/>
                <a:moveTo>
                  <a:pt x="504659" y="109769"/>
                </a:moveTo>
                <a:lnTo>
                  <a:pt x="531907" y="114343"/>
                </a:lnTo>
                <a:cubicBezTo>
                  <a:pt x="528404" y="124334"/>
                  <a:pt x="522873" y="131941"/>
                  <a:pt x="515315" y="137163"/>
                </a:cubicBezTo>
                <a:cubicBezTo>
                  <a:pt x="507757" y="142386"/>
                  <a:pt x="498301" y="144997"/>
                  <a:pt x="486948" y="144997"/>
                </a:cubicBezTo>
                <a:cubicBezTo>
                  <a:pt x="468978" y="144997"/>
                  <a:pt x="455678" y="139126"/>
                  <a:pt x="447050" y="127383"/>
                </a:cubicBezTo>
                <a:cubicBezTo>
                  <a:pt x="440238" y="117976"/>
                  <a:pt x="436832" y="106104"/>
                  <a:pt x="436832" y="91767"/>
                </a:cubicBezTo>
                <a:cubicBezTo>
                  <a:pt x="436832" y="74639"/>
                  <a:pt x="441308" y="61226"/>
                  <a:pt x="450261" y="51527"/>
                </a:cubicBezTo>
                <a:cubicBezTo>
                  <a:pt x="459214" y="41829"/>
                  <a:pt x="470535" y="36979"/>
                  <a:pt x="484223" y="36979"/>
                </a:cubicBezTo>
                <a:cubicBezTo>
                  <a:pt x="499599" y="36979"/>
                  <a:pt x="511731" y="42056"/>
                  <a:pt x="520619" y="52209"/>
                </a:cubicBezTo>
                <a:cubicBezTo>
                  <a:pt x="529506" y="62362"/>
                  <a:pt x="533756" y="77916"/>
                  <a:pt x="533367" y="98870"/>
                </a:cubicBezTo>
                <a:lnTo>
                  <a:pt x="464858" y="98870"/>
                </a:lnTo>
                <a:cubicBezTo>
                  <a:pt x="465053" y="106980"/>
                  <a:pt x="467258" y="113289"/>
                  <a:pt x="471475" y="117798"/>
                </a:cubicBezTo>
                <a:cubicBezTo>
                  <a:pt x="475692" y="122307"/>
                  <a:pt x="480947" y="124561"/>
                  <a:pt x="487240" y="124561"/>
                </a:cubicBezTo>
                <a:cubicBezTo>
                  <a:pt x="491522" y="124561"/>
                  <a:pt x="495122" y="123393"/>
                  <a:pt x="498042" y="121058"/>
                </a:cubicBezTo>
                <a:cubicBezTo>
                  <a:pt x="500961" y="118722"/>
                  <a:pt x="503167" y="114960"/>
                  <a:pt x="504659" y="109769"/>
                </a:cubicBezTo>
                <a:moveTo>
                  <a:pt x="506216" y="82132"/>
                </a:moveTo>
                <a:cubicBezTo>
                  <a:pt x="506022" y="74218"/>
                  <a:pt x="503978" y="68200"/>
                  <a:pt x="500085" y="64081"/>
                </a:cubicBezTo>
                <a:cubicBezTo>
                  <a:pt x="496193" y="59961"/>
                  <a:pt x="491457" y="57901"/>
                  <a:pt x="485878" y="57901"/>
                </a:cubicBezTo>
                <a:cubicBezTo>
                  <a:pt x="479909" y="57901"/>
                  <a:pt x="474979" y="60075"/>
                  <a:pt x="471086" y="64421"/>
                </a:cubicBezTo>
                <a:cubicBezTo>
                  <a:pt x="467193" y="68768"/>
                  <a:pt x="465280" y="74672"/>
                  <a:pt x="465345" y="82132"/>
                </a:cubicBezTo>
                <a:lnTo>
                  <a:pt x="506216" y="82132"/>
                </a:lnTo>
                <a:close/>
                <a:moveTo>
                  <a:pt x="600900" y="39315"/>
                </a:moveTo>
                <a:lnTo>
                  <a:pt x="600900" y="61113"/>
                </a:lnTo>
                <a:lnTo>
                  <a:pt x="582216" y="61113"/>
                </a:lnTo>
                <a:lnTo>
                  <a:pt x="582216" y="102763"/>
                </a:lnTo>
                <a:cubicBezTo>
                  <a:pt x="582216" y="111197"/>
                  <a:pt x="582394" y="116111"/>
                  <a:pt x="582751" y="117506"/>
                </a:cubicBezTo>
                <a:cubicBezTo>
                  <a:pt x="583108" y="118901"/>
                  <a:pt x="583919" y="120052"/>
                  <a:pt x="585184" y="120961"/>
                </a:cubicBezTo>
                <a:cubicBezTo>
                  <a:pt x="586449" y="121869"/>
                  <a:pt x="587990" y="122323"/>
                  <a:pt x="589806" y="122323"/>
                </a:cubicBezTo>
                <a:cubicBezTo>
                  <a:pt x="592336" y="122323"/>
                  <a:pt x="596002" y="121447"/>
                  <a:pt x="600803" y="119695"/>
                </a:cubicBezTo>
                <a:lnTo>
                  <a:pt x="603138" y="140910"/>
                </a:lnTo>
                <a:cubicBezTo>
                  <a:pt x="596780" y="143635"/>
                  <a:pt x="589579" y="144997"/>
                  <a:pt x="581535" y="144997"/>
                </a:cubicBezTo>
                <a:cubicBezTo>
                  <a:pt x="576604" y="144997"/>
                  <a:pt x="572160" y="144170"/>
                  <a:pt x="568203" y="142515"/>
                </a:cubicBezTo>
                <a:cubicBezTo>
                  <a:pt x="564245" y="140861"/>
                  <a:pt x="561342" y="138720"/>
                  <a:pt x="559493" y="136093"/>
                </a:cubicBezTo>
                <a:cubicBezTo>
                  <a:pt x="557644" y="133465"/>
                  <a:pt x="556363" y="129913"/>
                  <a:pt x="555649" y="125437"/>
                </a:cubicBezTo>
                <a:cubicBezTo>
                  <a:pt x="555065" y="122258"/>
                  <a:pt x="554773" y="115835"/>
                  <a:pt x="554773" y="106169"/>
                </a:cubicBezTo>
                <a:lnTo>
                  <a:pt x="554773" y="61113"/>
                </a:lnTo>
                <a:lnTo>
                  <a:pt x="542220" y="61113"/>
                </a:lnTo>
                <a:lnTo>
                  <a:pt x="542220" y="39315"/>
                </a:lnTo>
                <a:lnTo>
                  <a:pt x="554773" y="39315"/>
                </a:lnTo>
                <a:lnTo>
                  <a:pt x="554773" y="18781"/>
                </a:lnTo>
                <a:lnTo>
                  <a:pt x="582216" y="2822"/>
                </a:lnTo>
                <a:lnTo>
                  <a:pt x="582216" y="39315"/>
                </a:lnTo>
                <a:lnTo>
                  <a:pt x="600900" y="39315"/>
                </a:lnTo>
                <a:close/>
                <a:moveTo>
                  <a:pt x="680027" y="142661"/>
                </a:moveTo>
                <a:lnTo>
                  <a:pt x="680027" y="0"/>
                </a:lnTo>
                <a:lnTo>
                  <a:pt x="723137" y="0"/>
                </a:lnTo>
                <a:lnTo>
                  <a:pt x="749022" y="97313"/>
                </a:lnTo>
                <a:lnTo>
                  <a:pt x="774616" y="0"/>
                </a:lnTo>
                <a:lnTo>
                  <a:pt x="817823" y="0"/>
                </a:lnTo>
                <a:lnTo>
                  <a:pt x="817823" y="142661"/>
                </a:lnTo>
                <a:lnTo>
                  <a:pt x="791062" y="142661"/>
                </a:lnTo>
                <a:lnTo>
                  <a:pt x="791062" y="30362"/>
                </a:lnTo>
                <a:lnTo>
                  <a:pt x="762744" y="142661"/>
                </a:lnTo>
                <a:lnTo>
                  <a:pt x="735009" y="142661"/>
                </a:lnTo>
                <a:lnTo>
                  <a:pt x="706788" y="30362"/>
                </a:lnTo>
                <a:lnTo>
                  <a:pt x="706788" y="142661"/>
                </a:lnTo>
                <a:lnTo>
                  <a:pt x="680027" y="142661"/>
                </a:lnTo>
                <a:close/>
                <a:moveTo>
                  <a:pt x="837002" y="89528"/>
                </a:moveTo>
                <a:cubicBezTo>
                  <a:pt x="837002" y="80446"/>
                  <a:pt x="839240" y="71655"/>
                  <a:pt x="843716" y="63156"/>
                </a:cubicBezTo>
                <a:cubicBezTo>
                  <a:pt x="848193" y="54658"/>
                  <a:pt x="854534" y="48170"/>
                  <a:pt x="862741" y="43694"/>
                </a:cubicBezTo>
                <a:cubicBezTo>
                  <a:pt x="870948" y="39217"/>
                  <a:pt x="880112" y="36979"/>
                  <a:pt x="890232" y="36979"/>
                </a:cubicBezTo>
                <a:cubicBezTo>
                  <a:pt x="905867" y="36979"/>
                  <a:pt x="918680" y="42056"/>
                  <a:pt x="928671" y="52209"/>
                </a:cubicBezTo>
                <a:cubicBezTo>
                  <a:pt x="938662" y="62362"/>
                  <a:pt x="943657" y="75191"/>
                  <a:pt x="943657" y="90696"/>
                </a:cubicBezTo>
                <a:cubicBezTo>
                  <a:pt x="943657" y="106331"/>
                  <a:pt x="938613" y="119290"/>
                  <a:pt x="928525" y="129573"/>
                </a:cubicBezTo>
                <a:cubicBezTo>
                  <a:pt x="918437" y="139856"/>
                  <a:pt x="905738" y="144997"/>
                  <a:pt x="890427" y="144997"/>
                </a:cubicBezTo>
                <a:cubicBezTo>
                  <a:pt x="880955" y="144997"/>
                  <a:pt x="871921" y="142856"/>
                  <a:pt x="863325" y="138574"/>
                </a:cubicBezTo>
                <a:cubicBezTo>
                  <a:pt x="854729" y="134292"/>
                  <a:pt x="848193" y="128016"/>
                  <a:pt x="843716" y="119744"/>
                </a:cubicBezTo>
                <a:cubicBezTo>
                  <a:pt x="839240" y="111472"/>
                  <a:pt x="837002" y="101401"/>
                  <a:pt x="837002" y="89528"/>
                </a:cubicBezTo>
                <a:moveTo>
                  <a:pt x="865028" y="90988"/>
                </a:moveTo>
                <a:cubicBezTo>
                  <a:pt x="865028" y="101238"/>
                  <a:pt x="867461" y="109088"/>
                  <a:pt x="872327" y="114538"/>
                </a:cubicBezTo>
                <a:cubicBezTo>
                  <a:pt x="877192" y="119987"/>
                  <a:pt x="883193" y="122712"/>
                  <a:pt x="890330" y="122712"/>
                </a:cubicBezTo>
                <a:cubicBezTo>
                  <a:pt x="897466" y="122712"/>
                  <a:pt x="903451" y="119987"/>
                  <a:pt x="908284" y="114538"/>
                </a:cubicBezTo>
                <a:cubicBezTo>
                  <a:pt x="913117" y="109088"/>
                  <a:pt x="915534" y="101173"/>
                  <a:pt x="915534" y="90793"/>
                </a:cubicBezTo>
                <a:cubicBezTo>
                  <a:pt x="915534" y="80673"/>
                  <a:pt x="913117" y="72888"/>
                  <a:pt x="908284" y="67438"/>
                </a:cubicBezTo>
                <a:cubicBezTo>
                  <a:pt x="903451" y="61989"/>
                  <a:pt x="897466" y="59264"/>
                  <a:pt x="890330" y="59264"/>
                </a:cubicBezTo>
                <a:cubicBezTo>
                  <a:pt x="883193" y="59264"/>
                  <a:pt x="877192" y="61989"/>
                  <a:pt x="872327" y="67438"/>
                </a:cubicBezTo>
                <a:cubicBezTo>
                  <a:pt x="867461" y="72888"/>
                  <a:pt x="865028" y="80738"/>
                  <a:pt x="865028" y="90988"/>
                </a:cubicBezTo>
                <a:close/>
                <a:moveTo>
                  <a:pt x="1064944" y="142661"/>
                </a:moveTo>
                <a:lnTo>
                  <a:pt x="1039545" y="142661"/>
                </a:lnTo>
                <a:lnTo>
                  <a:pt x="1039545" y="127481"/>
                </a:lnTo>
                <a:cubicBezTo>
                  <a:pt x="1035328" y="133384"/>
                  <a:pt x="1030349" y="137780"/>
                  <a:pt x="1024607" y="140666"/>
                </a:cubicBezTo>
                <a:cubicBezTo>
                  <a:pt x="1018866" y="143553"/>
                  <a:pt x="1013076" y="144997"/>
                  <a:pt x="1007237" y="144997"/>
                </a:cubicBezTo>
                <a:cubicBezTo>
                  <a:pt x="995365" y="144997"/>
                  <a:pt x="985195" y="140212"/>
                  <a:pt x="976729" y="130643"/>
                </a:cubicBezTo>
                <a:cubicBezTo>
                  <a:pt x="968263" y="121074"/>
                  <a:pt x="964030" y="107726"/>
                  <a:pt x="964030" y="90599"/>
                </a:cubicBezTo>
                <a:cubicBezTo>
                  <a:pt x="964030" y="73082"/>
                  <a:pt x="968149" y="59767"/>
                  <a:pt x="976389" y="50652"/>
                </a:cubicBezTo>
                <a:cubicBezTo>
                  <a:pt x="984628" y="41537"/>
                  <a:pt x="995040" y="36979"/>
                  <a:pt x="1007626" y="36979"/>
                </a:cubicBezTo>
                <a:cubicBezTo>
                  <a:pt x="1019174" y="36979"/>
                  <a:pt x="1029165" y="41780"/>
                  <a:pt x="1037599" y="51381"/>
                </a:cubicBezTo>
                <a:lnTo>
                  <a:pt x="1037599" y="0"/>
                </a:lnTo>
                <a:lnTo>
                  <a:pt x="1064944" y="0"/>
                </a:lnTo>
                <a:lnTo>
                  <a:pt x="1064944" y="142661"/>
                </a:lnTo>
                <a:moveTo>
                  <a:pt x="991959" y="88750"/>
                </a:moveTo>
                <a:cubicBezTo>
                  <a:pt x="991959" y="99779"/>
                  <a:pt x="993483" y="107758"/>
                  <a:pt x="996532" y="112689"/>
                </a:cubicBezTo>
                <a:cubicBezTo>
                  <a:pt x="1000944" y="119825"/>
                  <a:pt x="1007107" y="123393"/>
                  <a:pt x="1015022" y="123393"/>
                </a:cubicBezTo>
                <a:cubicBezTo>
                  <a:pt x="1021315" y="123393"/>
                  <a:pt x="1026667" y="120717"/>
                  <a:pt x="1031079" y="115365"/>
                </a:cubicBezTo>
                <a:cubicBezTo>
                  <a:pt x="1035490" y="110013"/>
                  <a:pt x="1037696" y="102017"/>
                  <a:pt x="1037696" y="91377"/>
                </a:cubicBezTo>
                <a:cubicBezTo>
                  <a:pt x="1037696" y="79505"/>
                  <a:pt x="1035555" y="70958"/>
                  <a:pt x="1031273" y="65735"/>
                </a:cubicBezTo>
                <a:cubicBezTo>
                  <a:pt x="1026991" y="60513"/>
                  <a:pt x="1021510" y="57901"/>
                  <a:pt x="1014827" y="57901"/>
                </a:cubicBezTo>
                <a:cubicBezTo>
                  <a:pt x="1008340" y="57901"/>
                  <a:pt x="1002906" y="60480"/>
                  <a:pt x="998527" y="65638"/>
                </a:cubicBezTo>
                <a:cubicBezTo>
                  <a:pt x="994148" y="70795"/>
                  <a:pt x="991959" y="78499"/>
                  <a:pt x="991959" y="88750"/>
                </a:cubicBezTo>
                <a:close/>
                <a:moveTo>
                  <a:pt x="1156841" y="109769"/>
                </a:moveTo>
                <a:lnTo>
                  <a:pt x="1184089" y="114343"/>
                </a:lnTo>
                <a:cubicBezTo>
                  <a:pt x="1180586" y="124334"/>
                  <a:pt x="1175055" y="131941"/>
                  <a:pt x="1167497" y="137163"/>
                </a:cubicBezTo>
                <a:cubicBezTo>
                  <a:pt x="1159939" y="142386"/>
                  <a:pt x="1150483" y="144997"/>
                  <a:pt x="1139130" y="144997"/>
                </a:cubicBezTo>
                <a:cubicBezTo>
                  <a:pt x="1121160" y="144997"/>
                  <a:pt x="1107860" y="139126"/>
                  <a:pt x="1099232" y="127383"/>
                </a:cubicBezTo>
                <a:cubicBezTo>
                  <a:pt x="1092420" y="117976"/>
                  <a:pt x="1089014" y="106104"/>
                  <a:pt x="1089014" y="91767"/>
                </a:cubicBezTo>
                <a:cubicBezTo>
                  <a:pt x="1089014" y="74639"/>
                  <a:pt x="1093490" y="61226"/>
                  <a:pt x="1102443" y="51527"/>
                </a:cubicBezTo>
                <a:cubicBezTo>
                  <a:pt x="1111396" y="41829"/>
                  <a:pt x="1122717" y="36979"/>
                  <a:pt x="1136405" y="36979"/>
                </a:cubicBezTo>
                <a:cubicBezTo>
                  <a:pt x="1151781" y="36979"/>
                  <a:pt x="1163913" y="42056"/>
                  <a:pt x="1172801" y="52209"/>
                </a:cubicBezTo>
                <a:cubicBezTo>
                  <a:pt x="1181689" y="62362"/>
                  <a:pt x="1185938" y="77916"/>
                  <a:pt x="1185549" y="98870"/>
                </a:cubicBezTo>
                <a:lnTo>
                  <a:pt x="1117040" y="98870"/>
                </a:lnTo>
                <a:cubicBezTo>
                  <a:pt x="1117235" y="106980"/>
                  <a:pt x="1119440" y="113289"/>
                  <a:pt x="1123657" y="117798"/>
                </a:cubicBezTo>
                <a:cubicBezTo>
                  <a:pt x="1127874" y="122307"/>
                  <a:pt x="1133129" y="124561"/>
                  <a:pt x="1139422" y="124561"/>
                </a:cubicBezTo>
                <a:cubicBezTo>
                  <a:pt x="1143704" y="124561"/>
                  <a:pt x="1147304" y="123393"/>
                  <a:pt x="1150224" y="121058"/>
                </a:cubicBezTo>
                <a:cubicBezTo>
                  <a:pt x="1153143" y="118722"/>
                  <a:pt x="1155349" y="114960"/>
                  <a:pt x="1156841" y="109769"/>
                </a:cubicBezTo>
                <a:moveTo>
                  <a:pt x="1158398" y="82132"/>
                </a:moveTo>
                <a:cubicBezTo>
                  <a:pt x="1158204" y="74218"/>
                  <a:pt x="1156160" y="68200"/>
                  <a:pt x="1152267" y="64081"/>
                </a:cubicBezTo>
                <a:cubicBezTo>
                  <a:pt x="1148375" y="59961"/>
                  <a:pt x="1143639" y="57901"/>
                  <a:pt x="1138060" y="57901"/>
                </a:cubicBezTo>
                <a:cubicBezTo>
                  <a:pt x="1132091" y="57901"/>
                  <a:pt x="1127161" y="60075"/>
                  <a:pt x="1123268" y="64421"/>
                </a:cubicBezTo>
                <a:cubicBezTo>
                  <a:pt x="1119376" y="68768"/>
                  <a:pt x="1117462" y="74672"/>
                  <a:pt x="1117527" y="82132"/>
                </a:cubicBezTo>
                <a:lnTo>
                  <a:pt x="1158398" y="82132"/>
                </a:lnTo>
                <a:close/>
                <a:moveTo>
                  <a:pt x="1205690" y="142661"/>
                </a:moveTo>
                <a:lnTo>
                  <a:pt x="1205690" y="0"/>
                </a:lnTo>
                <a:lnTo>
                  <a:pt x="1233035" y="0"/>
                </a:lnTo>
                <a:lnTo>
                  <a:pt x="1233035" y="142661"/>
                </a:lnTo>
                <a:lnTo>
                  <a:pt x="1205690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D3D7C-146D-475F-919D-6FE8DC819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016" y="2465434"/>
            <a:ext cx="1793680" cy="507303"/>
          </a:xfrm>
          <a:custGeom xmlns:a="http://schemas.openxmlformats.org/drawingml/2006/main">
            <a:pathLst>
              <a:path w="1793680" h="507303" fill="none">
                <a:moveTo>
                  <a:pt x="0" y="84553"/>
                </a:moveTo>
                <a:cubicBezTo>
                  <a:pt x="0" y="37855"/>
                  <a:pt x="37855" y="0"/>
                  <a:pt x="84552" y="0"/>
                </a:cubicBezTo>
                <a:lnTo>
                  <a:pt x="1709128" y="0"/>
                </a:lnTo>
                <a:cubicBezTo>
                  <a:pt x="1755825" y="0"/>
                  <a:pt x="1793680" y="37855"/>
                  <a:pt x="1793680" y="84553"/>
                </a:cubicBezTo>
                <a:lnTo>
                  <a:pt x="1793680" y="422751"/>
                </a:lnTo>
                <a:cubicBezTo>
                  <a:pt x="1793680" y="469448"/>
                  <a:pt x="1755825" y="507303"/>
                  <a:pt x="1709128" y="507303"/>
                </a:cubicBezTo>
                <a:lnTo>
                  <a:pt x="84552" y="507303"/>
                </a:lnTo>
                <a:cubicBezTo>
                  <a:pt x="37855" y="507303"/>
                  <a:pt x="0" y="469448"/>
                  <a:pt x="0" y="422751"/>
                </a:cubicBezTo>
                <a:lnTo>
                  <a:pt x="0" y="8455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11" name="Text Auxiliar">
            <a:extLst xmlns:a="http://schemas.openxmlformats.org/drawingml/2006/main">
              <a:ext uri="{FF2B5EF4-FFF2-40B4-BE49-F238E27FC236}">
                <a16:creationId xmlns:a16="http://schemas.microsoft.com/office/drawing/2014/main" id="{F98BBBBB-0390-48BE-9A9B-1C6F940E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344" y="2657955"/>
            <a:ext cx="732012" cy="144997"/>
          </a:xfrm>
          <a:custGeom xmlns:a="http://schemas.openxmlformats.org/drawingml/2006/main">
            <a:pathLst>
              <a:path w="732012" h="144997">
                <a:moveTo>
                  <a:pt x="143148" y="142661"/>
                </a:moveTo>
                <a:lnTo>
                  <a:pt x="111813" y="142661"/>
                </a:lnTo>
                <a:lnTo>
                  <a:pt x="99357" y="110256"/>
                </a:lnTo>
                <a:lnTo>
                  <a:pt x="42331" y="110256"/>
                </a:lnTo>
                <a:lnTo>
                  <a:pt x="30556" y="142661"/>
                </a:lnTo>
                <a:lnTo>
                  <a:pt x="0" y="142661"/>
                </a:lnTo>
                <a:lnTo>
                  <a:pt x="55566" y="0"/>
                </a:lnTo>
                <a:lnTo>
                  <a:pt x="86025" y="0"/>
                </a:lnTo>
                <a:lnTo>
                  <a:pt x="143148" y="142661"/>
                </a:lnTo>
                <a:moveTo>
                  <a:pt x="90112" y="86220"/>
                </a:moveTo>
                <a:lnTo>
                  <a:pt x="70455" y="33281"/>
                </a:lnTo>
                <a:lnTo>
                  <a:pt x="51187" y="86220"/>
                </a:lnTo>
                <a:lnTo>
                  <a:pt x="90112" y="86220"/>
                </a:lnTo>
                <a:close/>
                <a:moveTo>
                  <a:pt x="227276" y="142661"/>
                </a:moveTo>
                <a:lnTo>
                  <a:pt x="227276" y="127189"/>
                </a:lnTo>
                <a:cubicBezTo>
                  <a:pt x="223514" y="132703"/>
                  <a:pt x="218567" y="137050"/>
                  <a:pt x="212436" y="140229"/>
                </a:cubicBezTo>
                <a:cubicBezTo>
                  <a:pt x="206305" y="143407"/>
                  <a:pt x="199834" y="144997"/>
                  <a:pt x="193022" y="144997"/>
                </a:cubicBezTo>
                <a:cubicBezTo>
                  <a:pt x="186080" y="144997"/>
                  <a:pt x="179852" y="143472"/>
                  <a:pt x="174338" y="140423"/>
                </a:cubicBezTo>
                <a:cubicBezTo>
                  <a:pt x="168823" y="137374"/>
                  <a:pt x="164834" y="133092"/>
                  <a:pt x="162368" y="127578"/>
                </a:cubicBezTo>
                <a:cubicBezTo>
                  <a:pt x="159903" y="122063"/>
                  <a:pt x="158670" y="114441"/>
                  <a:pt x="158670" y="104709"/>
                </a:cubicBezTo>
                <a:lnTo>
                  <a:pt x="158670" y="39315"/>
                </a:lnTo>
                <a:lnTo>
                  <a:pt x="186016" y="39315"/>
                </a:lnTo>
                <a:lnTo>
                  <a:pt x="186016" y="86804"/>
                </a:lnTo>
                <a:cubicBezTo>
                  <a:pt x="186016" y="101336"/>
                  <a:pt x="186518" y="110240"/>
                  <a:pt x="187524" y="113516"/>
                </a:cubicBezTo>
                <a:cubicBezTo>
                  <a:pt x="188529" y="116792"/>
                  <a:pt x="190362" y="119387"/>
                  <a:pt x="193022" y="121301"/>
                </a:cubicBezTo>
                <a:cubicBezTo>
                  <a:pt x="195682" y="123215"/>
                  <a:pt x="199055" y="124172"/>
                  <a:pt x="203143" y="124172"/>
                </a:cubicBezTo>
                <a:cubicBezTo>
                  <a:pt x="207814" y="124172"/>
                  <a:pt x="211998" y="122891"/>
                  <a:pt x="215696" y="120328"/>
                </a:cubicBezTo>
                <a:cubicBezTo>
                  <a:pt x="219394" y="117765"/>
                  <a:pt x="221924" y="114586"/>
                  <a:pt x="223287" y="110791"/>
                </a:cubicBezTo>
                <a:cubicBezTo>
                  <a:pt x="224649" y="106996"/>
                  <a:pt x="225330" y="97703"/>
                  <a:pt x="225330" y="82911"/>
                </a:cubicBezTo>
                <a:lnTo>
                  <a:pt x="225330" y="39315"/>
                </a:lnTo>
                <a:lnTo>
                  <a:pt x="252675" y="39315"/>
                </a:lnTo>
                <a:lnTo>
                  <a:pt x="252675" y="142661"/>
                </a:lnTo>
                <a:lnTo>
                  <a:pt x="227276" y="142661"/>
                </a:lnTo>
                <a:close/>
                <a:moveTo>
                  <a:pt x="272930" y="142661"/>
                </a:moveTo>
                <a:lnTo>
                  <a:pt x="310201" y="89431"/>
                </a:lnTo>
                <a:lnTo>
                  <a:pt x="274487" y="39315"/>
                </a:lnTo>
                <a:lnTo>
                  <a:pt x="307866" y="39315"/>
                </a:lnTo>
                <a:lnTo>
                  <a:pt x="326161" y="67730"/>
                </a:lnTo>
                <a:lnTo>
                  <a:pt x="345429" y="39315"/>
                </a:lnTo>
                <a:lnTo>
                  <a:pt x="377542" y="39315"/>
                </a:lnTo>
                <a:lnTo>
                  <a:pt x="342509" y="88263"/>
                </a:lnTo>
                <a:lnTo>
                  <a:pt x="380753" y="142661"/>
                </a:lnTo>
                <a:lnTo>
                  <a:pt x="347180" y="142661"/>
                </a:lnTo>
                <a:lnTo>
                  <a:pt x="326161" y="110645"/>
                </a:lnTo>
                <a:lnTo>
                  <a:pt x="304946" y="142661"/>
                </a:lnTo>
                <a:lnTo>
                  <a:pt x="272930" y="142661"/>
                </a:lnTo>
                <a:close/>
                <a:moveTo>
                  <a:pt x="394744" y="25301"/>
                </a:moveTo>
                <a:lnTo>
                  <a:pt x="394744" y="0"/>
                </a:lnTo>
                <a:lnTo>
                  <a:pt x="422090" y="0"/>
                </a:lnTo>
                <a:lnTo>
                  <a:pt x="422090" y="25301"/>
                </a:lnTo>
                <a:lnTo>
                  <a:pt x="394744" y="25301"/>
                </a:lnTo>
                <a:moveTo>
                  <a:pt x="394744" y="142661"/>
                </a:moveTo>
                <a:lnTo>
                  <a:pt x="394744" y="39315"/>
                </a:lnTo>
                <a:lnTo>
                  <a:pt x="422090" y="39315"/>
                </a:lnTo>
                <a:lnTo>
                  <a:pt x="422090" y="142661"/>
                </a:lnTo>
                <a:lnTo>
                  <a:pt x="394744" y="142661"/>
                </a:lnTo>
                <a:close/>
                <a:moveTo>
                  <a:pt x="449013" y="142661"/>
                </a:moveTo>
                <a:lnTo>
                  <a:pt x="449013" y="0"/>
                </a:lnTo>
                <a:lnTo>
                  <a:pt x="476358" y="0"/>
                </a:lnTo>
                <a:lnTo>
                  <a:pt x="476358" y="142661"/>
                </a:lnTo>
                <a:lnTo>
                  <a:pt x="449013" y="142661"/>
                </a:lnTo>
                <a:close/>
                <a:moveTo>
                  <a:pt x="503282" y="25301"/>
                </a:moveTo>
                <a:lnTo>
                  <a:pt x="503282" y="0"/>
                </a:lnTo>
                <a:lnTo>
                  <a:pt x="530627" y="0"/>
                </a:lnTo>
                <a:lnTo>
                  <a:pt x="530627" y="25301"/>
                </a:lnTo>
                <a:lnTo>
                  <a:pt x="503282" y="25301"/>
                </a:lnTo>
                <a:moveTo>
                  <a:pt x="503282" y="142661"/>
                </a:moveTo>
                <a:lnTo>
                  <a:pt x="503282" y="39315"/>
                </a:lnTo>
                <a:lnTo>
                  <a:pt x="530627" y="39315"/>
                </a:lnTo>
                <a:lnTo>
                  <a:pt x="530627" y="142661"/>
                </a:lnTo>
                <a:lnTo>
                  <a:pt x="503282" y="142661"/>
                </a:lnTo>
                <a:close/>
                <a:moveTo>
                  <a:pt x="577987" y="70844"/>
                </a:moveTo>
                <a:lnTo>
                  <a:pt x="553172" y="66368"/>
                </a:lnTo>
                <a:cubicBezTo>
                  <a:pt x="555961" y="56377"/>
                  <a:pt x="560762" y="48981"/>
                  <a:pt x="567574" y="44180"/>
                </a:cubicBezTo>
                <a:cubicBezTo>
                  <a:pt x="574386" y="39379"/>
                  <a:pt x="584507" y="36979"/>
                  <a:pt x="597936" y="36979"/>
                </a:cubicBezTo>
                <a:cubicBezTo>
                  <a:pt x="610132" y="36979"/>
                  <a:pt x="619215" y="38423"/>
                  <a:pt x="625184" y="41310"/>
                </a:cubicBezTo>
                <a:cubicBezTo>
                  <a:pt x="631152" y="44196"/>
                  <a:pt x="635353" y="47862"/>
                  <a:pt x="637786" y="52306"/>
                </a:cubicBezTo>
                <a:cubicBezTo>
                  <a:pt x="640218" y="56750"/>
                  <a:pt x="641435" y="64908"/>
                  <a:pt x="641435" y="76780"/>
                </a:cubicBezTo>
                <a:lnTo>
                  <a:pt x="641143" y="108699"/>
                </a:lnTo>
                <a:cubicBezTo>
                  <a:pt x="641143" y="117782"/>
                  <a:pt x="641581" y="124480"/>
                  <a:pt x="642457" y="128794"/>
                </a:cubicBezTo>
                <a:cubicBezTo>
                  <a:pt x="643333" y="133108"/>
                  <a:pt x="644971" y="137731"/>
                  <a:pt x="647371" y="142661"/>
                </a:cubicBezTo>
                <a:lnTo>
                  <a:pt x="620318" y="142661"/>
                </a:lnTo>
                <a:cubicBezTo>
                  <a:pt x="619604" y="140845"/>
                  <a:pt x="618728" y="138153"/>
                  <a:pt x="617690" y="134584"/>
                </a:cubicBezTo>
                <a:cubicBezTo>
                  <a:pt x="617236" y="132962"/>
                  <a:pt x="616912" y="131892"/>
                  <a:pt x="616717" y="131373"/>
                </a:cubicBezTo>
                <a:cubicBezTo>
                  <a:pt x="612046" y="135914"/>
                  <a:pt x="607051" y="139320"/>
                  <a:pt x="601731" y="141591"/>
                </a:cubicBezTo>
                <a:cubicBezTo>
                  <a:pt x="596411" y="143862"/>
                  <a:pt x="590735" y="144997"/>
                  <a:pt x="584701" y="144997"/>
                </a:cubicBezTo>
                <a:cubicBezTo>
                  <a:pt x="574062" y="144997"/>
                  <a:pt x="565676" y="142110"/>
                  <a:pt x="559546" y="136336"/>
                </a:cubicBezTo>
                <a:cubicBezTo>
                  <a:pt x="553415" y="130562"/>
                  <a:pt x="550350" y="123264"/>
                  <a:pt x="550350" y="114441"/>
                </a:cubicBezTo>
                <a:cubicBezTo>
                  <a:pt x="550350" y="108602"/>
                  <a:pt x="551744" y="103395"/>
                  <a:pt x="554534" y="98822"/>
                </a:cubicBezTo>
                <a:cubicBezTo>
                  <a:pt x="557324" y="94248"/>
                  <a:pt x="561232" y="90745"/>
                  <a:pt x="566260" y="88312"/>
                </a:cubicBezTo>
                <a:cubicBezTo>
                  <a:pt x="571288" y="85879"/>
                  <a:pt x="578538" y="83754"/>
                  <a:pt x="588010" y="81938"/>
                </a:cubicBezTo>
                <a:cubicBezTo>
                  <a:pt x="600790" y="79537"/>
                  <a:pt x="609646" y="77299"/>
                  <a:pt x="614576" y="75223"/>
                </a:cubicBezTo>
                <a:lnTo>
                  <a:pt x="614576" y="72498"/>
                </a:lnTo>
                <a:cubicBezTo>
                  <a:pt x="614576" y="67244"/>
                  <a:pt x="613279" y="63497"/>
                  <a:pt x="610684" y="61259"/>
                </a:cubicBezTo>
                <a:cubicBezTo>
                  <a:pt x="608089" y="59021"/>
                  <a:pt x="603191" y="57901"/>
                  <a:pt x="595990" y="57901"/>
                </a:cubicBezTo>
                <a:cubicBezTo>
                  <a:pt x="591124" y="57901"/>
                  <a:pt x="587329" y="58858"/>
                  <a:pt x="584604" y="60772"/>
                </a:cubicBezTo>
                <a:cubicBezTo>
                  <a:pt x="581879" y="62686"/>
                  <a:pt x="579673" y="66043"/>
                  <a:pt x="577987" y="70844"/>
                </a:cubicBezTo>
                <a:moveTo>
                  <a:pt x="614576" y="93032"/>
                </a:moveTo>
                <a:cubicBezTo>
                  <a:pt x="611073" y="94199"/>
                  <a:pt x="605526" y="95594"/>
                  <a:pt x="597936" y="97216"/>
                </a:cubicBezTo>
                <a:cubicBezTo>
                  <a:pt x="590345" y="98838"/>
                  <a:pt x="585382" y="100427"/>
                  <a:pt x="583047" y="101984"/>
                </a:cubicBezTo>
                <a:cubicBezTo>
                  <a:pt x="579479" y="104515"/>
                  <a:pt x="577695" y="107726"/>
                  <a:pt x="577695" y="111618"/>
                </a:cubicBezTo>
                <a:cubicBezTo>
                  <a:pt x="577695" y="115446"/>
                  <a:pt x="579122" y="118755"/>
                  <a:pt x="581976" y="121544"/>
                </a:cubicBezTo>
                <a:cubicBezTo>
                  <a:pt x="584831" y="124334"/>
                  <a:pt x="588464" y="125729"/>
                  <a:pt x="592876" y="125729"/>
                </a:cubicBezTo>
                <a:cubicBezTo>
                  <a:pt x="597806" y="125729"/>
                  <a:pt x="602510" y="124107"/>
                  <a:pt x="606986" y="120863"/>
                </a:cubicBezTo>
                <a:cubicBezTo>
                  <a:pt x="610295" y="118398"/>
                  <a:pt x="612468" y="115381"/>
                  <a:pt x="613506" y="111813"/>
                </a:cubicBezTo>
                <a:cubicBezTo>
                  <a:pt x="614220" y="109478"/>
                  <a:pt x="614576" y="105034"/>
                  <a:pt x="614576" y="98481"/>
                </a:cubicBezTo>
                <a:lnTo>
                  <a:pt x="614576" y="93032"/>
                </a:lnTo>
                <a:close/>
                <a:moveTo>
                  <a:pt x="692405" y="142661"/>
                </a:moveTo>
                <a:lnTo>
                  <a:pt x="665060" y="142661"/>
                </a:lnTo>
                <a:lnTo>
                  <a:pt x="665060" y="39315"/>
                </a:lnTo>
                <a:lnTo>
                  <a:pt x="690459" y="39315"/>
                </a:lnTo>
                <a:lnTo>
                  <a:pt x="690459" y="54009"/>
                </a:lnTo>
                <a:cubicBezTo>
                  <a:pt x="694805" y="47067"/>
                  <a:pt x="698714" y="42493"/>
                  <a:pt x="702185" y="40288"/>
                </a:cubicBezTo>
                <a:cubicBezTo>
                  <a:pt x="705656" y="38082"/>
                  <a:pt x="709597" y="36979"/>
                  <a:pt x="714009" y="36979"/>
                </a:cubicBezTo>
                <a:cubicBezTo>
                  <a:pt x="720237" y="36979"/>
                  <a:pt x="726238" y="38698"/>
                  <a:pt x="732012" y="42137"/>
                </a:cubicBezTo>
                <a:lnTo>
                  <a:pt x="723545" y="65978"/>
                </a:lnTo>
                <a:cubicBezTo>
                  <a:pt x="718939" y="62994"/>
                  <a:pt x="714657" y="61502"/>
                  <a:pt x="710700" y="61502"/>
                </a:cubicBezTo>
                <a:cubicBezTo>
                  <a:pt x="706872" y="61502"/>
                  <a:pt x="703629" y="62556"/>
                  <a:pt x="700969" y="64665"/>
                </a:cubicBezTo>
                <a:cubicBezTo>
                  <a:pt x="698309" y="66773"/>
                  <a:pt x="696217" y="70585"/>
                  <a:pt x="694692" y="76099"/>
                </a:cubicBezTo>
                <a:cubicBezTo>
                  <a:pt x="693167" y="81613"/>
                  <a:pt x="692405" y="93161"/>
                  <a:pt x="692405" y="110743"/>
                </a:cubicBezTo>
                <a:lnTo>
                  <a:pt x="692405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Text yModel">
            <a:extLst xmlns:a="http://schemas.openxmlformats.org/drawingml/2006/main">
              <a:ext uri="{FF2B5EF4-FFF2-40B4-BE49-F238E27FC236}">
                <a16:creationId xmlns:a16="http://schemas.microsoft.com/office/drawing/2014/main" id="{8DAD2BC6-4D33-4AD0-A067-D9FAEA76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034" y="2657955"/>
            <a:ext cx="728622" cy="184603"/>
          </a:xfrm>
          <a:custGeom xmlns:a="http://schemas.openxmlformats.org/drawingml/2006/main">
            <a:pathLst>
              <a:path w="728622" h="184603">
                <a:moveTo>
                  <a:pt x="0" y="39315"/>
                </a:moveTo>
                <a:lnTo>
                  <a:pt x="29097" y="39315"/>
                </a:lnTo>
                <a:lnTo>
                  <a:pt x="53814" y="112689"/>
                </a:lnTo>
                <a:lnTo>
                  <a:pt x="77948" y="39315"/>
                </a:lnTo>
                <a:lnTo>
                  <a:pt x="106266" y="39315"/>
                </a:lnTo>
                <a:lnTo>
                  <a:pt x="69774" y="138769"/>
                </a:lnTo>
                <a:lnTo>
                  <a:pt x="63254" y="156772"/>
                </a:lnTo>
                <a:cubicBezTo>
                  <a:pt x="60853" y="162805"/>
                  <a:pt x="58566" y="167411"/>
                  <a:pt x="56393" y="170590"/>
                </a:cubicBezTo>
                <a:cubicBezTo>
                  <a:pt x="54220" y="173769"/>
                  <a:pt x="51722" y="176348"/>
                  <a:pt x="48900" y="178327"/>
                </a:cubicBezTo>
                <a:cubicBezTo>
                  <a:pt x="46078" y="180305"/>
                  <a:pt x="42607" y="181846"/>
                  <a:pt x="38487" y="182949"/>
                </a:cubicBezTo>
                <a:cubicBezTo>
                  <a:pt x="34368" y="184052"/>
                  <a:pt x="29713" y="184603"/>
                  <a:pt x="24523" y="184603"/>
                </a:cubicBezTo>
                <a:cubicBezTo>
                  <a:pt x="19268" y="184603"/>
                  <a:pt x="14110" y="184052"/>
                  <a:pt x="9050" y="182949"/>
                </a:cubicBezTo>
                <a:lnTo>
                  <a:pt x="6617" y="161540"/>
                </a:lnTo>
                <a:cubicBezTo>
                  <a:pt x="10899" y="162384"/>
                  <a:pt x="14759" y="162805"/>
                  <a:pt x="18198" y="162805"/>
                </a:cubicBezTo>
                <a:cubicBezTo>
                  <a:pt x="24555" y="162805"/>
                  <a:pt x="29259" y="160940"/>
                  <a:pt x="32308" y="157210"/>
                </a:cubicBezTo>
                <a:cubicBezTo>
                  <a:pt x="35357" y="153479"/>
                  <a:pt x="37693" y="148727"/>
                  <a:pt x="39315" y="142953"/>
                </a:cubicBezTo>
                <a:lnTo>
                  <a:pt x="0" y="39315"/>
                </a:lnTo>
                <a:close/>
                <a:moveTo>
                  <a:pt x="175694" y="142661"/>
                </a:moveTo>
                <a:lnTo>
                  <a:pt x="175694" y="0"/>
                </a:lnTo>
                <a:lnTo>
                  <a:pt x="218804" y="0"/>
                </a:lnTo>
                <a:lnTo>
                  <a:pt x="244689" y="97313"/>
                </a:lnTo>
                <a:lnTo>
                  <a:pt x="270283" y="0"/>
                </a:lnTo>
                <a:lnTo>
                  <a:pt x="313490" y="0"/>
                </a:lnTo>
                <a:lnTo>
                  <a:pt x="313490" y="142661"/>
                </a:lnTo>
                <a:lnTo>
                  <a:pt x="286729" y="142661"/>
                </a:lnTo>
                <a:lnTo>
                  <a:pt x="286729" y="30362"/>
                </a:lnTo>
                <a:lnTo>
                  <a:pt x="258410" y="142661"/>
                </a:lnTo>
                <a:lnTo>
                  <a:pt x="230676" y="142661"/>
                </a:lnTo>
                <a:lnTo>
                  <a:pt x="202455" y="30362"/>
                </a:lnTo>
                <a:lnTo>
                  <a:pt x="202455" y="142661"/>
                </a:lnTo>
                <a:lnTo>
                  <a:pt x="175694" y="142661"/>
                </a:lnTo>
                <a:close/>
                <a:moveTo>
                  <a:pt x="332649" y="89528"/>
                </a:moveTo>
                <a:cubicBezTo>
                  <a:pt x="332649" y="80446"/>
                  <a:pt x="334887" y="71655"/>
                  <a:pt x="339363" y="63156"/>
                </a:cubicBezTo>
                <a:cubicBezTo>
                  <a:pt x="343840" y="54658"/>
                  <a:pt x="350181" y="48170"/>
                  <a:pt x="358388" y="43694"/>
                </a:cubicBezTo>
                <a:cubicBezTo>
                  <a:pt x="366595" y="39217"/>
                  <a:pt x="375758" y="36979"/>
                  <a:pt x="385879" y="36979"/>
                </a:cubicBezTo>
                <a:cubicBezTo>
                  <a:pt x="401514" y="36979"/>
                  <a:pt x="414327" y="42056"/>
                  <a:pt x="424318" y="52209"/>
                </a:cubicBezTo>
                <a:cubicBezTo>
                  <a:pt x="434309" y="62362"/>
                  <a:pt x="439304" y="75191"/>
                  <a:pt x="439304" y="90696"/>
                </a:cubicBezTo>
                <a:cubicBezTo>
                  <a:pt x="439304" y="106331"/>
                  <a:pt x="434260" y="119290"/>
                  <a:pt x="424172" y="129573"/>
                </a:cubicBezTo>
                <a:cubicBezTo>
                  <a:pt x="414084" y="139856"/>
                  <a:pt x="401384" y="144997"/>
                  <a:pt x="386074" y="144997"/>
                </a:cubicBezTo>
                <a:cubicBezTo>
                  <a:pt x="376602" y="144997"/>
                  <a:pt x="367568" y="142856"/>
                  <a:pt x="358972" y="138574"/>
                </a:cubicBezTo>
                <a:cubicBezTo>
                  <a:pt x="350376" y="134292"/>
                  <a:pt x="343840" y="128016"/>
                  <a:pt x="339363" y="119744"/>
                </a:cubicBezTo>
                <a:cubicBezTo>
                  <a:pt x="334887" y="111472"/>
                  <a:pt x="332649" y="101401"/>
                  <a:pt x="332649" y="89528"/>
                </a:cubicBezTo>
                <a:moveTo>
                  <a:pt x="360675" y="90988"/>
                </a:moveTo>
                <a:cubicBezTo>
                  <a:pt x="360675" y="101238"/>
                  <a:pt x="363108" y="109088"/>
                  <a:pt x="367973" y="114538"/>
                </a:cubicBezTo>
                <a:cubicBezTo>
                  <a:pt x="372839" y="119987"/>
                  <a:pt x="378840" y="122712"/>
                  <a:pt x="385976" y="122712"/>
                </a:cubicBezTo>
                <a:cubicBezTo>
                  <a:pt x="393113" y="122712"/>
                  <a:pt x="399097" y="119987"/>
                  <a:pt x="403931" y="114538"/>
                </a:cubicBezTo>
                <a:cubicBezTo>
                  <a:pt x="408764" y="109088"/>
                  <a:pt x="411181" y="101173"/>
                  <a:pt x="411181" y="90793"/>
                </a:cubicBezTo>
                <a:cubicBezTo>
                  <a:pt x="411181" y="80673"/>
                  <a:pt x="408764" y="72888"/>
                  <a:pt x="403931" y="67438"/>
                </a:cubicBezTo>
                <a:cubicBezTo>
                  <a:pt x="399097" y="61989"/>
                  <a:pt x="393113" y="59264"/>
                  <a:pt x="385976" y="59264"/>
                </a:cubicBezTo>
                <a:cubicBezTo>
                  <a:pt x="378840" y="59264"/>
                  <a:pt x="372839" y="61989"/>
                  <a:pt x="367973" y="67438"/>
                </a:cubicBezTo>
                <a:cubicBezTo>
                  <a:pt x="363108" y="72888"/>
                  <a:pt x="360675" y="80738"/>
                  <a:pt x="360675" y="90988"/>
                </a:cubicBezTo>
                <a:close/>
                <a:moveTo>
                  <a:pt x="560570" y="142661"/>
                </a:moveTo>
                <a:lnTo>
                  <a:pt x="535172" y="142661"/>
                </a:lnTo>
                <a:lnTo>
                  <a:pt x="535172" y="127481"/>
                </a:lnTo>
                <a:cubicBezTo>
                  <a:pt x="530955" y="133384"/>
                  <a:pt x="525976" y="137780"/>
                  <a:pt x="520234" y="140666"/>
                </a:cubicBezTo>
                <a:cubicBezTo>
                  <a:pt x="514493" y="143553"/>
                  <a:pt x="508702" y="144997"/>
                  <a:pt x="502864" y="144997"/>
                </a:cubicBezTo>
                <a:cubicBezTo>
                  <a:pt x="490991" y="144997"/>
                  <a:pt x="480822" y="140212"/>
                  <a:pt x="472356" y="130643"/>
                </a:cubicBezTo>
                <a:cubicBezTo>
                  <a:pt x="463890" y="121074"/>
                  <a:pt x="459657" y="107726"/>
                  <a:pt x="459657" y="90599"/>
                </a:cubicBezTo>
                <a:cubicBezTo>
                  <a:pt x="459657" y="73082"/>
                  <a:pt x="463776" y="59767"/>
                  <a:pt x="472015" y="50652"/>
                </a:cubicBezTo>
                <a:cubicBezTo>
                  <a:pt x="480255" y="41537"/>
                  <a:pt x="490667" y="36979"/>
                  <a:pt x="503253" y="36979"/>
                </a:cubicBezTo>
                <a:cubicBezTo>
                  <a:pt x="514801" y="36979"/>
                  <a:pt x="524792" y="41780"/>
                  <a:pt x="533225" y="51381"/>
                </a:cubicBezTo>
                <a:lnTo>
                  <a:pt x="533225" y="0"/>
                </a:lnTo>
                <a:lnTo>
                  <a:pt x="560570" y="0"/>
                </a:lnTo>
                <a:lnTo>
                  <a:pt x="560570" y="142661"/>
                </a:lnTo>
                <a:moveTo>
                  <a:pt x="487585" y="88750"/>
                </a:moveTo>
                <a:cubicBezTo>
                  <a:pt x="487585" y="99779"/>
                  <a:pt x="489110" y="107758"/>
                  <a:pt x="492159" y="112689"/>
                </a:cubicBezTo>
                <a:cubicBezTo>
                  <a:pt x="496571" y="119825"/>
                  <a:pt x="502734" y="123393"/>
                  <a:pt x="510649" y="123393"/>
                </a:cubicBezTo>
                <a:cubicBezTo>
                  <a:pt x="516942" y="123393"/>
                  <a:pt x="522294" y="120717"/>
                  <a:pt x="526705" y="115365"/>
                </a:cubicBezTo>
                <a:cubicBezTo>
                  <a:pt x="531117" y="110013"/>
                  <a:pt x="533323" y="102017"/>
                  <a:pt x="533323" y="91377"/>
                </a:cubicBezTo>
                <a:cubicBezTo>
                  <a:pt x="533323" y="79505"/>
                  <a:pt x="531182" y="70958"/>
                  <a:pt x="526900" y="65735"/>
                </a:cubicBezTo>
                <a:cubicBezTo>
                  <a:pt x="522618" y="60513"/>
                  <a:pt x="517136" y="57901"/>
                  <a:pt x="510454" y="57901"/>
                </a:cubicBezTo>
                <a:cubicBezTo>
                  <a:pt x="503967" y="57901"/>
                  <a:pt x="498533" y="60480"/>
                  <a:pt x="494154" y="65638"/>
                </a:cubicBezTo>
                <a:cubicBezTo>
                  <a:pt x="489775" y="70795"/>
                  <a:pt x="487585" y="78499"/>
                  <a:pt x="487585" y="88750"/>
                </a:cubicBezTo>
                <a:close/>
                <a:moveTo>
                  <a:pt x="652448" y="109769"/>
                </a:moveTo>
                <a:lnTo>
                  <a:pt x="679696" y="114343"/>
                </a:lnTo>
                <a:cubicBezTo>
                  <a:pt x="676192" y="124334"/>
                  <a:pt x="670662" y="131941"/>
                  <a:pt x="663104" y="137163"/>
                </a:cubicBezTo>
                <a:cubicBezTo>
                  <a:pt x="655546" y="142386"/>
                  <a:pt x="646090" y="144997"/>
                  <a:pt x="634737" y="144997"/>
                </a:cubicBezTo>
                <a:cubicBezTo>
                  <a:pt x="616766" y="144997"/>
                  <a:pt x="603467" y="139126"/>
                  <a:pt x="594838" y="127383"/>
                </a:cubicBezTo>
                <a:cubicBezTo>
                  <a:pt x="588027" y="117976"/>
                  <a:pt x="584621" y="106104"/>
                  <a:pt x="584621" y="91767"/>
                </a:cubicBezTo>
                <a:cubicBezTo>
                  <a:pt x="584621" y="74639"/>
                  <a:pt x="589097" y="61226"/>
                  <a:pt x="598050" y="51527"/>
                </a:cubicBezTo>
                <a:cubicBezTo>
                  <a:pt x="607003" y="41829"/>
                  <a:pt x="618323" y="36979"/>
                  <a:pt x="632012" y="36979"/>
                </a:cubicBezTo>
                <a:cubicBezTo>
                  <a:pt x="647388" y="36979"/>
                  <a:pt x="659519" y="42056"/>
                  <a:pt x="668407" y="52209"/>
                </a:cubicBezTo>
                <a:cubicBezTo>
                  <a:pt x="677295" y="62362"/>
                  <a:pt x="681545" y="77916"/>
                  <a:pt x="681155" y="98870"/>
                </a:cubicBezTo>
                <a:lnTo>
                  <a:pt x="612647" y="98870"/>
                </a:lnTo>
                <a:cubicBezTo>
                  <a:pt x="612841" y="106980"/>
                  <a:pt x="615047" y="113289"/>
                  <a:pt x="619264" y="117798"/>
                </a:cubicBezTo>
                <a:cubicBezTo>
                  <a:pt x="623481" y="122307"/>
                  <a:pt x="628736" y="124561"/>
                  <a:pt x="635029" y="124561"/>
                </a:cubicBezTo>
                <a:cubicBezTo>
                  <a:pt x="639311" y="124561"/>
                  <a:pt x="642911" y="123393"/>
                  <a:pt x="645831" y="121058"/>
                </a:cubicBezTo>
                <a:cubicBezTo>
                  <a:pt x="648750" y="118722"/>
                  <a:pt x="650956" y="114960"/>
                  <a:pt x="652448" y="109769"/>
                </a:cubicBezTo>
                <a:moveTo>
                  <a:pt x="654005" y="82132"/>
                </a:moveTo>
                <a:cubicBezTo>
                  <a:pt x="653810" y="74218"/>
                  <a:pt x="651767" y="68200"/>
                  <a:pt x="647874" y="64081"/>
                </a:cubicBezTo>
                <a:cubicBezTo>
                  <a:pt x="643982" y="59961"/>
                  <a:pt x="639246" y="57901"/>
                  <a:pt x="633667" y="57901"/>
                </a:cubicBezTo>
                <a:cubicBezTo>
                  <a:pt x="627698" y="57901"/>
                  <a:pt x="622767" y="60075"/>
                  <a:pt x="618875" y="64421"/>
                </a:cubicBezTo>
                <a:cubicBezTo>
                  <a:pt x="614982" y="68768"/>
                  <a:pt x="613069" y="74672"/>
                  <a:pt x="613133" y="82132"/>
                </a:cubicBezTo>
                <a:lnTo>
                  <a:pt x="654005" y="82132"/>
                </a:lnTo>
                <a:close/>
                <a:moveTo>
                  <a:pt x="701277" y="142661"/>
                </a:moveTo>
                <a:lnTo>
                  <a:pt x="701277" y="0"/>
                </a:lnTo>
                <a:lnTo>
                  <a:pt x="728622" y="0"/>
                </a:lnTo>
                <a:lnTo>
                  <a:pt x="728622" y="142661"/>
                </a:lnTo>
                <a:lnTo>
                  <a:pt x="701277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B0D8B-9EE4-469A-954A-F2513530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350" y="916347"/>
            <a:ext cx="416714" cy="416714"/>
          </a:xfrm>
          <a:custGeom xmlns:a="http://schemas.openxmlformats.org/drawingml/2006/main">
            <a:pathLst>
              <a:path w="416714" h="416714">
                <a:moveTo>
                  <a:pt x="205914" y="348650"/>
                </a:moveTo>
                <a:cubicBezTo>
                  <a:pt x="187068" y="348650"/>
                  <a:pt x="171711" y="363235"/>
                  <a:pt x="171711" y="381987"/>
                </a:cubicBezTo>
                <a:cubicBezTo>
                  <a:pt x="171711" y="400739"/>
                  <a:pt x="187068" y="416020"/>
                  <a:pt x="205914" y="416020"/>
                </a:cubicBezTo>
                <a:cubicBezTo>
                  <a:pt x="224062" y="416020"/>
                  <a:pt x="239418" y="400739"/>
                  <a:pt x="239418" y="381987"/>
                </a:cubicBezTo>
                <a:cubicBezTo>
                  <a:pt x="239418" y="363235"/>
                  <a:pt x="224062" y="348650"/>
                  <a:pt x="205914" y="348650"/>
                </a:cubicBezTo>
                <a:close/>
                <a:moveTo>
                  <a:pt x="298749" y="259752"/>
                </a:moveTo>
                <a:cubicBezTo>
                  <a:pt x="279903" y="259752"/>
                  <a:pt x="264546" y="275031"/>
                  <a:pt x="264546" y="293783"/>
                </a:cubicBezTo>
                <a:cubicBezTo>
                  <a:pt x="264546" y="312535"/>
                  <a:pt x="279903" y="327120"/>
                  <a:pt x="298749" y="327120"/>
                </a:cubicBezTo>
                <a:cubicBezTo>
                  <a:pt x="317596" y="327120"/>
                  <a:pt x="332254" y="312535"/>
                  <a:pt x="332254" y="293783"/>
                </a:cubicBezTo>
                <a:cubicBezTo>
                  <a:pt x="332254" y="275031"/>
                  <a:pt x="317596" y="259752"/>
                  <a:pt x="298749" y="259752"/>
                </a:cubicBezTo>
                <a:close/>
                <a:moveTo>
                  <a:pt x="203820" y="259752"/>
                </a:moveTo>
                <a:cubicBezTo>
                  <a:pt x="185672" y="259752"/>
                  <a:pt x="170315" y="275031"/>
                  <a:pt x="170315" y="293783"/>
                </a:cubicBezTo>
                <a:cubicBezTo>
                  <a:pt x="170315" y="312535"/>
                  <a:pt x="185672" y="327120"/>
                  <a:pt x="203820" y="327120"/>
                </a:cubicBezTo>
                <a:cubicBezTo>
                  <a:pt x="222666" y="327120"/>
                  <a:pt x="238022" y="312535"/>
                  <a:pt x="238022" y="293783"/>
                </a:cubicBezTo>
                <a:cubicBezTo>
                  <a:pt x="238022" y="275031"/>
                  <a:pt x="222666" y="259752"/>
                  <a:pt x="203820" y="259752"/>
                </a:cubicBezTo>
                <a:close/>
                <a:moveTo>
                  <a:pt x="110286" y="259752"/>
                </a:moveTo>
                <a:cubicBezTo>
                  <a:pt x="91440" y="259752"/>
                  <a:pt x="76781" y="275031"/>
                  <a:pt x="76781" y="293783"/>
                </a:cubicBezTo>
                <a:cubicBezTo>
                  <a:pt x="76781" y="312535"/>
                  <a:pt x="91440" y="327120"/>
                  <a:pt x="110286" y="327120"/>
                </a:cubicBezTo>
                <a:cubicBezTo>
                  <a:pt x="129132" y="327120"/>
                  <a:pt x="144489" y="312535"/>
                  <a:pt x="144489" y="293783"/>
                </a:cubicBezTo>
                <a:cubicBezTo>
                  <a:pt x="144489" y="275031"/>
                  <a:pt x="129132" y="259752"/>
                  <a:pt x="110286" y="259752"/>
                </a:cubicBezTo>
                <a:close/>
                <a:moveTo>
                  <a:pt x="298749" y="173630"/>
                </a:moveTo>
                <a:cubicBezTo>
                  <a:pt x="279903" y="173630"/>
                  <a:pt x="264546" y="188911"/>
                  <a:pt x="264546" y="207663"/>
                </a:cubicBezTo>
                <a:cubicBezTo>
                  <a:pt x="264546" y="226415"/>
                  <a:pt x="279903" y="241000"/>
                  <a:pt x="298749" y="241000"/>
                </a:cubicBezTo>
                <a:cubicBezTo>
                  <a:pt x="317596" y="241000"/>
                  <a:pt x="332254" y="226415"/>
                  <a:pt x="332254" y="207663"/>
                </a:cubicBezTo>
                <a:cubicBezTo>
                  <a:pt x="332254" y="188911"/>
                  <a:pt x="317596" y="173630"/>
                  <a:pt x="298749" y="173630"/>
                </a:cubicBezTo>
                <a:close/>
                <a:moveTo>
                  <a:pt x="203820" y="173630"/>
                </a:moveTo>
                <a:cubicBezTo>
                  <a:pt x="185672" y="173630"/>
                  <a:pt x="170315" y="188911"/>
                  <a:pt x="170315" y="207663"/>
                </a:cubicBezTo>
                <a:cubicBezTo>
                  <a:pt x="170315" y="226415"/>
                  <a:pt x="185672" y="241000"/>
                  <a:pt x="203820" y="241000"/>
                </a:cubicBezTo>
                <a:cubicBezTo>
                  <a:pt x="222666" y="241000"/>
                  <a:pt x="238022" y="226415"/>
                  <a:pt x="238022" y="207663"/>
                </a:cubicBezTo>
                <a:cubicBezTo>
                  <a:pt x="238022" y="188911"/>
                  <a:pt x="222666" y="173630"/>
                  <a:pt x="203820" y="173630"/>
                </a:cubicBezTo>
                <a:close/>
                <a:moveTo>
                  <a:pt x="110286" y="173630"/>
                </a:moveTo>
                <a:cubicBezTo>
                  <a:pt x="91440" y="173630"/>
                  <a:pt x="76781" y="188911"/>
                  <a:pt x="76781" y="207663"/>
                </a:cubicBezTo>
                <a:cubicBezTo>
                  <a:pt x="76781" y="226415"/>
                  <a:pt x="91440" y="241000"/>
                  <a:pt x="110286" y="241000"/>
                </a:cubicBezTo>
                <a:cubicBezTo>
                  <a:pt x="129132" y="241000"/>
                  <a:pt x="144489" y="226415"/>
                  <a:pt x="144489" y="207663"/>
                </a:cubicBezTo>
                <a:cubicBezTo>
                  <a:pt x="144489" y="188911"/>
                  <a:pt x="129132" y="173630"/>
                  <a:pt x="110286" y="173630"/>
                </a:cubicBezTo>
                <a:close/>
                <a:moveTo>
                  <a:pt x="298749" y="87510"/>
                </a:moveTo>
                <a:cubicBezTo>
                  <a:pt x="279903" y="87510"/>
                  <a:pt x="264546" y="102789"/>
                  <a:pt x="264546" y="121541"/>
                </a:cubicBezTo>
                <a:cubicBezTo>
                  <a:pt x="264546" y="140293"/>
                  <a:pt x="279903" y="154878"/>
                  <a:pt x="298749" y="154878"/>
                </a:cubicBezTo>
                <a:cubicBezTo>
                  <a:pt x="317596" y="154878"/>
                  <a:pt x="332254" y="140293"/>
                  <a:pt x="332254" y="121541"/>
                </a:cubicBezTo>
                <a:cubicBezTo>
                  <a:pt x="332254" y="102789"/>
                  <a:pt x="317596" y="87510"/>
                  <a:pt x="298749" y="87510"/>
                </a:cubicBezTo>
                <a:close/>
                <a:moveTo>
                  <a:pt x="203820" y="87510"/>
                </a:moveTo>
                <a:cubicBezTo>
                  <a:pt x="185672" y="87510"/>
                  <a:pt x="170315" y="102789"/>
                  <a:pt x="170315" y="121541"/>
                </a:cubicBezTo>
                <a:cubicBezTo>
                  <a:pt x="170315" y="140293"/>
                  <a:pt x="185672" y="154878"/>
                  <a:pt x="203820" y="154878"/>
                </a:cubicBezTo>
                <a:cubicBezTo>
                  <a:pt x="222666" y="154878"/>
                  <a:pt x="238022" y="140293"/>
                  <a:pt x="238022" y="121541"/>
                </a:cubicBezTo>
                <a:cubicBezTo>
                  <a:pt x="238022" y="102789"/>
                  <a:pt x="222666" y="87510"/>
                  <a:pt x="203820" y="87510"/>
                </a:cubicBezTo>
                <a:close/>
                <a:moveTo>
                  <a:pt x="110286" y="87510"/>
                </a:moveTo>
                <a:cubicBezTo>
                  <a:pt x="91440" y="87510"/>
                  <a:pt x="76781" y="102789"/>
                  <a:pt x="76781" y="121541"/>
                </a:cubicBezTo>
                <a:cubicBezTo>
                  <a:pt x="76781" y="140293"/>
                  <a:pt x="91440" y="154878"/>
                  <a:pt x="110286" y="154878"/>
                </a:cubicBezTo>
                <a:cubicBezTo>
                  <a:pt x="129132" y="154878"/>
                  <a:pt x="144489" y="140293"/>
                  <a:pt x="144489" y="121541"/>
                </a:cubicBezTo>
                <a:cubicBezTo>
                  <a:pt x="144489" y="102789"/>
                  <a:pt x="129132" y="87510"/>
                  <a:pt x="110286" y="87510"/>
                </a:cubicBezTo>
                <a:close/>
                <a:moveTo>
                  <a:pt x="203820" y="1390"/>
                </a:moveTo>
                <a:cubicBezTo>
                  <a:pt x="185672" y="1390"/>
                  <a:pt x="170315" y="16669"/>
                  <a:pt x="170315" y="35421"/>
                </a:cubicBezTo>
                <a:cubicBezTo>
                  <a:pt x="170315" y="54173"/>
                  <a:pt x="185672" y="68758"/>
                  <a:pt x="203820" y="68758"/>
                </a:cubicBezTo>
                <a:cubicBezTo>
                  <a:pt x="222666" y="68758"/>
                  <a:pt x="238022" y="54173"/>
                  <a:pt x="238022" y="35421"/>
                </a:cubicBezTo>
                <a:cubicBezTo>
                  <a:pt x="238022" y="16669"/>
                  <a:pt x="222666" y="1390"/>
                  <a:pt x="203820" y="1390"/>
                </a:cubicBezTo>
                <a:close/>
                <a:moveTo>
                  <a:pt x="208008" y="0"/>
                </a:moveTo>
                <a:cubicBezTo>
                  <a:pt x="231740" y="0"/>
                  <a:pt x="254077" y="4167"/>
                  <a:pt x="275715" y="11112"/>
                </a:cubicBezTo>
                <a:cubicBezTo>
                  <a:pt x="268735" y="17362"/>
                  <a:pt x="264546" y="25697"/>
                  <a:pt x="264546" y="35421"/>
                </a:cubicBezTo>
                <a:cubicBezTo>
                  <a:pt x="264546" y="54173"/>
                  <a:pt x="279903" y="68758"/>
                  <a:pt x="298749" y="68758"/>
                </a:cubicBezTo>
                <a:cubicBezTo>
                  <a:pt x="315502" y="68758"/>
                  <a:pt x="329462" y="56256"/>
                  <a:pt x="331556" y="40282"/>
                </a:cubicBezTo>
                <a:cubicBezTo>
                  <a:pt x="350402" y="53479"/>
                  <a:pt x="366457" y="70146"/>
                  <a:pt x="379719" y="89593"/>
                </a:cubicBezTo>
                <a:cubicBezTo>
                  <a:pt x="365758" y="93067"/>
                  <a:pt x="355288" y="106262"/>
                  <a:pt x="355288" y="121541"/>
                </a:cubicBezTo>
                <a:cubicBezTo>
                  <a:pt x="355288" y="140293"/>
                  <a:pt x="370645" y="154878"/>
                  <a:pt x="389491" y="154878"/>
                </a:cubicBezTo>
                <a:cubicBezTo>
                  <a:pt x="396471" y="154878"/>
                  <a:pt x="403451" y="152794"/>
                  <a:pt x="409035" y="148627"/>
                </a:cubicBezTo>
                <a:cubicBezTo>
                  <a:pt x="412526" y="161130"/>
                  <a:pt x="415318" y="174326"/>
                  <a:pt x="416714" y="187521"/>
                </a:cubicBezTo>
                <a:cubicBezTo>
                  <a:pt x="410432" y="179187"/>
                  <a:pt x="400659" y="173630"/>
                  <a:pt x="389491" y="173630"/>
                </a:cubicBezTo>
                <a:cubicBezTo>
                  <a:pt x="370645" y="173630"/>
                  <a:pt x="355288" y="188911"/>
                  <a:pt x="355288" y="207663"/>
                </a:cubicBezTo>
                <a:cubicBezTo>
                  <a:pt x="355288" y="226415"/>
                  <a:pt x="370645" y="241000"/>
                  <a:pt x="389491" y="241000"/>
                </a:cubicBezTo>
                <a:cubicBezTo>
                  <a:pt x="400659" y="241000"/>
                  <a:pt x="410432" y="235443"/>
                  <a:pt x="416714" y="227109"/>
                </a:cubicBezTo>
                <a:cubicBezTo>
                  <a:pt x="415318" y="241000"/>
                  <a:pt x="413224" y="254195"/>
                  <a:pt x="409035" y="266697"/>
                </a:cubicBezTo>
                <a:cubicBezTo>
                  <a:pt x="403451" y="262530"/>
                  <a:pt x="396471" y="259752"/>
                  <a:pt x="389491" y="259752"/>
                </a:cubicBezTo>
                <a:cubicBezTo>
                  <a:pt x="370645" y="259752"/>
                  <a:pt x="355288" y="275031"/>
                  <a:pt x="355288" y="293783"/>
                </a:cubicBezTo>
                <a:cubicBezTo>
                  <a:pt x="355288" y="309062"/>
                  <a:pt x="366457" y="322259"/>
                  <a:pt x="380417" y="326426"/>
                </a:cubicBezTo>
                <a:cubicBezTo>
                  <a:pt x="367853" y="345178"/>
                  <a:pt x="351798" y="361847"/>
                  <a:pt x="332952" y="375042"/>
                </a:cubicBezTo>
                <a:cubicBezTo>
                  <a:pt x="330160" y="359763"/>
                  <a:pt x="316200" y="348650"/>
                  <a:pt x="300145" y="348650"/>
                </a:cubicBezTo>
                <a:cubicBezTo>
                  <a:pt x="281299" y="348650"/>
                  <a:pt x="266641" y="363235"/>
                  <a:pt x="266641" y="381987"/>
                </a:cubicBezTo>
                <a:cubicBezTo>
                  <a:pt x="266641" y="391017"/>
                  <a:pt x="270131" y="399351"/>
                  <a:pt x="275715" y="404906"/>
                </a:cubicBezTo>
                <a:cubicBezTo>
                  <a:pt x="254774" y="412546"/>
                  <a:pt x="231740" y="416714"/>
                  <a:pt x="208008" y="416714"/>
                </a:cubicBezTo>
                <a:cubicBezTo>
                  <a:pt x="182880" y="416714"/>
                  <a:pt x="159147" y="411852"/>
                  <a:pt x="136810" y="404212"/>
                </a:cubicBezTo>
                <a:cubicBezTo>
                  <a:pt x="142395" y="397961"/>
                  <a:pt x="145885" y="390321"/>
                  <a:pt x="145885" y="381987"/>
                </a:cubicBezTo>
                <a:cubicBezTo>
                  <a:pt x="145885" y="363235"/>
                  <a:pt x="130528" y="348650"/>
                  <a:pt x="111682" y="348650"/>
                </a:cubicBezTo>
                <a:cubicBezTo>
                  <a:pt x="96326" y="348650"/>
                  <a:pt x="83761" y="358374"/>
                  <a:pt x="79573" y="372959"/>
                </a:cubicBezTo>
                <a:cubicBezTo>
                  <a:pt x="61425" y="359068"/>
                  <a:pt x="45371" y="341705"/>
                  <a:pt x="32807" y="322953"/>
                </a:cubicBezTo>
                <a:cubicBezTo>
                  <a:pt x="42579" y="316702"/>
                  <a:pt x="49559" y="306284"/>
                  <a:pt x="49559" y="293783"/>
                </a:cubicBezTo>
                <a:cubicBezTo>
                  <a:pt x="49559" y="275031"/>
                  <a:pt x="34203" y="259752"/>
                  <a:pt x="16055" y="259752"/>
                </a:cubicBezTo>
                <a:cubicBezTo>
                  <a:pt x="11867" y="259752"/>
                  <a:pt x="8376" y="260446"/>
                  <a:pt x="5584" y="261836"/>
                </a:cubicBezTo>
                <a:cubicBezTo>
                  <a:pt x="3490" y="254195"/>
                  <a:pt x="1396" y="245861"/>
                  <a:pt x="0" y="237527"/>
                </a:cubicBezTo>
                <a:cubicBezTo>
                  <a:pt x="4886" y="239610"/>
                  <a:pt x="10471" y="241000"/>
                  <a:pt x="16055" y="241000"/>
                </a:cubicBezTo>
                <a:cubicBezTo>
                  <a:pt x="34203" y="241000"/>
                  <a:pt x="49559" y="226415"/>
                  <a:pt x="49559" y="207663"/>
                </a:cubicBezTo>
                <a:cubicBezTo>
                  <a:pt x="49559" y="188911"/>
                  <a:pt x="34203" y="173630"/>
                  <a:pt x="16055" y="173630"/>
                </a:cubicBezTo>
                <a:cubicBezTo>
                  <a:pt x="10471" y="173630"/>
                  <a:pt x="4886" y="175714"/>
                  <a:pt x="698" y="177797"/>
                </a:cubicBezTo>
                <a:cubicBezTo>
                  <a:pt x="1396" y="169463"/>
                  <a:pt x="3490" y="161130"/>
                  <a:pt x="5584" y="153490"/>
                </a:cubicBezTo>
                <a:cubicBezTo>
                  <a:pt x="9075" y="154184"/>
                  <a:pt x="12564" y="154878"/>
                  <a:pt x="16055" y="154878"/>
                </a:cubicBezTo>
                <a:cubicBezTo>
                  <a:pt x="34900" y="154878"/>
                  <a:pt x="49559" y="140293"/>
                  <a:pt x="49559" y="121541"/>
                </a:cubicBezTo>
                <a:cubicBezTo>
                  <a:pt x="49559" y="109039"/>
                  <a:pt x="43277" y="98622"/>
                  <a:pt x="33504" y="93067"/>
                </a:cubicBezTo>
                <a:cubicBezTo>
                  <a:pt x="45371" y="74315"/>
                  <a:pt x="60727" y="58340"/>
                  <a:pt x="78177" y="44449"/>
                </a:cubicBezTo>
                <a:cubicBezTo>
                  <a:pt x="82365" y="58340"/>
                  <a:pt x="94930" y="68758"/>
                  <a:pt x="110286" y="68758"/>
                </a:cubicBezTo>
                <a:cubicBezTo>
                  <a:pt x="129132" y="68758"/>
                  <a:pt x="144489" y="54173"/>
                  <a:pt x="144489" y="35421"/>
                </a:cubicBezTo>
                <a:cubicBezTo>
                  <a:pt x="144489" y="26392"/>
                  <a:pt x="140999" y="18752"/>
                  <a:pt x="135414" y="13195"/>
                </a:cubicBezTo>
                <a:cubicBezTo>
                  <a:pt x="157751" y="4861"/>
                  <a:pt x="182181" y="0"/>
                  <a:pt x="208008" y="0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5842BD-0C9F-4C00-8C79-CB7FF2A7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04" y="2583201"/>
            <a:ext cx="344242" cy="416714"/>
          </a:xfrm>
          <a:custGeom xmlns:a="http://schemas.openxmlformats.org/drawingml/2006/main">
            <a:pathLst>
              <a:path w="344242" h="416714">
                <a:moveTo>
                  <a:pt x="210396" y="37893"/>
                </a:moveTo>
                <a:lnTo>
                  <a:pt x="124344" y="37893"/>
                </a:lnTo>
                <a:cubicBezTo>
                  <a:pt x="119074" y="37857"/>
                  <a:pt x="114771" y="42083"/>
                  <a:pt x="114771" y="47339"/>
                </a:cubicBezTo>
                <a:lnTo>
                  <a:pt x="114771" y="293624"/>
                </a:lnTo>
                <a:cubicBezTo>
                  <a:pt x="114735" y="298845"/>
                  <a:pt x="119002" y="303071"/>
                  <a:pt x="124237" y="303071"/>
                </a:cubicBezTo>
                <a:lnTo>
                  <a:pt x="296519" y="303071"/>
                </a:lnTo>
                <a:cubicBezTo>
                  <a:pt x="301790" y="303000"/>
                  <a:pt x="306020" y="298774"/>
                  <a:pt x="305985" y="293589"/>
                </a:cubicBezTo>
                <a:lnTo>
                  <a:pt x="305985" y="132607"/>
                </a:lnTo>
                <a:lnTo>
                  <a:pt x="229506" y="132607"/>
                </a:lnTo>
                <a:cubicBezTo>
                  <a:pt x="218929" y="132607"/>
                  <a:pt x="210396" y="124119"/>
                  <a:pt x="210396" y="113643"/>
                </a:cubicBezTo>
                <a:lnTo>
                  <a:pt x="210396" y="37893"/>
                </a:lnTo>
                <a:close/>
                <a:moveTo>
                  <a:pt x="76514" y="75786"/>
                </a:moveTo>
                <a:lnTo>
                  <a:pt x="76514" y="47339"/>
                </a:lnTo>
                <a:cubicBezTo>
                  <a:pt x="76514" y="21201"/>
                  <a:pt x="97955" y="0"/>
                  <a:pt x="124344" y="0"/>
                </a:cubicBezTo>
                <a:lnTo>
                  <a:pt x="229506" y="0"/>
                </a:lnTo>
                <a:cubicBezTo>
                  <a:pt x="234562" y="0"/>
                  <a:pt x="239438" y="2024"/>
                  <a:pt x="243024" y="5576"/>
                </a:cubicBezTo>
                <a:lnTo>
                  <a:pt x="338648" y="100254"/>
                </a:lnTo>
                <a:cubicBezTo>
                  <a:pt x="342234" y="103806"/>
                  <a:pt x="344242" y="108635"/>
                  <a:pt x="344242" y="113643"/>
                </a:cubicBezTo>
                <a:lnTo>
                  <a:pt x="344242" y="293589"/>
                </a:lnTo>
                <a:cubicBezTo>
                  <a:pt x="344242" y="319691"/>
                  <a:pt x="322908" y="340892"/>
                  <a:pt x="296519" y="340928"/>
                </a:cubicBezTo>
                <a:lnTo>
                  <a:pt x="267763" y="340928"/>
                </a:lnTo>
                <a:lnTo>
                  <a:pt x="267763" y="369339"/>
                </a:lnTo>
                <a:cubicBezTo>
                  <a:pt x="267763" y="395477"/>
                  <a:pt x="246394" y="416678"/>
                  <a:pt x="220041" y="416714"/>
                </a:cubicBezTo>
                <a:lnTo>
                  <a:pt x="47759" y="416714"/>
                </a:lnTo>
                <a:cubicBezTo>
                  <a:pt x="21369" y="416714"/>
                  <a:pt x="0" y="395512"/>
                  <a:pt x="36" y="369374"/>
                </a:cubicBezTo>
                <a:lnTo>
                  <a:pt x="36" y="123089"/>
                </a:lnTo>
                <a:cubicBezTo>
                  <a:pt x="36" y="96951"/>
                  <a:pt x="21441" y="75786"/>
                  <a:pt x="47866" y="75786"/>
                </a:cubicBezTo>
                <a:lnTo>
                  <a:pt x="76514" y="75786"/>
                </a:lnTo>
                <a:close/>
                <a:moveTo>
                  <a:pt x="76514" y="113643"/>
                </a:moveTo>
                <a:lnTo>
                  <a:pt x="47866" y="113643"/>
                </a:lnTo>
                <a:cubicBezTo>
                  <a:pt x="42596" y="113643"/>
                  <a:pt x="38293" y="117869"/>
                  <a:pt x="38293" y="123089"/>
                </a:cubicBezTo>
                <a:lnTo>
                  <a:pt x="38293" y="369374"/>
                </a:lnTo>
                <a:cubicBezTo>
                  <a:pt x="38257" y="374595"/>
                  <a:pt x="42488" y="378821"/>
                  <a:pt x="47759" y="378821"/>
                </a:cubicBezTo>
                <a:lnTo>
                  <a:pt x="220041" y="378821"/>
                </a:lnTo>
                <a:cubicBezTo>
                  <a:pt x="225276" y="378785"/>
                  <a:pt x="229506" y="374559"/>
                  <a:pt x="229506" y="369339"/>
                </a:cubicBezTo>
                <a:lnTo>
                  <a:pt x="229506" y="340928"/>
                </a:lnTo>
                <a:lnTo>
                  <a:pt x="124237" y="340928"/>
                </a:lnTo>
                <a:cubicBezTo>
                  <a:pt x="97883" y="340964"/>
                  <a:pt x="76478" y="319762"/>
                  <a:pt x="76514" y="293624"/>
                </a:cubicBezTo>
                <a:lnTo>
                  <a:pt x="76514" y="113643"/>
                </a:lnTo>
                <a:close/>
                <a:moveTo>
                  <a:pt x="162566" y="208357"/>
                </a:moveTo>
                <a:cubicBezTo>
                  <a:pt x="152024" y="208357"/>
                  <a:pt x="143455" y="199869"/>
                  <a:pt x="143455" y="189428"/>
                </a:cubicBezTo>
                <a:cubicBezTo>
                  <a:pt x="143455" y="178952"/>
                  <a:pt x="152024" y="170464"/>
                  <a:pt x="162566" y="170464"/>
                </a:cubicBezTo>
                <a:lnTo>
                  <a:pt x="258190" y="170464"/>
                </a:lnTo>
                <a:cubicBezTo>
                  <a:pt x="268767" y="170464"/>
                  <a:pt x="277301" y="178952"/>
                  <a:pt x="277301" y="189428"/>
                </a:cubicBezTo>
                <a:cubicBezTo>
                  <a:pt x="277301" y="199869"/>
                  <a:pt x="268767" y="208357"/>
                  <a:pt x="258190" y="208357"/>
                </a:cubicBezTo>
                <a:lnTo>
                  <a:pt x="162566" y="208357"/>
                </a:lnTo>
                <a:close/>
                <a:moveTo>
                  <a:pt x="162566" y="265178"/>
                </a:moveTo>
                <a:cubicBezTo>
                  <a:pt x="152024" y="265178"/>
                  <a:pt x="143455" y="256690"/>
                  <a:pt x="143455" y="246249"/>
                </a:cubicBezTo>
                <a:cubicBezTo>
                  <a:pt x="143455" y="235773"/>
                  <a:pt x="152024" y="227285"/>
                  <a:pt x="162566" y="227285"/>
                </a:cubicBezTo>
                <a:lnTo>
                  <a:pt x="219933" y="227285"/>
                </a:lnTo>
                <a:cubicBezTo>
                  <a:pt x="230510" y="227285"/>
                  <a:pt x="239080" y="235773"/>
                  <a:pt x="239080" y="246249"/>
                </a:cubicBezTo>
                <a:cubicBezTo>
                  <a:pt x="239080" y="256690"/>
                  <a:pt x="230510" y="265178"/>
                  <a:pt x="219933" y="265178"/>
                </a:cubicBezTo>
                <a:lnTo>
                  <a:pt x="162566" y="265178"/>
                </a:lnTo>
                <a:close/>
                <a:moveTo>
                  <a:pt x="248617" y="94714"/>
                </a:moveTo>
                <a:lnTo>
                  <a:pt x="278950" y="94714"/>
                </a:lnTo>
                <a:lnTo>
                  <a:pt x="248617" y="64670"/>
                </a:lnTo>
                <a:lnTo>
                  <a:pt x="248617" y="947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440D89-CE27-47EC-8DBA-F1C7974C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615" y="2656243"/>
            <a:ext cx="646761" cy="108706"/>
          </a:xfrm>
          <a:custGeom xmlns:a="http://schemas.openxmlformats.org/drawingml/2006/main">
            <a:pathLst>
              <a:path w="646761" h="108706">
                <a:moveTo>
                  <a:pt x="538340" y="108706"/>
                </a:moveTo>
                <a:lnTo>
                  <a:pt x="646761" y="53784"/>
                </a:lnTo>
                <a:lnTo>
                  <a:pt x="537770" y="0"/>
                </a:lnTo>
                <a:lnTo>
                  <a:pt x="537960" y="36236"/>
                </a:lnTo>
                <a:lnTo>
                  <a:pt x="0" y="39053"/>
                </a:lnTo>
                <a:lnTo>
                  <a:pt x="190" y="75288"/>
                </a:lnTo>
                <a:lnTo>
                  <a:pt x="538150" y="72471"/>
                </a:lnTo>
                <a:lnTo>
                  <a:pt x="538340" y="108706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62BA5-333B-48F4-9127-62A872EE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710" y="1514240"/>
            <a:ext cx="646666" cy="1222710"/>
          </a:xfrm>
          <a:custGeom xmlns:a="http://schemas.openxmlformats.org/drawingml/2006/main">
            <a:pathLst>
              <a:path w="646666" h="1222710">
                <a:moveTo>
                  <a:pt x="646666" y="54354"/>
                </a:moveTo>
                <a:lnTo>
                  <a:pt x="537958" y="0"/>
                </a:lnTo>
                <a:lnTo>
                  <a:pt x="537958" y="36236"/>
                </a:lnTo>
                <a:lnTo>
                  <a:pt x="305216" y="36236"/>
                </a:lnTo>
                <a:lnTo>
                  <a:pt x="305216" y="1186474"/>
                </a:lnTo>
                <a:lnTo>
                  <a:pt x="0" y="1186474"/>
                </a:lnTo>
                <a:lnTo>
                  <a:pt x="0" y="1222710"/>
                </a:lnTo>
                <a:lnTo>
                  <a:pt x="341452" y="1222710"/>
                </a:lnTo>
                <a:lnTo>
                  <a:pt x="341452" y="72472"/>
                </a:lnTo>
                <a:lnTo>
                  <a:pt x="537958" y="72472"/>
                </a:lnTo>
                <a:lnTo>
                  <a:pt x="537958" y="108708"/>
                </a:lnTo>
                <a:lnTo>
                  <a:pt x="646666" y="5435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39C21-B56D-46DF-AB94-C4B5A70D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63" y="1115644"/>
            <a:ext cx="1543255" cy="188943"/>
          </a:xfrm>
          <a:custGeom xmlns:a="http://schemas.openxmlformats.org/drawingml/2006/main">
            <a:pathLst>
              <a:path w="1543255" h="188943">
                <a:moveTo>
                  <a:pt x="0" y="0"/>
                </a:moveTo>
                <a:lnTo>
                  <a:pt x="0" y="36236"/>
                </a:lnTo>
                <a:lnTo>
                  <a:pt x="1470783" y="36236"/>
                </a:lnTo>
                <a:lnTo>
                  <a:pt x="1470783" y="80235"/>
                </a:lnTo>
                <a:lnTo>
                  <a:pt x="1434547" y="80235"/>
                </a:lnTo>
                <a:lnTo>
                  <a:pt x="1488901" y="188943"/>
                </a:lnTo>
                <a:lnTo>
                  <a:pt x="1543255" y="80235"/>
                </a:lnTo>
                <a:lnTo>
                  <a:pt x="1507019" y="80235"/>
                </a:lnTo>
                <a:lnTo>
                  <a:pt x="1507019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Text Loss">
            <a:extLst xmlns:a="http://schemas.openxmlformats.org/drawingml/2006/main">
              <a:ext uri="{FF2B5EF4-FFF2-40B4-BE49-F238E27FC236}">
                <a16:creationId xmlns:a16="http://schemas.microsoft.com/office/drawing/2014/main" id="{192CA9C8-8FF1-4629-BB62-691790DE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480" y="2641005"/>
            <a:ext cx="448291" cy="143829"/>
          </a:xfrm>
          <a:custGeom xmlns:a="http://schemas.openxmlformats.org/drawingml/2006/main">
            <a:pathLst>
              <a:path w="448291" h="143829">
                <a:moveTo>
                  <a:pt x="0" y="141494"/>
                </a:moveTo>
                <a:lnTo>
                  <a:pt x="0" y="0"/>
                </a:lnTo>
                <a:lnTo>
                  <a:pt x="28805" y="0"/>
                </a:lnTo>
                <a:lnTo>
                  <a:pt x="28805" y="117457"/>
                </a:lnTo>
                <a:lnTo>
                  <a:pt x="100427" y="117457"/>
                </a:lnTo>
                <a:lnTo>
                  <a:pt x="100427" y="141494"/>
                </a:lnTo>
                <a:lnTo>
                  <a:pt x="0" y="141494"/>
                </a:lnTo>
                <a:close/>
                <a:moveTo>
                  <a:pt x="119534" y="88361"/>
                </a:moveTo>
                <a:cubicBezTo>
                  <a:pt x="119534" y="79278"/>
                  <a:pt x="121773" y="70487"/>
                  <a:pt x="126249" y="61989"/>
                </a:cubicBezTo>
                <a:cubicBezTo>
                  <a:pt x="130726" y="53490"/>
                  <a:pt x="137067" y="47002"/>
                  <a:pt x="145274" y="42526"/>
                </a:cubicBezTo>
                <a:cubicBezTo>
                  <a:pt x="153481" y="38050"/>
                  <a:pt x="162644" y="35811"/>
                  <a:pt x="172765" y="35811"/>
                </a:cubicBezTo>
                <a:cubicBezTo>
                  <a:pt x="188400" y="35811"/>
                  <a:pt x="201213" y="40888"/>
                  <a:pt x="211204" y="51041"/>
                </a:cubicBezTo>
                <a:cubicBezTo>
                  <a:pt x="221195" y="61194"/>
                  <a:pt x="226190" y="74023"/>
                  <a:pt x="226190" y="89528"/>
                </a:cubicBezTo>
                <a:cubicBezTo>
                  <a:pt x="226190" y="105163"/>
                  <a:pt x="221146" y="118122"/>
                  <a:pt x="211058" y="128405"/>
                </a:cubicBezTo>
                <a:cubicBezTo>
                  <a:pt x="200970" y="138688"/>
                  <a:pt x="188270" y="143829"/>
                  <a:pt x="172960" y="143829"/>
                </a:cubicBezTo>
                <a:cubicBezTo>
                  <a:pt x="163488" y="143829"/>
                  <a:pt x="154454" y="141688"/>
                  <a:pt x="145858" y="137406"/>
                </a:cubicBezTo>
                <a:cubicBezTo>
                  <a:pt x="137262" y="133125"/>
                  <a:pt x="130726" y="126848"/>
                  <a:pt x="126249" y="118576"/>
                </a:cubicBezTo>
                <a:cubicBezTo>
                  <a:pt x="121773" y="110305"/>
                  <a:pt x="119534" y="100233"/>
                  <a:pt x="119534" y="88361"/>
                </a:cubicBezTo>
                <a:moveTo>
                  <a:pt x="147561" y="89820"/>
                </a:moveTo>
                <a:cubicBezTo>
                  <a:pt x="147561" y="100071"/>
                  <a:pt x="149994" y="107921"/>
                  <a:pt x="154859" y="113370"/>
                </a:cubicBezTo>
                <a:cubicBezTo>
                  <a:pt x="159725" y="118820"/>
                  <a:pt x="165726" y="121544"/>
                  <a:pt x="172862" y="121544"/>
                </a:cubicBezTo>
                <a:cubicBezTo>
                  <a:pt x="179999" y="121544"/>
                  <a:pt x="185983" y="118820"/>
                  <a:pt x="190817" y="113370"/>
                </a:cubicBezTo>
                <a:cubicBezTo>
                  <a:pt x="195650" y="107921"/>
                  <a:pt x="198066" y="100006"/>
                  <a:pt x="198066" y="89626"/>
                </a:cubicBezTo>
                <a:cubicBezTo>
                  <a:pt x="198066" y="79505"/>
                  <a:pt x="195650" y="71720"/>
                  <a:pt x="190817" y="66270"/>
                </a:cubicBezTo>
                <a:cubicBezTo>
                  <a:pt x="185983" y="60821"/>
                  <a:pt x="179999" y="58096"/>
                  <a:pt x="172862" y="58096"/>
                </a:cubicBezTo>
                <a:cubicBezTo>
                  <a:pt x="165726" y="58096"/>
                  <a:pt x="159725" y="60821"/>
                  <a:pt x="154859" y="66270"/>
                </a:cubicBezTo>
                <a:cubicBezTo>
                  <a:pt x="149994" y="71720"/>
                  <a:pt x="147561" y="79570"/>
                  <a:pt x="147561" y="89820"/>
                </a:cubicBezTo>
                <a:close/>
                <a:moveTo>
                  <a:pt x="243059" y="112008"/>
                </a:moveTo>
                <a:lnTo>
                  <a:pt x="270502" y="107823"/>
                </a:lnTo>
                <a:cubicBezTo>
                  <a:pt x="271670" y="113143"/>
                  <a:pt x="274037" y="117182"/>
                  <a:pt x="277606" y="119939"/>
                </a:cubicBezTo>
                <a:cubicBezTo>
                  <a:pt x="281174" y="122696"/>
                  <a:pt x="286169" y="124075"/>
                  <a:pt x="292592" y="124075"/>
                </a:cubicBezTo>
                <a:cubicBezTo>
                  <a:pt x="299663" y="124075"/>
                  <a:pt x="304983" y="122777"/>
                  <a:pt x="308551" y="120182"/>
                </a:cubicBezTo>
                <a:cubicBezTo>
                  <a:pt x="310952" y="118365"/>
                  <a:pt x="312152" y="115933"/>
                  <a:pt x="312152" y="112884"/>
                </a:cubicBezTo>
                <a:cubicBezTo>
                  <a:pt x="312152" y="110807"/>
                  <a:pt x="311503" y="109088"/>
                  <a:pt x="310206" y="107726"/>
                </a:cubicBezTo>
                <a:cubicBezTo>
                  <a:pt x="308843" y="106428"/>
                  <a:pt x="305794" y="105228"/>
                  <a:pt x="301058" y="104125"/>
                </a:cubicBezTo>
                <a:cubicBezTo>
                  <a:pt x="279000" y="99260"/>
                  <a:pt x="265020" y="94816"/>
                  <a:pt x="259116" y="90793"/>
                </a:cubicBezTo>
                <a:cubicBezTo>
                  <a:pt x="250942" y="85214"/>
                  <a:pt x="246855" y="77461"/>
                  <a:pt x="246855" y="67535"/>
                </a:cubicBezTo>
                <a:cubicBezTo>
                  <a:pt x="246855" y="58583"/>
                  <a:pt x="250390" y="51057"/>
                  <a:pt x="257462" y="44959"/>
                </a:cubicBezTo>
                <a:cubicBezTo>
                  <a:pt x="264533" y="38860"/>
                  <a:pt x="275497" y="35811"/>
                  <a:pt x="290354" y="35811"/>
                </a:cubicBezTo>
                <a:cubicBezTo>
                  <a:pt x="304497" y="35811"/>
                  <a:pt x="315006" y="38114"/>
                  <a:pt x="321883" y="42721"/>
                </a:cubicBezTo>
                <a:cubicBezTo>
                  <a:pt x="328760" y="47327"/>
                  <a:pt x="333496" y="54139"/>
                  <a:pt x="336091" y="63156"/>
                </a:cubicBezTo>
                <a:lnTo>
                  <a:pt x="310303" y="67925"/>
                </a:lnTo>
                <a:cubicBezTo>
                  <a:pt x="309200" y="63902"/>
                  <a:pt x="307108" y="60821"/>
                  <a:pt x="304026" y="58680"/>
                </a:cubicBezTo>
                <a:cubicBezTo>
                  <a:pt x="300945" y="56539"/>
                  <a:pt x="296549" y="55469"/>
                  <a:pt x="290840" y="55469"/>
                </a:cubicBezTo>
                <a:cubicBezTo>
                  <a:pt x="283639" y="55469"/>
                  <a:pt x="278481" y="56474"/>
                  <a:pt x="275367" y="58485"/>
                </a:cubicBezTo>
                <a:cubicBezTo>
                  <a:pt x="273291" y="59913"/>
                  <a:pt x="272253" y="61762"/>
                  <a:pt x="272253" y="64032"/>
                </a:cubicBezTo>
                <a:cubicBezTo>
                  <a:pt x="272253" y="65978"/>
                  <a:pt x="273162" y="67633"/>
                  <a:pt x="274978" y="68995"/>
                </a:cubicBezTo>
                <a:cubicBezTo>
                  <a:pt x="277443" y="70812"/>
                  <a:pt x="285958" y="73374"/>
                  <a:pt x="300523" y="76683"/>
                </a:cubicBezTo>
                <a:cubicBezTo>
                  <a:pt x="315088" y="79992"/>
                  <a:pt x="325257" y="84046"/>
                  <a:pt x="331031" y="88847"/>
                </a:cubicBezTo>
                <a:cubicBezTo>
                  <a:pt x="336740" y="93713"/>
                  <a:pt x="339594" y="100492"/>
                  <a:pt x="339594" y="109186"/>
                </a:cubicBezTo>
                <a:cubicBezTo>
                  <a:pt x="339594" y="118657"/>
                  <a:pt x="335637" y="126799"/>
                  <a:pt x="327722" y="133611"/>
                </a:cubicBezTo>
                <a:cubicBezTo>
                  <a:pt x="319807" y="140423"/>
                  <a:pt x="308097" y="143829"/>
                  <a:pt x="292592" y="143829"/>
                </a:cubicBezTo>
                <a:cubicBezTo>
                  <a:pt x="278514" y="143829"/>
                  <a:pt x="267372" y="140975"/>
                  <a:pt x="259165" y="135266"/>
                </a:cubicBezTo>
                <a:cubicBezTo>
                  <a:pt x="250958" y="129557"/>
                  <a:pt x="245590" y="121804"/>
                  <a:pt x="243059" y="112008"/>
                </a:cubicBezTo>
                <a:close/>
                <a:moveTo>
                  <a:pt x="351756" y="112008"/>
                </a:moveTo>
                <a:lnTo>
                  <a:pt x="379199" y="107823"/>
                </a:lnTo>
                <a:cubicBezTo>
                  <a:pt x="380366" y="113143"/>
                  <a:pt x="382734" y="117182"/>
                  <a:pt x="386302" y="119939"/>
                </a:cubicBezTo>
                <a:cubicBezTo>
                  <a:pt x="389871" y="122696"/>
                  <a:pt x="394866" y="124075"/>
                  <a:pt x="401289" y="124075"/>
                </a:cubicBezTo>
                <a:cubicBezTo>
                  <a:pt x="408360" y="124075"/>
                  <a:pt x="413680" y="122777"/>
                  <a:pt x="417248" y="120182"/>
                </a:cubicBezTo>
                <a:cubicBezTo>
                  <a:pt x="419648" y="118365"/>
                  <a:pt x="420849" y="115933"/>
                  <a:pt x="420849" y="112884"/>
                </a:cubicBezTo>
                <a:cubicBezTo>
                  <a:pt x="420849" y="110807"/>
                  <a:pt x="420200" y="109088"/>
                  <a:pt x="418902" y="107726"/>
                </a:cubicBezTo>
                <a:cubicBezTo>
                  <a:pt x="417540" y="106428"/>
                  <a:pt x="414491" y="105228"/>
                  <a:pt x="409755" y="104125"/>
                </a:cubicBezTo>
                <a:cubicBezTo>
                  <a:pt x="387697" y="99260"/>
                  <a:pt x="373717" y="94816"/>
                  <a:pt x="367813" y="90793"/>
                </a:cubicBezTo>
                <a:cubicBezTo>
                  <a:pt x="359639" y="85214"/>
                  <a:pt x="355551" y="77461"/>
                  <a:pt x="355551" y="67535"/>
                </a:cubicBezTo>
                <a:cubicBezTo>
                  <a:pt x="355551" y="58583"/>
                  <a:pt x="359087" y="51057"/>
                  <a:pt x="366159" y="44959"/>
                </a:cubicBezTo>
                <a:cubicBezTo>
                  <a:pt x="373230" y="38860"/>
                  <a:pt x="384194" y="35811"/>
                  <a:pt x="399050" y="35811"/>
                </a:cubicBezTo>
                <a:cubicBezTo>
                  <a:pt x="413193" y="35811"/>
                  <a:pt x="423703" y="38114"/>
                  <a:pt x="430580" y="42721"/>
                </a:cubicBezTo>
                <a:cubicBezTo>
                  <a:pt x="437457" y="47327"/>
                  <a:pt x="442193" y="54139"/>
                  <a:pt x="444788" y="63156"/>
                </a:cubicBezTo>
                <a:lnTo>
                  <a:pt x="419000" y="67925"/>
                </a:lnTo>
                <a:cubicBezTo>
                  <a:pt x="417897" y="63902"/>
                  <a:pt x="415805" y="60821"/>
                  <a:pt x="412723" y="58680"/>
                </a:cubicBezTo>
                <a:cubicBezTo>
                  <a:pt x="409641" y="56539"/>
                  <a:pt x="405246" y="55469"/>
                  <a:pt x="399537" y="55469"/>
                </a:cubicBezTo>
                <a:cubicBezTo>
                  <a:pt x="392336" y="55469"/>
                  <a:pt x="387178" y="56474"/>
                  <a:pt x="384064" y="58485"/>
                </a:cubicBezTo>
                <a:cubicBezTo>
                  <a:pt x="381988" y="59913"/>
                  <a:pt x="380950" y="61762"/>
                  <a:pt x="380950" y="64032"/>
                </a:cubicBezTo>
                <a:cubicBezTo>
                  <a:pt x="380950" y="65978"/>
                  <a:pt x="381858" y="67633"/>
                  <a:pt x="383675" y="68995"/>
                </a:cubicBezTo>
                <a:cubicBezTo>
                  <a:pt x="386140" y="70812"/>
                  <a:pt x="394655" y="73374"/>
                  <a:pt x="409220" y="76683"/>
                </a:cubicBezTo>
                <a:cubicBezTo>
                  <a:pt x="423784" y="79992"/>
                  <a:pt x="433953" y="84046"/>
                  <a:pt x="439727" y="88847"/>
                </a:cubicBezTo>
                <a:cubicBezTo>
                  <a:pt x="445436" y="93713"/>
                  <a:pt x="448291" y="100492"/>
                  <a:pt x="448291" y="109186"/>
                </a:cubicBezTo>
                <a:cubicBezTo>
                  <a:pt x="448291" y="118657"/>
                  <a:pt x="444334" y="126799"/>
                  <a:pt x="436419" y="133611"/>
                </a:cubicBezTo>
                <a:cubicBezTo>
                  <a:pt x="428504" y="140423"/>
                  <a:pt x="416794" y="143829"/>
                  <a:pt x="401289" y="143829"/>
                </a:cubicBezTo>
                <a:cubicBezTo>
                  <a:pt x="387211" y="143829"/>
                  <a:pt x="376068" y="140975"/>
                  <a:pt x="367861" y="135266"/>
                </a:cubicBezTo>
                <a:cubicBezTo>
                  <a:pt x="359655" y="129557"/>
                  <a:pt x="354286" y="121804"/>
                  <a:pt x="351756" y="1120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5F8C7-B1F9-4EC7-91D2-7E492657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637" y="1550476"/>
            <a:ext cx="536850" cy="1217036"/>
          </a:xfrm>
          <a:custGeom xmlns:a="http://schemas.openxmlformats.org/drawingml/2006/main">
            <a:pathLst>
              <a:path w="536850" h="1217036">
                <a:moveTo>
                  <a:pt x="0" y="0"/>
                </a:moveTo>
                <a:lnTo>
                  <a:pt x="0" y="36236"/>
                </a:lnTo>
                <a:lnTo>
                  <a:pt x="250307" y="36236"/>
                </a:lnTo>
                <a:lnTo>
                  <a:pt x="250307" y="1180800"/>
                </a:lnTo>
                <a:lnTo>
                  <a:pt x="428142" y="1180800"/>
                </a:lnTo>
                <a:lnTo>
                  <a:pt x="428142" y="1217036"/>
                </a:lnTo>
                <a:lnTo>
                  <a:pt x="536850" y="1162682"/>
                </a:lnTo>
                <a:lnTo>
                  <a:pt x="428142" y="1108328"/>
                </a:lnTo>
                <a:lnTo>
                  <a:pt x="428142" y="1144564"/>
                </a:lnTo>
                <a:lnTo>
                  <a:pt x="286543" y="1144564"/>
                </a:lnTo>
                <a:lnTo>
                  <a:pt x="286543" y="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010E7E-FA9B-4E95-ACF2-A4E9E3D6A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4637" y="2655672"/>
            <a:ext cx="536850" cy="108708"/>
          </a:xfrm>
          <a:custGeom xmlns:a="http://schemas.openxmlformats.org/drawingml/2006/main">
            <a:pathLst>
              <a:path w="536850" h="108708">
                <a:moveTo>
                  <a:pt x="428142" y="108708"/>
                </a:moveTo>
                <a:lnTo>
                  <a:pt x="536850" y="54354"/>
                </a:lnTo>
                <a:lnTo>
                  <a:pt x="428142" y="0"/>
                </a:lnTo>
                <a:lnTo>
                  <a:pt x="428142" y="36236"/>
                </a:lnTo>
                <a:lnTo>
                  <a:pt x="250307" y="36236"/>
                </a:lnTo>
                <a:lnTo>
                  <a:pt x="250307" y="38523"/>
                </a:lnTo>
                <a:lnTo>
                  <a:pt x="0" y="38523"/>
                </a:lnTo>
                <a:lnTo>
                  <a:pt x="0" y="74759"/>
                </a:lnTo>
                <a:lnTo>
                  <a:pt x="286543" y="74759"/>
                </a:lnTo>
                <a:lnTo>
                  <a:pt x="286543" y="72472"/>
                </a:lnTo>
                <a:lnTo>
                  <a:pt x="428142" y="72472"/>
                </a:lnTo>
                <a:lnTo>
                  <a:pt x="428142" y="10870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Text CandidatePVSet">
            <a:extLst xmlns:a="http://schemas.openxmlformats.org/drawingml/2006/main">
              <a:ext uri="{FF2B5EF4-FFF2-40B4-BE49-F238E27FC236}">
                <a16:creationId xmlns:a16="http://schemas.microsoft.com/office/drawing/2014/main" id="{2BDB383B-72C2-44D6-A6FD-7058ADFA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0474" y="916196"/>
            <a:ext cx="1630243" cy="147624"/>
          </a:xfrm>
          <a:custGeom xmlns:a="http://schemas.openxmlformats.org/drawingml/2006/main">
            <a:pathLst>
              <a:path w="1630243" h="147624">
                <a:moveTo>
                  <a:pt x="96340" y="92642"/>
                </a:moveTo>
                <a:lnTo>
                  <a:pt x="124269" y="101498"/>
                </a:lnTo>
                <a:cubicBezTo>
                  <a:pt x="119987" y="117068"/>
                  <a:pt x="112867" y="128632"/>
                  <a:pt x="102909" y="136190"/>
                </a:cubicBezTo>
                <a:cubicBezTo>
                  <a:pt x="92950" y="143748"/>
                  <a:pt x="80316" y="147527"/>
                  <a:pt x="65005" y="147527"/>
                </a:cubicBezTo>
                <a:cubicBezTo>
                  <a:pt x="46062" y="147527"/>
                  <a:pt x="30492" y="141056"/>
                  <a:pt x="18295" y="128113"/>
                </a:cubicBezTo>
                <a:cubicBezTo>
                  <a:pt x="6098" y="115170"/>
                  <a:pt x="0" y="97476"/>
                  <a:pt x="0" y="75029"/>
                </a:cubicBezTo>
                <a:cubicBezTo>
                  <a:pt x="0" y="51284"/>
                  <a:pt x="6131" y="32843"/>
                  <a:pt x="18392" y="19706"/>
                </a:cubicBezTo>
                <a:cubicBezTo>
                  <a:pt x="30654" y="6569"/>
                  <a:pt x="46775" y="0"/>
                  <a:pt x="66757" y="0"/>
                </a:cubicBezTo>
                <a:cubicBezTo>
                  <a:pt x="84208" y="0"/>
                  <a:pt x="98384" y="5158"/>
                  <a:pt x="109283" y="15473"/>
                </a:cubicBezTo>
                <a:cubicBezTo>
                  <a:pt x="115770" y="21571"/>
                  <a:pt x="120636" y="30329"/>
                  <a:pt x="123880" y="41747"/>
                </a:cubicBezTo>
                <a:lnTo>
                  <a:pt x="95367" y="48559"/>
                </a:lnTo>
                <a:cubicBezTo>
                  <a:pt x="93680" y="41164"/>
                  <a:pt x="90161" y="35325"/>
                  <a:pt x="84809" y="31043"/>
                </a:cubicBezTo>
                <a:cubicBezTo>
                  <a:pt x="79456" y="26761"/>
                  <a:pt x="72953" y="24620"/>
                  <a:pt x="65297" y="24620"/>
                </a:cubicBezTo>
                <a:cubicBezTo>
                  <a:pt x="54723" y="24620"/>
                  <a:pt x="46143" y="28416"/>
                  <a:pt x="39558" y="36006"/>
                </a:cubicBezTo>
                <a:cubicBezTo>
                  <a:pt x="32973" y="43596"/>
                  <a:pt x="29681" y="55890"/>
                  <a:pt x="29681" y="72888"/>
                </a:cubicBezTo>
                <a:cubicBezTo>
                  <a:pt x="29681" y="90923"/>
                  <a:pt x="32924" y="103768"/>
                  <a:pt x="39412" y="111424"/>
                </a:cubicBezTo>
                <a:cubicBezTo>
                  <a:pt x="45899" y="119079"/>
                  <a:pt x="54333" y="122907"/>
                  <a:pt x="64713" y="122907"/>
                </a:cubicBezTo>
                <a:cubicBezTo>
                  <a:pt x="72369" y="122907"/>
                  <a:pt x="78954" y="120474"/>
                  <a:pt x="84468" y="115608"/>
                </a:cubicBezTo>
                <a:cubicBezTo>
                  <a:pt x="89982" y="110743"/>
                  <a:pt x="93940" y="103087"/>
                  <a:pt x="96340" y="92642"/>
                </a:cubicBezTo>
                <a:close/>
                <a:moveTo>
                  <a:pt x="170251" y="73277"/>
                </a:moveTo>
                <a:lnTo>
                  <a:pt x="145436" y="68801"/>
                </a:lnTo>
                <a:cubicBezTo>
                  <a:pt x="148226" y="58810"/>
                  <a:pt x="153026" y="51414"/>
                  <a:pt x="159838" y="46613"/>
                </a:cubicBezTo>
                <a:cubicBezTo>
                  <a:pt x="166650" y="41812"/>
                  <a:pt x="176771" y="39412"/>
                  <a:pt x="190200" y="39412"/>
                </a:cubicBezTo>
                <a:cubicBezTo>
                  <a:pt x="202397" y="39412"/>
                  <a:pt x="211479" y="40855"/>
                  <a:pt x="217448" y="43742"/>
                </a:cubicBezTo>
                <a:cubicBezTo>
                  <a:pt x="223416" y="46629"/>
                  <a:pt x="227617" y="50295"/>
                  <a:pt x="230050" y="54739"/>
                </a:cubicBezTo>
                <a:cubicBezTo>
                  <a:pt x="232483" y="59183"/>
                  <a:pt x="233699" y="67341"/>
                  <a:pt x="233699" y="79213"/>
                </a:cubicBezTo>
                <a:lnTo>
                  <a:pt x="233407" y="111132"/>
                </a:lnTo>
                <a:cubicBezTo>
                  <a:pt x="233407" y="120214"/>
                  <a:pt x="233845" y="126913"/>
                  <a:pt x="234721" y="131227"/>
                </a:cubicBezTo>
                <a:cubicBezTo>
                  <a:pt x="235597" y="135541"/>
                  <a:pt x="237235" y="140164"/>
                  <a:pt x="239635" y="145094"/>
                </a:cubicBezTo>
                <a:lnTo>
                  <a:pt x="212582" y="145094"/>
                </a:lnTo>
                <a:cubicBezTo>
                  <a:pt x="211868" y="143278"/>
                  <a:pt x="210993" y="140585"/>
                  <a:pt x="209955" y="137017"/>
                </a:cubicBezTo>
                <a:cubicBezTo>
                  <a:pt x="209501" y="135395"/>
                  <a:pt x="209176" y="134325"/>
                  <a:pt x="208982" y="133806"/>
                </a:cubicBezTo>
                <a:cubicBezTo>
                  <a:pt x="204310" y="138347"/>
                  <a:pt x="199315" y="141753"/>
                  <a:pt x="193995" y="144024"/>
                </a:cubicBezTo>
                <a:cubicBezTo>
                  <a:pt x="188675" y="146294"/>
                  <a:pt x="182999" y="147430"/>
                  <a:pt x="176965" y="147430"/>
                </a:cubicBezTo>
                <a:cubicBezTo>
                  <a:pt x="166326" y="147430"/>
                  <a:pt x="157941" y="144543"/>
                  <a:pt x="151810" y="138769"/>
                </a:cubicBezTo>
                <a:cubicBezTo>
                  <a:pt x="145679" y="132995"/>
                  <a:pt x="142614" y="125696"/>
                  <a:pt x="142614" y="116873"/>
                </a:cubicBezTo>
                <a:cubicBezTo>
                  <a:pt x="142614" y="111035"/>
                  <a:pt x="144009" y="105828"/>
                  <a:pt x="146798" y="101255"/>
                </a:cubicBezTo>
                <a:cubicBezTo>
                  <a:pt x="149588" y="96681"/>
                  <a:pt x="153497" y="93178"/>
                  <a:pt x="158525" y="90745"/>
                </a:cubicBezTo>
                <a:cubicBezTo>
                  <a:pt x="163552" y="88312"/>
                  <a:pt x="170802" y="86187"/>
                  <a:pt x="180274" y="84371"/>
                </a:cubicBezTo>
                <a:cubicBezTo>
                  <a:pt x="193055" y="81970"/>
                  <a:pt x="201910" y="79732"/>
                  <a:pt x="206841" y="77656"/>
                </a:cubicBezTo>
                <a:lnTo>
                  <a:pt x="206841" y="74931"/>
                </a:lnTo>
                <a:cubicBezTo>
                  <a:pt x="206841" y="69676"/>
                  <a:pt x="205543" y="65930"/>
                  <a:pt x="202948" y="63692"/>
                </a:cubicBezTo>
                <a:cubicBezTo>
                  <a:pt x="200353" y="61453"/>
                  <a:pt x="195455" y="60334"/>
                  <a:pt x="188254" y="60334"/>
                </a:cubicBezTo>
                <a:cubicBezTo>
                  <a:pt x="183388" y="60334"/>
                  <a:pt x="179593" y="61291"/>
                  <a:pt x="176868" y="63205"/>
                </a:cubicBezTo>
                <a:cubicBezTo>
                  <a:pt x="174143" y="65119"/>
                  <a:pt x="171938" y="68476"/>
                  <a:pt x="170251" y="73277"/>
                </a:cubicBezTo>
                <a:moveTo>
                  <a:pt x="206841" y="95464"/>
                </a:moveTo>
                <a:cubicBezTo>
                  <a:pt x="203337" y="96632"/>
                  <a:pt x="197790" y="98027"/>
                  <a:pt x="190200" y="99649"/>
                </a:cubicBezTo>
                <a:cubicBezTo>
                  <a:pt x="182610" y="101271"/>
                  <a:pt x="177647" y="102860"/>
                  <a:pt x="175311" y="104417"/>
                </a:cubicBezTo>
                <a:cubicBezTo>
                  <a:pt x="171743" y="106947"/>
                  <a:pt x="169959" y="110159"/>
                  <a:pt x="169959" y="114051"/>
                </a:cubicBezTo>
                <a:cubicBezTo>
                  <a:pt x="169959" y="117879"/>
                  <a:pt x="171386" y="121188"/>
                  <a:pt x="174241" y="123977"/>
                </a:cubicBezTo>
                <a:cubicBezTo>
                  <a:pt x="177095" y="126767"/>
                  <a:pt x="180728" y="128162"/>
                  <a:pt x="185140" y="128162"/>
                </a:cubicBezTo>
                <a:cubicBezTo>
                  <a:pt x="190070" y="128162"/>
                  <a:pt x="194774" y="126540"/>
                  <a:pt x="199250" y="123296"/>
                </a:cubicBezTo>
                <a:cubicBezTo>
                  <a:pt x="202559" y="120831"/>
                  <a:pt x="204732" y="117814"/>
                  <a:pt x="205770" y="114246"/>
                </a:cubicBezTo>
                <a:cubicBezTo>
                  <a:pt x="206484" y="111910"/>
                  <a:pt x="206841" y="107466"/>
                  <a:pt x="206841" y="100914"/>
                </a:cubicBezTo>
                <a:lnTo>
                  <a:pt x="206841" y="95464"/>
                </a:lnTo>
                <a:close/>
                <a:moveTo>
                  <a:pt x="352497" y="145094"/>
                </a:moveTo>
                <a:lnTo>
                  <a:pt x="325152" y="145094"/>
                </a:lnTo>
                <a:lnTo>
                  <a:pt x="325152" y="92350"/>
                </a:lnTo>
                <a:cubicBezTo>
                  <a:pt x="325152" y="81192"/>
                  <a:pt x="324568" y="73974"/>
                  <a:pt x="323400" y="70698"/>
                </a:cubicBezTo>
                <a:cubicBezTo>
                  <a:pt x="322232" y="67422"/>
                  <a:pt x="320335" y="64876"/>
                  <a:pt x="317707" y="63059"/>
                </a:cubicBezTo>
                <a:cubicBezTo>
                  <a:pt x="315080" y="61243"/>
                  <a:pt x="311917" y="60334"/>
                  <a:pt x="308219" y="60334"/>
                </a:cubicBezTo>
                <a:cubicBezTo>
                  <a:pt x="303483" y="60334"/>
                  <a:pt x="299234" y="61632"/>
                  <a:pt x="295471" y="64227"/>
                </a:cubicBezTo>
                <a:cubicBezTo>
                  <a:pt x="291708" y="66822"/>
                  <a:pt x="289129" y="70260"/>
                  <a:pt x="287735" y="74542"/>
                </a:cubicBezTo>
                <a:cubicBezTo>
                  <a:pt x="286340" y="78824"/>
                  <a:pt x="285642" y="86739"/>
                  <a:pt x="285642" y="98287"/>
                </a:cubicBezTo>
                <a:lnTo>
                  <a:pt x="285642" y="145094"/>
                </a:lnTo>
                <a:lnTo>
                  <a:pt x="258297" y="145094"/>
                </a:lnTo>
                <a:lnTo>
                  <a:pt x="258297" y="41747"/>
                </a:lnTo>
                <a:lnTo>
                  <a:pt x="283696" y="41747"/>
                </a:lnTo>
                <a:lnTo>
                  <a:pt x="283696" y="56928"/>
                </a:lnTo>
                <a:cubicBezTo>
                  <a:pt x="292714" y="45251"/>
                  <a:pt x="304067" y="39412"/>
                  <a:pt x="317756" y="39412"/>
                </a:cubicBezTo>
                <a:cubicBezTo>
                  <a:pt x="323789" y="39412"/>
                  <a:pt x="329304" y="40499"/>
                  <a:pt x="334299" y="42672"/>
                </a:cubicBezTo>
                <a:cubicBezTo>
                  <a:pt x="339295" y="44845"/>
                  <a:pt x="343074" y="47619"/>
                  <a:pt x="345636" y="50992"/>
                </a:cubicBezTo>
                <a:cubicBezTo>
                  <a:pt x="348199" y="54366"/>
                  <a:pt x="349983" y="58193"/>
                  <a:pt x="350988" y="62475"/>
                </a:cubicBezTo>
                <a:cubicBezTo>
                  <a:pt x="351994" y="66757"/>
                  <a:pt x="352497" y="72888"/>
                  <a:pt x="352497" y="80867"/>
                </a:cubicBezTo>
                <a:lnTo>
                  <a:pt x="352497" y="145094"/>
                </a:lnTo>
                <a:close/>
                <a:moveTo>
                  <a:pt x="480088" y="145094"/>
                </a:moveTo>
                <a:lnTo>
                  <a:pt x="454690" y="145094"/>
                </a:lnTo>
                <a:lnTo>
                  <a:pt x="454690" y="129913"/>
                </a:lnTo>
                <a:cubicBezTo>
                  <a:pt x="450473" y="135817"/>
                  <a:pt x="445494" y="140212"/>
                  <a:pt x="439752" y="143099"/>
                </a:cubicBezTo>
                <a:cubicBezTo>
                  <a:pt x="434011" y="145986"/>
                  <a:pt x="428220" y="147430"/>
                  <a:pt x="422382" y="147430"/>
                </a:cubicBezTo>
                <a:cubicBezTo>
                  <a:pt x="410509" y="147430"/>
                  <a:pt x="400340" y="142645"/>
                  <a:pt x="391874" y="133076"/>
                </a:cubicBezTo>
                <a:cubicBezTo>
                  <a:pt x="383408" y="123507"/>
                  <a:pt x="379174" y="110159"/>
                  <a:pt x="379174" y="93032"/>
                </a:cubicBezTo>
                <a:cubicBezTo>
                  <a:pt x="379174" y="75515"/>
                  <a:pt x="383294" y="62199"/>
                  <a:pt x="391533" y="53084"/>
                </a:cubicBezTo>
                <a:cubicBezTo>
                  <a:pt x="399772" y="43969"/>
                  <a:pt x="410185" y="39412"/>
                  <a:pt x="422771" y="39412"/>
                </a:cubicBezTo>
                <a:cubicBezTo>
                  <a:pt x="434319" y="39412"/>
                  <a:pt x="444310" y="44213"/>
                  <a:pt x="452743" y="53814"/>
                </a:cubicBezTo>
                <a:lnTo>
                  <a:pt x="452743" y="2433"/>
                </a:lnTo>
                <a:lnTo>
                  <a:pt x="480088" y="2433"/>
                </a:lnTo>
                <a:lnTo>
                  <a:pt x="480088" y="145094"/>
                </a:lnTo>
                <a:moveTo>
                  <a:pt x="407103" y="91183"/>
                </a:moveTo>
                <a:cubicBezTo>
                  <a:pt x="407103" y="102211"/>
                  <a:pt x="408628" y="110191"/>
                  <a:pt x="411677" y="115122"/>
                </a:cubicBezTo>
                <a:cubicBezTo>
                  <a:pt x="416089" y="122258"/>
                  <a:pt x="422252" y="125826"/>
                  <a:pt x="430167" y="125826"/>
                </a:cubicBezTo>
                <a:cubicBezTo>
                  <a:pt x="436460" y="125826"/>
                  <a:pt x="441812" y="123150"/>
                  <a:pt x="446223" y="117798"/>
                </a:cubicBezTo>
                <a:cubicBezTo>
                  <a:pt x="450635" y="112446"/>
                  <a:pt x="452841" y="104450"/>
                  <a:pt x="452841" y="93810"/>
                </a:cubicBezTo>
                <a:cubicBezTo>
                  <a:pt x="452841" y="81938"/>
                  <a:pt x="450700" y="73391"/>
                  <a:pt x="446418" y="68168"/>
                </a:cubicBezTo>
                <a:cubicBezTo>
                  <a:pt x="442136" y="62946"/>
                  <a:pt x="436654" y="60334"/>
                  <a:pt x="429972" y="60334"/>
                </a:cubicBezTo>
                <a:cubicBezTo>
                  <a:pt x="423484" y="60334"/>
                  <a:pt x="418051" y="62913"/>
                  <a:pt x="413672" y="68071"/>
                </a:cubicBezTo>
                <a:cubicBezTo>
                  <a:pt x="409293" y="73228"/>
                  <a:pt x="407103" y="80932"/>
                  <a:pt x="407103" y="91183"/>
                </a:cubicBezTo>
                <a:close/>
                <a:moveTo>
                  <a:pt x="512118" y="27734"/>
                </a:moveTo>
                <a:lnTo>
                  <a:pt x="512118" y="2433"/>
                </a:lnTo>
                <a:lnTo>
                  <a:pt x="539463" y="2433"/>
                </a:lnTo>
                <a:lnTo>
                  <a:pt x="539463" y="27734"/>
                </a:lnTo>
                <a:lnTo>
                  <a:pt x="512118" y="27734"/>
                </a:lnTo>
                <a:moveTo>
                  <a:pt x="512118" y="145094"/>
                </a:moveTo>
                <a:lnTo>
                  <a:pt x="512118" y="41747"/>
                </a:lnTo>
                <a:lnTo>
                  <a:pt x="539463" y="41747"/>
                </a:lnTo>
                <a:lnTo>
                  <a:pt x="539463" y="145094"/>
                </a:lnTo>
                <a:lnTo>
                  <a:pt x="512118" y="145094"/>
                </a:lnTo>
                <a:close/>
                <a:moveTo>
                  <a:pt x="661170" y="145094"/>
                </a:moveTo>
                <a:lnTo>
                  <a:pt x="635771" y="145094"/>
                </a:lnTo>
                <a:lnTo>
                  <a:pt x="635771" y="129913"/>
                </a:lnTo>
                <a:cubicBezTo>
                  <a:pt x="631555" y="135817"/>
                  <a:pt x="626575" y="140212"/>
                  <a:pt x="620834" y="143099"/>
                </a:cubicBezTo>
                <a:cubicBezTo>
                  <a:pt x="615092" y="145986"/>
                  <a:pt x="609302" y="147430"/>
                  <a:pt x="603463" y="147430"/>
                </a:cubicBezTo>
                <a:cubicBezTo>
                  <a:pt x="591591" y="147430"/>
                  <a:pt x="581422" y="142645"/>
                  <a:pt x="572956" y="133076"/>
                </a:cubicBezTo>
                <a:cubicBezTo>
                  <a:pt x="564489" y="123507"/>
                  <a:pt x="560256" y="110159"/>
                  <a:pt x="560256" y="93032"/>
                </a:cubicBezTo>
                <a:cubicBezTo>
                  <a:pt x="560256" y="75515"/>
                  <a:pt x="564376" y="62199"/>
                  <a:pt x="572615" y="53084"/>
                </a:cubicBezTo>
                <a:cubicBezTo>
                  <a:pt x="580854" y="43969"/>
                  <a:pt x="591267" y="39412"/>
                  <a:pt x="603853" y="39412"/>
                </a:cubicBezTo>
                <a:cubicBezTo>
                  <a:pt x="615401" y="39412"/>
                  <a:pt x="625391" y="44213"/>
                  <a:pt x="633825" y="53814"/>
                </a:cubicBezTo>
                <a:lnTo>
                  <a:pt x="633825" y="2433"/>
                </a:lnTo>
                <a:lnTo>
                  <a:pt x="661170" y="2433"/>
                </a:lnTo>
                <a:lnTo>
                  <a:pt x="661170" y="145094"/>
                </a:lnTo>
                <a:moveTo>
                  <a:pt x="588185" y="91183"/>
                </a:moveTo>
                <a:cubicBezTo>
                  <a:pt x="588185" y="102211"/>
                  <a:pt x="589710" y="110191"/>
                  <a:pt x="592759" y="115122"/>
                </a:cubicBezTo>
                <a:cubicBezTo>
                  <a:pt x="597171" y="122258"/>
                  <a:pt x="603334" y="125826"/>
                  <a:pt x="611249" y="125826"/>
                </a:cubicBezTo>
                <a:cubicBezTo>
                  <a:pt x="617541" y="125826"/>
                  <a:pt x="622894" y="123150"/>
                  <a:pt x="627305" y="117798"/>
                </a:cubicBezTo>
                <a:cubicBezTo>
                  <a:pt x="631717" y="112446"/>
                  <a:pt x="633923" y="104450"/>
                  <a:pt x="633923" y="93810"/>
                </a:cubicBezTo>
                <a:cubicBezTo>
                  <a:pt x="633923" y="81938"/>
                  <a:pt x="631782" y="73391"/>
                  <a:pt x="627500" y="68168"/>
                </a:cubicBezTo>
                <a:cubicBezTo>
                  <a:pt x="623218" y="62946"/>
                  <a:pt x="617736" y="60334"/>
                  <a:pt x="611054" y="60334"/>
                </a:cubicBezTo>
                <a:cubicBezTo>
                  <a:pt x="604566" y="60334"/>
                  <a:pt x="599133" y="62913"/>
                  <a:pt x="594754" y="68071"/>
                </a:cubicBezTo>
                <a:cubicBezTo>
                  <a:pt x="590375" y="73228"/>
                  <a:pt x="588185" y="80932"/>
                  <a:pt x="588185" y="91183"/>
                </a:cubicBezTo>
                <a:close/>
                <a:moveTo>
                  <a:pt x="713636" y="73277"/>
                </a:moveTo>
                <a:lnTo>
                  <a:pt x="688821" y="68801"/>
                </a:lnTo>
                <a:cubicBezTo>
                  <a:pt x="691611" y="58810"/>
                  <a:pt x="696411" y="51414"/>
                  <a:pt x="703223" y="46613"/>
                </a:cubicBezTo>
                <a:cubicBezTo>
                  <a:pt x="710035" y="41812"/>
                  <a:pt x="720156" y="39412"/>
                  <a:pt x="733585" y="39412"/>
                </a:cubicBezTo>
                <a:cubicBezTo>
                  <a:pt x="745782" y="39412"/>
                  <a:pt x="754864" y="40855"/>
                  <a:pt x="760833" y="43742"/>
                </a:cubicBezTo>
                <a:cubicBezTo>
                  <a:pt x="766801" y="46629"/>
                  <a:pt x="771002" y="50295"/>
                  <a:pt x="773435" y="54739"/>
                </a:cubicBezTo>
                <a:cubicBezTo>
                  <a:pt x="775868" y="59183"/>
                  <a:pt x="777084" y="67341"/>
                  <a:pt x="777084" y="79213"/>
                </a:cubicBezTo>
                <a:lnTo>
                  <a:pt x="776792" y="111132"/>
                </a:lnTo>
                <a:cubicBezTo>
                  <a:pt x="776792" y="120214"/>
                  <a:pt x="777230" y="126913"/>
                  <a:pt x="778106" y="131227"/>
                </a:cubicBezTo>
                <a:cubicBezTo>
                  <a:pt x="778982" y="135541"/>
                  <a:pt x="780620" y="140164"/>
                  <a:pt x="783020" y="145094"/>
                </a:cubicBezTo>
                <a:lnTo>
                  <a:pt x="755967" y="145094"/>
                </a:lnTo>
                <a:cubicBezTo>
                  <a:pt x="755254" y="143278"/>
                  <a:pt x="754378" y="140585"/>
                  <a:pt x="753340" y="137017"/>
                </a:cubicBezTo>
                <a:cubicBezTo>
                  <a:pt x="752886" y="135395"/>
                  <a:pt x="752561" y="134325"/>
                  <a:pt x="752367" y="133806"/>
                </a:cubicBezTo>
                <a:cubicBezTo>
                  <a:pt x="747696" y="138347"/>
                  <a:pt x="742700" y="141753"/>
                  <a:pt x="737380" y="144024"/>
                </a:cubicBezTo>
                <a:cubicBezTo>
                  <a:pt x="732061" y="146294"/>
                  <a:pt x="726384" y="147430"/>
                  <a:pt x="720350" y="147430"/>
                </a:cubicBezTo>
                <a:cubicBezTo>
                  <a:pt x="709711" y="147430"/>
                  <a:pt x="701326" y="144543"/>
                  <a:pt x="695195" y="138769"/>
                </a:cubicBezTo>
                <a:cubicBezTo>
                  <a:pt x="689064" y="132995"/>
                  <a:pt x="685999" y="125696"/>
                  <a:pt x="685999" y="116873"/>
                </a:cubicBezTo>
                <a:cubicBezTo>
                  <a:pt x="685999" y="111035"/>
                  <a:pt x="687394" y="105828"/>
                  <a:pt x="690183" y="101255"/>
                </a:cubicBezTo>
                <a:cubicBezTo>
                  <a:pt x="692973" y="96681"/>
                  <a:pt x="696882" y="93178"/>
                  <a:pt x="701910" y="90745"/>
                </a:cubicBezTo>
                <a:cubicBezTo>
                  <a:pt x="706937" y="88312"/>
                  <a:pt x="714187" y="86187"/>
                  <a:pt x="723659" y="84371"/>
                </a:cubicBezTo>
                <a:cubicBezTo>
                  <a:pt x="736440" y="81970"/>
                  <a:pt x="745295" y="79732"/>
                  <a:pt x="750226" y="77656"/>
                </a:cubicBezTo>
                <a:lnTo>
                  <a:pt x="750226" y="74931"/>
                </a:lnTo>
                <a:cubicBezTo>
                  <a:pt x="750226" y="69676"/>
                  <a:pt x="748928" y="65930"/>
                  <a:pt x="746333" y="63692"/>
                </a:cubicBezTo>
                <a:cubicBezTo>
                  <a:pt x="743738" y="61453"/>
                  <a:pt x="738840" y="60334"/>
                  <a:pt x="731639" y="60334"/>
                </a:cubicBezTo>
                <a:cubicBezTo>
                  <a:pt x="726773" y="60334"/>
                  <a:pt x="722978" y="61291"/>
                  <a:pt x="720253" y="63205"/>
                </a:cubicBezTo>
                <a:cubicBezTo>
                  <a:pt x="717528" y="65119"/>
                  <a:pt x="715323" y="68476"/>
                  <a:pt x="713636" y="73277"/>
                </a:cubicBezTo>
                <a:moveTo>
                  <a:pt x="750226" y="95464"/>
                </a:moveTo>
                <a:cubicBezTo>
                  <a:pt x="746722" y="96632"/>
                  <a:pt x="741176" y="98027"/>
                  <a:pt x="733585" y="99649"/>
                </a:cubicBezTo>
                <a:cubicBezTo>
                  <a:pt x="725995" y="101271"/>
                  <a:pt x="721032" y="102860"/>
                  <a:pt x="718696" y="104417"/>
                </a:cubicBezTo>
                <a:cubicBezTo>
                  <a:pt x="715128" y="106947"/>
                  <a:pt x="713344" y="110159"/>
                  <a:pt x="713344" y="114051"/>
                </a:cubicBezTo>
                <a:cubicBezTo>
                  <a:pt x="713344" y="117879"/>
                  <a:pt x="714771" y="121188"/>
                  <a:pt x="717626" y="123977"/>
                </a:cubicBezTo>
                <a:cubicBezTo>
                  <a:pt x="720480" y="126767"/>
                  <a:pt x="724113" y="128162"/>
                  <a:pt x="728525" y="128162"/>
                </a:cubicBezTo>
                <a:cubicBezTo>
                  <a:pt x="733455" y="128162"/>
                  <a:pt x="738159" y="126540"/>
                  <a:pt x="742635" y="123296"/>
                </a:cubicBezTo>
                <a:cubicBezTo>
                  <a:pt x="745944" y="120831"/>
                  <a:pt x="748117" y="117814"/>
                  <a:pt x="749155" y="114246"/>
                </a:cubicBezTo>
                <a:cubicBezTo>
                  <a:pt x="749869" y="111910"/>
                  <a:pt x="750226" y="107466"/>
                  <a:pt x="750226" y="100914"/>
                </a:cubicBezTo>
                <a:lnTo>
                  <a:pt x="750226" y="95464"/>
                </a:lnTo>
                <a:close/>
                <a:moveTo>
                  <a:pt x="849269" y="41747"/>
                </a:moveTo>
                <a:lnTo>
                  <a:pt x="849269" y="63546"/>
                </a:lnTo>
                <a:lnTo>
                  <a:pt x="830585" y="63546"/>
                </a:lnTo>
                <a:lnTo>
                  <a:pt x="830585" y="105196"/>
                </a:lnTo>
                <a:cubicBezTo>
                  <a:pt x="830585" y="113630"/>
                  <a:pt x="830763" y="118544"/>
                  <a:pt x="831120" y="119939"/>
                </a:cubicBezTo>
                <a:cubicBezTo>
                  <a:pt x="831477" y="121334"/>
                  <a:pt x="832288" y="122485"/>
                  <a:pt x="833553" y="123393"/>
                </a:cubicBezTo>
                <a:cubicBezTo>
                  <a:pt x="834818" y="124302"/>
                  <a:pt x="836359" y="124756"/>
                  <a:pt x="838175" y="124756"/>
                </a:cubicBezTo>
                <a:cubicBezTo>
                  <a:pt x="840705" y="124756"/>
                  <a:pt x="844371" y="123880"/>
                  <a:pt x="849172" y="122128"/>
                </a:cubicBezTo>
                <a:lnTo>
                  <a:pt x="851507" y="143343"/>
                </a:lnTo>
                <a:cubicBezTo>
                  <a:pt x="845149" y="146067"/>
                  <a:pt x="837948" y="147430"/>
                  <a:pt x="829904" y="147430"/>
                </a:cubicBezTo>
                <a:cubicBezTo>
                  <a:pt x="824973" y="147430"/>
                  <a:pt x="820529" y="146603"/>
                  <a:pt x="816572" y="144948"/>
                </a:cubicBezTo>
                <a:cubicBezTo>
                  <a:pt x="812614" y="143294"/>
                  <a:pt x="809711" y="141153"/>
                  <a:pt x="807862" y="138526"/>
                </a:cubicBezTo>
                <a:cubicBezTo>
                  <a:pt x="806013" y="135898"/>
                  <a:pt x="804732" y="132346"/>
                  <a:pt x="804018" y="127870"/>
                </a:cubicBezTo>
                <a:cubicBezTo>
                  <a:pt x="803434" y="124691"/>
                  <a:pt x="803142" y="118268"/>
                  <a:pt x="803142" y="108602"/>
                </a:cubicBezTo>
                <a:lnTo>
                  <a:pt x="803142" y="63546"/>
                </a:lnTo>
                <a:lnTo>
                  <a:pt x="790589" y="63546"/>
                </a:lnTo>
                <a:lnTo>
                  <a:pt x="790589" y="41747"/>
                </a:lnTo>
                <a:lnTo>
                  <a:pt x="803142" y="41747"/>
                </a:lnTo>
                <a:lnTo>
                  <a:pt x="803142" y="21214"/>
                </a:lnTo>
                <a:lnTo>
                  <a:pt x="830585" y="5255"/>
                </a:lnTo>
                <a:lnTo>
                  <a:pt x="830585" y="41747"/>
                </a:lnTo>
                <a:lnTo>
                  <a:pt x="849269" y="41747"/>
                </a:lnTo>
                <a:close/>
                <a:moveTo>
                  <a:pt x="934130" y="112202"/>
                </a:moveTo>
                <a:lnTo>
                  <a:pt x="961378" y="116776"/>
                </a:lnTo>
                <a:cubicBezTo>
                  <a:pt x="957875" y="126767"/>
                  <a:pt x="952344" y="134374"/>
                  <a:pt x="944786" y="139596"/>
                </a:cubicBezTo>
                <a:cubicBezTo>
                  <a:pt x="937228" y="144819"/>
                  <a:pt x="927772" y="147430"/>
                  <a:pt x="916419" y="147430"/>
                </a:cubicBezTo>
                <a:cubicBezTo>
                  <a:pt x="898449" y="147430"/>
                  <a:pt x="885149" y="141559"/>
                  <a:pt x="876521" y="129816"/>
                </a:cubicBezTo>
                <a:cubicBezTo>
                  <a:pt x="869709" y="120409"/>
                  <a:pt x="866303" y="108537"/>
                  <a:pt x="866303" y="94199"/>
                </a:cubicBezTo>
                <a:cubicBezTo>
                  <a:pt x="866303" y="77072"/>
                  <a:pt x="870779" y="63659"/>
                  <a:pt x="879732" y="53960"/>
                </a:cubicBezTo>
                <a:cubicBezTo>
                  <a:pt x="888685" y="44261"/>
                  <a:pt x="900006" y="39412"/>
                  <a:pt x="913694" y="39412"/>
                </a:cubicBezTo>
                <a:cubicBezTo>
                  <a:pt x="929070" y="39412"/>
                  <a:pt x="941202" y="44488"/>
                  <a:pt x="950090" y="54641"/>
                </a:cubicBezTo>
                <a:cubicBezTo>
                  <a:pt x="958977" y="64794"/>
                  <a:pt x="963227" y="80348"/>
                  <a:pt x="962838" y="101303"/>
                </a:cubicBezTo>
                <a:lnTo>
                  <a:pt x="894329" y="101303"/>
                </a:lnTo>
                <a:cubicBezTo>
                  <a:pt x="894524" y="109413"/>
                  <a:pt x="896729" y="115722"/>
                  <a:pt x="900946" y="120231"/>
                </a:cubicBezTo>
                <a:cubicBezTo>
                  <a:pt x="905163" y="124740"/>
                  <a:pt x="910418" y="126994"/>
                  <a:pt x="916711" y="126994"/>
                </a:cubicBezTo>
                <a:cubicBezTo>
                  <a:pt x="920993" y="126994"/>
                  <a:pt x="924593" y="125826"/>
                  <a:pt x="927513" y="123491"/>
                </a:cubicBezTo>
                <a:cubicBezTo>
                  <a:pt x="930432" y="121155"/>
                  <a:pt x="932638" y="117392"/>
                  <a:pt x="934130" y="112202"/>
                </a:cubicBezTo>
                <a:moveTo>
                  <a:pt x="935687" y="84565"/>
                </a:moveTo>
                <a:cubicBezTo>
                  <a:pt x="935492" y="76651"/>
                  <a:pt x="933449" y="70633"/>
                  <a:pt x="929556" y="66514"/>
                </a:cubicBezTo>
                <a:cubicBezTo>
                  <a:pt x="925664" y="62394"/>
                  <a:pt x="920928" y="60334"/>
                  <a:pt x="915349" y="60334"/>
                </a:cubicBezTo>
                <a:cubicBezTo>
                  <a:pt x="909380" y="60334"/>
                  <a:pt x="904450" y="62508"/>
                  <a:pt x="900557" y="66854"/>
                </a:cubicBezTo>
                <a:cubicBezTo>
                  <a:pt x="896664" y="71201"/>
                  <a:pt x="894751" y="77105"/>
                  <a:pt x="894816" y="84565"/>
                </a:cubicBezTo>
                <a:lnTo>
                  <a:pt x="935687" y="84565"/>
                </a:lnTo>
                <a:close/>
                <a:moveTo>
                  <a:pt x="1019287" y="145094"/>
                </a:moveTo>
                <a:lnTo>
                  <a:pt x="1019287" y="2433"/>
                </a:lnTo>
                <a:lnTo>
                  <a:pt x="1065510" y="2433"/>
                </a:lnTo>
                <a:cubicBezTo>
                  <a:pt x="1083027" y="2433"/>
                  <a:pt x="1094445" y="3146"/>
                  <a:pt x="1099765" y="4574"/>
                </a:cubicBezTo>
                <a:cubicBezTo>
                  <a:pt x="1107939" y="6715"/>
                  <a:pt x="1114783" y="11369"/>
                  <a:pt x="1120298" y="18538"/>
                </a:cubicBezTo>
                <a:cubicBezTo>
                  <a:pt x="1125812" y="25707"/>
                  <a:pt x="1128569" y="34968"/>
                  <a:pt x="1128569" y="46321"/>
                </a:cubicBezTo>
                <a:cubicBezTo>
                  <a:pt x="1128569" y="55079"/>
                  <a:pt x="1126980" y="62443"/>
                  <a:pt x="1123801" y="68411"/>
                </a:cubicBezTo>
                <a:cubicBezTo>
                  <a:pt x="1120622" y="74380"/>
                  <a:pt x="1116584" y="79067"/>
                  <a:pt x="1111686" y="82473"/>
                </a:cubicBezTo>
                <a:cubicBezTo>
                  <a:pt x="1106787" y="85879"/>
                  <a:pt x="1101808" y="88133"/>
                  <a:pt x="1096748" y="89236"/>
                </a:cubicBezTo>
                <a:cubicBezTo>
                  <a:pt x="1089871" y="90599"/>
                  <a:pt x="1079913" y="91280"/>
                  <a:pt x="1066873" y="91280"/>
                </a:cubicBezTo>
                <a:lnTo>
                  <a:pt x="1048091" y="91280"/>
                </a:lnTo>
                <a:lnTo>
                  <a:pt x="1048091" y="145094"/>
                </a:lnTo>
                <a:lnTo>
                  <a:pt x="1019287" y="145094"/>
                </a:lnTo>
                <a:moveTo>
                  <a:pt x="1048091" y="26567"/>
                </a:moveTo>
                <a:lnTo>
                  <a:pt x="1048091" y="67049"/>
                </a:lnTo>
                <a:lnTo>
                  <a:pt x="1063856" y="67049"/>
                </a:lnTo>
                <a:cubicBezTo>
                  <a:pt x="1075209" y="67049"/>
                  <a:pt x="1082800" y="66303"/>
                  <a:pt x="1086627" y="64811"/>
                </a:cubicBezTo>
                <a:cubicBezTo>
                  <a:pt x="1090455" y="63319"/>
                  <a:pt x="1093456" y="60983"/>
                  <a:pt x="1095629" y="57804"/>
                </a:cubicBezTo>
                <a:cubicBezTo>
                  <a:pt x="1097802" y="54625"/>
                  <a:pt x="1098889" y="50927"/>
                  <a:pt x="1098889" y="46710"/>
                </a:cubicBezTo>
                <a:cubicBezTo>
                  <a:pt x="1098889" y="41520"/>
                  <a:pt x="1097364" y="37239"/>
                  <a:pt x="1094315" y="33865"/>
                </a:cubicBezTo>
                <a:cubicBezTo>
                  <a:pt x="1091266" y="30492"/>
                  <a:pt x="1087406" y="28383"/>
                  <a:pt x="1082735" y="27540"/>
                </a:cubicBezTo>
                <a:cubicBezTo>
                  <a:pt x="1079296" y="26891"/>
                  <a:pt x="1072387" y="26567"/>
                  <a:pt x="1062007" y="26567"/>
                </a:cubicBezTo>
                <a:lnTo>
                  <a:pt x="1048091" y="26567"/>
                </a:lnTo>
                <a:close/>
                <a:moveTo>
                  <a:pt x="1182495" y="145094"/>
                </a:moveTo>
                <a:lnTo>
                  <a:pt x="1131503" y="2433"/>
                </a:lnTo>
                <a:lnTo>
                  <a:pt x="1162740" y="2433"/>
                </a:lnTo>
                <a:lnTo>
                  <a:pt x="1198844" y="108018"/>
                </a:lnTo>
                <a:lnTo>
                  <a:pt x="1233779" y="2433"/>
                </a:lnTo>
                <a:lnTo>
                  <a:pt x="1264336" y="2433"/>
                </a:lnTo>
                <a:lnTo>
                  <a:pt x="1213246" y="145094"/>
                </a:lnTo>
                <a:lnTo>
                  <a:pt x="1182495" y="145094"/>
                </a:lnTo>
                <a:close/>
                <a:moveTo>
                  <a:pt x="1338019" y="98676"/>
                </a:moveTo>
                <a:lnTo>
                  <a:pt x="1366046" y="95951"/>
                </a:lnTo>
                <a:cubicBezTo>
                  <a:pt x="1367732" y="105358"/>
                  <a:pt x="1371155" y="112267"/>
                  <a:pt x="1376312" y="116679"/>
                </a:cubicBezTo>
                <a:cubicBezTo>
                  <a:pt x="1381470" y="121090"/>
                  <a:pt x="1388428" y="123296"/>
                  <a:pt x="1397186" y="123296"/>
                </a:cubicBezTo>
                <a:cubicBezTo>
                  <a:pt x="1406463" y="123296"/>
                  <a:pt x="1413453" y="121334"/>
                  <a:pt x="1418157" y="117409"/>
                </a:cubicBezTo>
                <a:cubicBezTo>
                  <a:pt x="1422860" y="113484"/>
                  <a:pt x="1425212" y="108894"/>
                  <a:pt x="1425212" y="103639"/>
                </a:cubicBezTo>
                <a:cubicBezTo>
                  <a:pt x="1425212" y="100265"/>
                  <a:pt x="1424223" y="97394"/>
                  <a:pt x="1422244" y="95027"/>
                </a:cubicBezTo>
                <a:cubicBezTo>
                  <a:pt x="1420265" y="92659"/>
                  <a:pt x="1416811" y="90599"/>
                  <a:pt x="1411880" y="88847"/>
                </a:cubicBezTo>
                <a:cubicBezTo>
                  <a:pt x="1408507" y="87679"/>
                  <a:pt x="1400819" y="85603"/>
                  <a:pt x="1388817" y="82619"/>
                </a:cubicBezTo>
                <a:cubicBezTo>
                  <a:pt x="1373377" y="78791"/>
                  <a:pt x="1362542" y="74088"/>
                  <a:pt x="1356314" y="68509"/>
                </a:cubicBezTo>
                <a:cubicBezTo>
                  <a:pt x="1347556" y="60659"/>
                  <a:pt x="1343177" y="51090"/>
                  <a:pt x="1343177" y="39801"/>
                </a:cubicBezTo>
                <a:cubicBezTo>
                  <a:pt x="1343177" y="32535"/>
                  <a:pt x="1345237" y="25739"/>
                  <a:pt x="1349356" y="19414"/>
                </a:cubicBezTo>
                <a:cubicBezTo>
                  <a:pt x="1353476" y="13089"/>
                  <a:pt x="1359412" y="8272"/>
                  <a:pt x="1367165" y="4963"/>
                </a:cubicBezTo>
                <a:cubicBezTo>
                  <a:pt x="1374917" y="1654"/>
                  <a:pt x="1384276" y="0"/>
                  <a:pt x="1395240" y="0"/>
                </a:cubicBezTo>
                <a:cubicBezTo>
                  <a:pt x="1413145" y="0"/>
                  <a:pt x="1426623" y="3925"/>
                  <a:pt x="1435673" y="11775"/>
                </a:cubicBezTo>
                <a:cubicBezTo>
                  <a:pt x="1444723" y="19625"/>
                  <a:pt x="1449476" y="30102"/>
                  <a:pt x="1449930" y="43207"/>
                </a:cubicBezTo>
                <a:lnTo>
                  <a:pt x="1421125" y="44472"/>
                </a:lnTo>
                <a:cubicBezTo>
                  <a:pt x="1419892" y="37141"/>
                  <a:pt x="1417249" y="31870"/>
                  <a:pt x="1413194" y="28659"/>
                </a:cubicBezTo>
                <a:cubicBezTo>
                  <a:pt x="1409139" y="25447"/>
                  <a:pt x="1403057" y="23842"/>
                  <a:pt x="1394948" y="23842"/>
                </a:cubicBezTo>
                <a:cubicBezTo>
                  <a:pt x="1386579" y="23842"/>
                  <a:pt x="1380026" y="25561"/>
                  <a:pt x="1375290" y="28999"/>
                </a:cubicBezTo>
                <a:cubicBezTo>
                  <a:pt x="1372241" y="31205"/>
                  <a:pt x="1370717" y="34157"/>
                  <a:pt x="1370717" y="37855"/>
                </a:cubicBezTo>
                <a:cubicBezTo>
                  <a:pt x="1370717" y="41228"/>
                  <a:pt x="1372144" y="44115"/>
                  <a:pt x="1374998" y="46516"/>
                </a:cubicBezTo>
                <a:cubicBezTo>
                  <a:pt x="1378631" y="49565"/>
                  <a:pt x="1387455" y="52744"/>
                  <a:pt x="1401468" y="56053"/>
                </a:cubicBezTo>
                <a:cubicBezTo>
                  <a:pt x="1415481" y="59361"/>
                  <a:pt x="1425845" y="62783"/>
                  <a:pt x="1432559" y="66319"/>
                </a:cubicBezTo>
                <a:cubicBezTo>
                  <a:pt x="1439274" y="69855"/>
                  <a:pt x="1444529" y="74688"/>
                  <a:pt x="1448324" y="80819"/>
                </a:cubicBezTo>
                <a:cubicBezTo>
                  <a:pt x="1452119" y="86949"/>
                  <a:pt x="1454017" y="94524"/>
                  <a:pt x="1454017" y="103541"/>
                </a:cubicBezTo>
                <a:cubicBezTo>
                  <a:pt x="1454017" y="111716"/>
                  <a:pt x="1451746" y="119371"/>
                  <a:pt x="1447205" y="126507"/>
                </a:cubicBezTo>
                <a:cubicBezTo>
                  <a:pt x="1442664" y="133644"/>
                  <a:pt x="1436241" y="138947"/>
                  <a:pt x="1427937" y="142418"/>
                </a:cubicBezTo>
                <a:cubicBezTo>
                  <a:pt x="1419633" y="145889"/>
                  <a:pt x="1409285" y="147624"/>
                  <a:pt x="1396894" y="147624"/>
                </a:cubicBezTo>
                <a:cubicBezTo>
                  <a:pt x="1378859" y="147624"/>
                  <a:pt x="1365008" y="143456"/>
                  <a:pt x="1355341" y="135120"/>
                </a:cubicBezTo>
                <a:cubicBezTo>
                  <a:pt x="1345675" y="126783"/>
                  <a:pt x="1339901" y="114635"/>
                  <a:pt x="1338019" y="98676"/>
                </a:cubicBezTo>
                <a:close/>
                <a:moveTo>
                  <a:pt x="1531784" y="112202"/>
                </a:moveTo>
                <a:lnTo>
                  <a:pt x="1559032" y="116776"/>
                </a:lnTo>
                <a:cubicBezTo>
                  <a:pt x="1555528" y="126767"/>
                  <a:pt x="1549998" y="134374"/>
                  <a:pt x="1542440" y="139596"/>
                </a:cubicBezTo>
                <a:cubicBezTo>
                  <a:pt x="1534882" y="144819"/>
                  <a:pt x="1525426" y="147430"/>
                  <a:pt x="1514073" y="147430"/>
                </a:cubicBezTo>
                <a:cubicBezTo>
                  <a:pt x="1496102" y="147430"/>
                  <a:pt x="1482803" y="141559"/>
                  <a:pt x="1474174" y="129816"/>
                </a:cubicBezTo>
                <a:cubicBezTo>
                  <a:pt x="1467363" y="120409"/>
                  <a:pt x="1463957" y="108537"/>
                  <a:pt x="1463957" y="94199"/>
                </a:cubicBezTo>
                <a:cubicBezTo>
                  <a:pt x="1463957" y="77072"/>
                  <a:pt x="1468433" y="63659"/>
                  <a:pt x="1477386" y="53960"/>
                </a:cubicBezTo>
                <a:cubicBezTo>
                  <a:pt x="1486339" y="44261"/>
                  <a:pt x="1497659" y="39412"/>
                  <a:pt x="1511348" y="39412"/>
                </a:cubicBezTo>
                <a:cubicBezTo>
                  <a:pt x="1526724" y="39412"/>
                  <a:pt x="1538855" y="44488"/>
                  <a:pt x="1547743" y="54641"/>
                </a:cubicBezTo>
                <a:cubicBezTo>
                  <a:pt x="1556631" y="64794"/>
                  <a:pt x="1560881" y="80348"/>
                  <a:pt x="1560491" y="101303"/>
                </a:cubicBezTo>
                <a:lnTo>
                  <a:pt x="1491983" y="101303"/>
                </a:lnTo>
                <a:cubicBezTo>
                  <a:pt x="1492177" y="109413"/>
                  <a:pt x="1494383" y="115722"/>
                  <a:pt x="1498600" y="120231"/>
                </a:cubicBezTo>
                <a:cubicBezTo>
                  <a:pt x="1502817" y="124740"/>
                  <a:pt x="1508072" y="126994"/>
                  <a:pt x="1514365" y="126994"/>
                </a:cubicBezTo>
                <a:cubicBezTo>
                  <a:pt x="1518647" y="126994"/>
                  <a:pt x="1522247" y="125826"/>
                  <a:pt x="1525167" y="123491"/>
                </a:cubicBezTo>
                <a:cubicBezTo>
                  <a:pt x="1528086" y="121155"/>
                  <a:pt x="1530292" y="117392"/>
                  <a:pt x="1531784" y="112202"/>
                </a:cubicBezTo>
                <a:moveTo>
                  <a:pt x="1533341" y="84565"/>
                </a:moveTo>
                <a:cubicBezTo>
                  <a:pt x="1533146" y="76651"/>
                  <a:pt x="1531103" y="70633"/>
                  <a:pt x="1527210" y="66514"/>
                </a:cubicBezTo>
                <a:cubicBezTo>
                  <a:pt x="1523318" y="62394"/>
                  <a:pt x="1518582" y="60334"/>
                  <a:pt x="1513002" y="60334"/>
                </a:cubicBezTo>
                <a:cubicBezTo>
                  <a:pt x="1507034" y="60334"/>
                  <a:pt x="1502103" y="62508"/>
                  <a:pt x="1498211" y="66854"/>
                </a:cubicBezTo>
                <a:cubicBezTo>
                  <a:pt x="1494318" y="71201"/>
                  <a:pt x="1492404" y="77105"/>
                  <a:pt x="1492469" y="84565"/>
                </a:cubicBezTo>
                <a:lnTo>
                  <a:pt x="1533341" y="84565"/>
                </a:lnTo>
                <a:close/>
                <a:moveTo>
                  <a:pt x="1628005" y="41747"/>
                </a:moveTo>
                <a:lnTo>
                  <a:pt x="1628005" y="63546"/>
                </a:lnTo>
                <a:lnTo>
                  <a:pt x="1609320" y="63546"/>
                </a:lnTo>
                <a:lnTo>
                  <a:pt x="1609320" y="105196"/>
                </a:lnTo>
                <a:cubicBezTo>
                  <a:pt x="1609320" y="113630"/>
                  <a:pt x="1609499" y="118544"/>
                  <a:pt x="1609856" y="119939"/>
                </a:cubicBezTo>
                <a:cubicBezTo>
                  <a:pt x="1610212" y="121334"/>
                  <a:pt x="1611023" y="122485"/>
                  <a:pt x="1612288" y="123393"/>
                </a:cubicBezTo>
                <a:cubicBezTo>
                  <a:pt x="1613554" y="124302"/>
                  <a:pt x="1615094" y="124756"/>
                  <a:pt x="1616911" y="124756"/>
                </a:cubicBezTo>
                <a:cubicBezTo>
                  <a:pt x="1619441" y="124756"/>
                  <a:pt x="1623106" y="123880"/>
                  <a:pt x="1627907" y="122128"/>
                </a:cubicBezTo>
                <a:lnTo>
                  <a:pt x="1630243" y="143343"/>
                </a:lnTo>
                <a:cubicBezTo>
                  <a:pt x="1623885" y="146067"/>
                  <a:pt x="1616684" y="147430"/>
                  <a:pt x="1608639" y="147430"/>
                </a:cubicBezTo>
                <a:cubicBezTo>
                  <a:pt x="1603709" y="147430"/>
                  <a:pt x="1599265" y="146603"/>
                  <a:pt x="1595307" y="144948"/>
                </a:cubicBezTo>
                <a:cubicBezTo>
                  <a:pt x="1591350" y="143294"/>
                  <a:pt x="1588447" y="141153"/>
                  <a:pt x="1586598" y="138526"/>
                </a:cubicBezTo>
                <a:cubicBezTo>
                  <a:pt x="1584749" y="135898"/>
                  <a:pt x="1583467" y="132346"/>
                  <a:pt x="1582754" y="127870"/>
                </a:cubicBezTo>
                <a:cubicBezTo>
                  <a:pt x="1582170" y="124691"/>
                  <a:pt x="1581878" y="118268"/>
                  <a:pt x="1581878" y="108602"/>
                </a:cubicBezTo>
                <a:lnTo>
                  <a:pt x="1581878" y="63546"/>
                </a:lnTo>
                <a:lnTo>
                  <a:pt x="1569325" y="63546"/>
                </a:lnTo>
                <a:lnTo>
                  <a:pt x="1569325" y="41747"/>
                </a:lnTo>
                <a:lnTo>
                  <a:pt x="1581878" y="41747"/>
                </a:lnTo>
                <a:lnTo>
                  <a:pt x="1581878" y="21214"/>
                </a:lnTo>
                <a:lnTo>
                  <a:pt x="1609320" y="5255"/>
                </a:lnTo>
                <a:lnTo>
                  <a:pt x="1609320" y="41747"/>
                </a:lnTo>
                <a:lnTo>
                  <a:pt x="1628005" y="41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268C1E-531F-489E-9DA4-F35D0C6FA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4791" y="1197175"/>
            <a:ext cx="1413202" cy="887781"/>
          </a:xfrm>
          <a:custGeom xmlns:a="http://schemas.openxmlformats.org/drawingml/2006/main">
            <a:pathLst>
              <a:path w="1413202" h="887781" fill="none">
                <a:moveTo>
                  <a:pt x="0" y="443891"/>
                </a:moveTo>
                <a:lnTo>
                  <a:pt x="706601" y="0"/>
                </a:lnTo>
                <a:lnTo>
                  <a:pt x="1413202" y="443891"/>
                </a:lnTo>
                <a:lnTo>
                  <a:pt x="706601" y="887781"/>
                </a:lnTo>
                <a:lnTo>
                  <a:pt x="0" y="44389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DBC420-F434-444E-99E7-1428AB968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72" y="2066838"/>
            <a:ext cx="1793680" cy="525421"/>
          </a:xfrm>
          <a:custGeom xmlns:a="http://schemas.openxmlformats.org/drawingml/2006/main">
            <a:pathLst>
              <a:path w="1793680" h="525421" fill="none">
                <a:moveTo>
                  <a:pt x="0" y="87572"/>
                </a:moveTo>
                <a:cubicBezTo>
                  <a:pt x="0" y="39207"/>
                  <a:pt x="39207" y="0"/>
                  <a:pt x="87571" y="0"/>
                </a:cubicBezTo>
                <a:lnTo>
                  <a:pt x="1706109" y="0"/>
                </a:lnTo>
                <a:cubicBezTo>
                  <a:pt x="1754472" y="0"/>
                  <a:pt x="1793680" y="39207"/>
                  <a:pt x="1793680" y="87572"/>
                </a:cubicBezTo>
                <a:lnTo>
                  <a:pt x="1793680" y="437850"/>
                </a:lnTo>
                <a:cubicBezTo>
                  <a:pt x="1793680" y="486214"/>
                  <a:pt x="1754472" y="525421"/>
                  <a:pt x="1706109" y="525421"/>
                </a:cubicBezTo>
                <a:lnTo>
                  <a:pt x="87571" y="525421"/>
                </a:lnTo>
                <a:cubicBezTo>
                  <a:pt x="39207" y="525421"/>
                  <a:pt x="0" y="486214"/>
                  <a:pt x="0" y="437850"/>
                </a:cubicBezTo>
                <a:lnTo>
                  <a:pt x="0" y="87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24" name="Text PromptModel">
            <a:extLst xmlns:a="http://schemas.openxmlformats.org/drawingml/2006/main">
              <a:ext uri="{FF2B5EF4-FFF2-40B4-BE49-F238E27FC236}">
                <a16:creationId xmlns:a16="http://schemas.microsoft.com/office/drawing/2014/main" id="{D98ED262-CDEB-4F0F-AF53-7F42E931D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0433" y="2259359"/>
            <a:ext cx="1313498" cy="181976"/>
          </a:xfrm>
          <a:custGeom xmlns:a="http://schemas.openxmlformats.org/drawingml/2006/main">
            <a:pathLst>
              <a:path w="1313498" h="181976">
                <a:moveTo>
                  <a:pt x="0" y="142661"/>
                </a:moveTo>
                <a:lnTo>
                  <a:pt x="0" y="0"/>
                </a:lnTo>
                <a:lnTo>
                  <a:pt x="46224" y="0"/>
                </a:lnTo>
                <a:cubicBezTo>
                  <a:pt x="63740" y="0"/>
                  <a:pt x="75158" y="714"/>
                  <a:pt x="80478" y="2141"/>
                </a:cubicBezTo>
                <a:cubicBezTo>
                  <a:pt x="88652" y="4282"/>
                  <a:pt x="95497" y="8937"/>
                  <a:pt x="101011" y="16105"/>
                </a:cubicBezTo>
                <a:cubicBezTo>
                  <a:pt x="106526" y="23274"/>
                  <a:pt x="109283" y="32535"/>
                  <a:pt x="109283" y="43888"/>
                </a:cubicBezTo>
                <a:cubicBezTo>
                  <a:pt x="109283" y="52647"/>
                  <a:pt x="107693" y="60010"/>
                  <a:pt x="104515" y="65978"/>
                </a:cubicBezTo>
                <a:cubicBezTo>
                  <a:pt x="101336" y="71947"/>
                  <a:pt x="97297" y="76634"/>
                  <a:pt x="92399" y="80040"/>
                </a:cubicBezTo>
                <a:cubicBezTo>
                  <a:pt x="87501" y="83446"/>
                  <a:pt x="82522" y="85701"/>
                  <a:pt x="77461" y="86804"/>
                </a:cubicBezTo>
                <a:cubicBezTo>
                  <a:pt x="70585" y="88166"/>
                  <a:pt x="60626" y="88847"/>
                  <a:pt x="47586" y="88847"/>
                </a:cubicBezTo>
                <a:lnTo>
                  <a:pt x="28805" y="88847"/>
                </a:lnTo>
                <a:lnTo>
                  <a:pt x="28805" y="142661"/>
                </a:lnTo>
                <a:lnTo>
                  <a:pt x="0" y="142661"/>
                </a:lnTo>
                <a:moveTo>
                  <a:pt x="28805" y="24134"/>
                </a:moveTo>
                <a:lnTo>
                  <a:pt x="28805" y="64616"/>
                </a:lnTo>
                <a:lnTo>
                  <a:pt x="44570" y="64616"/>
                </a:lnTo>
                <a:cubicBezTo>
                  <a:pt x="55923" y="64616"/>
                  <a:pt x="63513" y="63870"/>
                  <a:pt x="67341" y="62378"/>
                </a:cubicBezTo>
                <a:cubicBezTo>
                  <a:pt x="71169" y="60886"/>
                  <a:pt x="74169" y="58550"/>
                  <a:pt x="76342" y="55371"/>
                </a:cubicBezTo>
                <a:cubicBezTo>
                  <a:pt x="78516" y="52192"/>
                  <a:pt x="79602" y="48494"/>
                  <a:pt x="79602" y="44278"/>
                </a:cubicBezTo>
                <a:cubicBezTo>
                  <a:pt x="79602" y="39088"/>
                  <a:pt x="78078" y="34806"/>
                  <a:pt x="75029" y="31432"/>
                </a:cubicBezTo>
                <a:cubicBezTo>
                  <a:pt x="71979" y="28059"/>
                  <a:pt x="68119" y="25950"/>
                  <a:pt x="63448" y="25107"/>
                </a:cubicBezTo>
                <a:cubicBezTo>
                  <a:pt x="60010" y="24458"/>
                  <a:pt x="53101" y="24134"/>
                  <a:pt x="42721" y="24134"/>
                </a:cubicBezTo>
                <a:lnTo>
                  <a:pt x="28805" y="24134"/>
                </a:lnTo>
                <a:close/>
                <a:moveTo>
                  <a:pt x="152816" y="142661"/>
                </a:moveTo>
                <a:lnTo>
                  <a:pt x="125471" y="142661"/>
                </a:lnTo>
                <a:lnTo>
                  <a:pt x="125471" y="39315"/>
                </a:lnTo>
                <a:lnTo>
                  <a:pt x="150869" y="39315"/>
                </a:lnTo>
                <a:lnTo>
                  <a:pt x="150869" y="54009"/>
                </a:lnTo>
                <a:cubicBezTo>
                  <a:pt x="155216" y="47067"/>
                  <a:pt x="159125" y="42493"/>
                  <a:pt x="162596" y="40288"/>
                </a:cubicBezTo>
                <a:cubicBezTo>
                  <a:pt x="166067" y="38082"/>
                  <a:pt x="170008" y="36979"/>
                  <a:pt x="174419" y="36979"/>
                </a:cubicBezTo>
                <a:cubicBezTo>
                  <a:pt x="180647" y="36979"/>
                  <a:pt x="186648" y="38698"/>
                  <a:pt x="192422" y="42137"/>
                </a:cubicBezTo>
                <a:lnTo>
                  <a:pt x="183956" y="65978"/>
                </a:lnTo>
                <a:cubicBezTo>
                  <a:pt x="179350" y="62994"/>
                  <a:pt x="175068" y="61502"/>
                  <a:pt x="171111" y="61502"/>
                </a:cubicBezTo>
                <a:cubicBezTo>
                  <a:pt x="167283" y="61502"/>
                  <a:pt x="164039" y="62556"/>
                  <a:pt x="161379" y="64665"/>
                </a:cubicBezTo>
                <a:cubicBezTo>
                  <a:pt x="158719" y="66773"/>
                  <a:pt x="156627" y="70585"/>
                  <a:pt x="155103" y="76099"/>
                </a:cubicBezTo>
                <a:cubicBezTo>
                  <a:pt x="153578" y="81613"/>
                  <a:pt x="152816" y="93161"/>
                  <a:pt x="152816" y="110743"/>
                </a:cubicBezTo>
                <a:lnTo>
                  <a:pt x="152816" y="142661"/>
                </a:lnTo>
                <a:close/>
                <a:moveTo>
                  <a:pt x="192738" y="89528"/>
                </a:moveTo>
                <a:cubicBezTo>
                  <a:pt x="192738" y="80446"/>
                  <a:pt x="194976" y="71655"/>
                  <a:pt x="199453" y="63156"/>
                </a:cubicBezTo>
                <a:cubicBezTo>
                  <a:pt x="203929" y="54658"/>
                  <a:pt x="210271" y="48170"/>
                  <a:pt x="218477" y="43694"/>
                </a:cubicBezTo>
                <a:cubicBezTo>
                  <a:pt x="226684" y="39217"/>
                  <a:pt x="235848" y="36979"/>
                  <a:pt x="245968" y="36979"/>
                </a:cubicBezTo>
                <a:cubicBezTo>
                  <a:pt x="261603" y="36979"/>
                  <a:pt x="274416" y="42056"/>
                  <a:pt x="284407" y="52209"/>
                </a:cubicBezTo>
                <a:cubicBezTo>
                  <a:pt x="294398" y="62362"/>
                  <a:pt x="299393" y="75191"/>
                  <a:pt x="299393" y="90696"/>
                </a:cubicBezTo>
                <a:cubicBezTo>
                  <a:pt x="299393" y="106331"/>
                  <a:pt x="294349" y="119290"/>
                  <a:pt x="284261" y="129573"/>
                </a:cubicBezTo>
                <a:cubicBezTo>
                  <a:pt x="274173" y="139856"/>
                  <a:pt x="261474" y="144997"/>
                  <a:pt x="246163" y="144997"/>
                </a:cubicBezTo>
                <a:cubicBezTo>
                  <a:pt x="236691" y="144997"/>
                  <a:pt x="227657" y="142856"/>
                  <a:pt x="219061" y="138574"/>
                </a:cubicBezTo>
                <a:cubicBezTo>
                  <a:pt x="210465" y="134292"/>
                  <a:pt x="203929" y="128016"/>
                  <a:pt x="199453" y="119744"/>
                </a:cubicBezTo>
                <a:cubicBezTo>
                  <a:pt x="194976" y="111472"/>
                  <a:pt x="192738" y="101401"/>
                  <a:pt x="192738" y="89528"/>
                </a:cubicBezTo>
                <a:moveTo>
                  <a:pt x="220764" y="90988"/>
                </a:moveTo>
                <a:cubicBezTo>
                  <a:pt x="220764" y="101238"/>
                  <a:pt x="223197" y="109088"/>
                  <a:pt x="228063" y="114538"/>
                </a:cubicBezTo>
                <a:cubicBezTo>
                  <a:pt x="232928" y="119987"/>
                  <a:pt x="238929" y="122712"/>
                  <a:pt x="246066" y="122712"/>
                </a:cubicBezTo>
                <a:cubicBezTo>
                  <a:pt x="253202" y="122712"/>
                  <a:pt x="259187" y="119987"/>
                  <a:pt x="264020" y="114538"/>
                </a:cubicBezTo>
                <a:cubicBezTo>
                  <a:pt x="268853" y="109088"/>
                  <a:pt x="271270" y="101173"/>
                  <a:pt x="271270" y="90793"/>
                </a:cubicBezTo>
                <a:cubicBezTo>
                  <a:pt x="271270" y="80673"/>
                  <a:pt x="268853" y="72888"/>
                  <a:pt x="264020" y="67438"/>
                </a:cubicBezTo>
                <a:cubicBezTo>
                  <a:pt x="259187" y="61989"/>
                  <a:pt x="253202" y="59264"/>
                  <a:pt x="246066" y="59264"/>
                </a:cubicBezTo>
                <a:cubicBezTo>
                  <a:pt x="238929" y="59264"/>
                  <a:pt x="232928" y="61989"/>
                  <a:pt x="228063" y="67438"/>
                </a:cubicBezTo>
                <a:cubicBezTo>
                  <a:pt x="223197" y="72888"/>
                  <a:pt x="220764" y="80738"/>
                  <a:pt x="220764" y="90988"/>
                </a:cubicBezTo>
                <a:close/>
                <a:moveTo>
                  <a:pt x="323853" y="39315"/>
                </a:moveTo>
                <a:lnTo>
                  <a:pt x="349057" y="39315"/>
                </a:lnTo>
                <a:lnTo>
                  <a:pt x="349057" y="53425"/>
                </a:lnTo>
                <a:cubicBezTo>
                  <a:pt x="358074" y="42461"/>
                  <a:pt x="368811" y="36979"/>
                  <a:pt x="381267" y="36979"/>
                </a:cubicBezTo>
                <a:cubicBezTo>
                  <a:pt x="387885" y="36979"/>
                  <a:pt x="393626" y="38341"/>
                  <a:pt x="398492" y="41066"/>
                </a:cubicBezTo>
                <a:cubicBezTo>
                  <a:pt x="403358" y="43791"/>
                  <a:pt x="407347" y="47911"/>
                  <a:pt x="410461" y="53425"/>
                </a:cubicBezTo>
                <a:cubicBezTo>
                  <a:pt x="415003" y="47911"/>
                  <a:pt x="419901" y="43791"/>
                  <a:pt x="425156" y="41066"/>
                </a:cubicBezTo>
                <a:cubicBezTo>
                  <a:pt x="430411" y="38341"/>
                  <a:pt x="436022" y="36979"/>
                  <a:pt x="441991" y="36979"/>
                </a:cubicBezTo>
                <a:cubicBezTo>
                  <a:pt x="449581" y="36979"/>
                  <a:pt x="456004" y="38520"/>
                  <a:pt x="461259" y="41601"/>
                </a:cubicBezTo>
                <a:cubicBezTo>
                  <a:pt x="466514" y="44683"/>
                  <a:pt x="470439" y="49208"/>
                  <a:pt x="473034" y="55177"/>
                </a:cubicBezTo>
                <a:cubicBezTo>
                  <a:pt x="474915" y="59588"/>
                  <a:pt x="475856" y="66725"/>
                  <a:pt x="475856" y="76586"/>
                </a:cubicBezTo>
                <a:lnTo>
                  <a:pt x="475856" y="142661"/>
                </a:lnTo>
                <a:lnTo>
                  <a:pt x="448511" y="142661"/>
                </a:lnTo>
                <a:lnTo>
                  <a:pt x="448511" y="83592"/>
                </a:lnTo>
                <a:cubicBezTo>
                  <a:pt x="448511" y="73342"/>
                  <a:pt x="447570" y="66725"/>
                  <a:pt x="445689" y="63740"/>
                </a:cubicBezTo>
                <a:cubicBezTo>
                  <a:pt x="443159" y="59848"/>
                  <a:pt x="439266" y="57901"/>
                  <a:pt x="434011" y="57901"/>
                </a:cubicBezTo>
                <a:cubicBezTo>
                  <a:pt x="430184" y="57901"/>
                  <a:pt x="426583" y="59069"/>
                  <a:pt x="423209" y="61405"/>
                </a:cubicBezTo>
                <a:cubicBezTo>
                  <a:pt x="419836" y="63740"/>
                  <a:pt x="417403" y="67162"/>
                  <a:pt x="415911" y="71671"/>
                </a:cubicBezTo>
                <a:cubicBezTo>
                  <a:pt x="414419" y="76180"/>
                  <a:pt x="413673" y="83300"/>
                  <a:pt x="413673" y="93032"/>
                </a:cubicBezTo>
                <a:lnTo>
                  <a:pt x="413673" y="142661"/>
                </a:lnTo>
                <a:lnTo>
                  <a:pt x="386328" y="142661"/>
                </a:lnTo>
                <a:lnTo>
                  <a:pt x="386328" y="86025"/>
                </a:lnTo>
                <a:cubicBezTo>
                  <a:pt x="386328" y="75969"/>
                  <a:pt x="385841" y="69482"/>
                  <a:pt x="384868" y="66562"/>
                </a:cubicBezTo>
                <a:cubicBezTo>
                  <a:pt x="383895" y="63643"/>
                  <a:pt x="382387" y="61470"/>
                  <a:pt x="380343" y="60042"/>
                </a:cubicBezTo>
                <a:cubicBezTo>
                  <a:pt x="378299" y="58615"/>
                  <a:pt x="375526" y="57901"/>
                  <a:pt x="372023" y="57901"/>
                </a:cubicBezTo>
                <a:cubicBezTo>
                  <a:pt x="367806" y="57901"/>
                  <a:pt x="364011" y="59037"/>
                  <a:pt x="360637" y="61307"/>
                </a:cubicBezTo>
                <a:cubicBezTo>
                  <a:pt x="357263" y="63578"/>
                  <a:pt x="354847" y="66854"/>
                  <a:pt x="353387" y="71136"/>
                </a:cubicBezTo>
                <a:cubicBezTo>
                  <a:pt x="351927" y="75418"/>
                  <a:pt x="351198" y="82522"/>
                  <a:pt x="351198" y="92448"/>
                </a:cubicBezTo>
                <a:lnTo>
                  <a:pt x="351198" y="142661"/>
                </a:lnTo>
                <a:lnTo>
                  <a:pt x="323853" y="142661"/>
                </a:lnTo>
                <a:lnTo>
                  <a:pt x="323853" y="39315"/>
                </a:lnTo>
                <a:close/>
                <a:moveTo>
                  <a:pt x="506360" y="39315"/>
                </a:moveTo>
                <a:lnTo>
                  <a:pt x="531856" y="39315"/>
                </a:lnTo>
                <a:lnTo>
                  <a:pt x="531856" y="54495"/>
                </a:lnTo>
                <a:cubicBezTo>
                  <a:pt x="535165" y="49305"/>
                  <a:pt x="539641" y="45089"/>
                  <a:pt x="545285" y="41845"/>
                </a:cubicBezTo>
                <a:cubicBezTo>
                  <a:pt x="550930" y="38601"/>
                  <a:pt x="557190" y="36979"/>
                  <a:pt x="564067" y="36979"/>
                </a:cubicBezTo>
                <a:cubicBezTo>
                  <a:pt x="576069" y="36979"/>
                  <a:pt x="586254" y="41683"/>
                  <a:pt x="594623" y="51090"/>
                </a:cubicBezTo>
                <a:cubicBezTo>
                  <a:pt x="602992" y="60496"/>
                  <a:pt x="607177" y="73601"/>
                  <a:pt x="607177" y="90404"/>
                </a:cubicBezTo>
                <a:cubicBezTo>
                  <a:pt x="607177" y="107661"/>
                  <a:pt x="602960" y="121074"/>
                  <a:pt x="594526" y="130643"/>
                </a:cubicBezTo>
                <a:cubicBezTo>
                  <a:pt x="586092" y="140212"/>
                  <a:pt x="575874" y="144997"/>
                  <a:pt x="563872" y="144997"/>
                </a:cubicBezTo>
                <a:cubicBezTo>
                  <a:pt x="558163" y="144997"/>
                  <a:pt x="552989" y="143862"/>
                  <a:pt x="548351" y="141591"/>
                </a:cubicBezTo>
                <a:cubicBezTo>
                  <a:pt x="543712" y="139320"/>
                  <a:pt x="538830" y="135428"/>
                  <a:pt x="533705" y="129913"/>
                </a:cubicBezTo>
                <a:lnTo>
                  <a:pt x="533705" y="181976"/>
                </a:lnTo>
                <a:lnTo>
                  <a:pt x="506360" y="181976"/>
                </a:lnTo>
                <a:lnTo>
                  <a:pt x="506360" y="39315"/>
                </a:lnTo>
                <a:moveTo>
                  <a:pt x="533413" y="89236"/>
                </a:moveTo>
                <a:cubicBezTo>
                  <a:pt x="533413" y="100849"/>
                  <a:pt x="535716" y="109429"/>
                  <a:pt x="540322" y="114976"/>
                </a:cubicBezTo>
                <a:cubicBezTo>
                  <a:pt x="544929" y="120523"/>
                  <a:pt x="550540" y="123296"/>
                  <a:pt x="557158" y="123296"/>
                </a:cubicBezTo>
                <a:cubicBezTo>
                  <a:pt x="563515" y="123296"/>
                  <a:pt x="568803" y="120750"/>
                  <a:pt x="573020" y="115657"/>
                </a:cubicBezTo>
                <a:cubicBezTo>
                  <a:pt x="577237" y="110564"/>
                  <a:pt x="579345" y="102211"/>
                  <a:pt x="579345" y="90599"/>
                </a:cubicBezTo>
                <a:cubicBezTo>
                  <a:pt x="579345" y="79765"/>
                  <a:pt x="577172" y="71720"/>
                  <a:pt x="572825" y="66465"/>
                </a:cubicBezTo>
                <a:cubicBezTo>
                  <a:pt x="568478" y="61210"/>
                  <a:pt x="563094" y="58583"/>
                  <a:pt x="556671" y="58583"/>
                </a:cubicBezTo>
                <a:cubicBezTo>
                  <a:pt x="549989" y="58583"/>
                  <a:pt x="544442" y="61161"/>
                  <a:pt x="540030" y="66319"/>
                </a:cubicBezTo>
                <a:cubicBezTo>
                  <a:pt x="535619" y="71477"/>
                  <a:pt x="533413" y="79116"/>
                  <a:pt x="533413" y="89236"/>
                </a:cubicBezTo>
                <a:close/>
                <a:moveTo>
                  <a:pt x="681363" y="39315"/>
                </a:moveTo>
                <a:lnTo>
                  <a:pt x="681363" y="61113"/>
                </a:lnTo>
                <a:lnTo>
                  <a:pt x="662679" y="61113"/>
                </a:lnTo>
                <a:lnTo>
                  <a:pt x="662679" y="102763"/>
                </a:lnTo>
                <a:cubicBezTo>
                  <a:pt x="662679" y="111197"/>
                  <a:pt x="662857" y="116111"/>
                  <a:pt x="663214" y="117506"/>
                </a:cubicBezTo>
                <a:cubicBezTo>
                  <a:pt x="663571" y="118901"/>
                  <a:pt x="664382" y="120052"/>
                  <a:pt x="665647" y="120961"/>
                </a:cubicBezTo>
                <a:cubicBezTo>
                  <a:pt x="666912" y="121869"/>
                  <a:pt x="668453" y="122323"/>
                  <a:pt x="670269" y="122323"/>
                </a:cubicBezTo>
                <a:cubicBezTo>
                  <a:pt x="672800" y="122323"/>
                  <a:pt x="676465" y="121447"/>
                  <a:pt x="681266" y="119695"/>
                </a:cubicBezTo>
                <a:lnTo>
                  <a:pt x="683601" y="140910"/>
                </a:lnTo>
                <a:cubicBezTo>
                  <a:pt x="677244" y="143635"/>
                  <a:pt x="670042" y="144997"/>
                  <a:pt x="661998" y="144997"/>
                </a:cubicBezTo>
                <a:cubicBezTo>
                  <a:pt x="657067" y="144997"/>
                  <a:pt x="652623" y="144170"/>
                  <a:pt x="648666" y="142515"/>
                </a:cubicBezTo>
                <a:cubicBezTo>
                  <a:pt x="644708" y="140861"/>
                  <a:pt x="641805" y="138720"/>
                  <a:pt x="639956" y="136093"/>
                </a:cubicBezTo>
                <a:cubicBezTo>
                  <a:pt x="638107" y="133465"/>
                  <a:pt x="636826" y="129913"/>
                  <a:pt x="636112" y="125437"/>
                </a:cubicBezTo>
                <a:cubicBezTo>
                  <a:pt x="635529" y="122258"/>
                  <a:pt x="635237" y="115835"/>
                  <a:pt x="635237" y="106169"/>
                </a:cubicBezTo>
                <a:lnTo>
                  <a:pt x="635237" y="61113"/>
                </a:lnTo>
                <a:lnTo>
                  <a:pt x="622683" y="61113"/>
                </a:lnTo>
                <a:lnTo>
                  <a:pt x="622683" y="39315"/>
                </a:lnTo>
                <a:lnTo>
                  <a:pt x="635237" y="39315"/>
                </a:lnTo>
                <a:lnTo>
                  <a:pt x="635237" y="18781"/>
                </a:lnTo>
                <a:lnTo>
                  <a:pt x="662679" y="2822"/>
                </a:lnTo>
                <a:lnTo>
                  <a:pt x="662679" y="39315"/>
                </a:lnTo>
                <a:lnTo>
                  <a:pt x="681363" y="39315"/>
                </a:lnTo>
                <a:close/>
                <a:moveTo>
                  <a:pt x="760490" y="142661"/>
                </a:moveTo>
                <a:lnTo>
                  <a:pt x="760490" y="0"/>
                </a:lnTo>
                <a:lnTo>
                  <a:pt x="803600" y="0"/>
                </a:lnTo>
                <a:lnTo>
                  <a:pt x="829485" y="97313"/>
                </a:lnTo>
                <a:lnTo>
                  <a:pt x="855079" y="0"/>
                </a:lnTo>
                <a:lnTo>
                  <a:pt x="898286" y="0"/>
                </a:lnTo>
                <a:lnTo>
                  <a:pt x="898286" y="142661"/>
                </a:lnTo>
                <a:lnTo>
                  <a:pt x="871525" y="142661"/>
                </a:lnTo>
                <a:lnTo>
                  <a:pt x="871525" y="30362"/>
                </a:lnTo>
                <a:lnTo>
                  <a:pt x="843206" y="142661"/>
                </a:lnTo>
                <a:lnTo>
                  <a:pt x="815472" y="142661"/>
                </a:lnTo>
                <a:lnTo>
                  <a:pt x="787251" y="30362"/>
                </a:lnTo>
                <a:lnTo>
                  <a:pt x="787251" y="142661"/>
                </a:lnTo>
                <a:lnTo>
                  <a:pt x="760490" y="142661"/>
                </a:lnTo>
                <a:close/>
                <a:moveTo>
                  <a:pt x="917465" y="89528"/>
                </a:moveTo>
                <a:cubicBezTo>
                  <a:pt x="917465" y="80446"/>
                  <a:pt x="919703" y="71655"/>
                  <a:pt x="924180" y="63156"/>
                </a:cubicBezTo>
                <a:cubicBezTo>
                  <a:pt x="928656" y="54658"/>
                  <a:pt x="934998" y="48170"/>
                  <a:pt x="943204" y="43694"/>
                </a:cubicBezTo>
                <a:cubicBezTo>
                  <a:pt x="951411" y="39217"/>
                  <a:pt x="960575" y="36979"/>
                  <a:pt x="970695" y="36979"/>
                </a:cubicBezTo>
                <a:cubicBezTo>
                  <a:pt x="986330" y="36979"/>
                  <a:pt x="999143" y="42056"/>
                  <a:pt x="1009134" y="52209"/>
                </a:cubicBezTo>
                <a:cubicBezTo>
                  <a:pt x="1019125" y="62362"/>
                  <a:pt x="1024120" y="75191"/>
                  <a:pt x="1024120" y="90696"/>
                </a:cubicBezTo>
                <a:cubicBezTo>
                  <a:pt x="1024120" y="106331"/>
                  <a:pt x="1019076" y="119290"/>
                  <a:pt x="1008988" y="129573"/>
                </a:cubicBezTo>
                <a:cubicBezTo>
                  <a:pt x="998900" y="139856"/>
                  <a:pt x="986201" y="144997"/>
                  <a:pt x="970890" y="144997"/>
                </a:cubicBezTo>
                <a:cubicBezTo>
                  <a:pt x="961418" y="144997"/>
                  <a:pt x="952384" y="142856"/>
                  <a:pt x="943788" y="138574"/>
                </a:cubicBezTo>
                <a:cubicBezTo>
                  <a:pt x="935192" y="134292"/>
                  <a:pt x="928656" y="128016"/>
                  <a:pt x="924180" y="119744"/>
                </a:cubicBezTo>
                <a:cubicBezTo>
                  <a:pt x="919703" y="111472"/>
                  <a:pt x="917465" y="101401"/>
                  <a:pt x="917465" y="89528"/>
                </a:cubicBezTo>
                <a:moveTo>
                  <a:pt x="945491" y="90988"/>
                </a:moveTo>
                <a:cubicBezTo>
                  <a:pt x="945491" y="101238"/>
                  <a:pt x="947924" y="109088"/>
                  <a:pt x="952790" y="114538"/>
                </a:cubicBezTo>
                <a:cubicBezTo>
                  <a:pt x="957655" y="119987"/>
                  <a:pt x="963656" y="122712"/>
                  <a:pt x="970793" y="122712"/>
                </a:cubicBezTo>
                <a:cubicBezTo>
                  <a:pt x="977929" y="122712"/>
                  <a:pt x="983914" y="119987"/>
                  <a:pt x="988747" y="114538"/>
                </a:cubicBezTo>
                <a:cubicBezTo>
                  <a:pt x="993580" y="109088"/>
                  <a:pt x="995997" y="101173"/>
                  <a:pt x="995997" y="90793"/>
                </a:cubicBezTo>
                <a:cubicBezTo>
                  <a:pt x="995997" y="80673"/>
                  <a:pt x="993580" y="72888"/>
                  <a:pt x="988747" y="67438"/>
                </a:cubicBezTo>
                <a:cubicBezTo>
                  <a:pt x="983914" y="61989"/>
                  <a:pt x="977929" y="59264"/>
                  <a:pt x="970793" y="59264"/>
                </a:cubicBezTo>
                <a:cubicBezTo>
                  <a:pt x="963656" y="59264"/>
                  <a:pt x="957655" y="61989"/>
                  <a:pt x="952790" y="67438"/>
                </a:cubicBezTo>
                <a:cubicBezTo>
                  <a:pt x="947924" y="72888"/>
                  <a:pt x="945491" y="80738"/>
                  <a:pt x="945491" y="90988"/>
                </a:cubicBezTo>
                <a:close/>
                <a:moveTo>
                  <a:pt x="1145407" y="142661"/>
                </a:moveTo>
                <a:lnTo>
                  <a:pt x="1120008" y="142661"/>
                </a:lnTo>
                <a:lnTo>
                  <a:pt x="1120008" y="127481"/>
                </a:lnTo>
                <a:cubicBezTo>
                  <a:pt x="1115791" y="133384"/>
                  <a:pt x="1110812" y="137780"/>
                  <a:pt x="1105070" y="140666"/>
                </a:cubicBezTo>
                <a:cubicBezTo>
                  <a:pt x="1099329" y="143553"/>
                  <a:pt x="1093538" y="144997"/>
                  <a:pt x="1087700" y="144997"/>
                </a:cubicBezTo>
                <a:cubicBezTo>
                  <a:pt x="1075827" y="144997"/>
                  <a:pt x="1065658" y="140212"/>
                  <a:pt x="1057192" y="130643"/>
                </a:cubicBezTo>
                <a:cubicBezTo>
                  <a:pt x="1048726" y="121074"/>
                  <a:pt x="1044493" y="107726"/>
                  <a:pt x="1044493" y="90599"/>
                </a:cubicBezTo>
                <a:cubicBezTo>
                  <a:pt x="1044493" y="73082"/>
                  <a:pt x="1048612" y="59767"/>
                  <a:pt x="1056851" y="50652"/>
                </a:cubicBezTo>
                <a:cubicBezTo>
                  <a:pt x="1065091" y="41537"/>
                  <a:pt x="1075503" y="36979"/>
                  <a:pt x="1088089" y="36979"/>
                </a:cubicBezTo>
                <a:cubicBezTo>
                  <a:pt x="1099637" y="36979"/>
                  <a:pt x="1109628" y="41780"/>
                  <a:pt x="1118061" y="51381"/>
                </a:cubicBezTo>
                <a:lnTo>
                  <a:pt x="1118061" y="0"/>
                </a:lnTo>
                <a:lnTo>
                  <a:pt x="1145407" y="0"/>
                </a:lnTo>
                <a:lnTo>
                  <a:pt x="1145407" y="142661"/>
                </a:lnTo>
                <a:moveTo>
                  <a:pt x="1072421" y="88750"/>
                </a:moveTo>
                <a:cubicBezTo>
                  <a:pt x="1072421" y="99779"/>
                  <a:pt x="1073946" y="107758"/>
                  <a:pt x="1076995" y="112689"/>
                </a:cubicBezTo>
                <a:cubicBezTo>
                  <a:pt x="1081407" y="119825"/>
                  <a:pt x="1087570" y="123393"/>
                  <a:pt x="1095485" y="123393"/>
                </a:cubicBezTo>
                <a:cubicBezTo>
                  <a:pt x="1101778" y="123393"/>
                  <a:pt x="1107130" y="120717"/>
                  <a:pt x="1111541" y="115365"/>
                </a:cubicBezTo>
                <a:cubicBezTo>
                  <a:pt x="1115953" y="110013"/>
                  <a:pt x="1118159" y="102017"/>
                  <a:pt x="1118159" y="91377"/>
                </a:cubicBezTo>
                <a:cubicBezTo>
                  <a:pt x="1118159" y="79505"/>
                  <a:pt x="1116018" y="70958"/>
                  <a:pt x="1111736" y="65735"/>
                </a:cubicBezTo>
                <a:cubicBezTo>
                  <a:pt x="1107454" y="60513"/>
                  <a:pt x="1101972" y="57901"/>
                  <a:pt x="1095290" y="57901"/>
                </a:cubicBezTo>
                <a:cubicBezTo>
                  <a:pt x="1088803" y="57901"/>
                  <a:pt x="1083369" y="60480"/>
                  <a:pt x="1078990" y="65638"/>
                </a:cubicBezTo>
                <a:cubicBezTo>
                  <a:pt x="1074611" y="70795"/>
                  <a:pt x="1072421" y="78499"/>
                  <a:pt x="1072421" y="88750"/>
                </a:cubicBezTo>
                <a:close/>
                <a:moveTo>
                  <a:pt x="1237304" y="109769"/>
                </a:moveTo>
                <a:lnTo>
                  <a:pt x="1264552" y="114343"/>
                </a:lnTo>
                <a:cubicBezTo>
                  <a:pt x="1261048" y="124334"/>
                  <a:pt x="1255518" y="131941"/>
                  <a:pt x="1247960" y="137163"/>
                </a:cubicBezTo>
                <a:cubicBezTo>
                  <a:pt x="1240402" y="142386"/>
                  <a:pt x="1230946" y="144997"/>
                  <a:pt x="1219593" y="144997"/>
                </a:cubicBezTo>
                <a:cubicBezTo>
                  <a:pt x="1201622" y="144997"/>
                  <a:pt x="1188323" y="139126"/>
                  <a:pt x="1179694" y="127383"/>
                </a:cubicBezTo>
                <a:cubicBezTo>
                  <a:pt x="1172883" y="117976"/>
                  <a:pt x="1169477" y="106104"/>
                  <a:pt x="1169477" y="91767"/>
                </a:cubicBezTo>
                <a:cubicBezTo>
                  <a:pt x="1169477" y="74639"/>
                  <a:pt x="1173953" y="61226"/>
                  <a:pt x="1182906" y="51527"/>
                </a:cubicBezTo>
                <a:cubicBezTo>
                  <a:pt x="1191859" y="41829"/>
                  <a:pt x="1203179" y="36979"/>
                  <a:pt x="1216868" y="36979"/>
                </a:cubicBezTo>
                <a:cubicBezTo>
                  <a:pt x="1232244" y="36979"/>
                  <a:pt x="1244375" y="42056"/>
                  <a:pt x="1253263" y="52209"/>
                </a:cubicBezTo>
                <a:cubicBezTo>
                  <a:pt x="1262151" y="62362"/>
                  <a:pt x="1266401" y="77916"/>
                  <a:pt x="1266011" y="98870"/>
                </a:cubicBezTo>
                <a:lnTo>
                  <a:pt x="1197503" y="98870"/>
                </a:lnTo>
                <a:cubicBezTo>
                  <a:pt x="1197697" y="106980"/>
                  <a:pt x="1199903" y="113289"/>
                  <a:pt x="1204120" y="117798"/>
                </a:cubicBezTo>
                <a:cubicBezTo>
                  <a:pt x="1208337" y="122307"/>
                  <a:pt x="1213592" y="124561"/>
                  <a:pt x="1219885" y="124561"/>
                </a:cubicBezTo>
                <a:cubicBezTo>
                  <a:pt x="1224167" y="124561"/>
                  <a:pt x="1227767" y="123393"/>
                  <a:pt x="1230687" y="121058"/>
                </a:cubicBezTo>
                <a:cubicBezTo>
                  <a:pt x="1233606" y="118722"/>
                  <a:pt x="1235812" y="114960"/>
                  <a:pt x="1237304" y="109769"/>
                </a:cubicBezTo>
                <a:moveTo>
                  <a:pt x="1238861" y="82132"/>
                </a:moveTo>
                <a:cubicBezTo>
                  <a:pt x="1238666" y="74218"/>
                  <a:pt x="1236623" y="68200"/>
                  <a:pt x="1232730" y="64081"/>
                </a:cubicBezTo>
                <a:cubicBezTo>
                  <a:pt x="1228838" y="59961"/>
                  <a:pt x="1224102" y="57901"/>
                  <a:pt x="1218523" y="57901"/>
                </a:cubicBezTo>
                <a:cubicBezTo>
                  <a:pt x="1212554" y="57901"/>
                  <a:pt x="1207623" y="60075"/>
                  <a:pt x="1203731" y="64421"/>
                </a:cubicBezTo>
                <a:cubicBezTo>
                  <a:pt x="1199838" y="68768"/>
                  <a:pt x="1197925" y="74672"/>
                  <a:pt x="1197989" y="82132"/>
                </a:cubicBezTo>
                <a:lnTo>
                  <a:pt x="1238861" y="82132"/>
                </a:lnTo>
                <a:close/>
                <a:moveTo>
                  <a:pt x="1286153" y="142661"/>
                </a:moveTo>
                <a:lnTo>
                  <a:pt x="1286153" y="0"/>
                </a:lnTo>
                <a:lnTo>
                  <a:pt x="1313498" y="0"/>
                </a:lnTo>
                <a:lnTo>
                  <a:pt x="1313498" y="142661"/>
                </a:lnTo>
                <a:lnTo>
                  <a:pt x="1286153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D68F41-07D3-478F-BA49-E7312802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969" y="2293313"/>
            <a:ext cx="362360" cy="452949"/>
          </a:xfrm>
          <a:custGeom xmlns:a="http://schemas.openxmlformats.org/drawingml/2006/main">
            <a:pathLst>
              <a:path w="362360" h="452949">
                <a:moveTo>
                  <a:pt x="221469" y="41188"/>
                </a:moveTo>
                <a:lnTo>
                  <a:pt x="130888" y="41188"/>
                </a:lnTo>
                <a:cubicBezTo>
                  <a:pt x="125340" y="41149"/>
                  <a:pt x="120812" y="45743"/>
                  <a:pt x="120812" y="51456"/>
                </a:cubicBezTo>
                <a:lnTo>
                  <a:pt x="120812" y="319157"/>
                </a:lnTo>
                <a:cubicBezTo>
                  <a:pt x="120774" y="324831"/>
                  <a:pt x="125266" y="329425"/>
                  <a:pt x="130776" y="329425"/>
                </a:cubicBezTo>
                <a:lnTo>
                  <a:pt x="312126" y="329425"/>
                </a:lnTo>
                <a:cubicBezTo>
                  <a:pt x="317673" y="329348"/>
                  <a:pt x="322127" y="324754"/>
                  <a:pt x="322089" y="319118"/>
                </a:cubicBezTo>
                <a:lnTo>
                  <a:pt x="322089" y="144138"/>
                </a:lnTo>
                <a:lnTo>
                  <a:pt x="241585" y="144138"/>
                </a:lnTo>
                <a:cubicBezTo>
                  <a:pt x="230452" y="144138"/>
                  <a:pt x="221469" y="134912"/>
                  <a:pt x="221469" y="123525"/>
                </a:cubicBezTo>
                <a:lnTo>
                  <a:pt x="221469" y="41188"/>
                </a:lnTo>
                <a:close/>
                <a:moveTo>
                  <a:pt x="80542" y="82376"/>
                </a:moveTo>
                <a:lnTo>
                  <a:pt x="80542" y="51456"/>
                </a:lnTo>
                <a:cubicBezTo>
                  <a:pt x="80542" y="23045"/>
                  <a:pt x="103111" y="0"/>
                  <a:pt x="130888" y="0"/>
                </a:cubicBezTo>
                <a:lnTo>
                  <a:pt x="241585" y="0"/>
                </a:lnTo>
                <a:cubicBezTo>
                  <a:pt x="246906" y="0"/>
                  <a:pt x="252041" y="2200"/>
                  <a:pt x="255815" y="6060"/>
                </a:cubicBezTo>
                <a:lnTo>
                  <a:pt x="356471" y="108972"/>
                </a:lnTo>
                <a:cubicBezTo>
                  <a:pt x="360245" y="112832"/>
                  <a:pt x="362360" y="118082"/>
                  <a:pt x="362360" y="123525"/>
                </a:cubicBezTo>
                <a:lnTo>
                  <a:pt x="362360" y="319118"/>
                </a:lnTo>
                <a:cubicBezTo>
                  <a:pt x="362360" y="347490"/>
                  <a:pt x="339902" y="370535"/>
                  <a:pt x="312126" y="370574"/>
                </a:cubicBezTo>
                <a:lnTo>
                  <a:pt x="281856" y="370574"/>
                </a:lnTo>
                <a:lnTo>
                  <a:pt x="281856" y="401455"/>
                </a:lnTo>
                <a:cubicBezTo>
                  <a:pt x="281856" y="429866"/>
                  <a:pt x="259362" y="452911"/>
                  <a:pt x="231622" y="452949"/>
                </a:cubicBezTo>
                <a:lnTo>
                  <a:pt x="50272" y="452949"/>
                </a:lnTo>
                <a:cubicBezTo>
                  <a:pt x="22493" y="452949"/>
                  <a:pt x="0" y="429904"/>
                  <a:pt x="38" y="401494"/>
                </a:cubicBezTo>
                <a:lnTo>
                  <a:pt x="38" y="133793"/>
                </a:lnTo>
                <a:cubicBezTo>
                  <a:pt x="38" y="105382"/>
                  <a:pt x="22570" y="82376"/>
                  <a:pt x="50386" y="82376"/>
                </a:cubicBezTo>
                <a:lnTo>
                  <a:pt x="80542" y="82376"/>
                </a:lnTo>
                <a:close/>
                <a:moveTo>
                  <a:pt x="80542" y="123525"/>
                </a:moveTo>
                <a:lnTo>
                  <a:pt x="50386" y="123525"/>
                </a:lnTo>
                <a:cubicBezTo>
                  <a:pt x="44837" y="123525"/>
                  <a:pt x="40309" y="128118"/>
                  <a:pt x="40309" y="133793"/>
                </a:cubicBezTo>
                <a:lnTo>
                  <a:pt x="40309" y="401494"/>
                </a:lnTo>
                <a:cubicBezTo>
                  <a:pt x="40271" y="407168"/>
                  <a:pt x="44724" y="411762"/>
                  <a:pt x="50272" y="411762"/>
                </a:cubicBezTo>
                <a:lnTo>
                  <a:pt x="231622" y="411762"/>
                </a:lnTo>
                <a:cubicBezTo>
                  <a:pt x="237132" y="411723"/>
                  <a:pt x="241585" y="407129"/>
                  <a:pt x="241585" y="401455"/>
                </a:cubicBezTo>
                <a:lnTo>
                  <a:pt x="241585" y="370574"/>
                </a:lnTo>
                <a:lnTo>
                  <a:pt x="130776" y="370574"/>
                </a:lnTo>
                <a:cubicBezTo>
                  <a:pt x="103035" y="370612"/>
                  <a:pt x="80504" y="347568"/>
                  <a:pt x="80542" y="319157"/>
                </a:cubicBezTo>
                <a:lnTo>
                  <a:pt x="80542" y="123525"/>
                </a:lnTo>
                <a:close/>
                <a:moveTo>
                  <a:pt x="171121" y="226475"/>
                </a:moveTo>
                <a:cubicBezTo>
                  <a:pt x="160025" y="226475"/>
                  <a:pt x="151004" y="217249"/>
                  <a:pt x="151004" y="205900"/>
                </a:cubicBezTo>
                <a:cubicBezTo>
                  <a:pt x="151004" y="194513"/>
                  <a:pt x="160025" y="185287"/>
                  <a:pt x="171121" y="185287"/>
                </a:cubicBezTo>
                <a:lnTo>
                  <a:pt x="271779" y="185287"/>
                </a:lnTo>
                <a:cubicBezTo>
                  <a:pt x="282912" y="185287"/>
                  <a:pt x="291895" y="194513"/>
                  <a:pt x="291895" y="205900"/>
                </a:cubicBezTo>
                <a:cubicBezTo>
                  <a:pt x="291895" y="217249"/>
                  <a:pt x="282912" y="226475"/>
                  <a:pt x="271779" y="226475"/>
                </a:cubicBezTo>
                <a:lnTo>
                  <a:pt x="171121" y="226475"/>
                </a:lnTo>
                <a:close/>
                <a:moveTo>
                  <a:pt x="171121" y="288237"/>
                </a:moveTo>
                <a:cubicBezTo>
                  <a:pt x="160025" y="288237"/>
                  <a:pt x="151004" y="279011"/>
                  <a:pt x="151004" y="267663"/>
                </a:cubicBezTo>
                <a:cubicBezTo>
                  <a:pt x="151004" y="256275"/>
                  <a:pt x="160025" y="247049"/>
                  <a:pt x="171121" y="247049"/>
                </a:cubicBezTo>
                <a:lnTo>
                  <a:pt x="231508" y="247049"/>
                </a:lnTo>
                <a:cubicBezTo>
                  <a:pt x="242643" y="247049"/>
                  <a:pt x="251662" y="256275"/>
                  <a:pt x="251662" y="267663"/>
                </a:cubicBezTo>
                <a:cubicBezTo>
                  <a:pt x="251662" y="279011"/>
                  <a:pt x="242643" y="288237"/>
                  <a:pt x="231508" y="288237"/>
                </a:cubicBezTo>
                <a:lnTo>
                  <a:pt x="171121" y="288237"/>
                </a:lnTo>
                <a:close/>
                <a:moveTo>
                  <a:pt x="261702" y="102950"/>
                </a:moveTo>
                <a:lnTo>
                  <a:pt x="293631" y="102950"/>
                </a:lnTo>
                <a:lnTo>
                  <a:pt x="261702" y="70293"/>
                </a:lnTo>
                <a:lnTo>
                  <a:pt x="261702" y="102950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56BABF-F12E-4805-AE9E-5AD67591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8176" y="1169998"/>
            <a:ext cx="561657" cy="634129"/>
          </a:xfrm>
          <a:custGeom xmlns:a="http://schemas.openxmlformats.org/drawingml/2006/main">
            <a:pathLst>
              <a:path w="561657" h="634129">
                <a:moveTo>
                  <a:pt x="381124" y="634129"/>
                </a:moveTo>
                <a:cubicBezTo>
                  <a:pt x="281430" y="634129"/>
                  <a:pt x="200591" y="554269"/>
                  <a:pt x="200591" y="455780"/>
                </a:cubicBezTo>
                <a:cubicBezTo>
                  <a:pt x="200591" y="357292"/>
                  <a:pt x="281430" y="277432"/>
                  <a:pt x="381124" y="277432"/>
                </a:cubicBezTo>
                <a:cubicBezTo>
                  <a:pt x="480819" y="277432"/>
                  <a:pt x="561657" y="357292"/>
                  <a:pt x="561657" y="455780"/>
                </a:cubicBezTo>
                <a:cubicBezTo>
                  <a:pt x="561657" y="554269"/>
                  <a:pt x="480819" y="634129"/>
                  <a:pt x="381124" y="634129"/>
                </a:cubicBezTo>
                <a:close/>
                <a:moveTo>
                  <a:pt x="381124" y="356698"/>
                </a:moveTo>
                <a:cubicBezTo>
                  <a:pt x="325711" y="356698"/>
                  <a:pt x="280829" y="401038"/>
                  <a:pt x="280829" y="455780"/>
                </a:cubicBezTo>
                <a:cubicBezTo>
                  <a:pt x="280829" y="510524"/>
                  <a:pt x="325711" y="554863"/>
                  <a:pt x="381124" y="554863"/>
                </a:cubicBezTo>
                <a:cubicBezTo>
                  <a:pt x="436538" y="554863"/>
                  <a:pt x="481420" y="510524"/>
                  <a:pt x="481420" y="455780"/>
                </a:cubicBezTo>
                <a:cubicBezTo>
                  <a:pt x="481420" y="401038"/>
                  <a:pt x="436538" y="356698"/>
                  <a:pt x="381124" y="356698"/>
                </a:cubicBezTo>
                <a:close/>
                <a:moveTo>
                  <a:pt x="401185" y="515230"/>
                </a:moveTo>
                <a:lnTo>
                  <a:pt x="361066" y="515230"/>
                </a:lnTo>
                <a:lnTo>
                  <a:pt x="361066" y="475597"/>
                </a:lnTo>
                <a:lnTo>
                  <a:pt x="320947" y="475597"/>
                </a:lnTo>
                <a:lnTo>
                  <a:pt x="320947" y="435964"/>
                </a:lnTo>
                <a:lnTo>
                  <a:pt x="361066" y="435964"/>
                </a:lnTo>
                <a:lnTo>
                  <a:pt x="361066" y="396331"/>
                </a:lnTo>
                <a:lnTo>
                  <a:pt x="401185" y="396331"/>
                </a:lnTo>
                <a:lnTo>
                  <a:pt x="401185" y="435964"/>
                </a:lnTo>
                <a:lnTo>
                  <a:pt x="441301" y="435964"/>
                </a:lnTo>
                <a:lnTo>
                  <a:pt x="441301" y="475597"/>
                </a:lnTo>
                <a:lnTo>
                  <a:pt x="401185" y="475597"/>
                </a:lnTo>
                <a:lnTo>
                  <a:pt x="401185" y="515230"/>
                </a:lnTo>
                <a:close/>
                <a:moveTo>
                  <a:pt x="481420" y="210551"/>
                </a:moveTo>
                <a:lnTo>
                  <a:pt x="481420" y="262618"/>
                </a:lnTo>
                <a:cubicBezTo>
                  <a:pt x="475403" y="259547"/>
                  <a:pt x="469585" y="256277"/>
                  <a:pt x="463268" y="253751"/>
                </a:cubicBezTo>
                <a:cubicBezTo>
                  <a:pt x="474850" y="240969"/>
                  <a:pt x="481420" y="226553"/>
                  <a:pt x="481420" y="210551"/>
                </a:cubicBezTo>
                <a:close/>
                <a:moveTo>
                  <a:pt x="413570" y="241018"/>
                </a:moveTo>
                <a:cubicBezTo>
                  <a:pt x="402889" y="239483"/>
                  <a:pt x="392258" y="237798"/>
                  <a:pt x="381124" y="237798"/>
                </a:cubicBezTo>
                <a:cubicBezTo>
                  <a:pt x="336293" y="237798"/>
                  <a:pt x="292513" y="251372"/>
                  <a:pt x="255704" y="276689"/>
                </a:cubicBezTo>
                <a:cubicBezTo>
                  <a:pt x="250640" y="276837"/>
                  <a:pt x="245825" y="277432"/>
                  <a:pt x="240710" y="277432"/>
                </a:cubicBezTo>
                <a:cubicBezTo>
                  <a:pt x="107818" y="277432"/>
                  <a:pt x="0" y="224224"/>
                  <a:pt x="0" y="158532"/>
                </a:cubicBezTo>
                <a:lnTo>
                  <a:pt x="0" y="118899"/>
                </a:lnTo>
                <a:cubicBezTo>
                  <a:pt x="0" y="53207"/>
                  <a:pt x="107818" y="0"/>
                  <a:pt x="240710" y="0"/>
                </a:cubicBezTo>
                <a:cubicBezTo>
                  <a:pt x="373602" y="0"/>
                  <a:pt x="481420" y="53207"/>
                  <a:pt x="481420" y="118899"/>
                </a:cubicBezTo>
                <a:lnTo>
                  <a:pt x="481420" y="158532"/>
                </a:lnTo>
                <a:cubicBezTo>
                  <a:pt x="481420" y="190636"/>
                  <a:pt x="455444" y="219666"/>
                  <a:pt x="413570" y="241018"/>
                </a:cubicBezTo>
                <a:close/>
                <a:moveTo>
                  <a:pt x="213129" y="315974"/>
                </a:moveTo>
                <a:cubicBezTo>
                  <a:pt x="194373" y="337971"/>
                  <a:pt x="180281" y="363336"/>
                  <a:pt x="171606" y="390732"/>
                </a:cubicBezTo>
                <a:cubicBezTo>
                  <a:pt x="72615" y="376019"/>
                  <a:pt x="0" y="331135"/>
                  <a:pt x="0" y="277432"/>
                </a:cubicBezTo>
                <a:lnTo>
                  <a:pt x="0" y="210551"/>
                </a:lnTo>
                <a:cubicBezTo>
                  <a:pt x="0" y="271585"/>
                  <a:pt x="93326" y="310674"/>
                  <a:pt x="213129" y="315974"/>
                </a:cubicBezTo>
                <a:close/>
                <a:moveTo>
                  <a:pt x="163031" y="430514"/>
                </a:moveTo>
                <a:cubicBezTo>
                  <a:pt x="162027" y="438887"/>
                  <a:pt x="160473" y="447111"/>
                  <a:pt x="160473" y="455780"/>
                </a:cubicBezTo>
                <a:cubicBezTo>
                  <a:pt x="160473" y="474309"/>
                  <a:pt x="163533" y="491946"/>
                  <a:pt x="167946" y="509087"/>
                </a:cubicBezTo>
                <a:cubicBezTo>
                  <a:pt x="70809" y="493779"/>
                  <a:pt x="0" y="449390"/>
                  <a:pt x="0" y="396331"/>
                </a:cubicBezTo>
                <a:lnTo>
                  <a:pt x="0" y="329450"/>
                </a:lnTo>
                <a:cubicBezTo>
                  <a:pt x="0" y="381617"/>
                  <a:pt x="68452" y="417683"/>
                  <a:pt x="163031" y="430514"/>
                </a:cubicBezTo>
                <a:close/>
                <a:moveTo>
                  <a:pt x="184042" y="551990"/>
                </a:moveTo>
                <a:cubicBezTo>
                  <a:pt x="200392" y="584538"/>
                  <a:pt x="224212" y="612628"/>
                  <a:pt x="254000" y="633485"/>
                </a:cubicBezTo>
                <a:cubicBezTo>
                  <a:pt x="249537" y="633584"/>
                  <a:pt x="245223" y="634129"/>
                  <a:pt x="240710" y="634129"/>
                </a:cubicBezTo>
                <a:cubicBezTo>
                  <a:pt x="107818" y="634129"/>
                  <a:pt x="0" y="580922"/>
                  <a:pt x="0" y="515230"/>
                </a:cubicBezTo>
                <a:lnTo>
                  <a:pt x="0" y="448349"/>
                </a:lnTo>
                <a:cubicBezTo>
                  <a:pt x="0" y="504331"/>
                  <a:pt x="78581" y="542032"/>
                  <a:pt x="184042" y="55199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51AE3-F807-4AF1-974F-D7D71F6D1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4676" y="1242470"/>
            <a:ext cx="507843" cy="597893"/>
          </a:xfrm>
          <a:custGeom xmlns:a="http://schemas.openxmlformats.org/drawingml/2006/main">
            <a:pathLst>
              <a:path w="507843" h="597893">
                <a:moveTo>
                  <a:pt x="545" y="386618"/>
                </a:moveTo>
                <a:cubicBezTo>
                  <a:pt x="10255" y="432835"/>
                  <a:pt x="120457" y="469619"/>
                  <a:pt x="253960" y="469619"/>
                </a:cubicBezTo>
                <a:cubicBezTo>
                  <a:pt x="387949" y="469619"/>
                  <a:pt x="497666" y="432835"/>
                  <a:pt x="507376" y="386618"/>
                </a:cubicBezTo>
                <a:lnTo>
                  <a:pt x="507376" y="508290"/>
                </a:lnTo>
                <a:cubicBezTo>
                  <a:pt x="507376" y="557808"/>
                  <a:pt x="394262" y="597893"/>
                  <a:pt x="253960" y="597893"/>
                </a:cubicBezTo>
                <a:cubicBezTo>
                  <a:pt x="114145" y="597893"/>
                  <a:pt x="545" y="557808"/>
                  <a:pt x="545" y="508290"/>
                </a:cubicBezTo>
                <a:lnTo>
                  <a:pt x="545" y="386618"/>
                </a:lnTo>
                <a:close/>
                <a:moveTo>
                  <a:pt x="486" y="213095"/>
                </a:moveTo>
                <a:cubicBezTo>
                  <a:pt x="10195" y="259312"/>
                  <a:pt x="120407" y="296097"/>
                  <a:pt x="253922" y="296097"/>
                </a:cubicBezTo>
                <a:cubicBezTo>
                  <a:pt x="387922" y="296097"/>
                  <a:pt x="497648" y="259312"/>
                  <a:pt x="507358" y="213095"/>
                </a:cubicBezTo>
                <a:cubicBezTo>
                  <a:pt x="507843" y="215454"/>
                  <a:pt x="507358" y="334766"/>
                  <a:pt x="507358" y="334766"/>
                </a:cubicBezTo>
                <a:cubicBezTo>
                  <a:pt x="507358" y="384285"/>
                  <a:pt x="394235" y="424370"/>
                  <a:pt x="253922" y="424370"/>
                </a:cubicBezTo>
                <a:cubicBezTo>
                  <a:pt x="114094" y="424370"/>
                  <a:pt x="486" y="384285"/>
                  <a:pt x="486" y="334766"/>
                </a:cubicBezTo>
                <a:cubicBezTo>
                  <a:pt x="486" y="334766"/>
                  <a:pt x="0" y="215454"/>
                  <a:pt x="486" y="213095"/>
                </a:cubicBezTo>
                <a:close/>
                <a:moveTo>
                  <a:pt x="253960" y="0"/>
                </a:moveTo>
                <a:cubicBezTo>
                  <a:pt x="394262" y="0"/>
                  <a:pt x="507376" y="40077"/>
                  <a:pt x="507376" y="89586"/>
                </a:cubicBezTo>
                <a:lnTo>
                  <a:pt x="507376" y="163611"/>
                </a:lnTo>
                <a:cubicBezTo>
                  <a:pt x="507376" y="213118"/>
                  <a:pt x="394262" y="253197"/>
                  <a:pt x="253960" y="253197"/>
                </a:cubicBezTo>
                <a:cubicBezTo>
                  <a:pt x="114145" y="253197"/>
                  <a:pt x="545" y="213118"/>
                  <a:pt x="545" y="163611"/>
                </a:cubicBezTo>
                <a:lnTo>
                  <a:pt x="545" y="89586"/>
                </a:lnTo>
                <a:cubicBezTo>
                  <a:pt x="545" y="40077"/>
                  <a:pt x="114145" y="0"/>
                  <a:pt x="253960" y="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Text PVSet">
            <a:extLst xmlns:a="http://schemas.openxmlformats.org/drawingml/2006/main">
              <a:ext uri="{FF2B5EF4-FFF2-40B4-BE49-F238E27FC236}">
                <a16:creationId xmlns:a16="http://schemas.microsoft.com/office/drawing/2014/main" id="{509C5730-6403-4862-AE69-024AF85E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2669" y="970550"/>
            <a:ext cx="611057" cy="147624"/>
          </a:xfrm>
          <a:custGeom xmlns:a="http://schemas.openxmlformats.org/drawingml/2006/main">
            <a:pathLst>
              <a:path w="611057" h="147624">
                <a:moveTo>
                  <a:pt x="0" y="145094"/>
                </a:moveTo>
                <a:lnTo>
                  <a:pt x="0" y="2433"/>
                </a:lnTo>
                <a:lnTo>
                  <a:pt x="46224" y="2433"/>
                </a:lnTo>
                <a:cubicBezTo>
                  <a:pt x="63740" y="2433"/>
                  <a:pt x="75158" y="3146"/>
                  <a:pt x="80478" y="4574"/>
                </a:cubicBezTo>
                <a:cubicBezTo>
                  <a:pt x="88652" y="6715"/>
                  <a:pt x="95497" y="11369"/>
                  <a:pt x="101011" y="18538"/>
                </a:cubicBezTo>
                <a:cubicBezTo>
                  <a:pt x="106526" y="25707"/>
                  <a:pt x="109283" y="34968"/>
                  <a:pt x="109283" y="46321"/>
                </a:cubicBezTo>
                <a:cubicBezTo>
                  <a:pt x="109283" y="55079"/>
                  <a:pt x="107693" y="62443"/>
                  <a:pt x="104515" y="68411"/>
                </a:cubicBezTo>
                <a:cubicBezTo>
                  <a:pt x="101336" y="74380"/>
                  <a:pt x="97297" y="79067"/>
                  <a:pt x="92399" y="82473"/>
                </a:cubicBezTo>
                <a:cubicBezTo>
                  <a:pt x="87501" y="85879"/>
                  <a:pt x="82522" y="88133"/>
                  <a:pt x="77461" y="89236"/>
                </a:cubicBezTo>
                <a:cubicBezTo>
                  <a:pt x="70585" y="90599"/>
                  <a:pt x="60626" y="91280"/>
                  <a:pt x="47586" y="91280"/>
                </a:cubicBezTo>
                <a:lnTo>
                  <a:pt x="28805" y="91280"/>
                </a:lnTo>
                <a:lnTo>
                  <a:pt x="28805" y="145094"/>
                </a:lnTo>
                <a:lnTo>
                  <a:pt x="0" y="145094"/>
                </a:lnTo>
                <a:moveTo>
                  <a:pt x="28805" y="26567"/>
                </a:moveTo>
                <a:lnTo>
                  <a:pt x="28805" y="67049"/>
                </a:lnTo>
                <a:lnTo>
                  <a:pt x="44570" y="67049"/>
                </a:lnTo>
                <a:cubicBezTo>
                  <a:pt x="55923" y="67049"/>
                  <a:pt x="63513" y="66303"/>
                  <a:pt x="67341" y="64811"/>
                </a:cubicBezTo>
                <a:cubicBezTo>
                  <a:pt x="71169" y="63319"/>
                  <a:pt x="74169" y="60983"/>
                  <a:pt x="76342" y="57804"/>
                </a:cubicBezTo>
                <a:cubicBezTo>
                  <a:pt x="78516" y="54625"/>
                  <a:pt x="79602" y="50927"/>
                  <a:pt x="79602" y="46710"/>
                </a:cubicBezTo>
                <a:cubicBezTo>
                  <a:pt x="79602" y="41520"/>
                  <a:pt x="78078" y="37239"/>
                  <a:pt x="75029" y="33865"/>
                </a:cubicBezTo>
                <a:cubicBezTo>
                  <a:pt x="71979" y="30492"/>
                  <a:pt x="68119" y="28383"/>
                  <a:pt x="63448" y="27540"/>
                </a:cubicBezTo>
                <a:cubicBezTo>
                  <a:pt x="60010" y="26891"/>
                  <a:pt x="53101" y="26567"/>
                  <a:pt x="42721" y="26567"/>
                </a:cubicBezTo>
                <a:lnTo>
                  <a:pt x="28805" y="26567"/>
                </a:lnTo>
                <a:close/>
                <a:moveTo>
                  <a:pt x="163228" y="145094"/>
                </a:moveTo>
                <a:lnTo>
                  <a:pt x="112236" y="2433"/>
                </a:lnTo>
                <a:lnTo>
                  <a:pt x="143474" y="2433"/>
                </a:lnTo>
                <a:lnTo>
                  <a:pt x="179577" y="108018"/>
                </a:lnTo>
                <a:lnTo>
                  <a:pt x="214513" y="2433"/>
                </a:lnTo>
                <a:lnTo>
                  <a:pt x="245069" y="2433"/>
                </a:lnTo>
                <a:lnTo>
                  <a:pt x="193980" y="145094"/>
                </a:lnTo>
                <a:lnTo>
                  <a:pt x="163228" y="145094"/>
                </a:lnTo>
                <a:close/>
                <a:moveTo>
                  <a:pt x="318793" y="98676"/>
                </a:moveTo>
                <a:lnTo>
                  <a:pt x="346819" y="95951"/>
                </a:lnTo>
                <a:cubicBezTo>
                  <a:pt x="348506" y="105358"/>
                  <a:pt x="351928" y="112267"/>
                  <a:pt x="357086" y="116679"/>
                </a:cubicBezTo>
                <a:cubicBezTo>
                  <a:pt x="362244" y="121090"/>
                  <a:pt x="369201" y="123296"/>
                  <a:pt x="377960" y="123296"/>
                </a:cubicBezTo>
                <a:cubicBezTo>
                  <a:pt x="387237" y="123296"/>
                  <a:pt x="394227" y="121334"/>
                  <a:pt x="398931" y="117409"/>
                </a:cubicBezTo>
                <a:cubicBezTo>
                  <a:pt x="403634" y="113484"/>
                  <a:pt x="405986" y="108894"/>
                  <a:pt x="405986" y="103639"/>
                </a:cubicBezTo>
                <a:cubicBezTo>
                  <a:pt x="405986" y="100265"/>
                  <a:pt x="404997" y="97394"/>
                  <a:pt x="403018" y="95027"/>
                </a:cubicBezTo>
                <a:cubicBezTo>
                  <a:pt x="401039" y="92659"/>
                  <a:pt x="397585" y="90599"/>
                  <a:pt x="392654" y="88847"/>
                </a:cubicBezTo>
                <a:cubicBezTo>
                  <a:pt x="389280" y="87679"/>
                  <a:pt x="381593" y="85603"/>
                  <a:pt x="369591" y="82619"/>
                </a:cubicBezTo>
                <a:cubicBezTo>
                  <a:pt x="354150" y="78791"/>
                  <a:pt x="343316" y="74088"/>
                  <a:pt x="337088" y="68509"/>
                </a:cubicBezTo>
                <a:cubicBezTo>
                  <a:pt x="328330" y="60659"/>
                  <a:pt x="323951" y="51090"/>
                  <a:pt x="323951" y="39801"/>
                </a:cubicBezTo>
                <a:cubicBezTo>
                  <a:pt x="323951" y="32535"/>
                  <a:pt x="326011" y="25739"/>
                  <a:pt x="330130" y="19414"/>
                </a:cubicBezTo>
                <a:cubicBezTo>
                  <a:pt x="334250" y="13089"/>
                  <a:pt x="340186" y="8272"/>
                  <a:pt x="347938" y="4963"/>
                </a:cubicBezTo>
                <a:cubicBezTo>
                  <a:pt x="355691" y="1654"/>
                  <a:pt x="365049" y="0"/>
                  <a:pt x="376013" y="0"/>
                </a:cubicBezTo>
                <a:cubicBezTo>
                  <a:pt x="393919" y="0"/>
                  <a:pt x="407397" y="3925"/>
                  <a:pt x="416447" y="11775"/>
                </a:cubicBezTo>
                <a:cubicBezTo>
                  <a:pt x="425497" y="19625"/>
                  <a:pt x="430249" y="30102"/>
                  <a:pt x="430703" y="43207"/>
                </a:cubicBezTo>
                <a:lnTo>
                  <a:pt x="401899" y="44472"/>
                </a:lnTo>
                <a:cubicBezTo>
                  <a:pt x="400666" y="37141"/>
                  <a:pt x="398022" y="31870"/>
                  <a:pt x="393968" y="28659"/>
                </a:cubicBezTo>
                <a:cubicBezTo>
                  <a:pt x="389913" y="25447"/>
                  <a:pt x="383831" y="23842"/>
                  <a:pt x="375721" y="23842"/>
                </a:cubicBezTo>
                <a:cubicBezTo>
                  <a:pt x="367352" y="23842"/>
                  <a:pt x="360800" y="25561"/>
                  <a:pt x="356064" y="28999"/>
                </a:cubicBezTo>
                <a:cubicBezTo>
                  <a:pt x="353015" y="31205"/>
                  <a:pt x="351490" y="34157"/>
                  <a:pt x="351490" y="37855"/>
                </a:cubicBezTo>
                <a:cubicBezTo>
                  <a:pt x="351490" y="41228"/>
                  <a:pt x="352918" y="44115"/>
                  <a:pt x="355772" y="46516"/>
                </a:cubicBezTo>
                <a:cubicBezTo>
                  <a:pt x="359405" y="49565"/>
                  <a:pt x="368228" y="52744"/>
                  <a:pt x="382241" y="56053"/>
                </a:cubicBezTo>
                <a:cubicBezTo>
                  <a:pt x="396255" y="59361"/>
                  <a:pt x="406618" y="62783"/>
                  <a:pt x="413333" y="66319"/>
                </a:cubicBezTo>
                <a:cubicBezTo>
                  <a:pt x="420048" y="69855"/>
                  <a:pt x="425303" y="74688"/>
                  <a:pt x="429098" y="80819"/>
                </a:cubicBezTo>
                <a:cubicBezTo>
                  <a:pt x="432893" y="86949"/>
                  <a:pt x="434791" y="94524"/>
                  <a:pt x="434791" y="103541"/>
                </a:cubicBezTo>
                <a:cubicBezTo>
                  <a:pt x="434791" y="111716"/>
                  <a:pt x="432520" y="119371"/>
                  <a:pt x="427979" y="126507"/>
                </a:cubicBezTo>
                <a:cubicBezTo>
                  <a:pt x="423437" y="133644"/>
                  <a:pt x="417015" y="138947"/>
                  <a:pt x="408711" y="142418"/>
                </a:cubicBezTo>
                <a:cubicBezTo>
                  <a:pt x="400407" y="145889"/>
                  <a:pt x="390059" y="147624"/>
                  <a:pt x="377668" y="147624"/>
                </a:cubicBezTo>
                <a:cubicBezTo>
                  <a:pt x="359632" y="147624"/>
                  <a:pt x="345781" y="143456"/>
                  <a:pt x="336115" y="135120"/>
                </a:cubicBezTo>
                <a:cubicBezTo>
                  <a:pt x="326448" y="126783"/>
                  <a:pt x="320675" y="114635"/>
                  <a:pt x="318793" y="98676"/>
                </a:cubicBezTo>
                <a:close/>
                <a:moveTo>
                  <a:pt x="512578" y="112202"/>
                </a:moveTo>
                <a:lnTo>
                  <a:pt x="539825" y="116776"/>
                </a:lnTo>
                <a:cubicBezTo>
                  <a:pt x="536322" y="126767"/>
                  <a:pt x="530792" y="134374"/>
                  <a:pt x="523234" y="139596"/>
                </a:cubicBezTo>
                <a:cubicBezTo>
                  <a:pt x="515676" y="144819"/>
                  <a:pt x="506220" y="147430"/>
                  <a:pt x="494867" y="147430"/>
                </a:cubicBezTo>
                <a:cubicBezTo>
                  <a:pt x="476896" y="147430"/>
                  <a:pt x="463597" y="141559"/>
                  <a:pt x="454968" y="129816"/>
                </a:cubicBezTo>
                <a:cubicBezTo>
                  <a:pt x="448156" y="120409"/>
                  <a:pt x="444750" y="108537"/>
                  <a:pt x="444750" y="94199"/>
                </a:cubicBezTo>
                <a:cubicBezTo>
                  <a:pt x="444750" y="77072"/>
                  <a:pt x="449227" y="63659"/>
                  <a:pt x="458180" y="53960"/>
                </a:cubicBezTo>
                <a:cubicBezTo>
                  <a:pt x="467132" y="44261"/>
                  <a:pt x="478453" y="39412"/>
                  <a:pt x="492142" y="39412"/>
                </a:cubicBezTo>
                <a:cubicBezTo>
                  <a:pt x="507517" y="39412"/>
                  <a:pt x="519649" y="44488"/>
                  <a:pt x="528537" y="54641"/>
                </a:cubicBezTo>
                <a:cubicBezTo>
                  <a:pt x="537425" y="64794"/>
                  <a:pt x="541674" y="80348"/>
                  <a:pt x="541285" y="101303"/>
                </a:cubicBezTo>
                <a:lnTo>
                  <a:pt x="472777" y="101303"/>
                </a:lnTo>
                <a:cubicBezTo>
                  <a:pt x="472971" y="109413"/>
                  <a:pt x="475177" y="115722"/>
                  <a:pt x="479394" y="120231"/>
                </a:cubicBezTo>
                <a:cubicBezTo>
                  <a:pt x="483611" y="124740"/>
                  <a:pt x="488866" y="126994"/>
                  <a:pt x="495159" y="126994"/>
                </a:cubicBezTo>
                <a:cubicBezTo>
                  <a:pt x="499440" y="126994"/>
                  <a:pt x="503041" y="125826"/>
                  <a:pt x="505960" y="123491"/>
                </a:cubicBezTo>
                <a:cubicBezTo>
                  <a:pt x="508880" y="121155"/>
                  <a:pt x="511086" y="117392"/>
                  <a:pt x="512578" y="112202"/>
                </a:cubicBezTo>
                <a:moveTo>
                  <a:pt x="514135" y="84565"/>
                </a:moveTo>
                <a:cubicBezTo>
                  <a:pt x="513940" y="76651"/>
                  <a:pt x="511897" y="70633"/>
                  <a:pt x="508004" y="66514"/>
                </a:cubicBezTo>
                <a:cubicBezTo>
                  <a:pt x="504111" y="62394"/>
                  <a:pt x="499376" y="60334"/>
                  <a:pt x="493796" y="60334"/>
                </a:cubicBezTo>
                <a:cubicBezTo>
                  <a:pt x="487828" y="60334"/>
                  <a:pt x="482897" y="62508"/>
                  <a:pt x="479005" y="66854"/>
                </a:cubicBezTo>
                <a:cubicBezTo>
                  <a:pt x="475112" y="71201"/>
                  <a:pt x="473198" y="77105"/>
                  <a:pt x="473263" y="84565"/>
                </a:cubicBezTo>
                <a:lnTo>
                  <a:pt x="514135" y="84565"/>
                </a:lnTo>
                <a:close/>
                <a:moveTo>
                  <a:pt x="608819" y="41747"/>
                </a:moveTo>
                <a:lnTo>
                  <a:pt x="608819" y="63546"/>
                </a:lnTo>
                <a:lnTo>
                  <a:pt x="590135" y="63546"/>
                </a:lnTo>
                <a:lnTo>
                  <a:pt x="590135" y="105196"/>
                </a:lnTo>
                <a:cubicBezTo>
                  <a:pt x="590135" y="113630"/>
                  <a:pt x="590313" y="118544"/>
                  <a:pt x="590670" y="119939"/>
                </a:cubicBezTo>
                <a:cubicBezTo>
                  <a:pt x="591027" y="121334"/>
                  <a:pt x="591838" y="122485"/>
                  <a:pt x="593103" y="123393"/>
                </a:cubicBezTo>
                <a:cubicBezTo>
                  <a:pt x="594368" y="124302"/>
                  <a:pt x="595909" y="124756"/>
                  <a:pt x="597725" y="124756"/>
                </a:cubicBezTo>
                <a:cubicBezTo>
                  <a:pt x="600255" y="124756"/>
                  <a:pt x="603921" y="123880"/>
                  <a:pt x="608722" y="122128"/>
                </a:cubicBezTo>
                <a:lnTo>
                  <a:pt x="611057" y="143343"/>
                </a:lnTo>
                <a:cubicBezTo>
                  <a:pt x="604699" y="146067"/>
                  <a:pt x="597498" y="147430"/>
                  <a:pt x="589454" y="147430"/>
                </a:cubicBezTo>
                <a:cubicBezTo>
                  <a:pt x="584523" y="147430"/>
                  <a:pt x="580079" y="146603"/>
                  <a:pt x="576122" y="144948"/>
                </a:cubicBezTo>
                <a:cubicBezTo>
                  <a:pt x="572164" y="143294"/>
                  <a:pt x="569261" y="141153"/>
                  <a:pt x="567412" y="138526"/>
                </a:cubicBezTo>
                <a:cubicBezTo>
                  <a:pt x="565563" y="135898"/>
                  <a:pt x="564282" y="132346"/>
                  <a:pt x="563568" y="127870"/>
                </a:cubicBezTo>
                <a:cubicBezTo>
                  <a:pt x="562984" y="124691"/>
                  <a:pt x="562692" y="118268"/>
                  <a:pt x="562692" y="108602"/>
                </a:cubicBezTo>
                <a:lnTo>
                  <a:pt x="562692" y="63546"/>
                </a:lnTo>
                <a:lnTo>
                  <a:pt x="550139" y="63546"/>
                </a:lnTo>
                <a:lnTo>
                  <a:pt x="550139" y="41747"/>
                </a:lnTo>
                <a:lnTo>
                  <a:pt x="562692" y="41747"/>
                </a:lnTo>
                <a:lnTo>
                  <a:pt x="562692" y="21214"/>
                </a:lnTo>
                <a:lnTo>
                  <a:pt x="590135" y="5255"/>
                </a:lnTo>
                <a:lnTo>
                  <a:pt x="590135" y="41747"/>
                </a:lnTo>
                <a:lnTo>
                  <a:pt x="608819" y="41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239A0-2EAC-442B-8F82-80F5F539E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0972" y="1360237"/>
            <a:ext cx="1793680" cy="525421"/>
          </a:xfrm>
          <a:custGeom xmlns:a="http://schemas.openxmlformats.org/drawingml/2006/main">
            <a:pathLst>
              <a:path w="1793680" h="525421" fill="none">
                <a:moveTo>
                  <a:pt x="0" y="87572"/>
                </a:moveTo>
                <a:cubicBezTo>
                  <a:pt x="0" y="39207"/>
                  <a:pt x="39207" y="0"/>
                  <a:pt x="87571" y="0"/>
                </a:cubicBezTo>
                <a:lnTo>
                  <a:pt x="1706109" y="0"/>
                </a:lnTo>
                <a:cubicBezTo>
                  <a:pt x="1754472" y="0"/>
                  <a:pt x="1793680" y="39207"/>
                  <a:pt x="1793680" y="87572"/>
                </a:cubicBezTo>
                <a:lnTo>
                  <a:pt x="1793680" y="437850"/>
                </a:lnTo>
                <a:cubicBezTo>
                  <a:pt x="1793680" y="486214"/>
                  <a:pt x="1754472" y="525421"/>
                  <a:pt x="1706109" y="525421"/>
                </a:cubicBezTo>
                <a:lnTo>
                  <a:pt x="87571" y="525421"/>
                </a:lnTo>
                <a:cubicBezTo>
                  <a:pt x="39207" y="525421"/>
                  <a:pt x="0" y="486214"/>
                  <a:pt x="0" y="437850"/>
                </a:cubicBezTo>
                <a:lnTo>
                  <a:pt x="0" y="87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30" name="Text PVDetector">
            <a:extLst xmlns:a="http://schemas.openxmlformats.org/drawingml/2006/main">
              <a:ext uri="{FF2B5EF4-FFF2-40B4-BE49-F238E27FC236}">
                <a16:creationId xmlns:a16="http://schemas.microsoft.com/office/drawing/2014/main" id="{CCD7B5A5-E384-46EB-A69F-EAD1429E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1070" y="1552758"/>
            <a:ext cx="1134423" cy="144997"/>
          </a:xfrm>
          <a:custGeom xmlns:a="http://schemas.openxmlformats.org/drawingml/2006/main">
            <a:pathLst>
              <a:path w="1134423" h="144997">
                <a:moveTo>
                  <a:pt x="0" y="142661"/>
                </a:moveTo>
                <a:lnTo>
                  <a:pt x="0" y="0"/>
                </a:lnTo>
                <a:lnTo>
                  <a:pt x="46224" y="0"/>
                </a:lnTo>
                <a:cubicBezTo>
                  <a:pt x="63740" y="0"/>
                  <a:pt x="75158" y="714"/>
                  <a:pt x="80478" y="2141"/>
                </a:cubicBezTo>
                <a:cubicBezTo>
                  <a:pt x="88652" y="4282"/>
                  <a:pt x="95497" y="8937"/>
                  <a:pt x="101011" y="16105"/>
                </a:cubicBezTo>
                <a:cubicBezTo>
                  <a:pt x="106526" y="23274"/>
                  <a:pt x="109283" y="32535"/>
                  <a:pt x="109283" y="43888"/>
                </a:cubicBezTo>
                <a:cubicBezTo>
                  <a:pt x="109283" y="52647"/>
                  <a:pt x="107693" y="60010"/>
                  <a:pt x="104515" y="65978"/>
                </a:cubicBezTo>
                <a:cubicBezTo>
                  <a:pt x="101336" y="71947"/>
                  <a:pt x="97297" y="76634"/>
                  <a:pt x="92399" y="80040"/>
                </a:cubicBezTo>
                <a:cubicBezTo>
                  <a:pt x="87501" y="83446"/>
                  <a:pt x="82522" y="85701"/>
                  <a:pt x="77461" y="86804"/>
                </a:cubicBezTo>
                <a:cubicBezTo>
                  <a:pt x="70585" y="88166"/>
                  <a:pt x="60626" y="88847"/>
                  <a:pt x="47586" y="88847"/>
                </a:cubicBezTo>
                <a:lnTo>
                  <a:pt x="28805" y="88847"/>
                </a:lnTo>
                <a:lnTo>
                  <a:pt x="28805" y="142661"/>
                </a:lnTo>
                <a:lnTo>
                  <a:pt x="0" y="142661"/>
                </a:lnTo>
                <a:moveTo>
                  <a:pt x="28805" y="24134"/>
                </a:moveTo>
                <a:lnTo>
                  <a:pt x="28805" y="64616"/>
                </a:lnTo>
                <a:lnTo>
                  <a:pt x="44570" y="64616"/>
                </a:lnTo>
                <a:cubicBezTo>
                  <a:pt x="55923" y="64616"/>
                  <a:pt x="63513" y="63870"/>
                  <a:pt x="67341" y="62378"/>
                </a:cubicBezTo>
                <a:cubicBezTo>
                  <a:pt x="71169" y="60886"/>
                  <a:pt x="74169" y="58550"/>
                  <a:pt x="76342" y="55371"/>
                </a:cubicBezTo>
                <a:cubicBezTo>
                  <a:pt x="78516" y="52192"/>
                  <a:pt x="79602" y="48494"/>
                  <a:pt x="79602" y="44278"/>
                </a:cubicBezTo>
                <a:cubicBezTo>
                  <a:pt x="79602" y="39088"/>
                  <a:pt x="78078" y="34806"/>
                  <a:pt x="75029" y="31432"/>
                </a:cubicBezTo>
                <a:cubicBezTo>
                  <a:pt x="71979" y="28059"/>
                  <a:pt x="68119" y="25950"/>
                  <a:pt x="63448" y="25107"/>
                </a:cubicBezTo>
                <a:cubicBezTo>
                  <a:pt x="60010" y="24458"/>
                  <a:pt x="53101" y="24134"/>
                  <a:pt x="42721" y="24134"/>
                </a:cubicBezTo>
                <a:lnTo>
                  <a:pt x="28805" y="24134"/>
                </a:lnTo>
                <a:close/>
                <a:moveTo>
                  <a:pt x="163228" y="142661"/>
                </a:moveTo>
                <a:lnTo>
                  <a:pt x="112236" y="0"/>
                </a:lnTo>
                <a:lnTo>
                  <a:pt x="143474" y="0"/>
                </a:lnTo>
                <a:lnTo>
                  <a:pt x="179577" y="105585"/>
                </a:lnTo>
                <a:lnTo>
                  <a:pt x="214512" y="0"/>
                </a:lnTo>
                <a:lnTo>
                  <a:pt x="245069" y="0"/>
                </a:lnTo>
                <a:lnTo>
                  <a:pt x="193979" y="142661"/>
                </a:lnTo>
                <a:lnTo>
                  <a:pt x="163228" y="142661"/>
                </a:lnTo>
                <a:close/>
                <a:moveTo>
                  <a:pt x="325994" y="0"/>
                </a:moveTo>
                <a:lnTo>
                  <a:pt x="378641" y="0"/>
                </a:lnTo>
                <a:cubicBezTo>
                  <a:pt x="390513" y="0"/>
                  <a:pt x="399563" y="908"/>
                  <a:pt x="405791" y="2725"/>
                </a:cubicBezTo>
                <a:cubicBezTo>
                  <a:pt x="414160" y="5190"/>
                  <a:pt x="421329" y="9569"/>
                  <a:pt x="427297" y="15862"/>
                </a:cubicBezTo>
                <a:cubicBezTo>
                  <a:pt x="433266" y="22155"/>
                  <a:pt x="437807" y="29859"/>
                  <a:pt x="440921" y="38974"/>
                </a:cubicBezTo>
                <a:cubicBezTo>
                  <a:pt x="444035" y="48089"/>
                  <a:pt x="445592" y="59329"/>
                  <a:pt x="445592" y="72693"/>
                </a:cubicBezTo>
                <a:cubicBezTo>
                  <a:pt x="445592" y="84436"/>
                  <a:pt x="444132" y="94556"/>
                  <a:pt x="441213" y="103055"/>
                </a:cubicBezTo>
                <a:cubicBezTo>
                  <a:pt x="437645" y="113435"/>
                  <a:pt x="432552" y="121836"/>
                  <a:pt x="425935" y="128259"/>
                </a:cubicBezTo>
                <a:cubicBezTo>
                  <a:pt x="420939" y="133125"/>
                  <a:pt x="414192" y="136920"/>
                  <a:pt x="405694" y="139645"/>
                </a:cubicBezTo>
                <a:cubicBezTo>
                  <a:pt x="399336" y="141656"/>
                  <a:pt x="390837" y="142661"/>
                  <a:pt x="380198" y="142661"/>
                </a:cubicBezTo>
                <a:lnTo>
                  <a:pt x="325994" y="142661"/>
                </a:lnTo>
                <a:lnTo>
                  <a:pt x="325994" y="0"/>
                </a:lnTo>
                <a:moveTo>
                  <a:pt x="354799" y="24134"/>
                </a:moveTo>
                <a:lnTo>
                  <a:pt x="354799" y="118625"/>
                </a:lnTo>
                <a:lnTo>
                  <a:pt x="376305" y="118625"/>
                </a:lnTo>
                <a:cubicBezTo>
                  <a:pt x="384350" y="118625"/>
                  <a:pt x="390156" y="118171"/>
                  <a:pt x="393724" y="117263"/>
                </a:cubicBezTo>
                <a:cubicBezTo>
                  <a:pt x="398395" y="116095"/>
                  <a:pt x="402271" y="114116"/>
                  <a:pt x="405353" y="111326"/>
                </a:cubicBezTo>
                <a:cubicBezTo>
                  <a:pt x="408435" y="108537"/>
                  <a:pt x="410949" y="103947"/>
                  <a:pt x="412895" y="97557"/>
                </a:cubicBezTo>
                <a:cubicBezTo>
                  <a:pt x="414841" y="91166"/>
                  <a:pt x="415814" y="82457"/>
                  <a:pt x="415814" y="71428"/>
                </a:cubicBezTo>
                <a:cubicBezTo>
                  <a:pt x="415814" y="60399"/>
                  <a:pt x="414841" y="51933"/>
                  <a:pt x="412895" y="46029"/>
                </a:cubicBezTo>
                <a:cubicBezTo>
                  <a:pt x="410949" y="40126"/>
                  <a:pt x="408224" y="35519"/>
                  <a:pt x="404721" y="32211"/>
                </a:cubicBezTo>
                <a:cubicBezTo>
                  <a:pt x="401217" y="28902"/>
                  <a:pt x="396773" y="26664"/>
                  <a:pt x="391389" y="25496"/>
                </a:cubicBezTo>
                <a:cubicBezTo>
                  <a:pt x="387366" y="24588"/>
                  <a:pt x="379484" y="24134"/>
                  <a:pt x="367741" y="24134"/>
                </a:cubicBezTo>
                <a:lnTo>
                  <a:pt x="354799" y="24134"/>
                </a:lnTo>
                <a:close/>
                <a:moveTo>
                  <a:pt x="530713" y="109769"/>
                </a:moveTo>
                <a:lnTo>
                  <a:pt x="557961" y="114343"/>
                </a:lnTo>
                <a:cubicBezTo>
                  <a:pt x="554458" y="124334"/>
                  <a:pt x="548927" y="131941"/>
                  <a:pt x="541369" y="137163"/>
                </a:cubicBezTo>
                <a:cubicBezTo>
                  <a:pt x="533811" y="142386"/>
                  <a:pt x="524355" y="144997"/>
                  <a:pt x="513002" y="144997"/>
                </a:cubicBezTo>
                <a:cubicBezTo>
                  <a:pt x="495032" y="144997"/>
                  <a:pt x="481732" y="139126"/>
                  <a:pt x="473104" y="127383"/>
                </a:cubicBezTo>
                <a:cubicBezTo>
                  <a:pt x="466292" y="117976"/>
                  <a:pt x="462886" y="106104"/>
                  <a:pt x="462886" y="91767"/>
                </a:cubicBezTo>
                <a:cubicBezTo>
                  <a:pt x="462886" y="74639"/>
                  <a:pt x="467362" y="61226"/>
                  <a:pt x="476315" y="51527"/>
                </a:cubicBezTo>
                <a:cubicBezTo>
                  <a:pt x="485268" y="41829"/>
                  <a:pt x="496589" y="36979"/>
                  <a:pt x="510277" y="36979"/>
                </a:cubicBezTo>
                <a:cubicBezTo>
                  <a:pt x="525653" y="36979"/>
                  <a:pt x="537785" y="42056"/>
                  <a:pt x="546673" y="52209"/>
                </a:cubicBezTo>
                <a:cubicBezTo>
                  <a:pt x="555560" y="62362"/>
                  <a:pt x="559810" y="77916"/>
                  <a:pt x="559421" y="98870"/>
                </a:cubicBezTo>
                <a:lnTo>
                  <a:pt x="490912" y="98870"/>
                </a:lnTo>
                <a:cubicBezTo>
                  <a:pt x="491107" y="106980"/>
                  <a:pt x="493312" y="113289"/>
                  <a:pt x="497529" y="117798"/>
                </a:cubicBezTo>
                <a:cubicBezTo>
                  <a:pt x="501746" y="122307"/>
                  <a:pt x="507001" y="124561"/>
                  <a:pt x="513294" y="124561"/>
                </a:cubicBezTo>
                <a:cubicBezTo>
                  <a:pt x="517576" y="124561"/>
                  <a:pt x="521176" y="123393"/>
                  <a:pt x="524096" y="121058"/>
                </a:cubicBezTo>
                <a:cubicBezTo>
                  <a:pt x="527015" y="118722"/>
                  <a:pt x="529221" y="114960"/>
                  <a:pt x="530713" y="109769"/>
                </a:cubicBezTo>
                <a:moveTo>
                  <a:pt x="532270" y="82132"/>
                </a:moveTo>
                <a:cubicBezTo>
                  <a:pt x="532076" y="74218"/>
                  <a:pt x="530032" y="68200"/>
                  <a:pt x="526139" y="64081"/>
                </a:cubicBezTo>
                <a:cubicBezTo>
                  <a:pt x="522247" y="59961"/>
                  <a:pt x="517511" y="57901"/>
                  <a:pt x="511932" y="57901"/>
                </a:cubicBezTo>
                <a:cubicBezTo>
                  <a:pt x="505963" y="57901"/>
                  <a:pt x="501033" y="60075"/>
                  <a:pt x="497140" y="64421"/>
                </a:cubicBezTo>
                <a:cubicBezTo>
                  <a:pt x="493247" y="68768"/>
                  <a:pt x="491334" y="74672"/>
                  <a:pt x="491399" y="82132"/>
                </a:cubicBezTo>
                <a:lnTo>
                  <a:pt x="532270" y="82132"/>
                </a:lnTo>
                <a:close/>
                <a:moveTo>
                  <a:pt x="626954" y="39315"/>
                </a:moveTo>
                <a:lnTo>
                  <a:pt x="626954" y="61113"/>
                </a:lnTo>
                <a:lnTo>
                  <a:pt x="608270" y="61113"/>
                </a:lnTo>
                <a:lnTo>
                  <a:pt x="608270" y="102763"/>
                </a:lnTo>
                <a:cubicBezTo>
                  <a:pt x="608270" y="111197"/>
                  <a:pt x="608449" y="116111"/>
                  <a:pt x="608805" y="117506"/>
                </a:cubicBezTo>
                <a:cubicBezTo>
                  <a:pt x="609162" y="118901"/>
                  <a:pt x="609973" y="120052"/>
                  <a:pt x="611238" y="120961"/>
                </a:cubicBezTo>
                <a:cubicBezTo>
                  <a:pt x="612503" y="121869"/>
                  <a:pt x="614044" y="122323"/>
                  <a:pt x="615861" y="122323"/>
                </a:cubicBezTo>
                <a:cubicBezTo>
                  <a:pt x="618391" y="122323"/>
                  <a:pt x="622056" y="121447"/>
                  <a:pt x="626857" y="119695"/>
                </a:cubicBezTo>
                <a:lnTo>
                  <a:pt x="629193" y="140910"/>
                </a:lnTo>
                <a:cubicBezTo>
                  <a:pt x="622835" y="143635"/>
                  <a:pt x="615634" y="144997"/>
                  <a:pt x="607589" y="144997"/>
                </a:cubicBezTo>
                <a:cubicBezTo>
                  <a:pt x="602658" y="144997"/>
                  <a:pt x="598214" y="144170"/>
                  <a:pt x="594257" y="142515"/>
                </a:cubicBezTo>
                <a:cubicBezTo>
                  <a:pt x="590300" y="140861"/>
                  <a:pt x="587396" y="138720"/>
                  <a:pt x="585547" y="136093"/>
                </a:cubicBezTo>
                <a:cubicBezTo>
                  <a:pt x="583699" y="133465"/>
                  <a:pt x="582417" y="129913"/>
                  <a:pt x="581704" y="125437"/>
                </a:cubicBezTo>
                <a:cubicBezTo>
                  <a:pt x="581120" y="122258"/>
                  <a:pt x="580828" y="115835"/>
                  <a:pt x="580828" y="106169"/>
                </a:cubicBezTo>
                <a:lnTo>
                  <a:pt x="580828" y="61113"/>
                </a:lnTo>
                <a:lnTo>
                  <a:pt x="568274" y="61113"/>
                </a:lnTo>
                <a:lnTo>
                  <a:pt x="568274" y="39315"/>
                </a:lnTo>
                <a:lnTo>
                  <a:pt x="580828" y="39315"/>
                </a:lnTo>
                <a:lnTo>
                  <a:pt x="580828" y="18781"/>
                </a:lnTo>
                <a:lnTo>
                  <a:pt x="608270" y="2822"/>
                </a:lnTo>
                <a:lnTo>
                  <a:pt x="608270" y="39315"/>
                </a:lnTo>
                <a:lnTo>
                  <a:pt x="626954" y="39315"/>
                </a:lnTo>
                <a:close/>
                <a:moveTo>
                  <a:pt x="711835" y="109769"/>
                </a:moveTo>
                <a:lnTo>
                  <a:pt x="739083" y="114343"/>
                </a:lnTo>
                <a:cubicBezTo>
                  <a:pt x="735579" y="124334"/>
                  <a:pt x="730049" y="131941"/>
                  <a:pt x="722491" y="137163"/>
                </a:cubicBezTo>
                <a:cubicBezTo>
                  <a:pt x="714933" y="142386"/>
                  <a:pt x="705477" y="144997"/>
                  <a:pt x="694124" y="144997"/>
                </a:cubicBezTo>
                <a:cubicBezTo>
                  <a:pt x="676153" y="144997"/>
                  <a:pt x="662854" y="139126"/>
                  <a:pt x="654225" y="127383"/>
                </a:cubicBezTo>
                <a:cubicBezTo>
                  <a:pt x="647413" y="117976"/>
                  <a:pt x="644007" y="106104"/>
                  <a:pt x="644007" y="91767"/>
                </a:cubicBezTo>
                <a:cubicBezTo>
                  <a:pt x="644007" y="74639"/>
                  <a:pt x="648484" y="61226"/>
                  <a:pt x="657437" y="51527"/>
                </a:cubicBezTo>
                <a:cubicBezTo>
                  <a:pt x="666390" y="41829"/>
                  <a:pt x="677710" y="36979"/>
                  <a:pt x="691399" y="36979"/>
                </a:cubicBezTo>
                <a:cubicBezTo>
                  <a:pt x="706775" y="36979"/>
                  <a:pt x="718906" y="42056"/>
                  <a:pt x="727794" y="52209"/>
                </a:cubicBezTo>
                <a:cubicBezTo>
                  <a:pt x="736682" y="62362"/>
                  <a:pt x="740932" y="77916"/>
                  <a:pt x="740542" y="98870"/>
                </a:cubicBezTo>
                <a:lnTo>
                  <a:pt x="672034" y="98870"/>
                </a:lnTo>
                <a:cubicBezTo>
                  <a:pt x="672228" y="106980"/>
                  <a:pt x="674434" y="113289"/>
                  <a:pt x="678651" y="117798"/>
                </a:cubicBezTo>
                <a:cubicBezTo>
                  <a:pt x="682868" y="122307"/>
                  <a:pt x="688123" y="124561"/>
                  <a:pt x="694416" y="124561"/>
                </a:cubicBezTo>
                <a:cubicBezTo>
                  <a:pt x="698698" y="124561"/>
                  <a:pt x="702298" y="123393"/>
                  <a:pt x="705218" y="121058"/>
                </a:cubicBezTo>
                <a:cubicBezTo>
                  <a:pt x="708137" y="118722"/>
                  <a:pt x="710343" y="114960"/>
                  <a:pt x="711835" y="109769"/>
                </a:cubicBezTo>
                <a:moveTo>
                  <a:pt x="713392" y="82132"/>
                </a:moveTo>
                <a:cubicBezTo>
                  <a:pt x="713197" y="74218"/>
                  <a:pt x="711154" y="68200"/>
                  <a:pt x="707261" y="64081"/>
                </a:cubicBezTo>
                <a:cubicBezTo>
                  <a:pt x="703369" y="59961"/>
                  <a:pt x="698633" y="57901"/>
                  <a:pt x="693053" y="57901"/>
                </a:cubicBezTo>
                <a:cubicBezTo>
                  <a:pt x="687085" y="57901"/>
                  <a:pt x="682154" y="60075"/>
                  <a:pt x="678262" y="64421"/>
                </a:cubicBezTo>
                <a:cubicBezTo>
                  <a:pt x="674369" y="68768"/>
                  <a:pt x="672455" y="74672"/>
                  <a:pt x="672520" y="82132"/>
                </a:cubicBezTo>
                <a:lnTo>
                  <a:pt x="713392" y="82132"/>
                </a:lnTo>
                <a:close/>
                <a:moveTo>
                  <a:pt x="850797" y="69871"/>
                </a:moveTo>
                <a:lnTo>
                  <a:pt x="823841" y="74737"/>
                </a:lnTo>
                <a:cubicBezTo>
                  <a:pt x="822933" y="69352"/>
                  <a:pt x="820873" y="65297"/>
                  <a:pt x="817661" y="62572"/>
                </a:cubicBezTo>
                <a:cubicBezTo>
                  <a:pt x="814450" y="59848"/>
                  <a:pt x="810282" y="58485"/>
                  <a:pt x="805157" y="58485"/>
                </a:cubicBezTo>
                <a:cubicBezTo>
                  <a:pt x="798345" y="58485"/>
                  <a:pt x="792911" y="60837"/>
                  <a:pt x="788857" y="65541"/>
                </a:cubicBezTo>
                <a:cubicBezTo>
                  <a:pt x="784802" y="70244"/>
                  <a:pt x="782775" y="78110"/>
                  <a:pt x="782775" y="89139"/>
                </a:cubicBezTo>
                <a:cubicBezTo>
                  <a:pt x="782775" y="101401"/>
                  <a:pt x="784834" y="110061"/>
                  <a:pt x="788954" y="115122"/>
                </a:cubicBezTo>
                <a:cubicBezTo>
                  <a:pt x="793074" y="120182"/>
                  <a:pt x="798604" y="122712"/>
                  <a:pt x="805546" y="122712"/>
                </a:cubicBezTo>
                <a:cubicBezTo>
                  <a:pt x="810736" y="122712"/>
                  <a:pt x="814985" y="121236"/>
                  <a:pt x="818294" y="118284"/>
                </a:cubicBezTo>
                <a:cubicBezTo>
                  <a:pt x="821603" y="115333"/>
                  <a:pt x="823938" y="110256"/>
                  <a:pt x="825301" y="103055"/>
                </a:cubicBezTo>
                <a:lnTo>
                  <a:pt x="852159" y="107629"/>
                </a:lnTo>
                <a:cubicBezTo>
                  <a:pt x="849369" y="119955"/>
                  <a:pt x="844017" y="129265"/>
                  <a:pt x="836102" y="135558"/>
                </a:cubicBezTo>
                <a:cubicBezTo>
                  <a:pt x="828188" y="141850"/>
                  <a:pt x="817580" y="144997"/>
                  <a:pt x="804281" y="144997"/>
                </a:cubicBezTo>
                <a:cubicBezTo>
                  <a:pt x="789165" y="144997"/>
                  <a:pt x="777114" y="140229"/>
                  <a:pt x="768129" y="130692"/>
                </a:cubicBezTo>
                <a:cubicBezTo>
                  <a:pt x="759144" y="121155"/>
                  <a:pt x="754651" y="107953"/>
                  <a:pt x="754651" y="91085"/>
                </a:cubicBezTo>
                <a:cubicBezTo>
                  <a:pt x="754651" y="74023"/>
                  <a:pt x="759160" y="60740"/>
                  <a:pt x="768178" y="51235"/>
                </a:cubicBezTo>
                <a:cubicBezTo>
                  <a:pt x="777195" y="41731"/>
                  <a:pt x="789392" y="36979"/>
                  <a:pt x="804767" y="36979"/>
                </a:cubicBezTo>
                <a:cubicBezTo>
                  <a:pt x="817353" y="36979"/>
                  <a:pt x="827360" y="39688"/>
                  <a:pt x="834789" y="45105"/>
                </a:cubicBezTo>
                <a:cubicBezTo>
                  <a:pt x="842217" y="50522"/>
                  <a:pt x="847553" y="58777"/>
                  <a:pt x="850797" y="69871"/>
                </a:cubicBezTo>
                <a:close/>
                <a:moveTo>
                  <a:pt x="916773" y="39315"/>
                </a:moveTo>
                <a:lnTo>
                  <a:pt x="916773" y="61113"/>
                </a:lnTo>
                <a:lnTo>
                  <a:pt x="898089" y="61113"/>
                </a:lnTo>
                <a:lnTo>
                  <a:pt x="898089" y="102763"/>
                </a:lnTo>
                <a:cubicBezTo>
                  <a:pt x="898089" y="111197"/>
                  <a:pt x="898267" y="116111"/>
                  <a:pt x="898624" y="117506"/>
                </a:cubicBezTo>
                <a:cubicBezTo>
                  <a:pt x="898981" y="118901"/>
                  <a:pt x="899792" y="120052"/>
                  <a:pt x="901057" y="120961"/>
                </a:cubicBezTo>
                <a:cubicBezTo>
                  <a:pt x="902322" y="121869"/>
                  <a:pt x="903863" y="122323"/>
                  <a:pt x="905679" y="122323"/>
                </a:cubicBezTo>
                <a:cubicBezTo>
                  <a:pt x="908210" y="122323"/>
                  <a:pt x="911875" y="121447"/>
                  <a:pt x="916676" y="119695"/>
                </a:cubicBezTo>
                <a:lnTo>
                  <a:pt x="919011" y="140910"/>
                </a:lnTo>
                <a:cubicBezTo>
                  <a:pt x="912653" y="143635"/>
                  <a:pt x="905452" y="144997"/>
                  <a:pt x="897408" y="144997"/>
                </a:cubicBezTo>
                <a:cubicBezTo>
                  <a:pt x="892477" y="144997"/>
                  <a:pt x="888033" y="144170"/>
                  <a:pt x="884076" y="142515"/>
                </a:cubicBezTo>
                <a:cubicBezTo>
                  <a:pt x="880118" y="140861"/>
                  <a:pt x="877215" y="138720"/>
                  <a:pt x="875366" y="136093"/>
                </a:cubicBezTo>
                <a:cubicBezTo>
                  <a:pt x="873517" y="133465"/>
                  <a:pt x="872236" y="129913"/>
                  <a:pt x="871522" y="125437"/>
                </a:cubicBezTo>
                <a:cubicBezTo>
                  <a:pt x="870938" y="122258"/>
                  <a:pt x="870647" y="115835"/>
                  <a:pt x="870647" y="106169"/>
                </a:cubicBezTo>
                <a:lnTo>
                  <a:pt x="870647" y="61113"/>
                </a:lnTo>
                <a:lnTo>
                  <a:pt x="858093" y="61113"/>
                </a:lnTo>
                <a:lnTo>
                  <a:pt x="858093" y="39315"/>
                </a:lnTo>
                <a:lnTo>
                  <a:pt x="870647" y="39315"/>
                </a:lnTo>
                <a:lnTo>
                  <a:pt x="870647" y="18781"/>
                </a:lnTo>
                <a:lnTo>
                  <a:pt x="898089" y="2822"/>
                </a:lnTo>
                <a:lnTo>
                  <a:pt x="898089" y="39315"/>
                </a:lnTo>
                <a:lnTo>
                  <a:pt x="916773" y="39315"/>
                </a:lnTo>
                <a:close/>
                <a:moveTo>
                  <a:pt x="935481" y="89528"/>
                </a:moveTo>
                <a:cubicBezTo>
                  <a:pt x="935481" y="80446"/>
                  <a:pt x="937719" y="71655"/>
                  <a:pt x="942196" y="63156"/>
                </a:cubicBezTo>
                <a:cubicBezTo>
                  <a:pt x="946672" y="54658"/>
                  <a:pt x="953014" y="48170"/>
                  <a:pt x="961220" y="43694"/>
                </a:cubicBezTo>
                <a:cubicBezTo>
                  <a:pt x="969427" y="39217"/>
                  <a:pt x="978591" y="36979"/>
                  <a:pt x="988711" y="36979"/>
                </a:cubicBezTo>
                <a:cubicBezTo>
                  <a:pt x="1004346" y="36979"/>
                  <a:pt x="1017159" y="42056"/>
                  <a:pt x="1027150" y="52209"/>
                </a:cubicBezTo>
                <a:cubicBezTo>
                  <a:pt x="1037141" y="62362"/>
                  <a:pt x="1042136" y="75191"/>
                  <a:pt x="1042136" y="90696"/>
                </a:cubicBezTo>
                <a:cubicBezTo>
                  <a:pt x="1042136" y="106331"/>
                  <a:pt x="1037092" y="119290"/>
                  <a:pt x="1027004" y="129573"/>
                </a:cubicBezTo>
                <a:cubicBezTo>
                  <a:pt x="1016916" y="139856"/>
                  <a:pt x="1004217" y="144997"/>
                  <a:pt x="988906" y="144997"/>
                </a:cubicBezTo>
                <a:cubicBezTo>
                  <a:pt x="979434" y="144997"/>
                  <a:pt x="970400" y="142856"/>
                  <a:pt x="961804" y="138574"/>
                </a:cubicBezTo>
                <a:cubicBezTo>
                  <a:pt x="953208" y="134292"/>
                  <a:pt x="946672" y="128016"/>
                  <a:pt x="942196" y="119744"/>
                </a:cubicBezTo>
                <a:cubicBezTo>
                  <a:pt x="937719" y="111472"/>
                  <a:pt x="935481" y="101401"/>
                  <a:pt x="935481" y="89528"/>
                </a:cubicBezTo>
                <a:moveTo>
                  <a:pt x="963507" y="90988"/>
                </a:moveTo>
                <a:cubicBezTo>
                  <a:pt x="963507" y="101238"/>
                  <a:pt x="965940" y="109088"/>
                  <a:pt x="970806" y="114538"/>
                </a:cubicBezTo>
                <a:cubicBezTo>
                  <a:pt x="975671" y="119987"/>
                  <a:pt x="981672" y="122712"/>
                  <a:pt x="988809" y="122712"/>
                </a:cubicBezTo>
                <a:cubicBezTo>
                  <a:pt x="995945" y="122712"/>
                  <a:pt x="1001930" y="119987"/>
                  <a:pt x="1006763" y="114538"/>
                </a:cubicBezTo>
                <a:cubicBezTo>
                  <a:pt x="1011596" y="109088"/>
                  <a:pt x="1014013" y="101173"/>
                  <a:pt x="1014013" y="90793"/>
                </a:cubicBezTo>
                <a:cubicBezTo>
                  <a:pt x="1014013" y="80673"/>
                  <a:pt x="1011596" y="72888"/>
                  <a:pt x="1006763" y="67438"/>
                </a:cubicBezTo>
                <a:cubicBezTo>
                  <a:pt x="1001930" y="61989"/>
                  <a:pt x="995945" y="59264"/>
                  <a:pt x="988809" y="59264"/>
                </a:cubicBezTo>
                <a:cubicBezTo>
                  <a:pt x="981672" y="59264"/>
                  <a:pt x="975671" y="61989"/>
                  <a:pt x="970806" y="67438"/>
                </a:cubicBezTo>
                <a:cubicBezTo>
                  <a:pt x="965940" y="72888"/>
                  <a:pt x="963507" y="80738"/>
                  <a:pt x="963507" y="90988"/>
                </a:cubicBezTo>
                <a:close/>
                <a:moveTo>
                  <a:pt x="1094817" y="142661"/>
                </a:moveTo>
                <a:lnTo>
                  <a:pt x="1067471" y="142661"/>
                </a:lnTo>
                <a:lnTo>
                  <a:pt x="1067471" y="39315"/>
                </a:lnTo>
                <a:lnTo>
                  <a:pt x="1092870" y="39315"/>
                </a:lnTo>
                <a:lnTo>
                  <a:pt x="1092870" y="54009"/>
                </a:lnTo>
                <a:cubicBezTo>
                  <a:pt x="1097217" y="47067"/>
                  <a:pt x="1101126" y="42493"/>
                  <a:pt x="1104597" y="40288"/>
                </a:cubicBezTo>
                <a:cubicBezTo>
                  <a:pt x="1108067" y="38082"/>
                  <a:pt x="1112009" y="36979"/>
                  <a:pt x="1116420" y="36979"/>
                </a:cubicBezTo>
                <a:cubicBezTo>
                  <a:pt x="1122648" y="36979"/>
                  <a:pt x="1128649" y="38698"/>
                  <a:pt x="1134423" y="42137"/>
                </a:cubicBezTo>
                <a:lnTo>
                  <a:pt x="1125957" y="65978"/>
                </a:lnTo>
                <a:cubicBezTo>
                  <a:pt x="1121351" y="62994"/>
                  <a:pt x="1117069" y="61502"/>
                  <a:pt x="1113111" y="61502"/>
                </a:cubicBezTo>
                <a:cubicBezTo>
                  <a:pt x="1109284" y="61502"/>
                  <a:pt x="1106040" y="62556"/>
                  <a:pt x="1103380" y="64665"/>
                </a:cubicBezTo>
                <a:cubicBezTo>
                  <a:pt x="1100720" y="66773"/>
                  <a:pt x="1098628" y="70585"/>
                  <a:pt x="1097103" y="76099"/>
                </a:cubicBezTo>
                <a:cubicBezTo>
                  <a:pt x="1095579" y="81613"/>
                  <a:pt x="1094817" y="93161"/>
                  <a:pt x="1094817" y="110743"/>
                </a:cubicBezTo>
                <a:lnTo>
                  <a:pt x="1094817" y="1426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CCBA0-3F8C-4195-BC73-D19A5C1FB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4314" y="1360237"/>
            <a:ext cx="1068961" cy="525421"/>
          </a:xfrm>
          <a:custGeom xmlns:a="http://schemas.openxmlformats.org/drawingml/2006/main">
            <a:pathLst>
              <a:path w="1068961" h="525421" fill="none">
                <a:moveTo>
                  <a:pt x="0" y="87572"/>
                </a:moveTo>
                <a:cubicBezTo>
                  <a:pt x="0" y="39207"/>
                  <a:pt x="39207" y="0"/>
                  <a:pt x="87572" y="0"/>
                </a:cubicBezTo>
                <a:lnTo>
                  <a:pt x="981389" y="0"/>
                </a:lnTo>
                <a:cubicBezTo>
                  <a:pt x="1029753" y="0"/>
                  <a:pt x="1068961" y="39207"/>
                  <a:pt x="1068961" y="87572"/>
                </a:cubicBezTo>
                <a:lnTo>
                  <a:pt x="1068961" y="437849"/>
                </a:lnTo>
                <a:cubicBezTo>
                  <a:pt x="1068961" y="486214"/>
                  <a:pt x="1029753" y="525421"/>
                  <a:pt x="981389" y="525421"/>
                </a:cubicBezTo>
                <a:lnTo>
                  <a:pt x="87572" y="525421"/>
                </a:lnTo>
                <a:cubicBezTo>
                  <a:pt x="39207" y="525421"/>
                  <a:pt x="0" y="486214"/>
                  <a:pt x="0" y="437849"/>
                </a:cubicBezTo>
                <a:lnTo>
                  <a:pt x="0" y="875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32" name="Text Cleaner">
            <a:extLst xmlns:a="http://schemas.openxmlformats.org/drawingml/2006/main">
              <a:ext uri="{FF2B5EF4-FFF2-40B4-BE49-F238E27FC236}">
                <a16:creationId xmlns:a16="http://schemas.microsoft.com/office/drawing/2014/main" id="{014BD9F8-FFE4-40D3-A2FC-CCC67435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9143" y="1550325"/>
            <a:ext cx="722712" cy="147527"/>
          </a:xfrm>
          <a:custGeom xmlns:a="http://schemas.openxmlformats.org/drawingml/2006/main">
            <a:pathLst>
              <a:path w="722712" h="147527">
                <a:moveTo>
                  <a:pt x="96340" y="92642"/>
                </a:moveTo>
                <a:lnTo>
                  <a:pt x="124269" y="101498"/>
                </a:lnTo>
                <a:cubicBezTo>
                  <a:pt x="119987" y="117068"/>
                  <a:pt x="112867" y="128632"/>
                  <a:pt x="102909" y="136190"/>
                </a:cubicBezTo>
                <a:cubicBezTo>
                  <a:pt x="92950" y="143748"/>
                  <a:pt x="80316" y="147527"/>
                  <a:pt x="65005" y="147527"/>
                </a:cubicBezTo>
                <a:cubicBezTo>
                  <a:pt x="46062" y="147527"/>
                  <a:pt x="30492" y="141056"/>
                  <a:pt x="18295" y="128113"/>
                </a:cubicBezTo>
                <a:cubicBezTo>
                  <a:pt x="6098" y="115170"/>
                  <a:pt x="0" y="97476"/>
                  <a:pt x="0" y="75029"/>
                </a:cubicBezTo>
                <a:cubicBezTo>
                  <a:pt x="0" y="51284"/>
                  <a:pt x="6131" y="32843"/>
                  <a:pt x="18392" y="19706"/>
                </a:cubicBezTo>
                <a:cubicBezTo>
                  <a:pt x="30654" y="6569"/>
                  <a:pt x="46775" y="0"/>
                  <a:pt x="66757" y="0"/>
                </a:cubicBezTo>
                <a:cubicBezTo>
                  <a:pt x="84208" y="0"/>
                  <a:pt x="98384" y="5158"/>
                  <a:pt x="109283" y="15473"/>
                </a:cubicBezTo>
                <a:cubicBezTo>
                  <a:pt x="115770" y="21571"/>
                  <a:pt x="120636" y="30329"/>
                  <a:pt x="123880" y="41747"/>
                </a:cubicBezTo>
                <a:lnTo>
                  <a:pt x="95367" y="48559"/>
                </a:lnTo>
                <a:cubicBezTo>
                  <a:pt x="93680" y="41164"/>
                  <a:pt x="90161" y="35325"/>
                  <a:pt x="84809" y="31043"/>
                </a:cubicBezTo>
                <a:cubicBezTo>
                  <a:pt x="79456" y="26761"/>
                  <a:pt x="72953" y="24620"/>
                  <a:pt x="65297" y="24620"/>
                </a:cubicBezTo>
                <a:cubicBezTo>
                  <a:pt x="54723" y="24620"/>
                  <a:pt x="46143" y="28416"/>
                  <a:pt x="39558" y="36006"/>
                </a:cubicBezTo>
                <a:cubicBezTo>
                  <a:pt x="32973" y="43596"/>
                  <a:pt x="29681" y="55890"/>
                  <a:pt x="29681" y="72888"/>
                </a:cubicBezTo>
                <a:cubicBezTo>
                  <a:pt x="29681" y="90923"/>
                  <a:pt x="32924" y="103768"/>
                  <a:pt x="39412" y="111424"/>
                </a:cubicBezTo>
                <a:cubicBezTo>
                  <a:pt x="45899" y="119079"/>
                  <a:pt x="54333" y="122907"/>
                  <a:pt x="64713" y="122907"/>
                </a:cubicBezTo>
                <a:cubicBezTo>
                  <a:pt x="72369" y="122907"/>
                  <a:pt x="78954" y="120474"/>
                  <a:pt x="84468" y="115608"/>
                </a:cubicBezTo>
                <a:cubicBezTo>
                  <a:pt x="89982" y="110743"/>
                  <a:pt x="93940" y="103087"/>
                  <a:pt x="96340" y="92642"/>
                </a:cubicBezTo>
                <a:close/>
                <a:moveTo>
                  <a:pt x="149815" y="145094"/>
                </a:moveTo>
                <a:lnTo>
                  <a:pt x="149815" y="2433"/>
                </a:lnTo>
                <a:lnTo>
                  <a:pt x="177160" y="2433"/>
                </a:lnTo>
                <a:lnTo>
                  <a:pt x="177160" y="145094"/>
                </a:lnTo>
                <a:lnTo>
                  <a:pt x="149815" y="145094"/>
                </a:lnTo>
                <a:close/>
                <a:moveTo>
                  <a:pt x="263932" y="112202"/>
                </a:moveTo>
                <a:lnTo>
                  <a:pt x="291179" y="116776"/>
                </a:lnTo>
                <a:cubicBezTo>
                  <a:pt x="287676" y="126767"/>
                  <a:pt x="282146" y="134374"/>
                  <a:pt x="274588" y="139596"/>
                </a:cubicBezTo>
                <a:cubicBezTo>
                  <a:pt x="267030" y="144819"/>
                  <a:pt x="257574" y="147430"/>
                  <a:pt x="246221" y="147430"/>
                </a:cubicBezTo>
                <a:cubicBezTo>
                  <a:pt x="228250" y="147430"/>
                  <a:pt x="214951" y="141559"/>
                  <a:pt x="206322" y="129816"/>
                </a:cubicBezTo>
                <a:cubicBezTo>
                  <a:pt x="199510" y="120409"/>
                  <a:pt x="196104" y="108537"/>
                  <a:pt x="196104" y="94199"/>
                </a:cubicBezTo>
                <a:cubicBezTo>
                  <a:pt x="196104" y="77072"/>
                  <a:pt x="200581" y="63659"/>
                  <a:pt x="209534" y="53960"/>
                </a:cubicBezTo>
                <a:cubicBezTo>
                  <a:pt x="218486" y="44261"/>
                  <a:pt x="229807" y="39412"/>
                  <a:pt x="243496" y="39412"/>
                </a:cubicBezTo>
                <a:cubicBezTo>
                  <a:pt x="258871" y="39412"/>
                  <a:pt x="271003" y="44488"/>
                  <a:pt x="279891" y="54641"/>
                </a:cubicBezTo>
                <a:cubicBezTo>
                  <a:pt x="288779" y="64794"/>
                  <a:pt x="293028" y="80348"/>
                  <a:pt x="292639" y="101303"/>
                </a:cubicBezTo>
                <a:lnTo>
                  <a:pt x="224131" y="101303"/>
                </a:lnTo>
                <a:cubicBezTo>
                  <a:pt x="224325" y="109413"/>
                  <a:pt x="226531" y="115722"/>
                  <a:pt x="230748" y="120231"/>
                </a:cubicBezTo>
                <a:cubicBezTo>
                  <a:pt x="234965" y="124740"/>
                  <a:pt x="240220" y="126994"/>
                  <a:pt x="246513" y="126994"/>
                </a:cubicBezTo>
                <a:cubicBezTo>
                  <a:pt x="250794" y="126994"/>
                  <a:pt x="254395" y="125826"/>
                  <a:pt x="257314" y="123491"/>
                </a:cubicBezTo>
                <a:cubicBezTo>
                  <a:pt x="260234" y="121155"/>
                  <a:pt x="262440" y="117392"/>
                  <a:pt x="263932" y="112202"/>
                </a:cubicBezTo>
                <a:moveTo>
                  <a:pt x="265489" y="84565"/>
                </a:moveTo>
                <a:cubicBezTo>
                  <a:pt x="265294" y="76651"/>
                  <a:pt x="263251" y="70633"/>
                  <a:pt x="259358" y="66514"/>
                </a:cubicBezTo>
                <a:cubicBezTo>
                  <a:pt x="255465" y="62394"/>
                  <a:pt x="250730" y="60334"/>
                  <a:pt x="245150" y="60334"/>
                </a:cubicBezTo>
                <a:cubicBezTo>
                  <a:pt x="239182" y="60334"/>
                  <a:pt x="234251" y="62508"/>
                  <a:pt x="230359" y="66854"/>
                </a:cubicBezTo>
                <a:cubicBezTo>
                  <a:pt x="226466" y="71201"/>
                  <a:pt x="224552" y="77105"/>
                  <a:pt x="224617" y="84565"/>
                </a:cubicBezTo>
                <a:lnTo>
                  <a:pt x="265489" y="84565"/>
                </a:lnTo>
                <a:close/>
                <a:moveTo>
                  <a:pt x="333196" y="73277"/>
                </a:moveTo>
                <a:lnTo>
                  <a:pt x="308381" y="68801"/>
                </a:lnTo>
                <a:cubicBezTo>
                  <a:pt x="311171" y="58810"/>
                  <a:pt x="315972" y="51414"/>
                  <a:pt x="322784" y="46613"/>
                </a:cubicBezTo>
                <a:cubicBezTo>
                  <a:pt x="329596" y="41812"/>
                  <a:pt x="339716" y="39412"/>
                  <a:pt x="353145" y="39412"/>
                </a:cubicBezTo>
                <a:cubicBezTo>
                  <a:pt x="365342" y="39412"/>
                  <a:pt x="374425" y="40855"/>
                  <a:pt x="380393" y="43742"/>
                </a:cubicBezTo>
                <a:cubicBezTo>
                  <a:pt x="386362" y="46629"/>
                  <a:pt x="390562" y="50295"/>
                  <a:pt x="392995" y="54739"/>
                </a:cubicBezTo>
                <a:cubicBezTo>
                  <a:pt x="395428" y="59183"/>
                  <a:pt x="396645" y="67341"/>
                  <a:pt x="396645" y="79213"/>
                </a:cubicBezTo>
                <a:lnTo>
                  <a:pt x="396353" y="111132"/>
                </a:lnTo>
                <a:cubicBezTo>
                  <a:pt x="396353" y="120214"/>
                  <a:pt x="396791" y="126913"/>
                  <a:pt x="397666" y="131227"/>
                </a:cubicBezTo>
                <a:cubicBezTo>
                  <a:pt x="398542" y="135541"/>
                  <a:pt x="400180" y="140164"/>
                  <a:pt x="402581" y="145094"/>
                </a:cubicBezTo>
                <a:lnTo>
                  <a:pt x="375528" y="145094"/>
                </a:lnTo>
                <a:cubicBezTo>
                  <a:pt x="374814" y="143278"/>
                  <a:pt x="373938" y="140585"/>
                  <a:pt x="372900" y="137017"/>
                </a:cubicBezTo>
                <a:cubicBezTo>
                  <a:pt x="372446" y="135395"/>
                  <a:pt x="372122" y="134325"/>
                  <a:pt x="371927" y="133806"/>
                </a:cubicBezTo>
                <a:cubicBezTo>
                  <a:pt x="367256" y="138347"/>
                  <a:pt x="362261" y="141753"/>
                  <a:pt x="356941" y="144024"/>
                </a:cubicBezTo>
                <a:cubicBezTo>
                  <a:pt x="351621" y="146294"/>
                  <a:pt x="345944" y="147430"/>
                  <a:pt x="339911" y="147430"/>
                </a:cubicBezTo>
                <a:cubicBezTo>
                  <a:pt x="329271" y="147430"/>
                  <a:pt x="320886" y="144543"/>
                  <a:pt x="314755" y="138769"/>
                </a:cubicBezTo>
                <a:cubicBezTo>
                  <a:pt x="308625" y="132995"/>
                  <a:pt x="305559" y="125696"/>
                  <a:pt x="305559" y="116873"/>
                </a:cubicBezTo>
                <a:cubicBezTo>
                  <a:pt x="305559" y="111035"/>
                  <a:pt x="306954" y="105828"/>
                  <a:pt x="309744" y="101255"/>
                </a:cubicBezTo>
                <a:cubicBezTo>
                  <a:pt x="312533" y="96681"/>
                  <a:pt x="316442" y="93178"/>
                  <a:pt x="321470" y="90745"/>
                </a:cubicBezTo>
                <a:cubicBezTo>
                  <a:pt x="326498" y="88312"/>
                  <a:pt x="333748" y="86187"/>
                  <a:pt x="343220" y="84371"/>
                </a:cubicBezTo>
                <a:cubicBezTo>
                  <a:pt x="356000" y="81970"/>
                  <a:pt x="364856" y="79732"/>
                  <a:pt x="369786" y="77656"/>
                </a:cubicBezTo>
                <a:lnTo>
                  <a:pt x="369786" y="74931"/>
                </a:lnTo>
                <a:cubicBezTo>
                  <a:pt x="369786" y="69676"/>
                  <a:pt x="368489" y="65930"/>
                  <a:pt x="365894" y="63692"/>
                </a:cubicBezTo>
                <a:cubicBezTo>
                  <a:pt x="363299" y="61453"/>
                  <a:pt x="358400" y="60334"/>
                  <a:pt x="351199" y="60334"/>
                </a:cubicBezTo>
                <a:cubicBezTo>
                  <a:pt x="346334" y="60334"/>
                  <a:pt x="342538" y="61291"/>
                  <a:pt x="339814" y="63205"/>
                </a:cubicBezTo>
                <a:cubicBezTo>
                  <a:pt x="337089" y="65119"/>
                  <a:pt x="334883" y="68476"/>
                  <a:pt x="333196" y="73277"/>
                </a:cubicBezTo>
                <a:moveTo>
                  <a:pt x="369786" y="95464"/>
                </a:moveTo>
                <a:cubicBezTo>
                  <a:pt x="366283" y="96632"/>
                  <a:pt x="360736" y="98027"/>
                  <a:pt x="353145" y="99649"/>
                </a:cubicBezTo>
                <a:cubicBezTo>
                  <a:pt x="345555" y="101271"/>
                  <a:pt x="340592" y="102860"/>
                  <a:pt x="338257" y="104417"/>
                </a:cubicBezTo>
                <a:cubicBezTo>
                  <a:pt x="334688" y="106947"/>
                  <a:pt x="332904" y="110159"/>
                  <a:pt x="332904" y="114051"/>
                </a:cubicBezTo>
                <a:cubicBezTo>
                  <a:pt x="332904" y="117879"/>
                  <a:pt x="334332" y="121188"/>
                  <a:pt x="337186" y="123977"/>
                </a:cubicBezTo>
                <a:cubicBezTo>
                  <a:pt x="340041" y="126767"/>
                  <a:pt x="343674" y="128162"/>
                  <a:pt x="348085" y="128162"/>
                </a:cubicBezTo>
                <a:cubicBezTo>
                  <a:pt x="353016" y="128162"/>
                  <a:pt x="357719" y="126540"/>
                  <a:pt x="362196" y="123296"/>
                </a:cubicBezTo>
                <a:cubicBezTo>
                  <a:pt x="365504" y="120831"/>
                  <a:pt x="367678" y="117814"/>
                  <a:pt x="368716" y="114246"/>
                </a:cubicBezTo>
                <a:cubicBezTo>
                  <a:pt x="369429" y="111910"/>
                  <a:pt x="369786" y="107466"/>
                  <a:pt x="369786" y="100914"/>
                </a:cubicBezTo>
                <a:lnTo>
                  <a:pt x="369786" y="95464"/>
                </a:lnTo>
                <a:close/>
                <a:moveTo>
                  <a:pt x="515443" y="145094"/>
                </a:moveTo>
                <a:lnTo>
                  <a:pt x="488098" y="145094"/>
                </a:lnTo>
                <a:lnTo>
                  <a:pt x="488098" y="92350"/>
                </a:lnTo>
                <a:cubicBezTo>
                  <a:pt x="488098" y="81192"/>
                  <a:pt x="487514" y="73974"/>
                  <a:pt x="486346" y="70698"/>
                </a:cubicBezTo>
                <a:cubicBezTo>
                  <a:pt x="485179" y="67422"/>
                  <a:pt x="483281" y="64876"/>
                  <a:pt x="480653" y="63059"/>
                </a:cubicBezTo>
                <a:cubicBezTo>
                  <a:pt x="478026" y="61243"/>
                  <a:pt x="474863" y="60334"/>
                  <a:pt x="471165" y="60334"/>
                </a:cubicBezTo>
                <a:cubicBezTo>
                  <a:pt x="466430" y="60334"/>
                  <a:pt x="462180" y="61632"/>
                  <a:pt x="458417" y="64227"/>
                </a:cubicBezTo>
                <a:cubicBezTo>
                  <a:pt x="454655" y="66822"/>
                  <a:pt x="452076" y="70260"/>
                  <a:pt x="450681" y="74542"/>
                </a:cubicBezTo>
                <a:cubicBezTo>
                  <a:pt x="449286" y="78824"/>
                  <a:pt x="448589" y="86739"/>
                  <a:pt x="448589" y="98287"/>
                </a:cubicBezTo>
                <a:lnTo>
                  <a:pt x="448589" y="145094"/>
                </a:lnTo>
                <a:lnTo>
                  <a:pt x="421244" y="145094"/>
                </a:lnTo>
                <a:lnTo>
                  <a:pt x="421244" y="41747"/>
                </a:lnTo>
                <a:lnTo>
                  <a:pt x="446642" y="41747"/>
                </a:lnTo>
                <a:lnTo>
                  <a:pt x="446642" y="56928"/>
                </a:lnTo>
                <a:cubicBezTo>
                  <a:pt x="455660" y="45251"/>
                  <a:pt x="467013" y="39412"/>
                  <a:pt x="480702" y="39412"/>
                </a:cubicBezTo>
                <a:cubicBezTo>
                  <a:pt x="486736" y="39412"/>
                  <a:pt x="492250" y="40499"/>
                  <a:pt x="497245" y="42672"/>
                </a:cubicBezTo>
                <a:cubicBezTo>
                  <a:pt x="502241" y="44845"/>
                  <a:pt x="506020" y="47619"/>
                  <a:pt x="508582" y="50992"/>
                </a:cubicBezTo>
                <a:cubicBezTo>
                  <a:pt x="511145" y="54366"/>
                  <a:pt x="512929" y="58193"/>
                  <a:pt x="513935" y="62475"/>
                </a:cubicBezTo>
                <a:cubicBezTo>
                  <a:pt x="514940" y="66757"/>
                  <a:pt x="515443" y="72888"/>
                  <a:pt x="515443" y="80867"/>
                </a:cubicBezTo>
                <a:lnTo>
                  <a:pt x="515443" y="145094"/>
                </a:lnTo>
                <a:close/>
                <a:moveTo>
                  <a:pt x="608099" y="112202"/>
                </a:moveTo>
                <a:lnTo>
                  <a:pt x="635346" y="116776"/>
                </a:lnTo>
                <a:cubicBezTo>
                  <a:pt x="631843" y="126767"/>
                  <a:pt x="626313" y="134374"/>
                  <a:pt x="618755" y="139596"/>
                </a:cubicBezTo>
                <a:cubicBezTo>
                  <a:pt x="611197" y="144819"/>
                  <a:pt x="601741" y="147430"/>
                  <a:pt x="590388" y="147430"/>
                </a:cubicBezTo>
                <a:cubicBezTo>
                  <a:pt x="572417" y="147430"/>
                  <a:pt x="559118" y="141559"/>
                  <a:pt x="550489" y="129816"/>
                </a:cubicBezTo>
                <a:cubicBezTo>
                  <a:pt x="543677" y="120409"/>
                  <a:pt x="540271" y="108537"/>
                  <a:pt x="540271" y="94199"/>
                </a:cubicBezTo>
                <a:cubicBezTo>
                  <a:pt x="540271" y="77072"/>
                  <a:pt x="544748" y="63659"/>
                  <a:pt x="553701" y="53960"/>
                </a:cubicBezTo>
                <a:cubicBezTo>
                  <a:pt x="562653" y="44261"/>
                  <a:pt x="573974" y="39412"/>
                  <a:pt x="587663" y="39412"/>
                </a:cubicBezTo>
                <a:cubicBezTo>
                  <a:pt x="603038" y="39412"/>
                  <a:pt x="615170" y="44488"/>
                  <a:pt x="624058" y="54641"/>
                </a:cubicBezTo>
                <a:cubicBezTo>
                  <a:pt x="632946" y="64794"/>
                  <a:pt x="637195" y="80348"/>
                  <a:pt x="636806" y="101303"/>
                </a:cubicBezTo>
                <a:lnTo>
                  <a:pt x="568298" y="101303"/>
                </a:lnTo>
                <a:cubicBezTo>
                  <a:pt x="568492" y="109413"/>
                  <a:pt x="570698" y="115722"/>
                  <a:pt x="574915" y="120231"/>
                </a:cubicBezTo>
                <a:cubicBezTo>
                  <a:pt x="579132" y="124740"/>
                  <a:pt x="584387" y="126994"/>
                  <a:pt x="590680" y="126994"/>
                </a:cubicBezTo>
                <a:cubicBezTo>
                  <a:pt x="594961" y="126994"/>
                  <a:pt x="598562" y="125826"/>
                  <a:pt x="601481" y="123491"/>
                </a:cubicBezTo>
                <a:cubicBezTo>
                  <a:pt x="604401" y="121155"/>
                  <a:pt x="606607" y="117392"/>
                  <a:pt x="608099" y="112202"/>
                </a:cubicBezTo>
                <a:moveTo>
                  <a:pt x="609656" y="84565"/>
                </a:moveTo>
                <a:cubicBezTo>
                  <a:pt x="609461" y="76651"/>
                  <a:pt x="607418" y="70633"/>
                  <a:pt x="603525" y="66514"/>
                </a:cubicBezTo>
                <a:cubicBezTo>
                  <a:pt x="599632" y="62394"/>
                  <a:pt x="594897" y="60334"/>
                  <a:pt x="589317" y="60334"/>
                </a:cubicBezTo>
                <a:cubicBezTo>
                  <a:pt x="583349" y="60334"/>
                  <a:pt x="578418" y="62508"/>
                  <a:pt x="574526" y="66854"/>
                </a:cubicBezTo>
                <a:cubicBezTo>
                  <a:pt x="570633" y="71201"/>
                  <a:pt x="568719" y="77105"/>
                  <a:pt x="568784" y="84565"/>
                </a:cubicBezTo>
                <a:lnTo>
                  <a:pt x="609656" y="84565"/>
                </a:lnTo>
                <a:close/>
                <a:moveTo>
                  <a:pt x="683106" y="145094"/>
                </a:moveTo>
                <a:lnTo>
                  <a:pt x="655761" y="145094"/>
                </a:lnTo>
                <a:lnTo>
                  <a:pt x="655761" y="41747"/>
                </a:lnTo>
                <a:lnTo>
                  <a:pt x="681159" y="41747"/>
                </a:lnTo>
                <a:lnTo>
                  <a:pt x="681159" y="56442"/>
                </a:lnTo>
                <a:cubicBezTo>
                  <a:pt x="685506" y="49500"/>
                  <a:pt x="689415" y="44926"/>
                  <a:pt x="692886" y="42721"/>
                </a:cubicBezTo>
                <a:cubicBezTo>
                  <a:pt x="696356" y="40515"/>
                  <a:pt x="700298" y="39412"/>
                  <a:pt x="704709" y="39412"/>
                </a:cubicBezTo>
                <a:cubicBezTo>
                  <a:pt x="710937" y="39412"/>
                  <a:pt x="716938" y="41131"/>
                  <a:pt x="722712" y="44570"/>
                </a:cubicBezTo>
                <a:lnTo>
                  <a:pt x="714246" y="68411"/>
                </a:lnTo>
                <a:cubicBezTo>
                  <a:pt x="709640" y="65427"/>
                  <a:pt x="705358" y="63935"/>
                  <a:pt x="701401" y="63935"/>
                </a:cubicBezTo>
                <a:cubicBezTo>
                  <a:pt x="697573" y="63935"/>
                  <a:pt x="694329" y="64989"/>
                  <a:pt x="691669" y="67098"/>
                </a:cubicBezTo>
                <a:cubicBezTo>
                  <a:pt x="689009" y="69206"/>
                  <a:pt x="686917" y="73017"/>
                  <a:pt x="685392" y="78532"/>
                </a:cubicBezTo>
                <a:cubicBezTo>
                  <a:pt x="683868" y="84046"/>
                  <a:pt x="683106" y="95594"/>
                  <a:pt x="683106" y="113175"/>
                </a:cubicBezTo>
                <a:lnTo>
                  <a:pt x="683106" y="1450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F7A65-A7A9-480E-B04A-A218BC654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6744" y="155391"/>
            <a:ext cx="525421" cy="507303"/>
          </a:xfrm>
          <a:custGeom xmlns:a="http://schemas.openxmlformats.org/drawingml/2006/main">
            <a:pathLst>
              <a:path w="525421" h="507303">
                <a:moveTo>
                  <a:pt x="262711" y="254019"/>
                </a:moveTo>
                <a:lnTo>
                  <a:pt x="244459" y="283740"/>
                </a:lnTo>
                <a:cubicBezTo>
                  <a:pt x="241931" y="288098"/>
                  <a:pt x="237298" y="291044"/>
                  <a:pt x="231963" y="292067"/>
                </a:cubicBezTo>
                <a:lnTo>
                  <a:pt x="195315" y="298858"/>
                </a:lnTo>
                <a:lnTo>
                  <a:pt x="220730" y="324480"/>
                </a:lnTo>
                <a:cubicBezTo>
                  <a:pt x="224380" y="328068"/>
                  <a:pt x="226065" y="332934"/>
                  <a:pt x="225504" y="337676"/>
                </a:cubicBezTo>
                <a:lnTo>
                  <a:pt x="221152" y="372009"/>
                </a:lnTo>
                <a:lnTo>
                  <a:pt x="254989" y="357660"/>
                </a:lnTo>
                <a:cubicBezTo>
                  <a:pt x="257377" y="356636"/>
                  <a:pt x="260044" y="356123"/>
                  <a:pt x="262711" y="356123"/>
                </a:cubicBezTo>
                <a:cubicBezTo>
                  <a:pt x="265379" y="356123"/>
                  <a:pt x="268046" y="356636"/>
                  <a:pt x="270434" y="357660"/>
                </a:cubicBezTo>
                <a:lnTo>
                  <a:pt x="304272" y="372009"/>
                </a:lnTo>
                <a:lnTo>
                  <a:pt x="299918" y="337676"/>
                </a:lnTo>
                <a:cubicBezTo>
                  <a:pt x="299358" y="332934"/>
                  <a:pt x="301041" y="328068"/>
                  <a:pt x="304692" y="324480"/>
                </a:cubicBezTo>
                <a:lnTo>
                  <a:pt x="330106" y="298858"/>
                </a:lnTo>
                <a:lnTo>
                  <a:pt x="293319" y="292067"/>
                </a:lnTo>
                <a:cubicBezTo>
                  <a:pt x="288125" y="291044"/>
                  <a:pt x="283492" y="288098"/>
                  <a:pt x="280965" y="283740"/>
                </a:cubicBezTo>
                <a:lnTo>
                  <a:pt x="262711" y="254019"/>
                </a:lnTo>
                <a:close/>
                <a:moveTo>
                  <a:pt x="262711" y="202391"/>
                </a:moveTo>
                <a:cubicBezTo>
                  <a:pt x="269451" y="202391"/>
                  <a:pt x="275629" y="205722"/>
                  <a:pt x="278857" y="211102"/>
                </a:cubicBezTo>
                <a:lnTo>
                  <a:pt x="309046" y="260553"/>
                </a:lnTo>
                <a:lnTo>
                  <a:pt x="369420" y="271699"/>
                </a:lnTo>
                <a:cubicBezTo>
                  <a:pt x="375877" y="272980"/>
                  <a:pt x="381213" y="277336"/>
                  <a:pt x="383320" y="283101"/>
                </a:cubicBezTo>
                <a:cubicBezTo>
                  <a:pt x="385426" y="288866"/>
                  <a:pt x="383882" y="295142"/>
                  <a:pt x="379389" y="299626"/>
                </a:cubicBezTo>
                <a:lnTo>
                  <a:pt x="337688" y="341518"/>
                </a:lnTo>
                <a:lnTo>
                  <a:pt x="344707" y="398016"/>
                </a:lnTo>
                <a:cubicBezTo>
                  <a:pt x="345552" y="404036"/>
                  <a:pt x="342602" y="409930"/>
                  <a:pt x="337266" y="413517"/>
                </a:cubicBezTo>
                <a:cubicBezTo>
                  <a:pt x="331791" y="417103"/>
                  <a:pt x="324631" y="417744"/>
                  <a:pt x="318592" y="415181"/>
                </a:cubicBezTo>
                <a:lnTo>
                  <a:pt x="262711" y="391609"/>
                </a:lnTo>
                <a:lnTo>
                  <a:pt x="206829" y="415181"/>
                </a:lnTo>
                <a:cubicBezTo>
                  <a:pt x="204304" y="416206"/>
                  <a:pt x="201635" y="416719"/>
                  <a:pt x="199108" y="416719"/>
                </a:cubicBezTo>
                <a:cubicBezTo>
                  <a:pt x="195176" y="416719"/>
                  <a:pt x="191386" y="415693"/>
                  <a:pt x="188157" y="413517"/>
                </a:cubicBezTo>
                <a:cubicBezTo>
                  <a:pt x="182821" y="409930"/>
                  <a:pt x="179873" y="404036"/>
                  <a:pt x="180714" y="398016"/>
                </a:cubicBezTo>
                <a:lnTo>
                  <a:pt x="187735" y="341518"/>
                </a:lnTo>
                <a:lnTo>
                  <a:pt x="146035" y="299626"/>
                </a:lnTo>
                <a:cubicBezTo>
                  <a:pt x="141541" y="295142"/>
                  <a:pt x="139998" y="288866"/>
                  <a:pt x="142103" y="283101"/>
                </a:cubicBezTo>
                <a:cubicBezTo>
                  <a:pt x="144210" y="277336"/>
                  <a:pt x="149544" y="272980"/>
                  <a:pt x="156003" y="271699"/>
                </a:cubicBezTo>
                <a:lnTo>
                  <a:pt x="216378" y="260553"/>
                </a:lnTo>
                <a:lnTo>
                  <a:pt x="246564" y="211102"/>
                </a:lnTo>
                <a:cubicBezTo>
                  <a:pt x="249794" y="205722"/>
                  <a:pt x="255971" y="202391"/>
                  <a:pt x="262711" y="202391"/>
                </a:cubicBezTo>
                <a:close/>
                <a:moveTo>
                  <a:pt x="36928" y="188061"/>
                </a:moveTo>
                <a:cubicBezTo>
                  <a:pt x="37209" y="296184"/>
                  <a:pt x="75824" y="377147"/>
                  <a:pt x="151646" y="428517"/>
                </a:cubicBezTo>
                <a:cubicBezTo>
                  <a:pt x="201631" y="462467"/>
                  <a:pt x="251478" y="471562"/>
                  <a:pt x="262711" y="473356"/>
                </a:cubicBezTo>
                <a:cubicBezTo>
                  <a:pt x="273944" y="471562"/>
                  <a:pt x="325053" y="461954"/>
                  <a:pt x="375180" y="427621"/>
                </a:cubicBezTo>
                <a:cubicBezTo>
                  <a:pt x="450161" y="376122"/>
                  <a:pt x="488212" y="295542"/>
                  <a:pt x="488493" y="188061"/>
                </a:cubicBezTo>
                <a:lnTo>
                  <a:pt x="36928" y="188061"/>
                </a:lnTo>
                <a:close/>
                <a:moveTo>
                  <a:pt x="244879" y="33821"/>
                </a:moveTo>
                <a:cubicBezTo>
                  <a:pt x="236032" y="87753"/>
                  <a:pt x="184783" y="129259"/>
                  <a:pt x="123141" y="129259"/>
                </a:cubicBezTo>
                <a:cubicBezTo>
                  <a:pt x="96042" y="129259"/>
                  <a:pt x="70347" y="121318"/>
                  <a:pt x="49145" y="106840"/>
                </a:cubicBezTo>
                <a:cubicBezTo>
                  <a:pt x="44652" y="121573"/>
                  <a:pt x="41282" y="138483"/>
                  <a:pt x="39175" y="154369"/>
                </a:cubicBezTo>
                <a:lnTo>
                  <a:pt x="486247" y="154369"/>
                </a:lnTo>
                <a:cubicBezTo>
                  <a:pt x="484140" y="138483"/>
                  <a:pt x="480771" y="121573"/>
                  <a:pt x="476278" y="106840"/>
                </a:cubicBezTo>
                <a:cubicBezTo>
                  <a:pt x="455075" y="121318"/>
                  <a:pt x="429380" y="129259"/>
                  <a:pt x="402281" y="129259"/>
                </a:cubicBezTo>
                <a:cubicBezTo>
                  <a:pt x="340640" y="129259"/>
                  <a:pt x="289389" y="87753"/>
                  <a:pt x="280544" y="33821"/>
                </a:cubicBezTo>
                <a:lnTo>
                  <a:pt x="244879" y="33821"/>
                </a:lnTo>
                <a:close/>
                <a:moveTo>
                  <a:pt x="227888" y="0"/>
                </a:moveTo>
                <a:lnTo>
                  <a:pt x="297673" y="0"/>
                </a:lnTo>
                <a:cubicBezTo>
                  <a:pt x="307783" y="0"/>
                  <a:pt x="316068" y="7559"/>
                  <a:pt x="316068" y="16910"/>
                </a:cubicBezTo>
                <a:cubicBezTo>
                  <a:pt x="316068" y="60210"/>
                  <a:pt x="354821" y="95440"/>
                  <a:pt x="402281" y="95440"/>
                </a:cubicBezTo>
                <a:cubicBezTo>
                  <a:pt x="428537" y="95440"/>
                  <a:pt x="452969" y="84807"/>
                  <a:pt x="469538" y="66103"/>
                </a:cubicBezTo>
                <a:cubicBezTo>
                  <a:pt x="473470" y="61492"/>
                  <a:pt x="479788" y="59186"/>
                  <a:pt x="486107" y="59826"/>
                </a:cubicBezTo>
                <a:cubicBezTo>
                  <a:pt x="492425" y="60596"/>
                  <a:pt x="497900" y="64181"/>
                  <a:pt x="500708" y="69434"/>
                </a:cubicBezTo>
                <a:cubicBezTo>
                  <a:pt x="517700" y="102613"/>
                  <a:pt x="525421" y="153729"/>
                  <a:pt x="525421" y="187164"/>
                </a:cubicBezTo>
                <a:cubicBezTo>
                  <a:pt x="525421" y="252628"/>
                  <a:pt x="511942" y="310274"/>
                  <a:pt x="485265" y="358316"/>
                </a:cubicBezTo>
                <a:cubicBezTo>
                  <a:pt x="463780" y="397260"/>
                  <a:pt x="433592" y="430056"/>
                  <a:pt x="395822" y="455676"/>
                </a:cubicBezTo>
                <a:cubicBezTo>
                  <a:pt x="331653" y="499105"/>
                  <a:pt x="267766" y="506919"/>
                  <a:pt x="264957" y="507175"/>
                </a:cubicBezTo>
                <a:cubicBezTo>
                  <a:pt x="264256" y="507303"/>
                  <a:pt x="263414" y="507303"/>
                  <a:pt x="262711" y="507303"/>
                </a:cubicBezTo>
                <a:cubicBezTo>
                  <a:pt x="262008" y="507303"/>
                  <a:pt x="261167" y="507303"/>
                  <a:pt x="260464" y="507175"/>
                </a:cubicBezTo>
                <a:cubicBezTo>
                  <a:pt x="257656" y="506919"/>
                  <a:pt x="193768" y="499105"/>
                  <a:pt x="129600" y="455676"/>
                </a:cubicBezTo>
                <a:cubicBezTo>
                  <a:pt x="91829" y="430056"/>
                  <a:pt x="61641" y="397260"/>
                  <a:pt x="40158" y="358316"/>
                </a:cubicBezTo>
                <a:cubicBezTo>
                  <a:pt x="13480" y="310274"/>
                  <a:pt x="0" y="252628"/>
                  <a:pt x="0" y="187164"/>
                </a:cubicBezTo>
                <a:cubicBezTo>
                  <a:pt x="0" y="153729"/>
                  <a:pt x="7722" y="102613"/>
                  <a:pt x="24713" y="69434"/>
                </a:cubicBezTo>
                <a:cubicBezTo>
                  <a:pt x="27521" y="64181"/>
                  <a:pt x="32998" y="60596"/>
                  <a:pt x="39316" y="59826"/>
                </a:cubicBezTo>
                <a:cubicBezTo>
                  <a:pt x="45634" y="59186"/>
                  <a:pt x="51953" y="61492"/>
                  <a:pt x="55885" y="66103"/>
                </a:cubicBezTo>
                <a:cubicBezTo>
                  <a:pt x="72454" y="84807"/>
                  <a:pt x="96884" y="95440"/>
                  <a:pt x="123141" y="95440"/>
                </a:cubicBezTo>
                <a:cubicBezTo>
                  <a:pt x="170601" y="95440"/>
                  <a:pt x="209355" y="60210"/>
                  <a:pt x="209355" y="16910"/>
                </a:cubicBezTo>
                <a:cubicBezTo>
                  <a:pt x="209355" y="7559"/>
                  <a:pt x="217639" y="0"/>
                  <a:pt x="227888" y="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0B0AA-CBF9-4599-91A5-1B0651B7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9748" y="1572288"/>
            <a:ext cx="898851" cy="108706"/>
          </a:xfrm>
          <a:custGeom xmlns:a="http://schemas.openxmlformats.org/drawingml/2006/main">
            <a:pathLst>
              <a:path w="898851" h="108706">
                <a:moveTo>
                  <a:pt x="170" y="32542"/>
                </a:moveTo>
                <a:lnTo>
                  <a:pt x="0" y="68777"/>
                </a:lnTo>
                <a:lnTo>
                  <a:pt x="790059" y="72471"/>
                </a:lnTo>
                <a:lnTo>
                  <a:pt x="789890" y="108706"/>
                </a:lnTo>
                <a:lnTo>
                  <a:pt x="898851" y="54861"/>
                </a:lnTo>
                <a:lnTo>
                  <a:pt x="790399" y="0"/>
                </a:lnTo>
                <a:lnTo>
                  <a:pt x="790229" y="36235"/>
                </a:lnTo>
                <a:lnTo>
                  <a:pt x="170" y="32542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FA029-288B-40E9-B824-6074A1C1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8828" y="1569237"/>
            <a:ext cx="624503" cy="108705"/>
          </a:xfrm>
          <a:custGeom xmlns:a="http://schemas.openxmlformats.org/drawingml/2006/main">
            <a:pathLst>
              <a:path w="624503" h="108705">
                <a:moveTo>
                  <a:pt x="516118" y="108705"/>
                </a:moveTo>
                <a:lnTo>
                  <a:pt x="624503" y="53711"/>
                </a:lnTo>
                <a:lnTo>
                  <a:pt x="515476" y="0"/>
                </a:lnTo>
                <a:lnTo>
                  <a:pt x="515690" y="36235"/>
                </a:lnTo>
                <a:lnTo>
                  <a:pt x="0" y="39278"/>
                </a:lnTo>
                <a:lnTo>
                  <a:pt x="214" y="75513"/>
                </a:lnTo>
                <a:lnTo>
                  <a:pt x="515904" y="72470"/>
                </a:lnTo>
                <a:lnTo>
                  <a:pt x="516118" y="108705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2BD795-418F-44AE-A87A-47A667D96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2119" y="1569375"/>
            <a:ext cx="860963" cy="108704"/>
          </a:xfrm>
          <a:custGeom xmlns:a="http://schemas.openxmlformats.org/drawingml/2006/main">
            <a:pathLst>
              <a:path w="860963" h="108704">
                <a:moveTo>
                  <a:pt x="752646" y="108704"/>
                </a:moveTo>
                <a:lnTo>
                  <a:pt x="860963" y="53573"/>
                </a:lnTo>
                <a:lnTo>
                  <a:pt x="751869" y="0"/>
                </a:lnTo>
                <a:lnTo>
                  <a:pt x="752128" y="36234"/>
                </a:lnTo>
                <a:lnTo>
                  <a:pt x="0" y="41623"/>
                </a:lnTo>
                <a:lnTo>
                  <a:pt x="261" y="77858"/>
                </a:lnTo>
                <a:lnTo>
                  <a:pt x="752387" y="72469"/>
                </a:lnTo>
                <a:lnTo>
                  <a:pt x="752646" y="10870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F94662-9B01-42EF-A366-9EE60BF9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339" y="1876599"/>
            <a:ext cx="108708" cy="190577"/>
          </a:xfrm>
          <a:custGeom xmlns:a="http://schemas.openxmlformats.org/drawingml/2006/main">
            <a:pathLst>
              <a:path w="108708" h="190577">
                <a:moveTo>
                  <a:pt x="108708" y="108708"/>
                </a:moveTo>
                <a:lnTo>
                  <a:pt x="54356" y="0"/>
                </a:lnTo>
                <a:lnTo>
                  <a:pt x="0" y="108708"/>
                </a:lnTo>
                <a:lnTo>
                  <a:pt x="36236" y="108708"/>
                </a:lnTo>
                <a:lnTo>
                  <a:pt x="36236" y="190577"/>
                </a:lnTo>
                <a:lnTo>
                  <a:pt x="72472" y="190577"/>
                </a:lnTo>
                <a:lnTo>
                  <a:pt x="72472" y="108708"/>
                </a:lnTo>
                <a:lnTo>
                  <a:pt x="108708" y="10870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68E20-871E-41E9-A485-5DB831D1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7872" y="2583201"/>
            <a:ext cx="108679" cy="225619"/>
          </a:xfrm>
          <a:custGeom xmlns:a="http://schemas.openxmlformats.org/drawingml/2006/main">
            <a:pathLst>
              <a:path w="108679" h="225619">
                <a:moveTo>
                  <a:pt x="108679" y="107419"/>
                </a:moveTo>
                <a:lnTo>
                  <a:pt x="51821" y="0"/>
                </a:lnTo>
                <a:lnTo>
                  <a:pt x="0" y="109938"/>
                </a:lnTo>
                <a:lnTo>
                  <a:pt x="36227" y="109099"/>
                </a:lnTo>
                <a:lnTo>
                  <a:pt x="38928" y="225619"/>
                </a:lnTo>
                <a:lnTo>
                  <a:pt x="75153" y="224780"/>
                </a:lnTo>
                <a:lnTo>
                  <a:pt x="72453" y="108259"/>
                </a:lnTo>
                <a:lnTo>
                  <a:pt x="108679" y="107419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88AA80-F77D-4B7C-99A8-9648DC5B9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4624" y="2809675"/>
            <a:ext cx="1286377" cy="507303"/>
          </a:xfrm>
          <a:custGeom xmlns:a="http://schemas.openxmlformats.org/drawingml/2006/main">
            <a:pathLst>
              <a:path w="1286377" h="507303" fill="none">
                <a:moveTo>
                  <a:pt x="0" y="0"/>
                </a:moveTo>
                <a:lnTo>
                  <a:pt x="1286377" y="0"/>
                </a:lnTo>
                <a:lnTo>
                  <a:pt x="1286377" y="507303"/>
                </a:lnTo>
                <a:lnTo>
                  <a:pt x="0" y="5073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340F8-C932-4D03-83A8-2A484E02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272" y="2873088"/>
            <a:ext cx="308006" cy="380478"/>
          </a:xfrm>
          <a:custGeom xmlns:a="http://schemas.openxmlformats.org/drawingml/2006/main">
            <a:pathLst>
              <a:path w="308006" h="380478">
                <a:moveTo>
                  <a:pt x="188249" y="34598"/>
                </a:moveTo>
                <a:lnTo>
                  <a:pt x="111255" y="34598"/>
                </a:lnTo>
                <a:cubicBezTo>
                  <a:pt x="106539" y="34565"/>
                  <a:pt x="102689" y="38424"/>
                  <a:pt x="102689" y="43223"/>
                </a:cubicBezTo>
                <a:lnTo>
                  <a:pt x="102689" y="268092"/>
                </a:lnTo>
                <a:cubicBezTo>
                  <a:pt x="102658" y="272858"/>
                  <a:pt x="106476" y="276717"/>
                  <a:pt x="111159" y="276717"/>
                </a:cubicBezTo>
                <a:lnTo>
                  <a:pt x="265307" y="276717"/>
                </a:lnTo>
                <a:cubicBezTo>
                  <a:pt x="270023" y="276652"/>
                  <a:pt x="273808" y="272793"/>
                  <a:pt x="273775" y="268059"/>
                </a:cubicBezTo>
                <a:lnTo>
                  <a:pt x="273775" y="121076"/>
                </a:lnTo>
                <a:lnTo>
                  <a:pt x="205347" y="121076"/>
                </a:lnTo>
                <a:cubicBezTo>
                  <a:pt x="195884" y="121076"/>
                  <a:pt x="188249" y="113326"/>
                  <a:pt x="188249" y="103761"/>
                </a:cubicBezTo>
                <a:lnTo>
                  <a:pt x="188249" y="34598"/>
                </a:lnTo>
                <a:close/>
                <a:moveTo>
                  <a:pt x="68461" y="69195"/>
                </a:moveTo>
                <a:lnTo>
                  <a:pt x="68461" y="43223"/>
                </a:lnTo>
                <a:cubicBezTo>
                  <a:pt x="68461" y="19358"/>
                  <a:pt x="87644" y="0"/>
                  <a:pt x="111255" y="0"/>
                </a:cubicBezTo>
                <a:lnTo>
                  <a:pt x="205347" y="0"/>
                </a:lnTo>
                <a:cubicBezTo>
                  <a:pt x="209871" y="0"/>
                  <a:pt x="214234" y="1848"/>
                  <a:pt x="217443" y="5091"/>
                </a:cubicBezTo>
                <a:lnTo>
                  <a:pt x="303001" y="91536"/>
                </a:lnTo>
                <a:cubicBezTo>
                  <a:pt x="306208" y="94779"/>
                  <a:pt x="308006" y="99189"/>
                  <a:pt x="308006" y="103761"/>
                </a:cubicBezTo>
                <a:lnTo>
                  <a:pt x="308006" y="268059"/>
                </a:lnTo>
                <a:cubicBezTo>
                  <a:pt x="308006" y="291892"/>
                  <a:pt x="288918" y="311250"/>
                  <a:pt x="265307" y="311282"/>
                </a:cubicBezTo>
                <a:lnTo>
                  <a:pt x="239578" y="311282"/>
                </a:lnTo>
                <a:lnTo>
                  <a:pt x="239578" y="337222"/>
                </a:lnTo>
                <a:cubicBezTo>
                  <a:pt x="239578" y="361087"/>
                  <a:pt x="220458" y="380445"/>
                  <a:pt x="196879" y="380478"/>
                </a:cubicBezTo>
                <a:lnTo>
                  <a:pt x="42731" y="380478"/>
                </a:lnTo>
                <a:cubicBezTo>
                  <a:pt x="19120" y="380478"/>
                  <a:pt x="0" y="361120"/>
                  <a:pt x="33" y="337255"/>
                </a:cubicBezTo>
                <a:lnTo>
                  <a:pt x="33" y="112386"/>
                </a:lnTo>
                <a:cubicBezTo>
                  <a:pt x="33" y="88521"/>
                  <a:pt x="19183" y="69195"/>
                  <a:pt x="42827" y="69195"/>
                </a:cubicBezTo>
                <a:lnTo>
                  <a:pt x="68461" y="69195"/>
                </a:lnTo>
                <a:close/>
                <a:moveTo>
                  <a:pt x="68461" y="103761"/>
                </a:moveTo>
                <a:lnTo>
                  <a:pt x="42827" y="103761"/>
                </a:lnTo>
                <a:cubicBezTo>
                  <a:pt x="38111" y="103761"/>
                  <a:pt x="34263" y="107619"/>
                  <a:pt x="34263" y="112386"/>
                </a:cubicBezTo>
                <a:lnTo>
                  <a:pt x="34263" y="337255"/>
                </a:lnTo>
                <a:cubicBezTo>
                  <a:pt x="34230" y="342021"/>
                  <a:pt x="38015" y="345880"/>
                  <a:pt x="42731" y="345880"/>
                </a:cubicBezTo>
                <a:lnTo>
                  <a:pt x="196879" y="345880"/>
                </a:lnTo>
                <a:cubicBezTo>
                  <a:pt x="201563" y="345847"/>
                  <a:pt x="205347" y="341989"/>
                  <a:pt x="205347" y="337222"/>
                </a:cubicBezTo>
                <a:lnTo>
                  <a:pt x="205347" y="311282"/>
                </a:lnTo>
                <a:lnTo>
                  <a:pt x="111159" y="311282"/>
                </a:lnTo>
                <a:cubicBezTo>
                  <a:pt x="87580" y="311315"/>
                  <a:pt x="68428" y="291957"/>
                  <a:pt x="68461" y="268092"/>
                </a:cubicBezTo>
                <a:lnTo>
                  <a:pt x="68461" y="103761"/>
                </a:lnTo>
                <a:close/>
                <a:moveTo>
                  <a:pt x="145453" y="190239"/>
                </a:moveTo>
                <a:cubicBezTo>
                  <a:pt x="136023" y="190239"/>
                  <a:pt x="128355" y="182489"/>
                  <a:pt x="128355" y="172956"/>
                </a:cubicBezTo>
                <a:cubicBezTo>
                  <a:pt x="128355" y="163391"/>
                  <a:pt x="136023" y="155641"/>
                  <a:pt x="145453" y="155641"/>
                </a:cubicBezTo>
                <a:lnTo>
                  <a:pt x="231011" y="155641"/>
                </a:lnTo>
                <a:cubicBezTo>
                  <a:pt x="240476" y="155641"/>
                  <a:pt x="248111" y="163391"/>
                  <a:pt x="248111" y="172956"/>
                </a:cubicBezTo>
                <a:cubicBezTo>
                  <a:pt x="248111" y="182489"/>
                  <a:pt x="240476" y="190239"/>
                  <a:pt x="231011" y="190239"/>
                </a:cubicBezTo>
                <a:lnTo>
                  <a:pt x="145453" y="190239"/>
                </a:lnTo>
                <a:close/>
                <a:moveTo>
                  <a:pt x="145453" y="242119"/>
                </a:moveTo>
                <a:cubicBezTo>
                  <a:pt x="136023" y="242119"/>
                  <a:pt x="128355" y="234369"/>
                  <a:pt x="128355" y="224837"/>
                </a:cubicBezTo>
                <a:cubicBezTo>
                  <a:pt x="128355" y="215271"/>
                  <a:pt x="136023" y="207522"/>
                  <a:pt x="145453" y="207522"/>
                </a:cubicBezTo>
                <a:lnTo>
                  <a:pt x="196783" y="207522"/>
                </a:lnTo>
                <a:cubicBezTo>
                  <a:pt x="206246" y="207522"/>
                  <a:pt x="213914" y="215271"/>
                  <a:pt x="213914" y="224837"/>
                </a:cubicBezTo>
                <a:cubicBezTo>
                  <a:pt x="213914" y="234369"/>
                  <a:pt x="206246" y="242119"/>
                  <a:pt x="196783" y="242119"/>
                </a:cubicBezTo>
                <a:lnTo>
                  <a:pt x="145453" y="242119"/>
                </a:lnTo>
                <a:close/>
                <a:moveTo>
                  <a:pt x="222447" y="86478"/>
                </a:moveTo>
                <a:lnTo>
                  <a:pt x="249586" y="86478"/>
                </a:lnTo>
                <a:lnTo>
                  <a:pt x="222447" y="59046"/>
                </a:lnTo>
                <a:lnTo>
                  <a:pt x="222447" y="86478"/>
                </a:lnTo>
                <a:close/>
              </a:path>
            </a:pathLst>
          </a:custGeom>
          <a:solidFill xmlns:a="http://schemas.openxmlformats.org/drawingml/2006/main">
            <a:srgbClr val="54823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128F13-B883-4CB4-941C-4643EE45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0986" y="2891206"/>
            <a:ext cx="327077" cy="344242"/>
          </a:xfrm>
          <a:custGeom xmlns:a="http://schemas.openxmlformats.org/drawingml/2006/main">
            <a:pathLst>
              <a:path w="327077" h="344242">
                <a:moveTo>
                  <a:pt x="212136" y="143518"/>
                </a:moveTo>
                <a:cubicBezTo>
                  <a:pt x="220992" y="143518"/>
                  <a:pt x="228171" y="150938"/>
                  <a:pt x="228171" y="160092"/>
                </a:cubicBezTo>
                <a:cubicBezTo>
                  <a:pt x="228171" y="169245"/>
                  <a:pt x="220992" y="176666"/>
                  <a:pt x="212136" y="176666"/>
                </a:cubicBezTo>
                <a:cubicBezTo>
                  <a:pt x="203280" y="176666"/>
                  <a:pt x="196102" y="169245"/>
                  <a:pt x="196102" y="160092"/>
                </a:cubicBezTo>
                <a:cubicBezTo>
                  <a:pt x="196102" y="150938"/>
                  <a:pt x="203280" y="143518"/>
                  <a:pt x="212136" y="143518"/>
                </a:cubicBezTo>
                <a:close/>
                <a:moveTo>
                  <a:pt x="115210" y="143518"/>
                </a:moveTo>
                <a:cubicBezTo>
                  <a:pt x="124215" y="143518"/>
                  <a:pt x="131515" y="150938"/>
                  <a:pt x="131515" y="160092"/>
                </a:cubicBezTo>
                <a:cubicBezTo>
                  <a:pt x="131515" y="169245"/>
                  <a:pt x="124215" y="176666"/>
                  <a:pt x="115210" y="176666"/>
                </a:cubicBezTo>
                <a:cubicBezTo>
                  <a:pt x="106206" y="176666"/>
                  <a:pt x="98906" y="169245"/>
                  <a:pt x="98906" y="160092"/>
                </a:cubicBezTo>
                <a:cubicBezTo>
                  <a:pt x="98906" y="150938"/>
                  <a:pt x="106206" y="143518"/>
                  <a:pt x="115210" y="143518"/>
                </a:cubicBezTo>
                <a:close/>
                <a:moveTo>
                  <a:pt x="163538" y="120085"/>
                </a:moveTo>
                <a:cubicBezTo>
                  <a:pt x="137688" y="120085"/>
                  <a:pt x="111835" y="121800"/>
                  <a:pt x="85984" y="125231"/>
                </a:cubicBezTo>
                <a:cubicBezTo>
                  <a:pt x="68562" y="127518"/>
                  <a:pt x="56760" y="145245"/>
                  <a:pt x="59008" y="164115"/>
                </a:cubicBezTo>
                <a:cubicBezTo>
                  <a:pt x="61819" y="182985"/>
                  <a:pt x="76992" y="195566"/>
                  <a:pt x="92728" y="193850"/>
                </a:cubicBezTo>
                <a:cubicBezTo>
                  <a:pt x="139934" y="187560"/>
                  <a:pt x="187142" y="187560"/>
                  <a:pt x="234349" y="193850"/>
                </a:cubicBezTo>
                <a:cubicBezTo>
                  <a:pt x="250646" y="195566"/>
                  <a:pt x="265258" y="182985"/>
                  <a:pt x="268068" y="164115"/>
                </a:cubicBezTo>
                <a:cubicBezTo>
                  <a:pt x="270878" y="145245"/>
                  <a:pt x="258515" y="127518"/>
                  <a:pt x="241092" y="125231"/>
                </a:cubicBezTo>
                <a:cubicBezTo>
                  <a:pt x="215242" y="121800"/>
                  <a:pt x="189389" y="120085"/>
                  <a:pt x="163538" y="120085"/>
                </a:cubicBezTo>
                <a:close/>
                <a:moveTo>
                  <a:pt x="163538" y="0"/>
                </a:moveTo>
                <a:cubicBezTo>
                  <a:pt x="242779" y="0"/>
                  <a:pt x="306284" y="64045"/>
                  <a:pt x="310218" y="148676"/>
                </a:cubicBezTo>
                <a:cubicBezTo>
                  <a:pt x="312464" y="185845"/>
                  <a:pt x="326515" y="297352"/>
                  <a:pt x="326515" y="298495"/>
                </a:cubicBezTo>
                <a:cubicBezTo>
                  <a:pt x="327077" y="304214"/>
                  <a:pt x="324830" y="309360"/>
                  <a:pt x="320895" y="312791"/>
                </a:cubicBezTo>
                <a:cubicBezTo>
                  <a:pt x="316400" y="315650"/>
                  <a:pt x="277060" y="344242"/>
                  <a:pt x="164100" y="344242"/>
                </a:cubicBezTo>
                <a:cubicBezTo>
                  <a:pt x="49455" y="344242"/>
                  <a:pt x="10115" y="315650"/>
                  <a:pt x="6182" y="312791"/>
                </a:cubicBezTo>
                <a:cubicBezTo>
                  <a:pt x="2248" y="309360"/>
                  <a:pt x="0" y="304214"/>
                  <a:pt x="562" y="298495"/>
                </a:cubicBezTo>
                <a:cubicBezTo>
                  <a:pt x="1123" y="297352"/>
                  <a:pt x="14612" y="185845"/>
                  <a:pt x="16859" y="148676"/>
                </a:cubicBezTo>
                <a:cubicBezTo>
                  <a:pt x="21356" y="64045"/>
                  <a:pt x="84298" y="0"/>
                  <a:pt x="163538" y="0"/>
                </a:cubicBez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2330A-EB3E-4289-8600-FC67CEF0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9438" y="2927776"/>
            <a:ext cx="252983" cy="252982"/>
          </a:xfrm>
          <a:custGeom xmlns:a="http://schemas.openxmlformats.org/drawingml/2006/main">
            <a:pathLst>
              <a:path w="252983" h="252982" fill="none">
                <a:moveTo>
                  <a:pt x="0" y="86008"/>
                </a:moveTo>
                <a:lnTo>
                  <a:pt x="86009" y="86008"/>
                </a:lnTo>
                <a:lnTo>
                  <a:pt x="86009" y="0"/>
                </a:lnTo>
                <a:lnTo>
                  <a:pt x="166974" y="0"/>
                </a:lnTo>
                <a:lnTo>
                  <a:pt x="166974" y="86008"/>
                </a:lnTo>
                <a:lnTo>
                  <a:pt x="252983" y="86008"/>
                </a:lnTo>
                <a:lnTo>
                  <a:pt x="252983" y="166974"/>
                </a:lnTo>
                <a:lnTo>
                  <a:pt x="166974" y="166974"/>
                </a:lnTo>
                <a:lnTo>
                  <a:pt x="166974" y="252982"/>
                </a:lnTo>
                <a:lnTo>
                  <a:pt x="86009" y="252982"/>
                </a:lnTo>
                <a:lnTo>
                  <a:pt x="86009" y="166974"/>
                </a:lnTo>
                <a:lnTo>
                  <a:pt x="0" y="166974"/>
                </a:lnTo>
                <a:lnTo>
                  <a:pt x="0" y="8600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2C613F-6AA8-4363-BDFA-25D342E2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5592" y="1568596"/>
            <a:ext cx="870196" cy="108707"/>
          </a:xfrm>
          <a:custGeom xmlns:a="http://schemas.openxmlformats.org/drawingml/2006/main">
            <a:pathLst>
              <a:path w="870196" h="108707">
                <a:moveTo>
                  <a:pt x="0" y="36234"/>
                </a:moveTo>
                <a:lnTo>
                  <a:pt x="0" y="72470"/>
                </a:lnTo>
                <a:lnTo>
                  <a:pt x="761488" y="72471"/>
                </a:lnTo>
                <a:lnTo>
                  <a:pt x="761488" y="108707"/>
                </a:lnTo>
                <a:lnTo>
                  <a:pt x="870196" y="54354"/>
                </a:lnTo>
                <a:lnTo>
                  <a:pt x="761490" y="0"/>
                </a:lnTo>
                <a:lnTo>
                  <a:pt x="761489" y="36235"/>
                </a:lnTo>
                <a:lnTo>
                  <a:pt x="0" y="3623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D3B4A-7C46-4154-B061-83C1335D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28540" y="1875903"/>
            <a:ext cx="108626" cy="425958"/>
          </a:xfrm>
          <a:custGeom xmlns:a="http://schemas.openxmlformats.org/drawingml/2006/main">
            <a:pathLst>
              <a:path w="108626" h="425958">
                <a:moveTo>
                  <a:pt x="60242" y="0"/>
                </a:moveTo>
                <a:lnTo>
                  <a:pt x="24032" y="1393"/>
                </a:lnTo>
                <a:lnTo>
                  <a:pt x="36208" y="318027"/>
                </a:lnTo>
                <a:lnTo>
                  <a:pt x="0" y="319419"/>
                </a:lnTo>
                <a:lnTo>
                  <a:pt x="58490" y="425958"/>
                </a:lnTo>
                <a:lnTo>
                  <a:pt x="108626" y="315242"/>
                </a:lnTo>
                <a:lnTo>
                  <a:pt x="72417" y="316634"/>
                </a:lnTo>
                <a:lnTo>
                  <a:pt x="60242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PVMining">
            <a:extLst xmlns:a="http://schemas.openxmlformats.org/drawingml/2006/main">
              <a:ext uri="{FF2B5EF4-FFF2-40B4-BE49-F238E27FC236}">
                <a16:creationId xmlns:a16="http://schemas.microsoft.com/office/drawing/2014/main" id="{20AD58DF-22A4-41BC-B62C-EC3A8A5A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0582" y="292126"/>
            <a:ext cx="1350622" cy="268514"/>
          </a:xfrm>
          <a:custGeom xmlns:a="http://schemas.openxmlformats.org/drawingml/2006/main">
            <a:pathLst>
              <a:path w="1350622" h="268514">
                <a:moveTo>
                  <a:pt x="0" y="207507"/>
                </a:moveTo>
                <a:lnTo>
                  <a:pt x="0" y="0"/>
                </a:lnTo>
                <a:lnTo>
                  <a:pt x="67235" y="0"/>
                </a:lnTo>
                <a:cubicBezTo>
                  <a:pt x="92713" y="0"/>
                  <a:pt x="109321" y="1038"/>
                  <a:pt x="117059" y="3114"/>
                </a:cubicBezTo>
                <a:cubicBezTo>
                  <a:pt x="128949" y="6228"/>
                  <a:pt x="138905" y="12999"/>
                  <a:pt x="146925" y="23426"/>
                </a:cubicBezTo>
                <a:cubicBezTo>
                  <a:pt x="154946" y="33853"/>
                  <a:pt x="158957" y="47324"/>
                  <a:pt x="158957" y="63838"/>
                </a:cubicBezTo>
                <a:cubicBezTo>
                  <a:pt x="158957" y="76577"/>
                  <a:pt x="156645" y="87287"/>
                  <a:pt x="152021" y="95969"/>
                </a:cubicBezTo>
                <a:cubicBezTo>
                  <a:pt x="147397" y="104650"/>
                  <a:pt x="141523" y="111468"/>
                  <a:pt x="134399" y="116422"/>
                </a:cubicBezTo>
                <a:cubicBezTo>
                  <a:pt x="127274" y="121376"/>
                  <a:pt x="120032" y="124655"/>
                  <a:pt x="112671" y="126260"/>
                </a:cubicBezTo>
                <a:cubicBezTo>
                  <a:pt x="102669" y="128241"/>
                  <a:pt x="88184" y="129232"/>
                  <a:pt x="69216" y="129232"/>
                </a:cubicBezTo>
                <a:lnTo>
                  <a:pt x="41898" y="129232"/>
                </a:lnTo>
                <a:lnTo>
                  <a:pt x="41898" y="207507"/>
                </a:lnTo>
                <a:lnTo>
                  <a:pt x="0" y="207507"/>
                </a:lnTo>
                <a:moveTo>
                  <a:pt x="41898" y="35104"/>
                </a:moveTo>
                <a:lnTo>
                  <a:pt x="41898" y="93987"/>
                </a:lnTo>
                <a:lnTo>
                  <a:pt x="64828" y="93987"/>
                </a:lnTo>
                <a:cubicBezTo>
                  <a:pt x="81342" y="93987"/>
                  <a:pt x="92383" y="92902"/>
                  <a:pt x="97950" y="90731"/>
                </a:cubicBezTo>
                <a:cubicBezTo>
                  <a:pt x="103518" y="88561"/>
                  <a:pt x="107882" y="85164"/>
                  <a:pt x="111043" y="80540"/>
                </a:cubicBezTo>
                <a:cubicBezTo>
                  <a:pt x="114205" y="75916"/>
                  <a:pt x="115785" y="70537"/>
                  <a:pt x="115785" y="64404"/>
                </a:cubicBezTo>
                <a:cubicBezTo>
                  <a:pt x="115785" y="56855"/>
                  <a:pt x="113568" y="50627"/>
                  <a:pt x="109133" y="45720"/>
                </a:cubicBezTo>
                <a:cubicBezTo>
                  <a:pt x="104697" y="40813"/>
                  <a:pt x="99083" y="37746"/>
                  <a:pt x="92288" y="36519"/>
                </a:cubicBezTo>
                <a:cubicBezTo>
                  <a:pt x="87287" y="35575"/>
                  <a:pt x="77237" y="35104"/>
                  <a:pt x="62139" y="35104"/>
                </a:cubicBezTo>
                <a:lnTo>
                  <a:pt x="41898" y="35104"/>
                </a:lnTo>
                <a:close/>
                <a:moveTo>
                  <a:pt x="252236" y="207507"/>
                </a:moveTo>
                <a:lnTo>
                  <a:pt x="178066" y="0"/>
                </a:lnTo>
                <a:lnTo>
                  <a:pt x="223502" y="0"/>
                </a:lnTo>
                <a:lnTo>
                  <a:pt x="276016" y="153578"/>
                </a:lnTo>
                <a:lnTo>
                  <a:pt x="326831" y="0"/>
                </a:lnTo>
                <a:lnTo>
                  <a:pt x="371277" y="0"/>
                </a:lnTo>
                <a:lnTo>
                  <a:pt x="296965" y="207507"/>
                </a:lnTo>
                <a:lnTo>
                  <a:pt x="252236" y="207507"/>
                </a:lnTo>
                <a:close/>
                <a:moveTo>
                  <a:pt x="470356" y="207507"/>
                </a:moveTo>
                <a:lnTo>
                  <a:pt x="470356" y="0"/>
                </a:lnTo>
                <a:lnTo>
                  <a:pt x="533062" y="0"/>
                </a:lnTo>
                <a:lnTo>
                  <a:pt x="570713" y="141547"/>
                </a:lnTo>
                <a:lnTo>
                  <a:pt x="607940" y="0"/>
                </a:lnTo>
                <a:lnTo>
                  <a:pt x="670787" y="0"/>
                </a:lnTo>
                <a:lnTo>
                  <a:pt x="670787" y="207507"/>
                </a:lnTo>
                <a:lnTo>
                  <a:pt x="631861" y="207507"/>
                </a:lnTo>
                <a:lnTo>
                  <a:pt x="631861" y="44163"/>
                </a:lnTo>
                <a:lnTo>
                  <a:pt x="590671" y="207507"/>
                </a:lnTo>
                <a:lnTo>
                  <a:pt x="550330" y="207507"/>
                </a:lnTo>
                <a:lnTo>
                  <a:pt x="509282" y="44163"/>
                </a:lnTo>
                <a:lnTo>
                  <a:pt x="509282" y="207507"/>
                </a:lnTo>
                <a:lnTo>
                  <a:pt x="470356" y="207507"/>
                </a:lnTo>
                <a:close/>
                <a:moveTo>
                  <a:pt x="706173" y="36802"/>
                </a:moveTo>
                <a:lnTo>
                  <a:pt x="706173" y="0"/>
                </a:lnTo>
                <a:lnTo>
                  <a:pt x="745948" y="0"/>
                </a:lnTo>
                <a:lnTo>
                  <a:pt x="745948" y="36802"/>
                </a:lnTo>
                <a:lnTo>
                  <a:pt x="706173" y="36802"/>
                </a:lnTo>
                <a:moveTo>
                  <a:pt x="706173" y="207507"/>
                </a:moveTo>
                <a:lnTo>
                  <a:pt x="706173" y="57185"/>
                </a:lnTo>
                <a:lnTo>
                  <a:pt x="745948" y="57185"/>
                </a:lnTo>
                <a:lnTo>
                  <a:pt x="745948" y="207507"/>
                </a:lnTo>
                <a:lnTo>
                  <a:pt x="706173" y="207507"/>
                </a:lnTo>
                <a:close/>
                <a:moveTo>
                  <a:pt x="915234" y="207507"/>
                </a:moveTo>
                <a:lnTo>
                  <a:pt x="875459" y="207507"/>
                </a:lnTo>
                <a:lnTo>
                  <a:pt x="875459" y="130789"/>
                </a:lnTo>
                <a:cubicBezTo>
                  <a:pt x="875459" y="114558"/>
                  <a:pt x="874610" y="104060"/>
                  <a:pt x="872912" y="99295"/>
                </a:cubicBezTo>
                <a:cubicBezTo>
                  <a:pt x="871213" y="94530"/>
                  <a:pt x="868453" y="90826"/>
                  <a:pt x="864631" y="88184"/>
                </a:cubicBezTo>
                <a:cubicBezTo>
                  <a:pt x="860809" y="85541"/>
                  <a:pt x="856209" y="84220"/>
                  <a:pt x="850830" y="84220"/>
                </a:cubicBezTo>
                <a:cubicBezTo>
                  <a:pt x="843942" y="84220"/>
                  <a:pt x="837761" y="86108"/>
                  <a:pt x="832288" y="89882"/>
                </a:cubicBezTo>
                <a:cubicBezTo>
                  <a:pt x="826815" y="93657"/>
                  <a:pt x="823064" y="98658"/>
                  <a:pt x="821035" y="104886"/>
                </a:cubicBezTo>
                <a:cubicBezTo>
                  <a:pt x="819006" y="111114"/>
                  <a:pt x="817991" y="122627"/>
                  <a:pt x="817991" y="139424"/>
                </a:cubicBezTo>
                <a:lnTo>
                  <a:pt x="817991" y="207507"/>
                </a:lnTo>
                <a:lnTo>
                  <a:pt x="778217" y="207507"/>
                </a:lnTo>
                <a:lnTo>
                  <a:pt x="778217" y="57185"/>
                </a:lnTo>
                <a:lnTo>
                  <a:pt x="815161" y="57185"/>
                </a:lnTo>
                <a:lnTo>
                  <a:pt x="815161" y="79266"/>
                </a:lnTo>
                <a:cubicBezTo>
                  <a:pt x="828277" y="62281"/>
                  <a:pt x="844791" y="53788"/>
                  <a:pt x="864702" y="53788"/>
                </a:cubicBezTo>
                <a:cubicBezTo>
                  <a:pt x="873478" y="53788"/>
                  <a:pt x="881499" y="55368"/>
                  <a:pt x="888765" y="58530"/>
                </a:cubicBezTo>
                <a:cubicBezTo>
                  <a:pt x="896031" y="61691"/>
                  <a:pt x="901528" y="65725"/>
                  <a:pt x="905255" y="70632"/>
                </a:cubicBezTo>
                <a:cubicBezTo>
                  <a:pt x="908982" y="75539"/>
                  <a:pt x="911577" y="81106"/>
                  <a:pt x="913040" y="87334"/>
                </a:cubicBezTo>
                <a:cubicBezTo>
                  <a:pt x="914503" y="93562"/>
                  <a:pt x="915234" y="102480"/>
                  <a:pt x="915234" y="114087"/>
                </a:cubicBezTo>
                <a:lnTo>
                  <a:pt x="915234" y="207507"/>
                </a:lnTo>
                <a:close/>
                <a:moveTo>
                  <a:pt x="959535" y="36802"/>
                </a:moveTo>
                <a:lnTo>
                  <a:pt x="959535" y="0"/>
                </a:lnTo>
                <a:lnTo>
                  <a:pt x="999310" y="0"/>
                </a:lnTo>
                <a:lnTo>
                  <a:pt x="999310" y="36802"/>
                </a:lnTo>
                <a:lnTo>
                  <a:pt x="959535" y="36802"/>
                </a:lnTo>
                <a:moveTo>
                  <a:pt x="959535" y="207507"/>
                </a:moveTo>
                <a:lnTo>
                  <a:pt x="959535" y="57185"/>
                </a:lnTo>
                <a:lnTo>
                  <a:pt x="999310" y="57185"/>
                </a:lnTo>
                <a:lnTo>
                  <a:pt x="999310" y="207507"/>
                </a:lnTo>
                <a:lnTo>
                  <a:pt x="959535" y="207507"/>
                </a:lnTo>
                <a:close/>
                <a:moveTo>
                  <a:pt x="1168596" y="207507"/>
                </a:moveTo>
                <a:lnTo>
                  <a:pt x="1128822" y="207507"/>
                </a:lnTo>
                <a:lnTo>
                  <a:pt x="1128822" y="130789"/>
                </a:lnTo>
                <a:cubicBezTo>
                  <a:pt x="1128822" y="114558"/>
                  <a:pt x="1127972" y="104060"/>
                  <a:pt x="1126274" y="99295"/>
                </a:cubicBezTo>
                <a:cubicBezTo>
                  <a:pt x="1124575" y="94530"/>
                  <a:pt x="1121815" y="90826"/>
                  <a:pt x="1117993" y="88184"/>
                </a:cubicBezTo>
                <a:cubicBezTo>
                  <a:pt x="1114172" y="85541"/>
                  <a:pt x="1109571" y="84220"/>
                  <a:pt x="1104193" y="84220"/>
                </a:cubicBezTo>
                <a:cubicBezTo>
                  <a:pt x="1097304" y="84220"/>
                  <a:pt x="1091123" y="86108"/>
                  <a:pt x="1085650" y="89882"/>
                </a:cubicBezTo>
                <a:cubicBezTo>
                  <a:pt x="1080177" y="93657"/>
                  <a:pt x="1076426" y="98658"/>
                  <a:pt x="1074397" y="104886"/>
                </a:cubicBezTo>
                <a:cubicBezTo>
                  <a:pt x="1072368" y="111114"/>
                  <a:pt x="1071354" y="122627"/>
                  <a:pt x="1071354" y="139424"/>
                </a:cubicBezTo>
                <a:lnTo>
                  <a:pt x="1071354" y="207507"/>
                </a:lnTo>
                <a:lnTo>
                  <a:pt x="1031579" y="207507"/>
                </a:lnTo>
                <a:lnTo>
                  <a:pt x="1031579" y="57185"/>
                </a:lnTo>
                <a:lnTo>
                  <a:pt x="1068523" y="57185"/>
                </a:lnTo>
                <a:lnTo>
                  <a:pt x="1068523" y="79266"/>
                </a:lnTo>
                <a:cubicBezTo>
                  <a:pt x="1081639" y="62281"/>
                  <a:pt x="1098153" y="53788"/>
                  <a:pt x="1118064" y="53788"/>
                </a:cubicBezTo>
                <a:cubicBezTo>
                  <a:pt x="1126840" y="53788"/>
                  <a:pt x="1134861" y="55368"/>
                  <a:pt x="1142127" y="58530"/>
                </a:cubicBezTo>
                <a:cubicBezTo>
                  <a:pt x="1149393" y="61691"/>
                  <a:pt x="1154890" y="65725"/>
                  <a:pt x="1158617" y="70632"/>
                </a:cubicBezTo>
                <a:cubicBezTo>
                  <a:pt x="1162345" y="75539"/>
                  <a:pt x="1164940" y="81106"/>
                  <a:pt x="1166402" y="87334"/>
                </a:cubicBezTo>
                <a:cubicBezTo>
                  <a:pt x="1167865" y="93562"/>
                  <a:pt x="1168596" y="102480"/>
                  <a:pt x="1168596" y="114087"/>
                </a:cubicBezTo>
                <a:lnTo>
                  <a:pt x="1168596" y="207507"/>
                </a:lnTo>
                <a:close/>
                <a:moveTo>
                  <a:pt x="1209217" y="217416"/>
                </a:moveTo>
                <a:lnTo>
                  <a:pt x="1254653" y="222936"/>
                </a:lnTo>
                <a:cubicBezTo>
                  <a:pt x="1255408" y="228220"/>
                  <a:pt x="1257154" y="231854"/>
                  <a:pt x="1259890" y="233835"/>
                </a:cubicBezTo>
                <a:cubicBezTo>
                  <a:pt x="1263665" y="236666"/>
                  <a:pt x="1269610" y="238082"/>
                  <a:pt x="1277725" y="238082"/>
                </a:cubicBezTo>
                <a:cubicBezTo>
                  <a:pt x="1288105" y="238082"/>
                  <a:pt x="1295890" y="236525"/>
                  <a:pt x="1301080" y="233411"/>
                </a:cubicBezTo>
                <a:cubicBezTo>
                  <a:pt x="1304572" y="231335"/>
                  <a:pt x="1307214" y="227985"/>
                  <a:pt x="1309007" y="223361"/>
                </a:cubicBezTo>
                <a:cubicBezTo>
                  <a:pt x="1310234" y="220058"/>
                  <a:pt x="1310847" y="213971"/>
                  <a:pt x="1310847" y="205101"/>
                </a:cubicBezTo>
                <a:lnTo>
                  <a:pt x="1310847" y="183161"/>
                </a:lnTo>
                <a:cubicBezTo>
                  <a:pt x="1298957" y="199392"/>
                  <a:pt x="1283953" y="207507"/>
                  <a:pt x="1265835" y="207507"/>
                </a:cubicBezTo>
                <a:cubicBezTo>
                  <a:pt x="1245641" y="207507"/>
                  <a:pt x="1229647" y="198967"/>
                  <a:pt x="1217851" y="181888"/>
                </a:cubicBezTo>
                <a:cubicBezTo>
                  <a:pt x="1208603" y="168393"/>
                  <a:pt x="1203979" y="151597"/>
                  <a:pt x="1203979" y="131497"/>
                </a:cubicBezTo>
                <a:cubicBezTo>
                  <a:pt x="1203979" y="106302"/>
                  <a:pt x="1210042" y="87051"/>
                  <a:pt x="1222168" y="73746"/>
                </a:cubicBezTo>
                <a:cubicBezTo>
                  <a:pt x="1234294" y="60440"/>
                  <a:pt x="1249369" y="53788"/>
                  <a:pt x="1267392" y="53788"/>
                </a:cubicBezTo>
                <a:cubicBezTo>
                  <a:pt x="1285982" y="53788"/>
                  <a:pt x="1301316" y="61950"/>
                  <a:pt x="1313395" y="78275"/>
                </a:cubicBezTo>
                <a:lnTo>
                  <a:pt x="1313395" y="57185"/>
                </a:lnTo>
                <a:lnTo>
                  <a:pt x="1350622" y="57185"/>
                </a:lnTo>
                <a:lnTo>
                  <a:pt x="1350622" y="192079"/>
                </a:lnTo>
                <a:cubicBezTo>
                  <a:pt x="1350622" y="209819"/>
                  <a:pt x="1349159" y="223078"/>
                  <a:pt x="1346234" y="231854"/>
                </a:cubicBezTo>
                <a:cubicBezTo>
                  <a:pt x="1343309" y="240629"/>
                  <a:pt x="1339204" y="247518"/>
                  <a:pt x="1333919" y="252519"/>
                </a:cubicBezTo>
                <a:cubicBezTo>
                  <a:pt x="1328635" y="257521"/>
                  <a:pt x="1321581" y="261437"/>
                  <a:pt x="1312758" y="264268"/>
                </a:cubicBezTo>
                <a:cubicBezTo>
                  <a:pt x="1303935" y="267099"/>
                  <a:pt x="1292776" y="268514"/>
                  <a:pt x="1279282" y="268514"/>
                </a:cubicBezTo>
                <a:cubicBezTo>
                  <a:pt x="1253804" y="268514"/>
                  <a:pt x="1235733" y="264150"/>
                  <a:pt x="1225070" y="255421"/>
                </a:cubicBezTo>
                <a:cubicBezTo>
                  <a:pt x="1214407" y="246692"/>
                  <a:pt x="1209075" y="235628"/>
                  <a:pt x="1209075" y="222228"/>
                </a:cubicBezTo>
                <a:cubicBezTo>
                  <a:pt x="1209075" y="220907"/>
                  <a:pt x="1209122" y="219303"/>
                  <a:pt x="1209217" y="217416"/>
                </a:cubicBezTo>
                <a:moveTo>
                  <a:pt x="1244745" y="129232"/>
                </a:moveTo>
                <a:cubicBezTo>
                  <a:pt x="1244745" y="145180"/>
                  <a:pt x="1247835" y="156857"/>
                  <a:pt x="1254016" y="164265"/>
                </a:cubicBezTo>
                <a:cubicBezTo>
                  <a:pt x="1260197" y="171673"/>
                  <a:pt x="1267817" y="175376"/>
                  <a:pt x="1276876" y="175376"/>
                </a:cubicBezTo>
                <a:cubicBezTo>
                  <a:pt x="1286595" y="175376"/>
                  <a:pt x="1294805" y="171578"/>
                  <a:pt x="1301505" y="163982"/>
                </a:cubicBezTo>
                <a:cubicBezTo>
                  <a:pt x="1308205" y="156386"/>
                  <a:pt x="1311555" y="145133"/>
                  <a:pt x="1311555" y="130223"/>
                </a:cubicBezTo>
                <a:cubicBezTo>
                  <a:pt x="1311555" y="114653"/>
                  <a:pt x="1308346" y="103093"/>
                  <a:pt x="1301930" y="95544"/>
                </a:cubicBezTo>
                <a:cubicBezTo>
                  <a:pt x="1295513" y="87995"/>
                  <a:pt x="1287398" y="84220"/>
                  <a:pt x="1277584" y="84220"/>
                </a:cubicBezTo>
                <a:cubicBezTo>
                  <a:pt x="1268053" y="84220"/>
                  <a:pt x="1260197" y="87924"/>
                  <a:pt x="1254016" y="95332"/>
                </a:cubicBezTo>
                <a:cubicBezTo>
                  <a:pt x="1247835" y="102739"/>
                  <a:pt x="1244745" y="114039"/>
                  <a:pt x="1244745" y="129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PVFiltering">
            <a:extLst xmlns:a="http://schemas.openxmlformats.org/drawingml/2006/main">
              <a:ext uri="{FF2B5EF4-FFF2-40B4-BE49-F238E27FC236}">
                <a16:creationId xmlns:a16="http://schemas.microsoft.com/office/drawing/2014/main" id="{B1F00C0B-1C1B-4295-81E8-E996A3E2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0366" y="310243"/>
            <a:ext cx="1549629" cy="268514"/>
          </a:xfrm>
          <a:custGeom xmlns:a="http://schemas.openxmlformats.org/drawingml/2006/main">
            <a:pathLst>
              <a:path w="1549629" h="268514">
                <a:moveTo>
                  <a:pt x="0" y="207507"/>
                </a:moveTo>
                <a:lnTo>
                  <a:pt x="0" y="0"/>
                </a:lnTo>
                <a:lnTo>
                  <a:pt x="67235" y="0"/>
                </a:lnTo>
                <a:cubicBezTo>
                  <a:pt x="92713" y="0"/>
                  <a:pt x="109321" y="1038"/>
                  <a:pt x="117059" y="3114"/>
                </a:cubicBezTo>
                <a:cubicBezTo>
                  <a:pt x="128949" y="6228"/>
                  <a:pt x="138905" y="12999"/>
                  <a:pt x="146925" y="23426"/>
                </a:cubicBezTo>
                <a:cubicBezTo>
                  <a:pt x="154946" y="33853"/>
                  <a:pt x="158957" y="47324"/>
                  <a:pt x="158957" y="63838"/>
                </a:cubicBezTo>
                <a:cubicBezTo>
                  <a:pt x="158957" y="76577"/>
                  <a:pt x="156645" y="87287"/>
                  <a:pt x="152021" y="95969"/>
                </a:cubicBezTo>
                <a:cubicBezTo>
                  <a:pt x="147397" y="104650"/>
                  <a:pt x="141523" y="111468"/>
                  <a:pt x="134399" y="116422"/>
                </a:cubicBezTo>
                <a:cubicBezTo>
                  <a:pt x="127274" y="121376"/>
                  <a:pt x="120032" y="124655"/>
                  <a:pt x="112671" y="126260"/>
                </a:cubicBezTo>
                <a:cubicBezTo>
                  <a:pt x="102669" y="128241"/>
                  <a:pt x="88184" y="129232"/>
                  <a:pt x="69216" y="129232"/>
                </a:cubicBezTo>
                <a:lnTo>
                  <a:pt x="41898" y="129232"/>
                </a:lnTo>
                <a:lnTo>
                  <a:pt x="41898" y="207507"/>
                </a:lnTo>
                <a:lnTo>
                  <a:pt x="0" y="207507"/>
                </a:lnTo>
                <a:moveTo>
                  <a:pt x="41898" y="35104"/>
                </a:moveTo>
                <a:lnTo>
                  <a:pt x="41898" y="93987"/>
                </a:lnTo>
                <a:lnTo>
                  <a:pt x="64828" y="93987"/>
                </a:lnTo>
                <a:cubicBezTo>
                  <a:pt x="81342" y="93987"/>
                  <a:pt x="92383" y="92902"/>
                  <a:pt x="97950" y="90731"/>
                </a:cubicBezTo>
                <a:cubicBezTo>
                  <a:pt x="103518" y="88561"/>
                  <a:pt x="107882" y="85164"/>
                  <a:pt x="111043" y="80540"/>
                </a:cubicBezTo>
                <a:cubicBezTo>
                  <a:pt x="114205" y="75916"/>
                  <a:pt x="115785" y="70537"/>
                  <a:pt x="115785" y="64404"/>
                </a:cubicBezTo>
                <a:cubicBezTo>
                  <a:pt x="115785" y="56855"/>
                  <a:pt x="113568" y="50627"/>
                  <a:pt x="109133" y="45720"/>
                </a:cubicBezTo>
                <a:cubicBezTo>
                  <a:pt x="104697" y="40813"/>
                  <a:pt x="99083" y="37746"/>
                  <a:pt x="92288" y="36519"/>
                </a:cubicBezTo>
                <a:cubicBezTo>
                  <a:pt x="87287" y="35575"/>
                  <a:pt x="77237" y="35104"/>
                  <a:pt x="62139" y="35104"/>
                </a:cubicBezTo>
                <a:lnTo>
                  <a:pt x="41898" y="35104"/>
                </a:lnTo>
                <a:close/>
                <a:moveTo>
                  <a:pt x="252236" y="207507"/>
                </a:moveTo>
                <a:lnTo>
                  <a:pt x="178065" y="0"/>
                </a:lnTo>
                <a:lnTo>
                  <a:pt x="223502" y="0"/>
                </a:lnTo>
                <a:lnTo>
                  <a:pt x="276016" y="153578"/>
                </a:lnTo>
                <a:lnTo>
                  <a:pt x="326831" y="0"/>
                </a:lnTo>
                <a:lnTo>
                  <a:pt x="371277" y="0"/>
                </a:lnTo>
                <a:lnTo>
                  <a:pt x="296965" y="207507"/>
                </a:lnTo>
                <a:lnTo>
                  <a:pt x="252236" y="207507"/>
                </a:lnTo>
                <a:close/>
                <a:moveTo>
                  <a:pt x="471205" y="207507"/>
                </a:moveTo>
                <a:lnTo>
                  <a:pt x="471205" y="0"/>
                </a:lnTo>
                <a:lnTo>
                  <a:pt x="613460" y="0"/>
                </a:lnTo>
                <a:lnTo>
                  <a:pt x="613460" y="35104"/>
                </a:lnTo>
                <a:lnTo>
                  <a:pt x="513103" y="35104"/>
                </a:lnTo>
                <a:lnTo>
                  <a:pt x="513103" y="84220"/>
                </a:lnTo>
                <a:lnTo>
                  <a:pt x="599730" y="84220"/>
                </a:lnTo>
                <a:lnTo>
                  <a:pt x="599730" y="119324"/>
                </a:lnTo>
                <a:lnTo>
                  <a:pt x="513103" y="119324"/>
                </a:lnTo>
                <a:lnTo>
                  <a:pt x="513103" y="207507"/>
                </a:lnTo>
                <a:lnTo>
                  <a:pt x="471205" y="207507"/>
                </a:lnTo>
                <a:close/>
                <a:moveTo>
                  <a:pt x="651674" y="36802"/>
                </a:moveTo>
                <a:lnTo>
                  <a:pt x="651674" y="0"/>
                </a:lnTo>
                <a:lnTo>
                  <a:pt x="691449" y="0"/>
                </a:lnTo>
                <a:lnTo>
                  <a:pt x="691449" y="36802"/>
                </a:lnTo>
                <a:lnTo>
                  <a:pt x="651674" y="36802"/>
                </a:lnTo>
                <a:moveTo>
                  <a:pt x="651674" y="207507"/>
                </a:moveTo>
                <a:lnTo>
                  <a:pt x="651674" y="57185"/>
                </a:lnTo>
                <a:lnTo>
                  <a:pt x="691449" y="57185"/>
                </a:lnTo>
                <a:lnTo>
                  <a:pt x="691449" y="207507"/>
                </a:lnTo>
                <a:lnTo>
                  <a:pt x="651674" y="207507"/>
                </a:lnTo>
                <a:close/>
                <a:moveTo>
                  <a:pt x="724001" y="207507"/>
                </a:moveTo>
                <a:lnTo>
                  <a:pt x="724001" y="0"/>
                </a:lnTo>
                <a:lnTo>
                  <a:pt x="763776" y="0"/>
                </a:lnTo>
                <a:lnTo>
                  <a:pt x="763776" y="207507"/>
                </a:lnTo>
                <a:lnTo>
                  <a:pt x="724001" y="207507"/>
                </a:lnTo>
                <a:close/>
                <a:moveTo>
                  <a:pt x="865261" y="57185"/>
                </a:moveTo>
                <a:lnTo>
                  <a:pt x="865261" y="88891"/>
                </a:lnTo>
                <a:lnTo>
                  <a:pt x="838084" y="88891"/>
                </a:lnTo>
                <a:lnTo>
                  <a:pt x="838084" y="149473"/>
                </a:lnTo>
                <a:cubicBezTo>
                  <a:pt x="838084" y="161741"/>
                  <a:pt x="838344" y="168889"/>
                  <a:pt x="838863" y="170918"/>
                </a:cubicBezTo>
                <a:cubicBezTo>
                  <a:pt x="839382" y="172946"/>
                  <a:pt x="840562" y="174621"/>
                  <a:pt x="842402" y="175943"/>
                </a:cubicBezTo>
                <a:cubicBezTo>
                  <a:pt x="844242" y="177264"/>
                  <a:pt x="846483" y="177924"/>
                  <a:pt x="849125" y="177924"/>
                </a:cubicBezTo>
                <a:cubicBezTo>
                  <a:pt x="852805" y="177924"/>
                  <a:pt x="858137" y="176650"/>
                  <a:pt x="865120" y="174102"/>
                </a:cubicBezTo>
                <a:lnTo>
                  <a:pt x="868517" y="204960"/>
                </a:lnTo>
                <a:cubicBezTo>
                  <a:pt x="859269" y="208923"/>
                  <a:pt x="848795" y="210905"/>
                  <a:pt x="837094" y="210905"/>
                </a:cubicBezTo>
                <a:cubicBezTo>
                  <a:pt x="829922" y="210905"/>
                  <a:pt x="823458" y="209701"/>
                  <a:pt x="817702" y="207295"/>
                </a:cubicBezTo>
                <a:cubicBezTo>
                  <a:pt x="811946" y="204889"/>
                  <a:pt x="807723" y="201775"/>
                  <a:pt x="805033" y="197953"/>
                </a:cubicBezTo>
                <a:cubicBezTo>
                  <a:pt x="802344" y="194131"/>
                  <a:pt x="800480" y="188965"/>
                  <a:pt x="799442" y="182454"/>
                </a:cubicBezTo>
                <a:cubicBezTo>
                  <a:pt x="798593" y="177830"/>
                  <a:pt x="798168" y="168488"/>
                  <a:pt x="798168" y="154427"/>
                </a:cubicBezTo>
                <a:lnTo>
                  <a:pt x="798168" y="88891"/>
                </a:lnTo>
                <a:lnTo>
                  <a:pt x="779909" y="88891"/>
                </a:lnTo>
                <a:lnTo>
                  <a:pt x="779909" y="57185"/>
                </a:lnTo>
                <a:lnTo>
                  <a:pt x="798168" y="57185"/>
                </a:lnTo>
                <a:lnTo>
                  <a:pt x="798168" y="27319"/>
                </a:lnTo>
                <a:lnTo>
                  <a:pt x="838084" y="4105"/>
                </a:lnTo>
                <a:lnTo>
                  <a:pt x="838084" y="57185"/>
                </a:lnTo>
                <a:lnTo>
                  <a:pt x="865261" y="57185"/>
                </a:lnTo>
                <a:close/>
                <a:moveTo>
                  <a:pt x="973969" y="159665"/>
                </a:moveTo>
                <a:lnTo>
                  <a:pt x="1013602" y="166317"/>
                </a:lnTo>
                <a:cubicBezTo>
                  <a:pt x="1008507" y="180850"/>
                  <a:pt x="1000462" y="191914"/>
                  <a:pt x="989469" y="199510"/>
                </a:cubicBezTo>
                <a:cubicBezTo>
                  <a:pt x="978475" y="207106"/>
                  <a:pt x="964722" y="210905"/>
                  <a:pt x="948208" y="210905"/>
                </a:cubicBezTo>
                <a:cubicBezTo>
                  <a:pt x="922069" y="210905"/>
                  <a:pt x="902724" y="202365"/>
                  <a:pt x="890174" y="185285"/>
                </a:cubicBezTo>
                <a:cubicBezTo>
                  <a:pt x="880265" y="171602"/>
                  <a:pt x="875311" y="154333"/>
                  <a:pt x="875311" y="133479"/>
                </a:cubicBezTo>
                <a:cubicBezTo>
                  <a:pt x="875311" y="108566"/>
                  <a:pt x="881822" y="89056"/>
                  <a:pt x="894845" y="74949"/>
                </a:cubicBezTo>
                <a:cubicBezTo>
                  <a:pt x="907867" y="60841"/>
                  <a:pt x="924334" y="53788"/>
                  <a:pt x="944244" y="53788"/>
                </a:cubicBezTo>
                <a:cubicBezTo>
                  <a:pt x="966609" y="53788"/>
                  <a:pt x="984255" y="61172"/>
                  <a:pt x="997183" y="75940"/>
                </a:cubicBezTo>
                <a:cubicBezTo>
                  <a:pt x="1010111" y="90708"/>
                  <a:pt x="1016292" y="113332"/>
                  <a:pt x="1015726" y="143811"/>
                </a:cubicBezTo>
                <a:lnTo>
                  <a:pt x="916077" y="143811"/>
                </a:lnTo>
                <a:cubicBezTo>
                  <a:pt x="916360" y="155607"/>
                  <a:pt x="919568" y="164784"/>
                  <a:pt x="925702" y="171342"/>
                </a:cubicBezTo>
                <a:cubicBezTo>
                  <a:pt x="931836" y="177901"/>
                  <a:pt x="939479" y="181180"/>
                  <a:pt x="948632" y="181180"/>
                </a:cubicBezTo>
                <a:cubicBezTo>
                  <a:pt x="954860" y="181180"/>
                  <a:pt x="960098" y="179481"/>
                  <a:pt x="964344" y="176084"/>
                </a:cubicBezTo>
                <a:cubicBezTo>
                  <a:pt x="968591" y="172687"/>
                  <a:pt x="971799" y="167214"/>
                  <a:pt x="973969" y="159665"/>
                </a:cubicBezTo>
                <a:moveTo>
                  <a:pt x="976234" y="119465"/>
                </a:moveTo>
                <a:cubicBezTo>
                  <a:pt x="975951" y="107953"/>
                  <a:pt x="972978" y="99201"/>
                  <a:pt x="967317" y="93209"/>
                </a:cubicBezTo>
                <a:cubicBezTo>
                  <a:pt x="961655" y="87216"/>
                  <a:pt x="954766" y="84220"/>
                  <a:pt x="946651" y="84220"/>
                </a:cubicBezTo>
                <a:cubicBezTo>
                  <a:pt x="937969" y="84220"/>
                  <a:pt x="930798" y="87381"/>
                  <a:pt x="925136" y="93704"/>
                </a:cubicBezTo>
                <a:cubicBezTo>
                  <a:pt x="919474" y="100026"/>
                  <a:pt x="916690" y="108613"/>
                  <a:pt x="916784" y="119465"/>
                </a:cubicBezTo>
                <a:lnTo>
                  <a:pt x="976234" y="119465"/>
                </a:lnTo>
                <a:close/>
                <a:moveTo>
                  <a:pt x="1088056" y="207507"/>
                </a:moveTo>
                <a:lnTo>
                  <a:pt x="1048281" y="207507"/>
                </a:lnTo>
                <a:lnTo>
                  <a:pt x="1048281" y="57185"/>
                </a:lnTo>
                <a:lnTo>
                  <a:pt x="1085225" y="57185"/>
                </a:lnTo>
                <a:lnTo>
                  <a:pt x="1085225" y="78558"/>
                </a:lnTo>
                <a:cubicBezTo>
                  <a:pt x="1091547" y="68461"/>
                  <a:pt x="1097233" y="61809"/>
                  <a:pt x="1102281" y="58600"/>
                </a:cubicBezTo>
                <a:cubicBezTo>
                  <a:pt x="1107330" y="55392"/>
                  <a:pt x="1113063" y="53788"/>
                  <a:pt x="1119479" y="53788"/>
                </a:cubicBezTo>
                <a:cubicBezTo>
                  <a:pt x="1128538" y="53788"/>
                  <a:pt x="1137267" y="56288"/>
                  <a:pt x="1145665" y="61290"/>
                </a:cubicBezTo>
                <a:lnTo>
                  <a:pt x="1133351" y="95969"/>
                </a:lnTo>
                <a:cubicBezTo>
                  <a:pt x="1126651" y="91628"/>
                  <a:pt x="1120423" y="89458"/>
                  <a:pt x="1114667" y="89458"/>
                </a:cubicBezTo>
                <a:cubicBezTo>
                  <a:pt x="1109099" y="89458"/>
                  <a:pt x="1104381" y="90991"/>
                  <a:pt x="1100512" y="94058"/>
                </a:cubicBezTo>
                <a:cubicBezTo>
                  <a:pt x="1096643" y="97125"/>
                  <a:pt x="1093600" y="102669"/>
                  <a:pt x="1091382" y="110690"/>
                </a:cubicBezTo>
                <a:cubicBezTo>
                  <a:pt x="1089165" y="118711"/>
                  <a:pt x="1088056" y="135507"/>
                  <a:pt x="1088056" y="161080"/>
                </a:cubicBezTo>
                <a:lnTo>
                  <a:pt x="1088056" y="207507"/>
                </a:lnTo>
                <a:close/>
                <a:moveTo>
                  <a:pt x="1158543" y="36802"/>
                </a:moveTo>
                <a:lnTo>
                  <a:pt x="1158543" y="0"/>
                </a:lnTo>
                <a:lnTo>
                  <a:pt x="1198317" y="0"/>
                </a:lnTo>
                <a:lnTo>
                  <a:pt x="1198317" y="36802"/>
                </a:lnTo>
                <a:lnTo>
                  <a:pt x="1158543" y="36802"/>
                </a:lnTo>
                <a:moveTo>
                  <a:pt x="1158543" y="207507"/>
                </a:moveTo>
                <a:lnTo>
                  <a:pt x="1158543" y="57185"/>
                </a:lnTo>
                <a:lnTo>
                  <a:pt x="1198317" y="57185"/>
                </a:lnTo>
                <a:lnTo>
                  <a:pt x="1198317" y="207507"/>
                </a:lnTo>
                <a:lnTo>
                  <a:pt x="1158543" y="207507"/>
                </a:lnTo>
                <a:close/>
                <a:moveTo>
                  <a:pt x="1367604" y="207507"/>
                </a:moveTo>
                <a:lnTo>
                  <a:pt x="1327829" y="207507"/>
                </a:lnTo>
                <a:lnTo>
                  <a:pt x="1327829" y="130789"/>
                </a:lnTo>
                <a:cubicBezTo>
                  <a:pt x="1327829" y="114558"/>
                  <a:pt x="1326980" y="104060"/>
                  <a:pt x="1325281" y="99295"/>
                </a:cubicBezTo>
                <a:cubicBezTo>
                  <a:pt x="1323583" y="94530"/>
                  <a:pt x="1320823" y="90826"/>
                  <a:pt x="1317001" y="88184"/>
                </a:cubicBezTo>
                <a:cubicBezTo>
                  <a:pt x="1313179" y="85541"/>
                  <a:pt x="1308579" y="84220"/>
                  <a:pt x="1303200" y="84220"/>
                </a:cubicBezTo>
                <a:cubicBezTo>
                  <a:pt x="1296311" y="84220"/>
                  <a:pt x="1290131" y="86108"/>
                  <a:pt x="1284657" y="89882"/>
                </a:cubicBezTo>
                <a:cubicBezTo>
                  <a:pt x="1279184" y="93657"/>
                  <a:pt x="1275433" y="98658"/>
                  <a:pt x="1273404" y="104886"/>
                </a:cubicBezTo>
                <a:cubicBezTo>
                  <a:pt x="1271376" y="111114"/>
                  <a:pt x="1270361" y="122627"/>
                  <a:pt x="1270361" y="139424"/>
                </a:cubicBezTo>
                <a:lnTo>
                  <a:pt x="1270361" y="207507"/>
                </a:lnTo>
                <a:lnTo>
                  <a:pt x="1230587" y="207507"/>
                </a:lnTo>
                <a:lnTo>
                  <a:pt x="1230587" y="57185"/>
                </a:lnTo>
                <a:lnTo>
                  <a:pt x="1267530" y="57185"/>
                </a:lnTo>
                <a:lnTo>
                  <a:pt x="1267530" y="79266"/>
                </a:lnTo>
                <a:cubicBezTo>
                  <a:pt x="1280647" y="62281"/>
                  <a:pt x="1297161" y="53788"/>
                  <a:pt x="1317072" y="53788"/>
                </a:cubicBezTo>
                <a:cubicBezTo>
                  <a:pt x="1325847" y="53788"/>
                  <a:pt x="1333868" y="55368"/>
                  <a:pt x="1341135" y="58530"/>
                </a:cubicBezTo>
                <a:cubicBezTo>
                  <a:pt x="1348401" y="61691"/>
                  <a:pt x="1353897" y="65725"/>
                  <a:pt x="1357625" y="70632"/>
                </a:cubicBezTo>
                <a:cubicBezTo>
                  <a:pt x="1361352" y="75539"/>
                  <a:pt x="1363947" y="81106"/>
                  <a:pt x="1365410" y="87334"/>
                </a:cubicBezTo>
                <a:cubicBezTo>
                  <a:pt x="1366872" y="93562"/>
                  <a:pt x="1367604" y="102480"/>
                  <a:pt x="1367604" y="114087"/>
                </a:cubicBezTo>
                <a:lnTo>
                  <a:pt x="1367604" y="207507"/>
                </a:lnTo>
                <a:close/>
                <a:moveTo>
                  <a:pt x="1408224" y="217416"/>
                </a:moveTo>
                <a:lnTo>
                  <a:pt x="1453661" y="222936"/>
                </a:lnTo>
                <a:cubicBezTo>
                  <a:pt x="1454416" y="228220"/>
                  <a:pt x="1456161" y="231854"/>
                  <a:pt x="1458898" y="233835"/>
                </a:cubicBezTo>
                <a:cubicBezTo>
                  <a:pt x="1462673" y="236666"/>
                  <a:pt x="1468618" y="238082"/>
                  <a:pt x="1476733" y="238082"/>
                </a:cubicBezTo>
                <a:cubicBezTo>
                  <a:pt x="1487113" y="238082"/>
                  <a:pt x="1494898" y="236525"/>
                  <a:pt x="1500088" y="233411"/>
                </a:cubicBezTo>
                <a:cubicBezTo>
                  <a:pt x="1503580" y="231335"/>
                  <a:pt x="1506222" y="227985"/>
                  <a:pt x="1508015" y="223361"/>
                </a:cubicBezTo>
                <a:cubicBezTo>
                  <a:pt x="1509242" y="220058"/>
                  <a:pt x="1509855" y="213971"/>
                  <a:pt x="1509855" y="205101"/>
                </a:cubicBezTo>
                <a:lnTo>
                  <a:pt x="1509855" y="183161"/>
                </a:lnTo>
                <a:cubicBezTo>
                  <a:pt x="1497965" y="199392"/>
                  <a:pt x="1482961" y="207507"/>
                  <a:pt x="1464843" y="207507"/>
                </a:cubicBezTo>
                <a:cubicBezTo>
                  <a:pt x="1444649" y="207507"/>
                  <a:pt x="1428654" y="198967"/>
                  <a:pt x="1416859" y="181888"/>
                </a:cubicBezTo>
                <a:cubicBezTo>
                  <a:pt x="1407611" y="168393"/>
                  <a:pt x="1402987" y="151597"/>
                  <a:pt x="1402987" y="131497"/>
                </a:cubicBezTo>
                <a:cubicBezTo>
                  <a:pt x="1402987" y="106302"/>
                  <a:pt x="1409050" y="87051"/>
                  <a:pt x="1421176" y="73746"/>
                </a:cubicBezTo>
                <a:cubicBezTo>
                  <a:pt x="1433302" y="60440"/>
                  <a:pt x="1448376" y="53788"/>
                  <a:pt x="1466400" y="53788"/>
                </a:cubicBezTo>
                <a:cubicBezTo>
                  <a:pt x="1484990" y="53788"/>
                  <a:pt x="1500324" y="61950"/>
                  <a:pt x="1512403" y="78275"/>
                </a:cubicBezTo>
                <a:lnTo>
                  <a:pt x="1512403" y="57185"/>
                </a:lnTo>
                <a:lnTo>
                  <a:pt x="1549629" y="57185"/>
                </a:lnTo>
                <a:lnTo>
                  <a:pt x="1549629" y="192079"/>
                </a:lnTo>
                <a:cubicBezTo>
                  <a:pt x="1549629" y="209819"/>
                  <a:pt x="1548167" y="223078"/>
                  <a:pt x="1545242" y="231854"/>
                </a:cubicBezTo>
                <a:cubicBezTo>
                  <a:pt x="1542316" y="240629"/>
                  <a:pt x="1538211" y="247518"/>
                  <a:pt x="1532927" y="252519"/>
                </a:cubicBezTo>
                <a:cubicBezTo>
                  <a:pt x="1527643" y="257521"/>
                  <a:pt x="1520589" y="261437"/>
                  <a:pt x="1511766" y="264268"/>
                </a:cubicBezTo>
                <a:cubicBezTo>
                  <a:pt x="1502943" y="267099"/>
                  <a:pt x="1491784" y="268514"/>
                  <a:pt x="1478290" y="268514"/>
                </a:cubicBezTo>
                <a:cubicBezTo>
                  <a:pt x="1452812" y="268514"/>
                  <a:pt x="1434741" y="264150"/>
                  <a:pt x="1424078" y="255421"/>
                </a:cubicBezTo>
                <a:cubicBezTo>
                  <a:pt x="1413414" y="246692"/>
                  <a:pt x="1408083" y="235628"/>
                  <a:pt x="1408083" y="222228"/>
                </a:cubicBezTo>
                <a:cubicBezTo>
                  <a:pt x="1408083" y="220907"/>
                  <a:pt x="1408130" y="219303"/>
                  <a:pt x="1408224" y="217416"/>
                </a:cubicBezTo>
                <a:moveTo>
                  <a:pt x="1443753" y="129232"/>
                </a:moveTo>
                <a:cubicBezTo>
                  <a:pt x="1443753" y="145180"/>
                  <a:pt x="1446843" y="156857"/>
                  <a:pt x="1453024" y="164265"/>
                </a:cubicBezTo>
                <a:cubicBezTo>
                  <a:pt x="1459205" y="171673"/>
                  <a:pt x="1466825" y="175376"/>
                  <a:pt x="1475884" y="175376"/>
                </a:cubicBezTo>
                <a:cubicBezTo>
                  <a:pt x="1485603" y="175376"/>
                  <a:pt x="1493813" y="171578"/>
                  <a:pt x="1500513" y="163982"/>
                </a:cubicBezTo>
                <a:cubicBezTo>
                  <a:pt x="1507213" y="156386"/>
                  <a:pt x="1510563" y="145133"/>
                  <a:pt x="1510563" y="130223"/>
                </a:cubicBezTo>
                <a:cubicBezTo>
                  <a:pt x="1510563" y="114653"/>
                  <a:pt x="1507354" y="103093"/>
                  <a:pt x="1500937" y="95544"/>
                </a:cubicBezTo>
                <a:cubicBezTo>
                  <a:pt x="1494521" y="87995"/>
                  <a:pt x="1486405" y="84220"/>
                  <a:pt x="1476591" y="84220"/>
                </a:cubicBezTo>
                <a:cubicBezTo>
                  <a:pt x="1467061" y="84220"/>
                  <a:pt x="1459205" y="87924"/>
                  <a:pt x="1453024" y="95332"/>
                </a:cubicBezTo>
                <a:cubicBezTo>
                  <a:pt x="1446843" y="102739"/>
                  <a:pt x="1443753" y="114039"/>
                  <a:pt x="1443753" y="129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Text PVMonitoring">
            <a:extLst xmlns:a="http://schemas.openxmlformats.org/drawingml/2006/main">
              <a:ext uri="{FF2B5EF4-FFF2-40B4-BE49-F238E27FC236}">
                <a16:creationId xmlns:a16="http://schemas.microsoft.com/office/drawing/2014/main" id="{97D3079C-2C65-41E9-9362-22DD48BF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0385" y="310243"/>
            <a:ext cx="1911845" cy="268514"/>
          </a:xfrm>
          <a:custGeom xmlns:a="http://schemas.openxmlformats.org/drawingml/2006/main">
            <a:pathLst>
              <a:path w="1911845" h="268514">
                <a:moveTo>
                  <a:pt x="0" y="207507"/>
                </a:moveTo>
                <a:lnTo>
                  <a:pt x="0" y="0"/>
                </a:lnTo>
                <a:lnTo>
                  <a:pt x="67235" y="0"/>
                </a:lnTo>
                <a:cubicBezTo>
                  <a:pt x="92713" y="0"/>
                  <a:pt x="109321" y="1038"/>
                  <a:pt x="117059" y="3114"/>
                </a:cubicBezTo>
                <a:cubicBezTo>
                  <a:pt x="128949" y="6228"/>
                  <a:pt x="138905" y="12999"/>
                  <a:pt x="146925" y="23426"/>
                </a:cubicBezTo>
                <a:cubicBezTo>
                  <a:pt x="154946" y="33853"/>
                  <a:pt x="158957" y="47324"/>
                  <a:pt x="158957" y="63838"/>
                </a:cubicBezTo>
                <a:cubicBezTo>
                  <a:pt x="158957" y="76577"/>
                  <a:pt x="156645" y="87287"/>
                  <a:pt x="152021" y="95969"/>
                </a:cubicBezTo>
                <a:cubicBezTo>
                  <a:pt x="147397" y="104650"/>
                  <a:pt x="141523" y="111468"/>
                  <a:pt x="134399" y="116422"/>
                </a:cubicBezTo>
                <a:cubicBezTo>
                  <a:pt x="127274" y="121376"/>
                  <a:pt x="120032" y="124655"/>
                  <a:pt x="112671" y="126260"/>
                </a:cubicBezTo>
                <a:cubicBezTo>
                  <a:pt x="102669" y="128241"/>
                  <a:pt x="88184" y="129232"/>
                  <a:pt x="69216" y="129232"/>
                </a:cubicBezTo>
                <a:lnTo>
                  <a:pt x="41898" y="129232"/>
                </a:lnTo>
                <a:lnTo>
                  <a:pt x="41898" y="207507"/>
                </a:lnTo>
                <a:lnTo>
                  <a:pt x="0" y="207507"/>
                </a:lnTo>
                <a:moveTo>
                  <a:pt x="41898" y="35104"/>
                </a:moveTo>
                <a:lnTo>
                  <a:pt x="41898" y="93987"/>
                </a:lnTo>
                <a:lnTo>
                  <a:pt x="64828" y="93987"/>
                </a:lnTo>
                <a:cubicBezTo>
                  <a:pt x="81342" y="93987"/>
                  <a:pt x="92383" y="92902"/>
                  <a:pt x="97950" y="90731"/>
                </a:cubicBezTo>
                <a:cubicBezTo>
                  <a:pt x="103518" y="88561"/>
                  <a:pt x="107882" y="85164"/>
                  <a:pt x="111043" y="80540"/>
                </a:cubicBezTo>
                <a:cubicBezTo>
                  <a:pt x="114205" y="75916"/>
                  <a:pt x="115785" y="70537"/>
                  <a:pt x="115785" y="64404"/>
                </a:cubicBezTo>
                <a:cubicBezTo>
                  <a:pt x="115785" y="56855"/>
                  <a:pt x="113568" y="50627"/>
                  <a:pt x="109133" y="45720"/>
                </a:cubicBezTo>
                <a:cubicBezTo>
                  <a:pt x="104697" y="40813"/>
                  <a:pt x="99083" y="37746"/>
                  <a:pt x="92288" y="36519"/>
                </a:cubicBezTo>
                <a:cubicBezTo>
                  <a:pt x="87287" y="35575"/>
                  <a:pt x="77237" y="35104"/>
                  <a:pt x="62139" y="35104"/>
                </a:cubicBezTo>
                <a:lnTo>
                  <a:pt x="41898" y="35104"/>
                </a:lnTo>
                <a:close/>
                <a:moveTo>
                  <a:pt x="252236" y="207507"/>
                </a:moveTo>
                <a:lnTo>
                  <a:pt x="178066" y="0"/>
                </a:lnTo>
                <a:lnTo>
                  <a:pt x="223502" y="0"/>
                </a:lnTo>
                <a:lnTo>
                  <a:pt x="276016" y="153578"/>
                </a:lnTo>
                <a:lnTo>
                  <a:pt x="326831" y="0"/>
                </a:lnTo>
                <a:lnTo>
                  <a:pt x="371277" y="0"/>
                </a:lnTo>
                <a:lnTo>
                  <a:pt x="296965" y="207507"/>
                </a:lnTo>
                <a:lnTo>
                  <a:pt x="252236" y="207507"/>
                </a:lnTo>
                <a:close/>
                <a:moveTo>
                  <a:pt x="470356" y="207507"/>
                </a:moveTo>
                <a:lnTo>
                  <a:pt x="470356" y="0"/>
                </a:lnTo>
                <a:lnTo>
                  <a:pt x="533062" y="0"/>
                </a:lnTo>
                <a:lnTo>
                  <a:pt x="570713" y="141547"/>
                </a:lnTo>
                <a:lnTo>
                  <a:pt x="607940" y="0"/>
                </a:lnTo>
                <a:lnTo>
                  <a:pt x="670787" y="0"/>
                </a:lnTo>
                <a:lnTo>
                  <a:pt x="670787" y="207507"/>
                </a:lnTo>
                <a:lnTo>
                  <a:pt x="631861" y="207507"/>
                </a:lnTo>
                <a:lnTo>
                  <a:pt x="631861" y="44163"/>
                </a:lnTo>
                <a:lnTo>
                  <a:pt x="590671" y="207507"/>
                </a:lnTo>
                <a:lnTo>
                  <a:pt x="550330" y="207507"/>
                </a:lnTo>
                <a:lnTo>
                  <a:pt x="509282" y="44163"/>
                </a:lnTo>
                <a:lnTo>
                  <a:pt x="509282" y="207507"/>
                </a:lnTo>
                <a:lnTo>
                  <a:pt x="470356" y="207507"/>
                </a:lnTo>
                <a:close/>
                <a:moveTo>
                  <a:pt x="696972" y="130223"/>
                </a:moveTo>
                <a:cubicBezTo>
                  <a:pt x="696972" y="117012"/>
                  <a:pt x="700228" y="104226"/>
                  <a:pt x="706739" y="91864"/>
                </a:cubicBezTo>
                <a:cubicBezTo>
                  <a:pt x="713250" y="79502"/>
                  <a:pt x="722474" y="70066"/>
                  <a:pt x="734411" y="63554"/>
                </a:cubicBezTo>
                <a:cubicBezTo>
                  <a:pt x="746349" y="57043"/>
                  <a:pt x="759678" y="53788"/>
                  <a:pt x="774398" y="53788"/>
                </a:cubicBezTo>
                <a:cubicBezTo>
                  <a:pt x="797140" y="53788"/>
                  <a:pt x="815777" y="61172"/>
                  <a:pt x="830309" y="75940"/>
                </a:cubicBezTo>
                <a:cubicBezTo>
                  <a:pt x="844842" y="90708"/>
                  <a:pt x="852108" y="109368"/>
                  <a:pt x="852108" y="131922"/>
                </a:cubicBezTo>
                <a:cubicBezTo>
                  <a:pt x="852108" y="154663"/>
                  <a:pt x="844771" y="173513"/>
                  <a:pt x="830097" y="188469"/>
                </a:cubicBezTo>
                <a:cubicBezTo>
                  <a:pt x="815423" y="203426"/>
                  <a:pt x="796952" y="210905"/>
                  <a:pt x="774682" y="210905"/>
                </a:cubicBezTo>
                <a:cubicBezTo>
                  <a:pt x="760904" y="210905"/>
                  <a:pt x="747764" y="207791"/>
                  <a:pt x="735261" y="201563"/>
                </a:cubicBezTo>
                <a:cubicBezTo>
                  <a:pt x="722757" y="195334"/>
                  <a:pt x="713250" y="186205"/>
                  <a:pt x="706739" y="174173"/>
                </a:cubicBezTo>
                <a:cubicBezTo>
                  <a:pt x="700228" y="162142"/>
                  <a:pt x="696972" y="147492"/>
                  <a:pt x="696972" y="130223"/>
                </a:cubicBezTo>
                <a:moveTo>
                  <a:pt x="737738" y="132346"/>
                </a:moveTo>
                <a:cubicBezTo>
                  <a:pt x="737738" y="147256"/>
                  <a:pt x="741277" y="158674"/>
                  <a:pt x="748354" y="166600"/>
                </a:cubicBezTo>
                <a:cubicBezTo>
                  <a:pt x="755431" y="174527"/>
                  <a:pt x="764160" y="178490"/>
                  <a:pt x="774540" y="178490"/>
                </a:cubicBezTo>
                <a:cubicBezTo>
                  <a:pt x="784920" y="178490"/>
                  <a:pt x="793625" y="174527"/>
                  <a:pt x="800655" y="166600"/>
                </a:cubicBezTo>
                <a:cubicBezTo>
                  <a:pt x="807686" y="158674"/>
                  <a:pt x="811201" y="147161"/>
                  <a:pt x="811201" y="132063"/>
                </a:cubicBezTo>
                <a:cubicBezTo>
                  <a:pt x="811201" y="117342"/>
                  <a:pt x="807686" y="106018"/>
                  <a:pt x="800655" y="98092"/>
                </a:cubicBezTo>
                <a:cubicBezTo>
                  <a:pt x="793625" y="90165"/>
                  <a:pt x="784920" y="86202"/>
                  <a:pt x="774540" y="86202"/>
                </a:cubicBezTo>
                <a:cubicBezTo>
                  <a:pt x="764160" y="86202"/>
                  <a:pt x="755431" y="90165"/>
                  <a:pt x="748354" y="98092"/>
                </a:cubicBezTo>
                <a:cubicBezTo>
                  <a:pt x="741277" y="106018"/>
                  <a:pt x="737738" y="117437"/>
                  <a:pt x="737738" y="132346"/>
                </a:cubicBezTo>
                <a:close/>
                <a:moveTo>
                  <a:pt x="1023942" y="207507"/>
                </a:moveTo>
                <a:lnTo>
                  <a:pt x="984167" y="207507"/>
                </a:lnTo>
                <a:lnTo>
                  <a:pt x="984167" y="130789"/>
                </a:lnTo>
                <a:cubicBezTo>
                  <a:pt x="984167" y="114558"/>
                  <a:pt x="983318" y="104060"/>
                  <a:pt x="981619" y="99295"/>
                </a:cubicBezTo>
                <a:cubicBezTo>
                  <a:pt x="979921" y="94530"/>
                  <a:pt x="977161" y="90826"/>
                  <a:pt x="973339" y="88184"/>
                </a:cubicBezTo>
                <a:cubicBezTo>
                  <a:pt x="969517" y="85541"/>
                  <a:pt x="964917" y="84220"/>
                  <a:pt x="959538" y="84220"/>
                </a:cubicBezTo>
                <a:cubicBezTo>
                  <a:pt x="952650" y="84220"/>
                  <a:pt x="946469" y="86108"/>
                  <a:pt x="940996" y="89882"/>
                </a:cubicBezTo>
                <a:cubicBezTo>
                  <a:pt x="935522" y="93657"/>
                  <a:pt x="931771" y="98658"/>
                  <a:pt x="929743" y="104886"/>
                </a:cubicBezTo>
                <a:cubicBezTo>
                  <a:pt x="927714" y="111114"/>
                  <a:pt x="926699" y="122627"/>
                  <a:pt x="926699" y="139424"/>
                </a:cubicBezTo>
                <a:lnTo>
                  <a:pt x="926699" y="207507"/>
                </a:lnTo>
                <a:lnTo>
                  <a:pt x="886925" y="207507"/>
                </a:lnTo>
                <a:lnTo>
                  <a:pt x="886925" y="57185"/>
                </a:lnTo>
                <a:lnTo>
                  <a:pt x="923868" y="57185"/>
                </a:lnTo>
                <a:lnTo>
                  <a:pt x="923868" y="79266"/>
                </a:lnTo>
                <a:cubicBezTo>
                  <a:pt x="936985" y="62281"/>
                  <a:pt x="953499" y="53788"/>
                  <a:pt x="973410" y="53788"/>
                </a:cubicBezTo>
                <a:cubicBezTo>
                  <a:pt x="982186" y="53788"/>
                  <a:pt x="990207" y="55368"/>
                  <a:pt x="997473" y="58530"/>
                </a:cubicBezTo>
                <a:cubicBezTo>
                  <a:pt x="1004739" y="61691"/>
                  <a:pt x="1010236" y="65725"/>
                  <a:pt x="1013963" y="70632"/>
                </a:cubicBezTo>
                <a:cubicBezTo>
                  <a:pt x="1017690" y="75539"/>
                  <a:pt x="1020285" y="81106"/>
                  <a:pt x="1021748" y="87334"/>
                </a:cubicBezTo>
                <a:cubicBezTo>
                  <a:pt x="1023211" y="93562"/>
                  <a:pt x="1023942" y="102480"/>
                  <a:pt x="1023942" y="114087"/>
                </a:cubicBezTo>
                <a:lnTo>
                  <a:pt x="1023942" y="207507"/>
                </a:lnTo>
                <a:close/>
                <a:moveTo>
                  <a:pt x="1068243" y="36802"/>
                </a:moveTo>
                <a:lnTo>
                  <a:pt x="1068243" y="0"/>
                </a:lnTo>
                <a:lnTo>
                  <a:pt x="1108018" y="0"/>
                </a:lnTo>
                <a:lnTo>
                  <a:pt x="1108018" y="36802"/>
                </a:lnTo>
                <a:lnTo>
                  <a:pt x="1068243" y="36802"/>
                </a:lnTo>
                <a:moveTo>
                  <a:pt x="1068243" y="207507"/>
                </a:moveTo>
                <a:lnTo>
                  <a:pt x="1068243" y="57185"/>
                </a:lnTo>
                <a:lnTo>
                  <a:pt x="1108018" y="57185"/>
                </a:lnTo>
                <a:lnTo>
                  <a:pt x="1108018" y="207507"/>
                </a:lnTo>
                <a:lnTo>
                  <a:pt x="1068243" y="207507"/>
                </a:lnTo>
                <a:close/>
                <a:moveTo>
                  <a:pt x="1209503" y="57185"/>
                </a:moveTo>
                <a:lnTo>
                  <a:pt x="1209503" y="88891"/>
                </a:lnTo>
                <a:lnTo>
                  <a:pt x="1182326" y="88891"/>
                </a:lnTo>
                <a:lnTo>
                  <a:pt x="1182326" y="149473"/>
                </a:lnTo>
                <a:cubicBezTo>
                  <a:pt x="1182326" y="161741"/>
                  <a:pt x="1182586" y="168889"/>
                  <a:pt x="1183105" y="170918"/>
                </a:cubicBezTo>
                <a:cubicBezTo>
                  <a:pt x="1183624" y="172946"/>
                  <a:pt x="1184803" y="174621"/>
                  <a:pt x="1186644" y="175943"/>
                </a:cubicBezTo>
                <a:cubicBezTo>
                  <a:pt x="1188484" y="177264"/>
                  <a:pt x="1190725" y="177924"/>
                  <a:pt x="1193367" y="177924"/>
                </a:cubicBezTo>
                <a:cubicBezTo>
                  <a:pt x="1197047" y="177924"/>
                  <a:pt x="1202379" y="176650"/>
                  <a:pt x="1209362" y="174102"/>
                </a:cubicBezTo>
                <a:lnTo>
                  <a:pt x="1212759" y="204960"/>
                </a:lnTo>
                <a:cubicBezTo>
                  <a:pt x="1203511" y="208923"/>
                  <a:pt x="1193037" y="210905"/>
                  <a:pt x="1181336" y="210905"/>
                </a:cubicBezTo>
                <a:cubicBezTo>
                  <a:pt x="1174164" y="210905"/>
                  <a:pt x="1167700" y="209701"/>
                  <a:pt x="1161944" y="207295"/>
                </a:cubicBezTo>
                <a:cubicBezTo>
                  <a:pt x="1156187" y="204889"/>
                  <a:pt x="1151965" y="201775"/>
                  <a:pt x="1149275" y="197953"/>
                </a:cubicBezTo>
                <a:cubicBezTo>
                  <a:pt x="1146586" y="194131"/>
                  <a:pt x="1144722" y="188965"/>
                  <a:pt x="1143684" y="182454"/>
                </a:cubicBezTo>
                <a:cubicBezTo>
                  <a:pt x="1142835" y="177830"/>
                  <a:pt x="1142410" y="168488"/>
                  <a:pt x="1142410" y="154427"/>
                </a:cubicBezTo>
                <a:lnTo>
                  <a:pt x="1142410" y="88891"/>
                </a:lnTo>
                <a:lnTo>
                  <a:pt x="1124151" y="88891"/>
                </a:lnTo>
                <a:lnTo>
                  <a:pt x="1124151" y="57185"/>
                </a:lnTo>
                <a:lnTo>
                  <a:pt x="1142410" y="57185"/>
                </a:lnTo>
                <a:lnTo>
                  <a:pt x="1142410" y="27319"/>
                </a:lnTo>
                <a:lnTo>
                  <a:pt x="1182326" y="4105"/>
                </a:lnTo>
                <a:lnTo>
                  <a:pt x="1182326" y="57185"/>
                </a:lnTo>
                <a:lnTo>
                  <a:pt x="1209503" y="57185"/>
                </a:lnTo>
                <a:close/>
                <a:moveTo>
                  <a:pt x="1221960" y="130223"/>
                </a:moveTo>
                <a:cubicBezTo>
                  <a:pt x="1221960" y="117012"/>
                  <a:pt x="1225215" y="104226"/>
                  <a:pt x="1231726" y="91864"/>
                </a:cubicBezTo>
                <a:cubicBezTo>
                  <a:pt x="1238238" y="79502"/>
                  <a:pt x="1247462" y="70066"/>
                  <a:pt x="1259399" y="63554"/>
                </a:cubicBezTo>
                <a:cubicBezTo>
                  <a:pt x="1271336" y="57043"/>
                  <a:pt x="1284665" y="53788"/>
                  <a:pt x="1299386" y="53788"/>
                </a:cubicBezTo>
                <a:cubicBezTo>
                  <a:pt x="1322128" y="53788"/>
                  <a:pt x="1340765" y="61172"/>
                  <a:pt x="1355297" y="75940"/>
                </a:cubicBezTo>
                <a:cubicBezTo>
                  <a:pt x="1369829" y="90708"/>
                  <a:pt x="1377095" y="109368"/>
                  <a:pt x="1377095" y="131922"/>
                </a:cubicBezTo>
                <a:cubicBezTo>
                  <a:pt x="1377095" y="154663"/>
                  <a:pt x="1369758" y="173513"/>
                  <a:pt x="1355084" y="188469"/>
                </a:cubicBezTo>
                <a:cubicBezTo>
                  <a:pt x="1340411" y="203426"/>
                  <a:pt x="1321939" y="210905"/>
                  <a:pt x="1299669" y="210905"/>
                </a:cubicBezTo>
                <a:cubicBezTo>
                  <a:pt x="1285892" y="210905"/>
                  <a:pt x="1272751" y="207791"/>
                  <a:pt x="1260248" y="201563"/>
                </a:cubicBezTo>
                <a:cubicBezTo>
                  <a:pt x="1247745" y="195334"/>
                  <a:pt x="1238238" y="186205"/>
                  <a:pt x="1231726" y="174173"/>
                </a:cubicBezTo>
                <a:cubicBezTo>
                  <a:pt x="1225215" y="162142"/>
                  <a:pt x="1221960" y="147492"/>
                  <a:pt x="1221960" y="130223"/>
                </a:cubicBezTo>
                <a:moveTo>
                  <a:pt x="1262725" y="132346"/>
                </a:moveTo>
                <a:cubicBezTo>
                  <a:pt x="1262725" y="147256"/>
                  <a:pt x="1266264" y="158674"/>
                  <a:pt x="1273341" y="166600"/>
                </a:cubicBezTo>
                <a:cubicBezTo>
                  <a:pt x="1280419" y="174527"/>
                  <a:pt x="1289147" y="178490"/>
                  <a:pt x="1299527" y="178490"/>
                </a:cubicBezTo>
                <a:cubicBezTo>
                  <a:pt x="1309907" y="178490"/>
                  <a:pt x="1318613" y="174527"/>
                  <a:pt x="1325643" y="166600"/>
                </a:cubicBezTo>
                <a:cubicBezTo>
                  <a:pt x="1332673" y="158674"/>
                  <a:pt x="1336188" y="147161"/>
                  <a:pt x="1336188" y="132063"/>
                </a:cubicBezTo>
                <a:cubicBezTo>
                  <a:pt x="1336188" y="117342"/>
                  <a:pt x="1332673" y="106018"/>
                  <a:pt x="1325643" y="98092"/>
                </a:cubicBezTo>
                <a:cubicBezTo>
                  <a:pt x="1318613" y="90165"/>
                  <a:pt x="1309907" y="86202"/>
                  <a:pt x="1299527" y="86202"/>
                </a:cubicBezTo>
                <a:cubicBezTo>
                  <a:pt x="1289147" y="86202"/>
                  <a:pt x="1280419" y="90165"/>
                  <a:pt x="1273341" y="98092"/>
                </a:cubicBezTo>
                <a:cubicBezTo>
                  <a:pt x="1266264" y="106018"/>
                  <a:pt x="1262725" y="117437"/>
                  <a:pt x="1262725" y="132346"/>
                </a:cubicBezTo>
                <a:close/>
                <a:moveTo>
                  <a:pt x="1450271" y="207507"/>
                </a:moveTo>
                <a:lnTo>
                  <a:pt x="1410496" y="207507"/>
                </a:lnTo>
                <a:lnTo>
                  <a:pt x="1410496" y="57185"/>
                </a:lnTo>
                <a:lnTo>
                  <a:pt x="1447440" y="57185"/>
                </a:lnTo>
                <a:lnTo>
                  <a:pt x="1447440" y="78558"/>
                </a:lnTo>
                <a:cubicBezTo>
                  <a:pt x="1453762" y="68461"/>
                  <a:pt x="1459448" y="61809"/>
                  <a:pt x="1464496" y="58600"/>
                </a:cubicBezTo>
                <a:cubicBezTo>
                  <a:pt x="1469545" y="55392"/>
                  <a:pt x="1475278" y="53788"/>
                  <a:pt x="1481694" y="53788"/>
                </a:cubicBezTo>
                <a:cubicBezTo>
                  <a:pt x="1490753" y="53788"/>
                  <a:pt x="1499482" y="56288"/>
                  <a:pt x="1507880" y="61290"/>
                </a:cubicBezTo>
                <a:lnTo>
                  <a:pt x="1495566" y="95969"/>
                </a:lnTo>
                <a:cubicBezTo>
                  <a:pt x="1488866" y="91628"/>
                  <a:pt x="1482638" y="89458"/>
                  <a:pt x="1476882" y="89458"/>
                </a:cubicBezTo>
                <a:cubicBezTo>
                  <a:pt x="1471314" y="89458"/>
                  <a:pt x="1466596" y="90991"/>
                  <a:pt x="1462727" y="94058"/>
                </a:cubicBezTo>
                <a:cubicBezTo>
                  <a:pt x="1458858" y="97125"/>
                  <a:pt x="1455815" y="102669"/>
                  <a:pt x="1453597" y="110690"/>
                </a:cubicBezTo>
                <a:cubicBezTo>
                  <a:pt x="1451380" y="118711"/>
                  <a:pt x="1450271" y="135507"/>
                  <a:pt x="1450271" y="161080"/>
                </a:cubicBezTo>
                <a:lnTo>
                  <a:pt x="1450271" y="207507"/>
                </a:lnTo>
                <a:close/>
                <a:moveTo>
                  <a:pt x="1520758" y="36802"/>
                </a:moveTo>
                <a:lnTo>
                  <a:pt x="1520758" y="0"/>
                </a:lnTo>
                <a:lnTo>
                  <a:pt x="1560532" y="0"/>
                </a:lnTo>
                <a:lnTo>
                  <a:pt x="1560532" y="36802"/>
                </a:lnTo>
                <a:lnTo>
                  <a:pt x="1520758" y="36802"/>
                </a:lnTo>
                <a:moveTo>
                  <a:pt x="1520758" y="207507"/>
                </a:moveTo>
                <a:lnTo>
                  <a:pt x="1520758" y="57185"/>
                </a:lnTo>
                <a:lnTo>
                  <a:pt x="1560532" y="57185"/>
                </a:lnTo>
                <a:lnTo>
                  <a:pt x="1560532" y="207507"/>
                </a:lnTo>
                <a:lnTo>
                  <a:pt x="1520758" y="207507"/>
                </a:lnTo>
                <a:close/>
                <a:moveTo>
                  <a:pt x="1729819" y="207507"/>
                </a:moveTo>
                <a:lnTo>
                  <a:pt x="1690044" y="207507"/>
                </a:lnTo>
                <a:lnTo>
                  <a:pt x="1690044" y="130789"/>
                </a:lnTo>
                <a:cubicBezTo>
                  <a:pt x="1690044" y="114558"/>
                  <a:pt x="1689195" y="104060"/>
                  <a:pt x="1687496" y="99295"/>
                </a:cubicBezTo>
                <a:cubicBezTo>
                  <a:pt x="1685798" y="94530"/>
                  <a:pt x="1683038" y="90826"/>
                  <a:pt x="1679216" y="88184"/>
                </a:cubicBezTo>
                <a:cubicBezTo>
                  <a:pt x="1675394" y="85541"/>
                  <a:pt x="1670794" y="84220"/>
                  <a:pt x="1665415" y="84220"/>
                </a:cubicBezTo>
                <a:cubicBezTo>
                  <a:pt x="1658526" y="84220"/>
                  <a:pt x="1652346" y="86108"/>
                  <a:pt x="1646872" y="89882"/>
                </a:cubicBezTo>
                <a:cubicBezTo>
                  <a:pt x="1641399" y="93657"/>
                  <a:pt x="1637648" y="98658"/>
                  <a:pt x="1635619" y="104886"/>
                </a:cubicBezTo>
                <a:cubicBezTo>
                  <a:pt x="1633591" y="111114"/>
                  <a:pt x="1632576" y="122627"/>
                  <a:pt x="1632576" y="139424"/>
                </a:cubicBezTo>
                <a:lnTo>
                  <a:pt x="1632576" y="207507"/>
                </a:lnTo>
                <a:lnTo>
                  <a:pt x="1592802" y="207507"/>
                </a:lnTo>
                <a:lnTo>
                  <a:pt x="1592802" y="57185"/>
                </a:lnTo>
                <a:lnTo>
                  <a:pt x="1629745" y="57185"/>
                </a:lnTo>
                <a:lnTo>
                  <a:pt x="1629745" y="79266"/>
                </a:lnTo>
                <a:cubicBezTo>
                  <a:pt x="1642862" y="62281"/>
                  <a:pt x="1659376" y="53788"/>
                  <a:pt x="1679287" y="53788"/>
                </a:cubicBezTo>
                <a:cubicBezTo>
                  <a:pt x="1688062" y="53788"/>
                  <a:pt x="1696083" y="55368"/>
                  <a:pt x="1703350" y="58530"/>
                </a:cubicBezTo>
                <a:cubicBezTo>
                  <a:pt x="1710616" y="61691"/>
                  <a:pt x="1716112" y="65725"/>
                  <a:pt x="1719840" y="70632"/>
                </a:cubicBezTo>
                <a:cubicBezTo>
                  <a:pt x="1723567" y="75539"/>
                  <a:pt x="1726162" y="81106"/>
                  <a:pt x="1727625" y="87334"/>
                </a:cubicBezTo>
                <a:cubicBezTo>
                  <a:pt x="1729087" y="93562"/>
                  <a:pt x="1729819" y="102480"/>
                  <a:pt x="1729819" y="114087"/>
                </a:cubicBezTo>
                <a:lnTo>
                  <a:pt x="1729819" y="207507"/>
                </a:lnTo>
                <a:close/>
                <a:moveTo>
                  <a:pt x="1770440" y="217416"/>
                </a:moveTo>
                <a:lnTo>
                  <a:pt x="1815876" y="222936"/>
                </a:lnTo>
                <a:cubicBezTo>
                  <a:pt x="1816631" y="228220"/>
                  <a:pt x="1818377" y="231854"/>
                  <a:pt x="1821114" y="233835"/>
                </a:cubicBezTo>
                <a:cubicBezTo>
                  <a:pt x="1824888" y="236666"/>
                  <a:pt x="1830833" y="238082"/>
                  <a:pt x="1838949" y="238082"/>
                </a:cubicBezTo>
                <a:cubicBezTo>
                  <a:pt x="1849329" y="238082"/>
                  <a:pt x="1857114" y="236525"/>
                  <a:pt x="1862304" y="233411"/>
                </a:cubicBezTo>
                <a:cubicBezTo>
                  <a:pt x="1865795" y="231335"/>
                  <a:pt x="1868437" y="227985"/>
                  <a:pt x="1870230" y="223361"/>
                </a:cubicBezTo>
                <a:cubicBezTo>
                  <a:pt x="1871457" y="220058"/>
                  <a:pt x="1872070" y="213971"/>
                  <a:pt x="1872070" y="205101"/>
                </a:cubicBezTo>
                <a:lnTo>
                  <a:pt x="1872070" y="183161"/>
                </a:lnTo>
                <a:cubicBezTo>
                  <a:pt x="1860181" y="199392"/>
                  <a:pt x="1845177" y="207507"/>
                  <a:pt x="1827059" y="207507"/>
                </a:cubicBezTo>
                <a:cubicBezTo>
                  <a:pt x="1806865" y="207507"/>
                  <a:pt x="1790870" y="198967"/>
                  <a:pt x="1779074" y="181888"/>
                </a:cubicBezTo>
                <a:cubicBezTo>
                  <a:pt x="1769827" y="168393"/>
                  <a:pt x="1765203" y="151597"/>
                  <a:pt x="1765203" y="131497"/>
                </a:cubicBezTo>
                <a:cubicBezTo>
                  <a:pt x="1765203" y="106302"/>
                  <a:pt x="1771266" y="87051"/>
                  <a:pt x="1783391" y="73746"/>
                </a:cubicBezTo>
                <a:cubicBezTo>
                  <a:pt x="1795517" y="60440"/>
                  <a:pt x="1810592" y="53788"/>
                  <a:pt x="1828616" y="53788"/>
                </a:cubicBezTo>
                <a:cubicBezTo>
                  <a:pt x="1847205" y="53788"/>
                  <a:pt x="1862540" y="61950"/>
                  <a:pt x="1874618" y="78275"/>
                </a:cubicBezTo>
                <a:lnTo>
                  <a:pt x="1874618" y="57185"/>
                </a:lnTo>
                <a:lnTo>
                  <a:pt x="1911845" y="57185"/>
                </a:lnTo>
                <a:lnTo>
                  <a:pt x="1911845" y="192079"/>
                </a:lnTo>
                <a:cubicBezTo>
                  <a:pt x="1911845" y="209819"/>
                  <a:pt x="1910382" y="223078"/>
                  <a:pt x="1907457" y="231854"/>
                </a:cubicBezTo>
                <a:cubicBezTo>
                  <a:pt x="1904532" y="240629"/>
                  <a:pt x="1900427" y="247518"/>
                  <a:pt x="1895143" y="252519"/>
                </a:cubicBezTo>
                <a:cubicBezTo>
                  <a:pt x="1889858" y="257521"/>
                  <a:pt x="1882804" y="261437"/>
                  <a:pt x="1873981" y="264268"/>
                </a:cubicBezTo>
                <a:cubicBezTo>
                  <a:pt x="1865158" y="267099"/>
                  <a:pt x="1854000" y="268514"/>
                  <a:pt x="1840506" y="268514"/>
                </a:cubicBezTo>
                <a:cubicBezTo>
                  <a:pt x="1815027" y="268514"/>
                  <a:pt x="1796956" y="264150"/>
                  <a:pt x="1786293" y="255421"/>
                </a:cubicBezTo>
                <a:cubicBezTo>
                  <a:pt x="1775630" y="246692"/>
                  <a:pt x="1770298" y="235628"/>
                  <a:pt x="1770298" y="222228"/>
                </a:cubicBezTo>
                <a:cubicBezTo>
                  <a:pt x="1770298" y="220907"/>
                  <a:pt x="1770346" y="219303"/>
                  <a:pt x="1770440" y="217416"/>
                </a:cubicBezTo>
                <a:moveTo>
                  <a:pt x="1805968" y="129232"/>
                </a:moveTo>
                <a:cubicBezTo>
                  <a:pt x="1805968" y="145180"/>
                  <a:pt x="1809059" y="156857"/>
                  <a:pt x="1815239" y="164265"/>
                </a:cubicBezTo>
                <a:cubicBezTo>
                  <a:pt x="1821420" y="171673"/>
                  <a:pt x="1829040" y="175376"/>
                  <a:pt x="1838099" y="175376"/>
                </a:cubicBezTo>
                <a:cubicBezTo>
                  <a:pt x="1847819" y="175376"/>
                  <a:pt x="1856028" y="171578"/>
                  <a:pt x="1862728" y="163982"/>
                </a:cubicBezTo>
                <a:cubicBezTo>
                  <a:pt x="1869428" y="156386"/>
                  <a:pt x="1872778" y="145133"/>
                  <a:pt x="1872778" y="130223"/>
                </a:cubicBezTo>
                <a:cubicBezTo>
                  <a:pt x="1872778" y="114653"/>
                  <a:pt x="1869570" y="103093"/>
                  <a:pt x="1863153" y="95544"/>
                </a:cubicBezTo>
                <a:cubicBezTo>
                  <a:pt x="1856736" y="87995"/>
                  <a:pt x="1848621" y="84220"/>
                  <a:pt x="1838807" y="84220"/>
                </a:cubicBezTo>
                <a:cubicBezTo>
                  <a:pt x="1829276" y="84220"/>
                  <a:pt x="1821420" y="87924"/>
                  <a:pt x="1815239" y="95332"/>
                </a:cubicBezTo>
                <a:cubicBezTo>
                  <a:pt x="1809059" y="102739"/>
                  <a:pt x="1805968" y="114039"/>
                  <a:pt x="1805968" y="129232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108500-D3BB-4E61-9B00-BE90FD5B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5732" y="209745"/>
            <a:ext cx="543539" cy="398596"/>
          </a:xfrm>
          <a:custGeom xmlns:a="http://schemas.openxmlformats.org/drawingml/2006/main">
            <a:pathLst>
              <a:path w="543539" h="398596">
                <a:moveTo>
                  <a:pt x="539169" y="11095"/>
                </a:moveTo>
                <a:cubicBezTo>
                  <a:pt x="543539" y="18797"/>
                  <a:pt x="541706" y="25463"/>
                  <a:pt x="533774" y="30891"/>
                </a:cubicBezTo>
                <a:lnTo>
                  <a:pt x="345113" y="170421"/>
                </a:lnTo>
                <a:lnTo>
                  <a:pt x="345113" y="380436"/>
                </a:lnTo>
                <a:cubicBezTo>
                  <a:pt x="345113" y="388299"/>
                  <a:pt x="340151" y="393927"/>
                  <a:pt x="330224" y="397119"/>
                </a:cubicBezTo>
                <a:cubicBezTo>
                  <a:pt x="326933" y="398117"/>
                  <a:pt x="323696" y="398596"/>
                  <a:pt x="320621" y="398596"/>
                </a:cubicBezTo>
                <a:cubicBezTo>
                  <a:pt x="313715" y="398596"/>
                  <a:pt x="308051" y="396800"/>
                  <a:pt x="303465" y="393247"/>
                </a:cubicBezTo>
                <a:lnTo>
                  <a:pt x="205492" y="320648"/>
                </a:lnTo>
                <a:cubicBezTo>
                  <a:pt x="200637" y="317056"/>
                  <a:pt x="198263" y="312825"/>
                  <a:pt x="198263" y="307917"/>
                </a:cubicBezTo>
                <a:lnTo>
                  <a:pt x="198263" y="170421"/>
                </a:lnTo>
                <a:lnTo>
                  <a:pt x="9657" y="30891"/>
                </a:lnTo>
                <a:cubicBezTo>
                  <a:pt x="1727" y="25423"/>
                  <a:pt x="0" y="18839"/>
                  <a:pt x="4261" y="11095"/>
                </a:cubicBezTo>
                <a:cubicBezTo>
                  <a:pt x="8631" y="3712"/>
                  <a:pt x="16024" y="80"/>
                  <a:pt x="26813" y="80"/>
                </a:cubicBezTo>
                <a:lnTo>
                  <a:pt x="516511" y="80"/>
                </a:lnTo>
                <a:cubicBezTo>
                  <a:pt x="527300" y="0"/>
                  <a:pt x="534854" y="3712"/>
                  <a:pt x="539169" y="11095"/>
                </a:cubicBezTo>
                <a:close/>
              </a:path>
            </a:pathLst>
          </a:custGeom>
          <a:solidFill xmlns:a="http://schemas.openxmlformats.org/drawingml/2006/main">
            <a:srgbClr val="D78C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SoftPrompt">
            <a:extLst xmlns:a="http://schemas.openxmlformats.org/drawingml/2006/main">
              <a:ext uri="{FF2B5EF4-FFF2-40B4-BE49-F238E27FC236}">
                <a16:creationId xmlns:a16="http://schemas.microsoft.com/office/drawing/2014/main" id="{DB223A81-7FAE-42BF-A17B-2751512C5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751" y="735016"/>
            <a:ext cx="1125731" cy="184409"/>
          </a:xfrm>
          <a:custGeom xmlns:a="http://schemas.openxmlformats.org/drawingml/2006/main">
            <a:pathLst>
              <a:path w="1125731" h="184409">
                <a:moveTo>
                  <a:pt x="0" y="98676"/>
                </a:moveTo>
                <a:lnTo>
                  <a:pt x="28026" y="95951"/>
                </a:lnTo>
                <a:cubicBezTo>
                  <a:pt x="29713" y="105358"/>
                  <a:pt x="33135" y="112267"/>
                  <a:pt x="38293" y="116679"/>
                </a:cubicBezTo>
                <a:cubicBezTo>
                  <a:pt x="43450" y="121090"/>
                  <a:pt x="50408" y="123296"/>
                  <a:pt x="59167" y="123296"/>
                </a:cubicBezTo>
                <a:cubicBezTo>
                  <a:pt x="68444" y="123296"/>
                  <a:pt x="75434" y="121334"/>
                  <a:pt x="80138" y="117409"/>
                </a:cubicBezTo>
                <a:cubicBezTo>
                  <a:pt x="84841" y="113484"/>
                  <a:pt x="87193" y="108894"/>
                  <a:pt x="87193" y="103639"/>
                </a:cubicBezTo>
                <a:cubicBezTo>
                  <a:pt x="87193" y="100265"/>
                  <a:pt x="86203" y="97394"/>
                  <a:pt x="84225" y="95027"/>
                </a:cubicBezTo>
                <a:cubicBezTo>
                  <a:pt x="82246" y="92659"/>
                  <a:pt x="78791" y="90599"/>
                  <a:pt x="73861" y="88847"/>
                </a:cubicBezTo>
                <a:cubicBezTo>
                  <a:pt x="70487" y="87679"/>
                  <a:pt x="62800" y="85603"/>
                  <a:pt x="50798" y="82619"/>
                </a:cubicBezTo>
                <a:cubicBezTo>
                  <a:pt x="35357" y="78791"/>
                  <a:pt x="24523" y="74088"/>
                  <a:pt x="18295" y="68509"/>
                </a:cubicBezTo>
                <a:cubicBezTo>
                  <a:pt x="9537" y="60659"/>
                  <a:pt x="5158" y="51090"/>
                  <a:pt x="5158" y="39801"/>
                </a:cubicBezTo>
                <a:cubicBezTo>
                  <a:pt x="5158" y="32535"/>
                  <a:pt x="7217" y="25739"/>
                  <a:pt x="11337" y="19414"/>
                </a:cubicBezTo>
                <a:cubicBezTo>
                  <a:pt x="15457" y="13089"/>
                  <a:pt x="21393" y="8272"/>
                  <a:pt x="29145" y="4963"/>
                </a:cubicBezTo>
                <a:cubicBezTo>
                  <a:pt x="36898" y="1654"/>
                  <a:pt x="46256" y="0"/>
                  <a:pt x="57220" y="0"/>
                </a:cubicBezTo>
                <a:cubicBezTo>
                  <a:pt x="75126" y="0"/>
                  <a:pt x="88604" y="3925"/>
                  <a:pt x="97654" y="11775"/>
                </a:cubicBezTo>
                <a:cubicBezTo>
                  <a:pt x="106704" y="19625"/>
                  <a:pt x="111456" y="30102"/>
                  <a:pt x="111910" y="43207"/>
                </a:cubicBezTo>
                <a:lnTo>
                  <a:pt x="83106" y="44472"/>
                </a:lnTo>
                <a:cubicBezTo>
                  <a:pt x="81873" y="37141"/>
                  <a:pt x="79229" y="31870"/>
                  <a:pt x="75175" y="28659"/>
                </a:cubicBezTo>
                <a:cubicBezTo>
                  <a:pt x="71120" y="25447"/>
                  <a:pt x="65038" y="23842"/>
                  <a:pt x="56928" y="23842"/>
                </a:cubicBezTo>
                <a:cubicBezTo>
                  <a:pt x="48559" y="23842"/>
                  <a:pt x="42007" y="25561"/>
                  <a:pt x="37271" y="28999"/>
                </a:cubicBezTo>
                <a:cubicBezTo>
                  <a:pt x="34222" y="31205"/>
                  <a:pt x="32697" y="34157"/>
                  <a:pt x="32697" y="37855"/>
                </a:cubicBezTo>
                <a:cubicBezTo>
                  <a:pt x="32697" y="41228"/>
                  <a:pt x="34125" y="44115"/>
                  <a:pt x="36979" y="46516"/>
                </a:cubicBezTo>
                <a:cubicBezTo>
                  <a:pt x="40612" y="49565"/>
                  <a:pt x="49435" y="52744"/>
                  <a:pt x="63448" y="56053"/>
                </a:cubicBezTo>
                <a:cubicBezTo>
                  <a:pt x="77461" y="59361"/>
                  <a:pt x="87825" y="62783"/>
                  <a:pt x="94540" y="66319"/>
                </a:cubicBezTo>
                <a:cubicBezTo>
                  <a:pt x="101255" y="69855"/>
                  <a:pt x="106509" y="74688"/>
                  <a:pt x="110305" y="80819"/>
                </a:cubicBezTo>
                <a:cubicBezTo>
                  <a:pt x="114100" y="86949"/>
                  <a:pt x="115998" y="94524"/>
                  <a:pt x="115998" y="103541"/>
                </a:cubicBezTo>
                <a:cubicBezTo>
                  <a:pt x="115998" y="111716"/>
                  <a:pt x="113727" y="119371"/>
                  <a:pt x="109186" y="126507"/>
                </a:cubicBezTo>
                <a:cubicBezTo>
                  <a:pt x="104644" y="133644"/>
                  <a:pt x="98222" y="138947"/>
                  <a:pt x="89918" y="142418"/>
                </a:cubicBezTo>
                <a:cubicBezTo>
                  <a:pt x="81613" y="145889"/>
                  <a:pt x="71266" y="147624"/>
                  <a:pt x="58875" y="147624"/>
                </a:cubicBezTo>
                <a:cubicBezTo>
                  <a:pt x="40839" y="147624"/>
                  <a:pt x="26988" y="143456"/>
                  <a:pt x="17322" y="135120"/>
                </a:cubicBezTo>
                <a:cubicBezTo>
                  <a:pt x="7655" y="126783"/>
                  <a:pt x="1881" y="114635"/>
                  <a:pt x="0" y="98676"/>
                </a:cubicBezTo>
                <a:close/>
                <a:moveTo>
                  <a:pt x="127612" y="91961"/>
                </a:moveTo>
                <a:cubicBezTo>
                  <a:pt x="127612" y="82879"/>
                  <a:pt x="129850" y="74088"/>
                  <a:pt x="134326" y="65589"/>
                </a:cubicBezTo>
                <a:cubicBezTo>
                  <a:pt x="138803" y="57091"/>
                  <a:pt x="145144" y="50603"/>
                  <a:pt x="153351" y="46127"/>
                </a:cubicBezTo>
                <a:cubicBezTo>
                  <a:pt x="161558" y="41650"/>
                  <a:pt x="170721" y="39412"/>
                  <a:pt x="180842" y="39412"/>
                </a:cubicBezTo>
                <a:cubicBezTo>
                  <a:pt x="196477" y="39412"/>
                  <a:pt x="209290" y="44488"/>
                  <a:pt x="219281" y="54641"/>
                </a:cubicBezTo>
                <a:cubicBezTo>
                  <a:pt x="229272" y="64794"/>
                  <a:pt x="234267" y="77624"/>
                  <a:pt x="234267" y="93129"/>
                </a:cubicBezTo>
                <a:cubicBezTo>
                  <a:pt x="234267" y="108764"/>
                  <a:pt x="229223" y="121723"/>
                  <a:pt x="219135" y="132006"/>
                </a:cubicBezTo>
                <a:cubicBezTo>
                  <a:pt x="209047" y="142288"/>
                  <a:pt x="196347" y="147430"/>
                  <a:pt x="181037" y="147430"/>
                </a:cubicBezTo>
                <a:cubicBezTo>
                  <a:pt x="171565" y="147430"/>
                  <a:pt x="162531" y="145289"/>
                  <a:pt x="153935" y="141007"/>
                </a:cubicBezTo>
                <a:cubicBezTo>
                  <a:pt x="145339" y="136725"/>
                  <a:pt x="138803" y="130449"/>
                  <a:pt x="134326" y="122177"/>
                </a:cubicBezTo>
                <a:cubicBezTo>
                  <a:pt x="129850" y="113905"/>
                  <a:pt x="127612" y="103833"/>
                  <a:pt x="127612" y="91961"/>
                </a:cubicBezTo>
                <a:moveTo>
                  <a:pt x="155638" y="93421"/>
                </a:moveTo>
                <a:cubicBezTo>
                  <a:pt x="155638" y="103671"/>
                  <a:pt x="158071" y="111521"/>
                  <a:pt x="162936" y="116971"/>
                </a:cubicBezTo>
                <a:cubicBezTo>
                  <a:pt x="167802" y="122420"/>
                  <a:pt x="173803" y="125145"/>
                  <a:pt x="180939" y="125145"/>
                </a:cubicBezTo>
                <a:cubicBezTo>
                  <a:pt x="188076" y="125145"/>
                  <a:pt x="194060" y="122420"/>
                  <a:pt x="198894" y="116971"/>
                </a:cubicBezTo>
                <a:cubicBezTo>
                  <a:pt x="203727" y="111521"/>
                  <a:pt x="206144" y="103606"/>
                  <a:pt x="206144" y="93226"/>
                </a:cubicBezTo>
                <a:cubicBezTo>
                  <a:pt x="206144" y="83106"/>
                  <a:pt x="203727" y="75321"/>
                  <a:pt x="198894" y="69871"/>
                </a:cubicBezTo>
                <a:cubicBezTo>
                  <a:pt x="194060" y="64421"/>
                  <a:pt x="188076" y="61697"/>
                  <a:pt x="180939" y="61697"/>
                </a:cubicBezTo>
                <a:cubicBezTo>
                  <a:pt x="173803" y="61697"/>
                  <a:pt x="167802" y="64421"/>
                  <a:pt x="162936" y="69871"/>
                </a:cubicBezTo>
                <a:cubicBezTo>
                  <a:pt x="158071" y="75321"/>
                  <a:pt x="155638" y="83170"/>
                  <a:pt x="155638" y="93421"/>
                </a:cubicBezTo>
                <a:close/>
                <a:moveTo>
                  <a:pt x="248801" y="41747"/>
                </a:moveTo>
                <a:lnTo>
                  <a:pt x="263981" y="41747"/>
                </a:lnTo>
                <a:lnTo>
                  <a:pt x="263981" y="33962"/>
                </a:lnTo>
                <a:cubicBezTo>
                  <a:pt x="263981" y="25269"/>
                  <a:pt x="264906" y="18781"/>
                  <a:pt x="266755" y="14500"/>
                </a:cubicBezTo>
                <a:cubicBezTo>
                  <a:pt x="268604" y="10218"/>
                  <a:pt x="272010" y="6731"/>
                  <a:pt x="276973" y="4039"/>
                </a:cubicBezTo>
                <a:cubicBezTo>
                  <a:pt x="281936" y="1346"/>
                  <a:pt x="288212" y="0"/>
                  <a:pt x="295803" y="0"/>
                </a:cubicBezTo>
                <a:cubicBezTo>
                  <a:pt x="303588" y="0"/>
                  <a:pt x="311211" y="1168"/>
                  <a:pt x="318672" y="3503"/>
                </a:cubicBezTo>
                <a:lnTo>
                  <a:pt x="314974" y="22577"/>
                </a:lnTo>
                <a:cubicBezTo>
                  <a:pt x="310627" y="21539"/>
                  <a:pt x="306442" y="21020"/>
                  <a:pt x="302420" y="21020"/>
                </a:cubicBezTo>
                <a:cubicBezTo>
                  <a:pt x="298463" y="21020"/>
                  <a:pt x="295624" y="21944"/>
                  <a:pt x="293905" y="23793"/>
                </a:cubicBezTo>
                <a:cubicBezTo>
                  <a:pt x="292186" y="25642"/>
                  <a:pt x="291326" y="29194"/>
                  <a:pt x="291326" y="34449"/>
                </a:cubicBezTo>
                <a:lnTo>
                  <a:pt x="291326" y="41747"/>
                </a:lnTo>
                <a:lnTo>
                  <a:pt x="311762" y="41747"/>
                </a:lnTo>
                <a:lnTo>
                  <a:pt x="311762" y="63254"/>
                </a:lnTo>
                <a:lnTo>
                  <a:pt x="291326" y="63254"/>
                </a:lnTo>
                <a:lnTo>
                  <a:pt x="291326" y="145094"/>
                </a:lnTo>
                <a:lnTo>
                  <a:pt x="263981" y="145094"/>
                </a:lnTo>
                <a:lnTo>
                  <a:pt x="263981" y="63254"/>
                </a:lnTo>
                <a:lnTo>
                  <a:pt x="248801" y="63254"/>
                </a:lnTo>
                <a:lnTo>
                  <a:pt x="248801" y="41747"/>
                </a:lnTo>
                <a:close/>
                <a:moveTo>
                  <a:pt x="380586" y="41747"/>
                </a:moveTo>
                <a:lnTo>
                  <a:pt x="380586" y="63546"/>
                </a:lnTo>
                <a:lnTo>
                  <a:pt x="361902" y="63546"/>
                </a:lnTo>
                <a:lnTo>
                  <a:pt x="361902" y="105196"/>
                </a:lnTo>
                <a:cubicBezTo>
                  <a:pt x="361902" y="113630"/>
                  <a:pt x="362081" y="118544"/>
                  <a:pt x="362438" y="119939"/>
                </a:cubicBezTo>
                <a:cubicBezTo>
                  <a:pt x="362794" y="121334"/>
                  <a:pt x="363605" y="122485"/>
                  <a:pt x="364870" y="123393"/>
                </a:cubicBezTo>
                <a:cubicBezTo>
                  <a:pt x="366135" y="124302"/>
                  <a:pt x="367676" y="124756"/>
                  <a:pt x="369493" y="124756"/>
                </a:cubicBezTo>
                <a:cubicBezTo>
                  <a:pt x="372023" y="124756"/>
                  <a:pt x="375688" y="123880"/>
                  <a:pt x="380489" y="122128"/>
                </a:cubicBezTo>
                <a:lnTo>
                  <a:pt x="382825" y="143343"/>
                </a:lnTo>
                <a:cubicBezTo>
                  <a:pt x="376467" y="146067"/>
                  <a:pt x="369266" y="147430"/>
                  <a:pt x="361221" y="147430"/>
                </a:cubicBezTo>
                <a:cubicBezTo>
                  <a:pt x="356291" y="147430"/>
                  <a:pt x="351847" y="146603"/>
                  <a:pt x="347889" y="144948"/>
                </a:cubicBezTo>
                <a:cubicBezTo>
                  <a:pt x="343932" y="143294"/>
                  <a:pt x="341029" y="141153"/>
                  <a:pt x="339180" y="138526"/>
                </a:cubicBezTo>
                <a:cubicBezTo>
                  <a:pt x="337331" y="135898"/>
                  <a:pt x="336049" y="132346"/>
                  <a:pt x="335336" y="127870"/>
                </a:cubicBezTo>
                <a:cubicBezTo>
                  <a:pt x="334752" y="124691"/>
                  <a:pt x="334460" y="118268"/>
                  <a:pt x="334460" y="108602"/>
                </a:cubicBezTo>
                <a:lnTo>
                  <a:pt x="334460" y="63546"/>
                </a:lnTo>
                <a:lnTo>
                  <a:pt x="321907" y="63546"/>
                </a:lnTo>
                <a:lnTo>
                  <a:pt x="321907" y="41747"/>
                </a:lnTo>
                <a:lnTo>
                  <a:pt x="334460" y="41747"/>
                </a:lnTo>
                <a:lnTo>
                  <a:pt x="334460" y="21214"/>
                </a:lnTo>
                <a:lnTo>
                  <a:pt x="361902" y="5255"/>
                </a:lnTo>
                <a:lnTo>
                  <a:pt x="361902" y="41747"/>
                </a:lnTo>
                <a:lnTo>
                  <a:pt x="380586" y="41747"/>
                </a:lnTo>
                <a:close/>
                <a:moveTo>
                  <a:pt x="442130" y="145094"/>
                </a:moveTo>
                <a:lnTo>
                  <a:pt x="442130" y="2433"/>
                </a:lnTo>
                <a:lnTo>
                  <a:pt x="488354" y="2433"/>
                </a:lnTo>
                <a:cubicBezTo>
                  <a:pt x="505870" y="2433"/>
                  <a:pt x="517288" y="3146"/>
                  <a:pt x="522608" y="4574"/>
                </a:cubicBezTo>
                <a:cubicBezTo>
                  <a:pt x="530783" y="6715"/>
                  <a:pt x="537627" y="11369"/>
                  <a:pt x="543141" y="18538"/>
                </a:cubicBezTo>
                <a:cubicBezTo>
                  <a:pt x="548656" y="25707"/>
                  <a:pt x="551413" y="34968"/>
                  <a:pt x="551413" y="46321"/>
                </a:cubicBezTo>
                <a:cubicBezTo>
                  <a:pt x="551413" y="55079"/>
                  <a:pt x="549824" y="62443"/>
                  <a:pt x="546645" y="68411"/>
                </a:cubicBezTo>
                <a:cubicBezTo>
                  <a:pt x="543466" y="74380"/>
                  <a:pt x="539427" y="79067"/>
                  <a:pt x="534529" y="82473"/>
                </a:cubicBezTo>
                <a:cubicBezTo>
                  <a:pt x="529631" y="85879"/>
                  <a:pt x="524652" y="88133"/>
                  <a:pt x="519592" y="89236"/>
                </a:cubicBezTo>
                <a:cubicBezTo>
                  <a:pt x="512715" y="90599"/>
                  <a:pt x="502756" y="91280"/>
                  <a:pt x="489716" y="91280"/>
                </a:cubicBezTo>
                <a:lnTo>
                  <a:pt x="470935" y="91280"/>
                </a:lnTo>
                <a:lnTo>
                  <a:pt x="470935" y="145094"/>
                </a:lnTo>
                <a:lnTo>
                  <a:pt x="442130" y="145094"/>
                </a:lnTo>
                <a:moveTo>
                  <a:pt x="470935" y="26567"/>
                </a:moveTo>
                <a:lnTo>
                  <a:pt x="470935" y="67049"/>
                </a:lnTo>
                <a:lnTo>
                  <a:pt x="486700" y="67049"/>
                </a:lnTo>
                <a:cubicBezTo>
                  <a:pt x="498053" y="67049"/>
                  <a:pt x="505643" y="66303"/>
                  <a:pt x="509471" y="64811"/>
                </a:cubicBezTo>
                <a:cubicBezTo>
                  <a:pt x="513299" y="63319"/>
                  <a:pt x="516299" y="60983"/>
                  <a:pt x="518472" y="57804"/>
                </a:cubicBezTo>
                <a:cubicBezTo>
                  <a:pt x="520646" y="54625"/>
                  <a:pt x="521732" y="50927"/>
                  <a:pt x="521732" y="46710"/>
                </a:cubicBezTo>
                <a:cubicBezTo>
                  <a:pt x="521732" y="41520"/>
                  <a:pt x="520208" y="37239"/>
                  <a:pt x="517159" y="33865"/>
                </a:cubicBezTo>
                <a:cubicBezTo>
                  <a:pt x="514110" y="30492"/>
                  <a:pt x="510249" y="28383"/>
                  <a:pt x="505578" y="27540"/>
                </a:cubicBezTo>
                <a:cubicBezTo>
                  <a:pt x="502140" y="26891"/>
                  <a:pt x="495231" y="26567"/>
                  <a:pt x="484851" y="26567"/>
                </a:cubicBezTo>
                <a:lnTo>
                  <a:pt x="470935" y="26567"/>
                </a:lnTo>
                <a:close/>
                <a:moveTo>
                  <a:pt x="594946" y="145094"/>
                </a:moveTo>
                <a:lnTo>
                  <a:pt x="567601" y="145094"/>
                </a:lnTo>
                <a:lnTo>
                  <a:pt x="567601" y="41747"/>
                </a:lnTo>
                <a:lnTo>
                  <a:pt x="593000" y="41747"/>
                </a:lnTo>
                <a:lnTo>
                  <a:pt x="593000" y="56442"/>
                </a:lnTo>
                <a:cubicBezTo>
                  <a:pt x="597346" y="49500"/>
                  <a:pt x="601255" y="44926"/>
                  <a:pt x="604726" y="42721"/>
                </a:cubicBezTo>
                <a:cubicBezTo>
                  <a:pt x="608197" y="40515"/>
                  <a:pt x="612138" y="39412"/>
                  <a:pt x="616549" y="39412"/>
                </a:cubicBezTo>
                <a:cubicBezTo>
                  <a:pt x="622778" y="39412"/>
                  <a:pt x="628779" y="41131"/>
                  <a:pt x="634552" y="44570"/>
                </a:cubicBezTo>
                <a:lnTo>
                  <a:pt x="626086" y="68411"/>
                </a:lnTo>
                <a:cubicBezTo>
                  <a:pt x="621480" y="65427"/>
                  <a:pt x="617198" y="63935"/>
                  <a:pt x="613241" y="63935"/>
                </a:cubicBezTo>
                <a:cubicBezTo>
                  <a:pt x="609413" y="63935"/>
                  <a:pt x="606169" y="64989"/>
                  <a:pt x="603509" y="67098"/>
                </a:cubicBezTo>
                <a:cubicBezTo>
                  <a:pt x="600850" y="69206"/>
                  <a:pt x="598757" y="73017"/>
                  <a:pt x="597233" y="78532"/>
                </a:cubicBezTo>
                <a:cubicBezTo>
                  <a:pt x="595708" y="84046"/>
                  <a:pt x="594946" y="95594"/>
                  <a:pt x="594946" y="113175"/>
                </a:cubicBezTo>
                <a:lnTo>
                  <a:pt x="594946" y="145094"/>
                </a:lnTo>
                <a:close/>
                <a:moveTo>
                  <a:pt x="634868" y="91961"/>
                </a:moveTo>
                <a:cubicBezTo>
                  <a:pt x="634868" y="82879"/>
                  <a:pt x="637106" y="74088"/>
                  <a:pt x="641583" y="65589"/>
                </a:cubicBezTo>
                <a:cubicBezTo>
                  <a:pt x="646059" y="57091"/>
                  <a:pt x="652401" y="50603"/>
                  <a:pt x="660607" y="46127"/>
                </a:cubicBezTo>
                <a:cubicBezTo>
                  <a:pt x="668814" y="41650"/>
                  <a:pt x="677978" y="39412"/>
                  <a:pt x="688098" y="39412"/>
                </a:cubicBezTo>
                <a:cubicBezTo>
                  <a:pt x="703733" y="39412"/>
                  <a:pt x="716546" y="44488"/>
                  <a:pt x="726537" y="54641"/>
                </a:cubicBezTo>
                <a:cubicBezTo>
                  <a:pt x="736528" y="64794"/>
                  <a:pt x="741523" y="77624"/>
                  <a:pt x="741523" y="93129"/>
                </a:cubicBezTo>
                <a:cubicBezTo>
                  <a:pt x="741523" y="108764"/>
                  <a:pt x="736479" y="121723"/>
                  <a:pt x="726391" y="132006"/>
                </a:cubicBezTo>
                <a:cubicBezTo>
                  <a:pt x="716303" y="142288"/>
                  <a:pt x="703604" y="147430"/>
                  <a:pt x="688293" y="147430"/>
                </a:cubicBezTo>
                <a:cubicBezTo>
                  <a:pt x="678821" y="147430"/>
                  <a:pt x="669787" y="145289"/>
                  <a:pt x="661191" y="141007"/>
                </a:cubicBezTo>
                <a:cubicBezTo>
                  <a:pt x="652595" y="136725"/>
                  <a:pt x="646059" y="130449"/>
                  <a:pt x="641583" y="122177"/>
                </a:cubicBezTo>
                <a:cubicBezTo>
                  <a:pt x="637106" y="113905"/>
                  <a:pt x="634868" y="103833"/>
                  <a:pt x="634868" y="91961"/>
                </a:cubicBezTo>
                <a:moveTo>
                  <a:pt x="662894" y="93421"/>
                </a:moveTo>
                <a:cubicBezTo>
                  <a:pt x="662894" y="103671"/>
                  <a:pt x="665327" y="111521"/>
                  <a:pt x="670193" y="116971"/>
                </a:cubicBezTo>
                <a:cubicBezTo>
                  <a:pt x="675058" y="122420"/>
                  <a:pt x="681059" y="125145"/>
                  <a:pt x="688196" y="125145"/>
                </a:cubicBezTo>
                <a:cubicBezTo>
                  <a:pt x="695332" y="125145"/>
                  <a:pt x="701317" y="122420"/>
                  <a:pt x="706150" y="116971"/>
                </a:cubicBezTo>
                <a:cubicBezTo>
                  <a:pt x="710983" y="111521"/>
                  <a:pt x="713400" y="103606"/>
                  <a:pt x="713400" y="93226"/>
                </a:cubicBezTo>
                <a:cubicBezTo>
                  <a:pt x="713400" y="83106"/>
                  <a:pt x="710983" y="75321"/>
                  <a:pt x="706150" y="69871"/>
                </a:cubicBezTo>
                <a:cubicBezTo>
                  <a:pt x="701317" y="64421"/>
                  <a:pt x="695332" y="61697"/>
                  <a:pt x="688196" y="61697"/>
                </a:cubicBezTo>
                <a:cubicBezTo>
                  <a:pt x="681059" y="61697"/>
                  <a:pt x="675058" y="64421"/>
                  <a:pt x="670193" y="69871"/>
                </a:cubicBezTo>
                <a:cubicBezTo>
                  <a:pt x="665327" y="75321"/>
                  <a:pt x="662894" y="83170"/>
                  <a:pt x="662894" y="93421"/>
                </a:cubicBezTo>
                <a:close/>
                <a:moveTo>
                  <a:pt x="765983" y="41747"/>
                </a:moveTo>
                <a:lnTo>
                  <a:pt x="791187" y="41747"/>
                </a:lnTo>
                <a:lnTo>
                  <a:pt x="791187" y="55858"/>
                </a:lnTo>
                <a:cubicBezTo>
                  <a:pt x="800205" y="44894"/>
                  <a:pt x="810942" y="39412"/>
                  <a:pt x="823398" y="39412"/>
                </a:cubicBezTo>
                <a:cubicBezTo>
                  <a:pt x="830015" y="39412"/>
                  <a:pt x="835756" y="40774"/>
                  <a:pt x="840622" y="43499"/>
                </a:cubicBezTo>
                <a:cubicBezTo>
                  <a:pt x="845488" y="46224"/>
                  <a:pt x="849478" y="50343"/>
                  <a:pt x="852592" y="55858"/>
                </a:cubicBezTo>
                <a:cubicBezTo>
                  <a:pt x="857133" y="50343"/>
                  <a:pt x="862031" y="46224"/>
                  <a:pt x="867286" y="43499"/>
                </a:cubicBezTo>
                <a:cubicBezTo>
                  <a:pt x="872541" y="40774"/>
                  <a:pt x="878153" y="39412"/>
                  <a:pt x="884121" y="39412"/>
                </a:cubicBezTo>
                <a:cubicBezTo>
                  <a:pt x="891712" y="39412"/>
                  <a:pt x="898134" y="40953"/>
                  <a:pt x="903389" y="44034"/>
                </a:cubicBezTo>
                <a:cubicBezTo>
                  <a:pt x="908644" y="47116"/>
                  <a:pt x="912569" y="51641"/>
                  <a:pt x="915164" y="57610"/>
                </a:cubicBezTo>
                <a:cubicBezTo>
                  <a:pt x="917046" y="62021"/>
                  <a:pt x="917986" y="69157"/>
                  <a:pt x="917986" y="79018"/>
                </a:cubicBezTo>
                <a:lnTo>
                  <a:pt x="917986" y="145094"/>
                </a:lnTo>
                <a:lnTo>
                  <a:pt x="890641" y="145094"/>
                </a:lnTo>
                <a:lnTo>
                  <a:pt x="890641" y="86025"/>
                </a:lnTo>
                <a:cubicBezTo>
                  <a:pt x="890641" y="75775"/>
                  <a:pt x="889701" y="69157"/>
                  <a:pt x="887819" y="66173"/>
                </a:cubicBezTo>
                <a:cubicBezTo>
                  <a:pt x="885289" y="62281"/>
                  <a:pt x="881396" y="60334"/>
                  <a:pt x="876141" y="60334"/>
                </a:cubicBezTo>
                <a:cubicBezTo>
                  <a:pt x="872314" y="60334"/>
                  <a:pt x="868713" y="61502"/>
                  <a:pt x="865340" y="63838"/>
                </a:cubicBezTo>
                <a:cubicBezTo>
                  <a:pt x="861966" y="66173"/>
                  <a:pt x="859533" y="69595"/>
                  <a:pt x="858041" y="74104"/>
                </a:cubicBezTo>
                <a:cubicBezTo>
                  <a:pt x="856549" y="78613"/>
                  <a:pt x="855803" y="85733"/>
                  <a:pt x="855803" y="95464"/>
                </a:cubicBezTo>
                <a:lnTo>
                  <a:pt x="855803" y="145094"/>
                </a:lnTo>
                <a:lnTo>
                  <a:pt x="828458" y="145094"/>
                </a:lnTo>
                <a:lnTo>
                  <a:pt x="828458" y="88458"/>
                </a:lnTo>
                <a:cubicBezTo>
                  <a:pt x="828458" y="78402"/>
                  <a:pt x="827971" y="71915"/>
                  <a:pt x="826998" y="68995"/>
                </a:cubicBezTo>
                <a:cubicBezTo>
                  <a:pt x="826025" y="66076"/>
                  <a:pt x="824517" y="63902"/>
                  <a:pt x="822473" y="62475"/>
                </a:cubicBezTo>
                <a:cubicBezTo>
                  <a:pt x="820430" y="61048"/>
                  <a:pt x="817656" y="60334"/>
                  <a:pt x="814153" y="60334"/>
                </a:cubicBezTo>
                <a:cubicBezTo>
                  <a:pt x="809936" y="60334"/>
                  <a:pt x="806141" y="61470"/>
                  <a:pt x="802767" y="63740"/>
                </a:cubicBezTo>
                <a:cubicBezTo>
                  <a:pt x="799394" y="66011"/>
                  <a:pt x="796977" y="69287"/>
                  <a:pt x="795517" y="73569"/>
                </a:cubicBezTo>
                <a:cubicBezTo>
                  <a:pt x="794058" y="77851"/>
                  <a:pt x="793328" y="84955"/>
                  <a:pt x="793328" y="94881"/>
                </a:cubicBezTo>
                <a:lnTo>
                  <a:pt x="793328" y="145094"/>
                </a:lnTo>
                <a:lnTo>
                  <a:pt x="765983" y="145094"/>
                </a:lnTo>
                <a:lnTo>
                  <a:pt x="765983" y="41747"/>
                </a:lnTo>
                <a:close/>
                <a:moveTo>
                  <a:pt x="948489" y="41747"/>
                </a:moveTo>
                <a:lnTo>
                  <a:pt x="973985" y="41747"/>
                </a:lnTo>
                <a:lnTo>
                  <a:pt x="973985" y="56928"/>
                </a:lnTo>
                <a:cubicBezTo>
                  <a:pt x="977294" y="51738"/>
                  <a:pt x="981771" y="47521"/>
                  <a:pt x="987415" y="44278"/>
                </a:cubicBezTo>
                <a:cubicBezTo>
                  <a:pt x="993059" y="41034"/>
                  <a:pt x="999319" y="39412"/>
                  <a:pt x="1006196" y="39412"/>
                </a:cubicBezTo>
                <a:cubicBezTo>
                  <a:pt x="1018198" y="39412"/>
                  <a:pt x="1028384" y="44115"/>
                  <a:pt x="1036753" y="53522"/>
                </a:cubicBezTo>
                <a:cubicBezTo>
                  <a:pt x="1045122" y="62929"/>
                  <a:pt x="1049306" y="76034"/>
                  <a:pt x="1049306" y="92837"/>
                </a:cubicBezTo>
                <a:cubicBezTo>
                  <a:pt x="1049306" y="110094"/>
                  <a:pt x="1045089" y="123507"/>
                  <a:pt x="1036655" y="133076"/>
                </a:cubicBezTo>
                <a:cubicBezTo>
                  <a:pt x="1028221" y="142645"/>
                  <a:pt x="1018004" y="147430"/>
                  <a:pt x="1006002" y="147430"/>
                </a:cubicBezTo>
                <a:cubicBezTo>
                  <a:pt x="1000293" y="147430"/>
                  <a:pt x="995119" y="146294"/>
                  <a:pt x="990480" y="144024"/>
                </a:cubicBezTo>
                <a:cubicBezTo>
                  <a:pt x="985841" y="141753"/>
                  <a:pt x="980960" y="137861"/>
                  <a:pt x="975834" y="132346"/>
                </a:cubicBezTo>
                <a:lnTo>
                  <a:pt x="975834" y="184409"/>
                </a:lnTo>
                <a:lnTo>
                  <a:pt x="948489" y="184409"/>
                </a:lnTo>
                <a:lnTo>
                  <a:pt x="948489" y="41747"/>
                </a:lnTo>
                <a:moveTo>
                  <a:pt x="975542" y="91669"/>
                </a:moveTo>
                <a:cubicBezTo>
                  <a:pt x="975542" y="103282"/>
                  <a:pt x="977846" y="111862"/>
                  <a:pt x="982452" y="117409"/>
                </a:cubicBezTo>
                <a:cubicBezTo>
                  <a:pt x="987058" y="122955"/>
                  <a:pt x="992670" y="125729"/>
                  <a:pt x="999287" y="125729"/>
                </a:cubicBezTo>
                <a:cubicBezTo>
                  <a:pt x="1005645" y="125729"/>
                  <a:pt x="1010932" y="123183"/>
                  <a:pt x="1015149" y="118090"/>
                </a:cubicBezTo>
                <a:cubicBezTo>
                  <a:pt x="1019366" y="112997"/>
                  <a:pt x="1021474" y="104644"/>
                  <a:pt x="1021474" y="93032"/>
                </a:cubicBezTo>
                <a:cubicBezTo>
                  <a:pt x="1021474" y="82197"/>
                  <a:pt x="1019301" y="74153"/>
                  <a:pt x="1014954" y="68898"/>
                </a:cubicBezTo>
                <a:cubicBezTo>
                  <a:pt x="1010608" y="63643"/>
                  <a:pt x="1005223" y="61015"/>
                  <a:pt x="998800" y="61015"/>
                </a:cubicBezTo>
                <a:cubicBezTo>
                  <a:pt x="992118" y="61015"/>
                  <a:pt x="986571" y="63594"/>
                  <a:pt x="982160" y="68752"/>
                </a:cubicBezTo>
                <a:cubicBezTo>
                  <a:pt x="977748" y="73910"/>
                  <a:pt x="975542" y="81549"/>
                  <a:pt x="975542" y="91669"/>
                </a:cubicBezTo>
                <a:close/>
                <a:moveTo>
                  <a:pt x="1123493" y="41747"/>
                </a:moveTo>
                <a:lnTo>
                  <a:pt x="1123493" y="63546"/>
                </a:lnTo>
                <a:lnTo>
                  <a:pt x="1104809" y="63546"/>
                </a:lnTo>
                <a:lnTo>
                  <a:pt x="1104809" y="105196"/>
                </a:lnTo>
                <a:cubicBezTo>
                  <a:pt x="1104809" y="113630"/>
                  <a:pt x="1104987" y="118544"/>
                  <a:pt x="1105344" y="119939"/>
                </a:cubicBezTo>
                <a:cubicBezTo>
                  <a:pt x="1105701" y="121334"/>
                  <a:pt x="1106512" y="122485"/>
                  <a:pt x="1107777" y="123393"/>
                </a:cubicBezTo>
                <a:cubicBezTo>
                  <a:pt x="1109042" y="124302"/>
                  <a:pt x="1110582" y="124756"/>
                  <a:pt x="1112399" y="124756"/>
                </a:cubicBezTo>
                <a:cubicBezTo>
                  <a:pt x="1114929" y="124756"/>
                  <a:pt x="1118595" y="123880"/>
                  <a:pt x="1123395" y="122128"/>
                </a:cubicBezTo>
                <a:lnTo>
                  <a:pt x="1125731" y="143343"/>
                </a:lnTo>
                <a:cubicBezTo>
                  <a:pt x="1119373" y="146067"/>
                  <a:pt x="1112172" y="147430"/>
                  <a:pt x="1104127" y="147430"/>
                </a:cubicBezTo>
                <a:cubicBezTo>
                  <a:pt x="1099197" y="147430"/>
                  <a:pt x="1094753" y="146603"/>
                  <a:pt x="1090795" y="144948"/>
                </a:cubicBezTo>
                <a:cubicBezTo>
                  <a:pt x="1086838" y="143294"/>
                  <a:pt x="1083935" y="141153"/>
                  <a:pt x="1082086" y="138526"/>
                </a:cubicBezTo>
                <a:cubicBezTo>
                  <a:pt x="1080237" y="135898"/>
                  <a:pt x="1078956" y="132346"/>
                  <a:pt x="1078242" y="127870"/>
                </a:cubicBezTo>
                <a:cubicBezTo>
                  <a:pt x="1077658" y="124691"/>
                  <a:pt x="1077366" y="118268"/>
                  <a:pt x="1077366" y="108602"/>
                </a:cubicBezTo>
                <a:lnTo>
                  <a:pt x="1077366" y="63546"/>
                </a:lnTo>
                <a:lnTo>
                  <a:pt x="1064813" y="63546"/>
                </a:lnTo>
                <a:lnTo>
                  <a:pt x="1064813" y="41747"/>
                </a:lnTo>
                <a:lnTo>
                  <a:pt x="1077366" y="41747"/>
                </a:lnTo>
                <a:lnTo>
                  <a:pt x="1077366" y="21214"/>
                </a:lnTo>
                <a:lnTo>
                  <a:pt x="1104809" y="5255"/>
                </a:lnTo>
                <a:lnTo>
                  <a:pt x="1104809" y="41747"/>
                </a:lnTo>
                <a:lnTo>
                  <a:pt x="1123493" y="4174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Text TestData">
            <a:extLst xmlns:a="http://schemas.openxmlformats.org/drawingml/2006/main">
              <a:ext uri="{FF2B5EF4-FFF2-40B4-BE49-F238E27FC236}">
                <a16:creationId xmlns:a16="http://schemas.microsoft.com/office/drawing/2014/main" id="{5BE5C917-D214-419C-BF83-FC5DF283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832" y="2368067"/>
            <a:ext cx="896875" cy="144997"/>
          </a:xfrm>
          <a:custGeom xmlns:a="http://schemas.openxmlformats.org/drawingml/2006/main">
            <a:pathLst>
              <a:path w="896875" h="144997">
                <a:moveTo>
                  <a:pt x="42331" y="142661"/>
                </a:moveTo>
                <a:lnTo>
                  <a:pt x="42331" y="24134"/>
                </a:lnTo>
                <a:lnTo>
                  <a:pt x="0" y="24134"/>
                </a:lnTo>
                <a:lnTo>
                  <a:pt x="0" y="0"/>
                </a:lnTo>
                <a:lnTo>
                  <a:pt x="113370" y="0"/>
                </a:lnTo>
                <a:lnTo>
                  <a:pt x="113370" y="24134"/>
                </a:lnTo>
                <a:lnTo>
                  <a:pt x="71136" y="24134"/>
                </a:lnTo>
                <a:lnTo>
                  <a:pt x="71136" y="142661"/>
                </a:lnTo>
                <a:lnTo>
                  <a:pt x="42331" y="142661"/>
                </a:lnTo>
                <a:close/>
                <a:moveTo>
                  <a:pt x="196704" y="109769"/>
                </a:moveTo>
                <a:lnTo>
                  <a:pt x="223952" y="114343"/>
                </a:lnTo>
                <a:cubicBezTo>
                  <a:pt x="220449" y="124334"/>
                  <a:pt x="214918" y="131941"/>
                  <a:pt x="207360" y="137163"/>
                </a:cubicBezTo>
                <a:cubicBezTo>
                  <a:pt x="199802" y="142386"/>
                  <a:pt x="190346" y="144997"/>
                  <a:pt x="178993" y="144997"/>
                </a:cubicBezTo>
                <a:cubicBezTo>
                  <a:pt x="161023" y="144997"/>
                  <a:pt x="147723" y="139126"/>
                  <a:pt x="139095" y="127383"/>
                </a:cubicBezTo>
                <a:cubicBezTo>
                  <a:pt x="132283" y="117976"/>
                  <a:pt x="128877" y="106104"/>
                  <a:pt x="128877" y="91767"/>
                </a:cubicBezTo>
                <a:cubicBezTo>
                  <a:pt x="128877" y="74639"/>
                  <a:pt x="133353" y="61226"/>
                  <a:pt x="142306" y="51527"/>
                </a:cubicBezTo>
                <a:cubicBezTo>
                  <a:pt x="151259" y="41829"/>
                  <a:pt x="162580" y="36979"/>
                  <a:pt x="176268" y="36979"/>
                </a:cubicBezTo>
                <a:cubicBezTo>
                  <a:pt x="191644" y="36979"/>
                  <a:pt x="203776" y="42056"/>
                  <a:pt x="212664" y="52209"/>
                </a:cubicBezTo>
                <a:cubicBezTo>
                  <a:pt x="221551" y="62362"/>
                  <a:pt x="225801" y="77916"/>
                  <a:pt x="225412" y="98870"/>
                </a:cubicBezTo>
                <a:lnTo>
                  <a:pt x="156903" y="98870"/>
                </a:lnTo>
                <a:cubicBezTo>
                  <a:pt x="157098" y="106980"/>
                  <a:pt x="159303" y="113289"/>
                  <a:pt x="163520" y="117798"/>
                </a:cubicBezTo>
                <a:cubicBezTo>
                  <a:pt x="167737" y="122307"/>
                  <a:pt x="172992" y="124561"/>
                  <a:pt x="179285" y="124561"/>
                </a:cubicBezTo>
                <a:cubicBezTo>
                  <a:pt x="183567" y="124561"/>
                  <a:pt x="187167" y="123393"/>
                  <a:pt x="190087" y="121058"/>
                </a:cubicBezTo>
                <a:cubicBezTo>
                  <a:pt x="193006" y="118722"/>
                  <a:pt x="195212" y="114960"/>
                  <a:pt x="196704" y="109769"/>
                </a:cubicBezTo>
                <a:moveTo>
                  <a:pt x="198261" y="82132"/>
                </a:moveTo>
                <a:cubicBezTo>
                  <a:pt x="198066" y="74218"/>
                  <a:pt x="196023" y="68200"/>
                  <a:pt x="192130" y="64081"/>
                </a:cubicBezTo>
                <a:cubicBezTo>
                  <a:pt x="188238" y="59961"/>
                  <a:pt x="183502" y="57901"/>
                  <a:pt x="177923" y="57901"/>
                </a:cubicBezTo>
                <a:cubicBezTo>
                  <a:pt x="171954" y="57901"/>
                  <a:pt x="167024" y="60075"/>
                  <a:pt x="163131" y="64421"/>
                </a:cubicBezTo>
                <a:cubicBezTo>
                  <a:pt x="159238" y="68768"/>
                  <a:pt x="157325" y="74672"/>
                  <a:pt x="157390" y="82132"/>
                </a:cubicBezTo>
                <a:lnTo>
                  <a:pt x="198261" y="82132"/>
                </a:lnTo>
                <a:close/>
                <a:moveTo>
                  <a:pt x="235919" y="113175"/>
                </a:moveTo>
                <a:lnTo>
                  <a:pt x="263362" y="108991"/>
                </a:lnTo>
                <a:cubicBezTo>
                  <a:pt x="264529" y="114311"/>
                  <a:pt x="266897" y="118349"/>
                  <a:pt x="270466" y="121106"/>
                </a:cubicBezTo>
                <a:cubicBezTo>
                  <a:pt x="274034" y="123864"/>
                  <a:pt x="279029" y="125242"/>
                  <a:pt x="285452" y="125242"/>
                </a:cubicBezTo>
                <a:cubicBezTo>
                  <a:pt x="292523" y="125242"/>
                  <a:pt x="297843" y="123945"/>
                  <a:pt x="301411" y="121350"/>
                </a:cubicBezTo>
                <a:cubicBezTo>
                  <a:pt x="303812" y="119533"/>
                  <a:pt x="305012" y="117100"/>
                  <a:pt x="305012" y="114051"/>
                </a:cubicBezTo>
                <a:cubicBezTo>
                  <a:pt x="305012" y="111975"/>
                  <a:pt x="304363" y="110256"/>
                  <a:pt x="303066" y="108894"/>
                </a:cubicBezTo>
                <a:cubicBezTo>
                  <a:pt x="301703" y="107596"/>
                  <a:pt x="298654" y="106396"/>
                  <a:pt x="293918" y="105293"/>
                </a:cubicBezTo>
                <a:cubicBezTo>
                  <a:pt x="271860" y="100427"/>
                  <a:pt x="257880" y="95983"/>
                  <a:pt x="251976" y="91961"/>
                </a:cubicBezTo>
                <a:cubicBezTo>
                  <a:pt x="243802" y="86382"/>
                  <a:pt x="239715" y="78629"/>
                  <a:pt x="239715" y="68703"/>
                </a:cubicBezTo>
                <a:cubicBezTo>
                  <a:pt x="239715" y="59750"/>
                  <a:pt x="243250" y="52225"/>
                  <a:pt x="250322" y="46127"/>
                </a:cubicBezTo>
                <a:cubicBezTo>
                  <a:pt x="257393" y="40028"/>
                  <a:pt x="268357" y="36979"/>
                  <a:pt x="283214" y="36979"/>
                </a:cubicBezTo>
                <a:cubicBezTo>
                  <a:pt x="297357" y="36979"/>
                  <a:pt x="307866" y="39282"/>
                  <a:pt x="314743" y="43888"/>
                </a:cubicBezTo>
                <a:cubicBezTo>
                  <a:pt x="321620" y="48494"/>
                  <a:pt x="326356" y="55306"/>
                  <a:pt x="328951" y="64324"/>
                </a:cubicBezTo>
                <a:lnTo>
                  <a:pt x="303163" y="69092"/>
                </a:lnTo>
                <a:cubicBezTo>
                  <a:pt x="302060" y="65070"/>
                  <a:pt x="299968" y="61989"/>
                  <a:pt x="296886" y="59848"/>
                </a:cubicBezTo>
                <a:cubicBezTo>
                  <a:pt x="293805" y="57707"/>
                  <a:pt x="289409" y="56636"/>
                  <a:pt x="283700" y="56636"/>
                </a:cubicBezTo>
                <a:cubicBezTo>
                  <a:pt x="276499" y="56636"/>
                  <a:pt x="271341" y="57642"/>
                  <a:pt x="268227" y="59653"/>
                </a:cubicBezTo>
                <a:cubicBezTo>
                  <a:pt x="266151" y="61080"/>
                  <a:pt x="265113" y="62929"/>
                  <a:pt x="265113" y="65200"/>
                </a:cubicBezTo>
                <a:cubicBezTo>
                  <a:pt x="265113" y="67146"/>
                  <a:pt x="266022" y="68801"/>
                  <a:pt x="267838" y="70163"/>
                </a:cubicBezTo>
                <a:cubicBezTo>
                  <a:pt x="270303" y="71979"/>
                  <a:pt x="278818" y="74542"/>
                  <a:pt x="293383" y="77851"/>
                </a:cubicBezTo>
                <a:cubicBezTo>
                  <a:pt x="307947" y="81159"/>
                  <a:pt x="318117" y="85214"/>
                  <a:pt x="323891" y="90015"/>
                </a:cubicBezTo>
                <a:cubicBezTo>
                  <a:pt x="329600" y="94881"/>
                  <a:pt x="332454" y="101660"/>
                  <a:pt x="332454" y="110353"/>
                </a:cubicBezTo>
                <a:cubicBezTo>
                  <a:pt x="332454" y="119825"/>
                  <a:pt x="328497" y="127967"/>
                  <a:pt x="320582" y="134779"/>
                </a:cubicBezTo>
                <a:cubicBezTo>
                  <a:pt x="312667" y="141591"/>
                  <a:pt x="300957" y="144997"/>
                  <a:pt x="285452" y="144997"/>
                </a:cubicBezTo>
                <a:cubicBezTo>
                  <a:pt x="271374" y="144997"/>
                  <a:pt x="260231" y="142142"/>
                  <a:pt x="252025" y="136433"/>
                </a:cubicBezTo>
                <a:cubicBezTo>
                  <a:pt x="243818" y="130724"/>
                  <a:pt x="238449" y="122972"/>
                  <a:pt x="235919" y="113175"/>
                </a:cubicBezTo>
                <a:close/>
                <a:moveTo>
                  <a:pt x="401642" y="39315"/>
                </a:moveTo>
                <a:lnTo>
                  <a:pt x="401642" y="61113"/>
                </a:lnTo>
                <a:lnTo>
                  <a:pt x="382958" y="61113"/>
                </a:lnTo>
                <a:lnTo>
                  <a:pt x="382958" y="102763"/>
                </a:lnTo>
                <a:cubicBezTo>
                  <a:pt x="382958" y="111197"/>
                  <a:pt x="383136" y="116111"/>
                  <a:pt x="383493" y="117506"/>
                </a:cubicBezTo>
                <a:cubicBezTo>
                  <a:pt x="383850" y="118901"/>
                  <a:pt x="384661" y="120052"/>
                  <a:pt x="385926" y="120961"/>
                </a:cubicBezTo>
                <a:cubicBezTo>
                  <a:pt x="387191" y="121869"/>
                  <a:pt x="388732" y="122323"/>
                  <a:pt x="390548" y="122323"/>
                </a:cubicBezTo>
                <a:cubicBezTo>
                  <a:pt x="393078" y="122323"/>
                  <a:pt x="396744" y="121447"/>
                  <a:pt x="401545" y="119695"/>
                </a:cubicBezTo>
                <a:lnTo>
                  <a:pt x="403880" y="140910"/>
                </a:lnTo>
                <a:cubicBezTo>
                  <a:pt x="397522" y="143635"/>
                  <a:pt x="390321" y="144997"/>
                  <a:pt x="382277" y="144997"/>
                </a:cubicBezTo>
                <a:cubicBezTo>
                  <a:pt x="377346" y="144997"/>
                  <a:pt x="372902" y="144170"/>
                  <a:pt x="368945" y="142515"/>
                </a:cubicBezTo>
                <a:cubicBezTo>
                  <a:pt x="364987" y="140861"/>
                  <a:pt x="362084" y="138720"/>
                  <a:pt x="360235" y="136093"/>
                </a:cubicBezTo>
                <a:cubicBezTo>
                  <a:pt x="358386" y="133465"/>
                  <a:pt x="357105" y="129913"/>
                  <a:pt x="356391" y="125437"/>
                </a:cubicBezTo>
                <a:cubicBezTo>
                  <a:pt x="355807" y="122258"/>
                  <a:pt x="355516" y="115835"/>
                  <a:pt x="355516" y="106169"/>
                </a:cubicBezTo>
                <a:lnTo>
                  <a:pt x="355516" y="61113"/>
                </a:lnTo>
                <a:lnTo>
                  <a:pt x="342962" y="61113"/>
                </a:lnTo>
                <a:lnTo>
                  <a:pt x="342962" y="39315"/>
                </a:lnTo>
                <a:lnTo>
                  <a:pt x="355516" y="39315"/>
                </a:lnTo>
                <a:lnTo>
                  <a:pt x="355516" y="18781"/>
                </a:lnTo>
                <a:lnTo>
                  <a:pt x="382958" y="2822"/>
                </a:lnTo>
                <a:lnTo>
                  <a:pt x="382958" y="39315"/>
                </a:lnTo>
                <a:lnTo>
                  <a:pt x="401642" y="39315"/>
                </a:lnTo>
                <a:close/>
                <a:moveTo>
                  <a:pt x="481061" y="0"/>
                </a:moveTo>
                <a:lnTo>
                  <a:pt x="533708" y="0"/>
                </a:lnTo>
                <a:cubicBezTo>
                  <a:pt x="545580" y="0"/>
                  <a:pt x="554630" y="908"/>
                  <a:pt x="560858" y="2725"/>
                </a:cubicBezTo>
                <a:cubicBezTo>
                  <a:pt x="569227" y="5190"/>
                  <a:pt x="576396" y="9569"/>
                  <a:pt x="582364" y="15862"/>
                </a:cubicBezTo>
                <a:cubicBezTo>
                  <a:pt x="588333" y="22155"/>
                  <a:pt x="592874" y="29859"/>
                  <a:pt x="595988" y="38974"/>
                </a:cubicBezTo>
                <a:cubicBezTo>
                  <a:pt x="599102" y="48089"/>
                  <a:pt x="600659" y="59329"/>
                  <a:pt x="600659" y="72693"/>
                </a:cubicBezTo>
                <a:cubicBezTo>
                  <a:pt x="600659" y="84436"/>
                  <a:pt x="599200" y="94556"/>
                  <a:pt x="596280" y="103055"/>
                </a:cubicBezTo>
                <a:cubicBezTo>
                  <a:pt x="592712" y="113435"/>
                  <a:pt x="587619" y="121836"/>
                  <a:pt x="581002" y="128259"/>
                </a:cubicBezTo>
                <a:cubicBezTo>
                  <a:pt x="576007" y="133125"/>
                  <a:pt x="569260" y="136920"/>
                  <a:pt x="560761" y="139645"/>
                </a:cubicBezTo>
                <a:cubicBezTo>
                  <a:pt x="554403" y="141656"/>
                  <a:pt x="545904" y="142661"/>
                  <a:pt x="535265" y="142661"/>
                </a:cubicBezTo>
                <a:lnTo>
                  <a:pt x="481061" y="142661"/>
                </a:lnTo>
                <a:lnTo>
                  <a:pt x="481061" y="0"/>
                </a:lnTo>
                <a:moveTo>
                  <a:pt x="509866" y="24134"/>
                </a:moveTo>
                <a:lnTo>
                  <a:pt x="509866" y="118625"/>
                </a:lnTo>
                <a:lnTo>
                  <a:pt x="531372" y="118625"/>
                </a:lnTo>
                <a:cubicBezTo>
                  <a:pt x="539417" y="118625"/>
                  <a:pt x="545223" y="118171"/>
                  <a:pt x="548791" y="117263"/>
                </a:cubicBezTo>
                <a:cubicBezTo>
                  <a:pt x="553462" y="116095"/>
                  <a:pt x="557339" y="114116"/>
                  <a:pt x="560420" y="111326"/>
                </a:cubicBezTo>
                <a:cubicBezTo>
                  <a:pt x="563502" y="108537"/>
                  <a:pt x="566016" y="103947"/>
                  <a:pt x="567962" y="97557"/>
                </a:cubicBezTo>
                <a:cubicBezTo>
                  <a:pt x="569908" y="91166"/>
                  <a:pt x="570882" y="82457"/>
                  <a:pt x="570882" y="71428"/>
                </a:cubicBezTo>
                <a:cubicBezTo>
                  <a:pt x="570882" y="60399"/>
                  <a:pt x="569908" y="51933"/>
                  <a:pt x="567962" y="46029"/>
                </a:cubicBezTo>
                <a:cubicBezTo>
                  <a:pt x="566016" y="40126"/>
                  <a:pt x="563291" y="35519"/>
                  <a:pt x="559788" y="32211"/>
                </a:cubicBezTo>
                <a:cubicBezTo>
                  <a:pt x="556285" y="28902"/>
                  <a:pt x="551841" y="26664"/>
                  <a:pt x="546456" y="25496"/>
                </a:cubicBezTo>
                <a:cubicBezTo>
                  <a:pt x="542434" y="24588"/>
                  <a:pt x="534551" y="24134"/>
                  <a:pt x="522809" y="24134"/>
                </a:cubicBezTo>
                <a:lnTo>
                  <a:pt x="509866" y="24134"/>
                </a:lnTo>
                <a:close/>
                <a:moveTo>
                  <a:pt x="646369" y="70844"/>
                </a:moveTo>
                <a:lnTo>
                  <a:pt x="621554" y="66368"/>
                </a:lnTo>
                <a:cubicBezTo>
                  <a:pt x="624344" y="56377"/>
                  <a:pt x="629144" y="48981"/>
                  <a:pt x="635956" y="44180"/>
                </a:cubicBezTo>
                <a:cubicBezTo>
                  <a:pt x="642768" y="39379"/>
                  <a:pt x="652889" y="36979"/>
                  <a:pt x="666318" y="36979"/>
                </a:cubicBezTo>
                <a:cubicBezTo>
                  <a:pt x="678515" y="36979"/>
                  <a:pt x="687597" y="38423"/>
                  <a:pt x="693566" y="41310"/>
                </a:cubicBezTo>
                <a:cubicBezTo>
                  <a:pt x="699534" y="44196"/>
                  <a:pt x="703735" y="47862"/>
                  <a:pt x="706168" y="52306"/>
                </a:cubicBezTo>
                <a:cubicBezTo>
                  <a:pt x="708601" y="56750"/>
                  <a:pt x="709817" y="64908"/>
                  <a:pt x="709817" y="76780"/>
                </a:cubicBezTo>
                <a:lnTo>
                  <a:pt x="709525" y="108699"/>
                </a:lnTo>
                <a:cubicBezTo>
                  <a:pt x="709525" y="117782"/>
                  <a:pt x="709963" y="124480"/>
                  <a:pt x="710839" y="128794"/>
                </a:cubicBezTo>
                <a:cubicBezTo>
                  <a:pt x="711715" y="133108"/>
                  <a:pt x="713353" y="137731"/>
                  <a:pt x="715753" y="142661"/>
                </a:cubicBezTo>
                <a:lnTo>
                  <a:pt x="688700" y="142661"/>
                </a:lnTo>
                <a:cubicBezTo>
                  <a:pt x="687987" y="140845"/>
                  <a:pt x="687111" y="138153"/>
                  <a:pt x="686073" y="134584"/>
                </a:cubicBezTo>
                <a:cubicBezTo>
                  <a:pt x="685619" y="132962"/>
                  <a:pt x="685294" y="131892"/>
                  <a:pt x="685100" y="131373"/>
                </a:cubicBezTo>
                <a:cubicBezTo>
                  <a:pt x="680429" y="135914"/>
                  <a:pt x="675433" y="139320"/>
                  <a:pt x="670113" y="141591"/>
                </a:cubicBezTo>
                <a:cubicBezTo>
                  <a:pt x="664794" y="143862"/>
                  <a:pt x="659117" y="144997"/>
                  <a:pt x="653084" y="144997"/>
                </a:cubicBezTo>
                <a:cubicBezTo>
                  <a:pt x="642444" y="144997"/>
                  <a:pt x="634059" y="142110"/>
                  <a:pt x="627928" y="136336"/>
                </a:cubicBezTo>
                <a:cubicBezTo>
                  <a:pt x="621797" y="130562"/>
                  <a:pt x="618732" y="123264"/>
                  <a:pt x="618732" y="114441"/>
                </a:cubicBezTo>
                <a:cubicBezTo>
                  <a:pt x="618732" y="108602"/>
                  <a:pt x="620127" y="103395"/>
                  <a:pt x="622916" y="98822"/>
                </a:cubicBezTo>
                <a:cubicBezTo>
                  <a:pt x="625706" y="94248"/>
                  <a:pt x="629615" y="90745"/>
                  <a:pt x="634643" y="88312"/>
                </a:cubicBezTo>
                <a:cubicBezTo>
                  <a:pt x="639671" y="85879"/>
                  <a:pt x="646920" y="83754"/>
                  <a:pt x="656392" y="81938"/>
                </a:cubicBezTo>
                <a:cubicBezTo>
                  <a:pt x="669173" y="79537"/>
                  <a:pt x="678028" y="77299"/>
                  <a:pt x="682959" y="75223"/>
                </a:cubicBezTo>
                <a:lnTo>
                  <a:pt x="682959" y="72498"/>
                </a:lnTo>
                <a:cubicBezTo>
                  <a:pt x="682959" y="67244"/>
                  <a:pt x="681661" y="63497"/>
                  <a:pt x="679066" y="61259"/>
                </a:cubicBezTo>
                <a:cubicBezTo>
                  <a:pt x="676471" y="59021"/>
                  <a:pt x="671573" y="57901"/>
                  <a:pt x="664372" y="57901"/>
                </a:cubicBezTo>
                <a:cubicBezTo>
                  <a:pt x="659506" y="57901"/>
                  <a:pt x="655711" y="58858"/>
                  <a:pt x="652986" y="60772"/>
                </a:cubicBezTo>
                <a:cubicBezTo>
                  <a:pt x="650261" y="62686"/>
                  <a:pt x="648056" y="66043"/>
                  <a:pt x="646369" y="70844"/>
                </a:cubicBezTo>
                <a:moveTo>
                  <a:pt x="682959" y="93032"/>
                </a:moveTo>
                <a:cubicBezTo>
                  <a:pt x="679455" y="94199"/>
                  <a:pt x="673909" y="95594"/>
                  <a:pt x="666318" y="97216"/>
                </a:cubicBezTo>
                <a:cubicBezTo>
                  <a:pt x="658728" y="98838"/>
                  <a:pt x="653765" y="100427"/>
                  <a:pt x="651429" y="101984"/>
                </a:cubicBezTo>
                <a:cubicBezTo>
                  <a:pt x="647861" y="104515"/>
                  <a:pt x="646077" y="107726"/>
                  <a:pt x="646077" y="111618"/>
                </a:cubicBezTo>
                <a:cubicBezTo>
                  <a:pt x="646077" y="115446"/>
                  <a:pt x="647504" y="118755"/>
                  <a:pt x="650359" y="121544"/>
                </a:cubicBezTo>
                <a:cubicBezTo>
                  <a:pt x="653213" y="124334"/>
                  <a:pt x="656846" y="125729"/>
                  <a:pt x="661258" y="125729"/>
                </a:cubicBezTo>
                <a:cubicBezTo>
                  <a:pt x="666188" y="125729"/>
                  <a:pt x="670892" y="124107"/>
                  <a:pt x="675368" y="120863"/>
                </a:cubicBezTo>
                <a:cubicBezTo>
                  <a:pt x="678677" y="118398"/>
                  <a:pt x="680850" y="115381"/>
                  <a:pt x="681888" y="111813"/>
                </a:cubicBezTo>
                <a:cubicBezTo>
                  <a:pt x="682602" y="109478"/>
                  <a:pt x="682959" y="105034"/>
                  <a:pt x="682959" y="98481"/>
                </a:cubicBezTo>
                <a:lnTo>
                  <a:pt x="682959" y="93032"/>
                </a:lnTo>
                <a:close/>
                <a:moveTo>
                  <a:pt x="782022" y="39315"/>
                </a:moveTo>
                <a:lnTo>
                  <a:pt x="782022" y="61113"/>
                </a:lnTo>
                <a:lnTo>
                  <a:pt x="763338" y="61113"/>
                </a:lnTo>
                <a:lnTo>
                  <a:pt x="763338" y="102763"/>
                </a:lnTo>
                <a:cubicBezTo>
                  <a:pt x="763338" y="111197"/>
                  <a:pt x="763516" y="116111"/>
                  <a:pt x="763873" y="117506"/>
                </a:cubicBezTo>
                <a:cubicBezTo>
                  <a:pt x="764230" y="118901"/>
                  <a:pt x="765041" y="120052"/>
                  <a:pt x="766306" y="120961"/>
                </a:cubicBezTo>
                <a:cubicBezTo>
                  <a:pt x="767571" y="121869"/>
                  <a:pt x="769112" y="122323"/>
                  <a:pt x="770928" y="122323"/>
                </a:cubicBezTo>
                <a:cubicBezTo>
                  <a:pt x="773458" y="122323"/>
                  <a:pt x="777124" y="121447"/>
                  <a:pt x="781924" y="119695"/>
                </a:cubicBezTo>
                <a:lnTo>
                  <a:pt x="784260" y="140910"/>
                </a:lnTo>
                <a:cubicBezTo>
                  <a:pt x="777902" y="143635"/>
                  <a:pt x="770701" y="144997"/>
                  <a:pt x="762656" y="144997"/>
                </a:cubicBezTo>
                <a:cubicBezTo>
                  <a:pt x="757726" y="144997"/>
                  <a:pt x="753282" y="144170"/>
                  <a:pt x="749324" y="142515"/>
                </a:cubicBezTo>
                <a:cubicBezTo>
                  <a:pt x="745367" y="140861"/>
                  <a:pt x="742464" y="138720"/>
                  <a:pt x="740615" y="136093"/>
                </a:cubicBezTo>
                <a:cubicBezTo>
                  <a:pt x="738766" y="133465"/>
                  <a:pt x="737485" y="129913"/>
                  <a:pt x="736771" y="125437"/>
                </a:cubicBezTo>
                <a:cubicBezTo>
                  <a:pt x="736187" y="122258"/>
                  <a:pt x="735895" y="115835"/>
                  <a:pt x="735895" y="106169"/>
                </a:cubicBezTo>
                <a:lnTo>
                  <a:pt x="735895" y="61113"/>
                </a:lnTo>
                <a:lnTo>
                  <a:pt x="723342" y="61113"/>
                </a:lnTo>
                <a:lnTo>
                  <a:pt x="723342" y="39315"/>
                </a:lnTo>
                <a:lnTo>
                  <a:pt x="735895" y="39315"/>
                </a:lnTo>
                <a:lnTo>
                  <a:pt x="735895" y="18781"/>
                </a:lnTo>
                <a:lnTo>
                  <a:pt x="763338" y="2822"/>
                </a:lnTo>
                <a:lnTo>
                  <a:pt x="763338" y="39315"/>
                </a:lnTo>
                <a:lnTo>
                  <a:pt x="782022" y="39315"/>
                </a:lnTo>
                <a:close/>
                <a:moveTo>
                  <a:pt x="827491" y="70844"/>
                </a:moveTo>
                <a:lnTo>
                  <a:pt x="802676" y="66368"/>
                </a:lnTo>
                <a:cubicBezTo>
                  <a:pt x="805466" y="56377"/>
                  <a:pt x="810266" y="48981"/>
                  <a:pt x="817078" y="44180"/>
                </a:cubicBezTo>
                <a:cubicBezTo>
                  <a:pt x="823890" y="39379"/>
                  <a:pt x="834011" y="36979"/>
                  <a:pt x="847440" y="36979"/>
                </a:cubicBezTo>
                <a:cubicBezTo>
                  <a:pt x="859637" y="36979"/>
                  <a:pt x="868719" y="38423"/>
                  <a:pt x="874688" y="41310"/>
                </a:cubicBezTo>
                <a:cubicBezTo>
                  <a:pt x="880656" y="44196"/>
                  <a:pt x="884857" y="47862"/>
                  <a:pt x="887290" y="52306"/>
                </a:cubicBezTo>
                <a:cubicBezTo>
                  <a:pt x="889723" y="56750"/>
                  <a:pt x="890939" y="64908"/>
                  <a:pt x="890939" y="76780"/>
                </a:cubicBezTo>
                <a:lnTo>
                  <a:pt x="890647" y="108699"/>
                </a:lnTo>
                <a:cubicBezTo>
                  <a:pt x="890647" y="117782"/>
                  <a:pt x="891085" y="124480"/>
                  <a:pt x="891961" y="128794"/>
                </a:cubicBezTo>
                <a:cubicBezTo>
                  <a:pt x="892837" y="133108"/>
                  <a:pt x="894475" y="137731"/>
                  <a:pt x="896875" y="142661"/>
                </a:cubicBezTo>
                <a:lnTo>
                  <a:pt x="869822" y="142661"/>
                </a:lnTo>
                <a:cubicBezTo>
                  <a:pt x="869109" y="140845"/>
                  <a:pt x="868233" y="138153"/>
                  <a:pt x="867195" y="134584"/>
                </a:cubicBezTo>
                <a:cubicBezTo>
                  <a:pt x="866741" y="132962"/>
                  <a:pt x="866416" y="131892"/>
                  <a:pt x="866222" y="131373"/>
                </a:cubicBezTo>
                <a:cubicBezTo>
                  <a:pt x="861551" y="135914"/>
                  <a:pt x="856555" y="139320"/>
                  <a:pt x="851235" y="141591"/>
                </a:cubicBezTo>
                <a:cubicBezTo>
                  <a:pt x="845916" y="143862"/>
                  <a:pt x="840239" y="144997"/>
                  <a:pt x="834205" y="144997"/>
                </a:cubicBezTo>
                <a:cubicBezTo>
                  <a:pt x="823566" y="144997"/>
                  <a:pt x="815181" y="142110"/>
                  <a:pt x="809050" y="136336"/>
                </a:cubicBezTo>
                <a:cubicBezTo>
                  <a:pt x="802919" y="130562"/>
                  <a:pt x="799854" y="123264"/>
                  <a:pt x="799854" y="114441"/>
                </a:cubicBezTo>
                <a:cubicBezTo>
                  <a:pt x="799854" y="108602"/>
                  <a:pt x="801249" y="103395"/>
                  <a:pt x="804038" y="98822"/>
                </a:cubicBezTo>
                <a:cubicBezTo>
                  <a:pt x="806828" y="94248"/>
                  <a:pt x="810737" y="90745"/>
                  <a:pt x="815765" y="88312"/>
                </a:cubicBezTo>
                <a:cubicBezTo>
                  <a:pt x="820792" y="85879"/>
                  <a:pt x="828042" y="83754"/>
                  <a:pt x="837514" y="81938"/>
                </a:cubicBezTo>
                <a:cubicBezTo>
                  <a:pt x="850295" y="79537"/>
                  <a:pt x="859150" y="77299"/>
                  <a:pt x="864081" y="75223"/>
                </a:cubicBezTo>
                <a:lnTo>
                  <a:pt x="864081" y="72498"/>
                </a:lnTo>
                <a:cubicBezTo>
                  <a:pt x="864081" y="67244"/>
                  <a:pt x="862783" y="63497"/>
                  <a:pt x="860188" y="61259"/>
                </a:cubicBezTo>
                <a:cubicBezTo>
                  <a:pt x="857593" y="59021"/>
                  <a:pt x="852695" y="57901"/>
                  <a:pt x="845494" y="57901"/>
                </a:cubicBezTo>
                <a:cubicBezTo>
                  <a:pt x="840628" y="57901"/>
                  <a:pt x="836833" y="58858"/>
                  <a:pt x="834108" y="60772"/>
                </a:cubicBezTo>
                <a:cubicBezTo>
                  <a:pt x="831383" y="62686"/>
                  <a:pt x="829178" y="66043"/>
                  <a:pt x="827491" y="70844"/>
                </a:cubicBezTo>
                <a:moveTo>
                  <a:pt x="864081" y="93032"/>
                </a:moveTo>
                <a:cubicBezTo>
                  <a:pt x="860577" y="94199"/>
                  <a:pt x="855031" y="95594"/>
                  <a:pt x="847440" y="97216"/>
                </a:cubicBezTo>
                <a:cubicBezTo>
                  <a:pt x="839850" y="98838"/>
                  <a:pt x="834887" y="100427"/>
                  <a:pt x="832551" y="101984"/>
                </a:cubicBezTo>
                <a:cubicBezTo>
                  <a:pt x="828983" y="104515"/>
                  <a:pt x="827199" y="107726"/>
                  <a:pt x="827199" y="111618"/>
                </a:cubicBezTo>
                <a:cubicBezTo>
                  <a:pt x="827199" y="115446"/>
                  <a:pt x="828626" y="118755"/>
                  <a:pt x="831481" y="121544"/>
                </a:cubicBezTo>
                <a:cubicBezTo>
                  <a:pt x="834335" y="124334"/>
                  <a:pt x="837968" y="125729"/>
                  <a:pt x="842380" y="125729"/>
                </a:cubicBezTo>
                <a:cubicBezTo>
                  <a:pt x="847310" y="125729"/>
                  <a:pt x="852014" y="124107"/>
                  <a:pt x="856490" y="120863"/>
                </a:cubicBezTo>
                <a:cubicBezTo>
                  <a:pt x="859799" y="118398"/>
                  <a:pt x="861972" y="115381"/>
                  <a:pt x="863010" y="111813"/>
                </a:cubicBezTo>
                <a:cubicBezTo>
                  <a:pt x="863724" y="109478"/>
                  <a:pt x="864081" y="105034"/>
                  <a:pt x="864081" y="98481"/>
                </a:cubicBezTo>
                <a:lnTo>
                  <a:pt x="864081" y="9303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AD25F-EC31-4720-958B-538FBD48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2797" y="2429198"/>
            <a:ext cx="706601" cy="706601"/>
          </a:xfrm>
          <a:custGeom xmlns:a="http://schemas.openxmlformats.org/drawingml/2006/main">
            <a:pathLst>
              <a:path w="706601" h="706601" fill="none">
                <a:moveTo>
                  <a:pt x="0" y="353301"/>
                </a:moveTo>
                <a:cubicBezTo>
                  <a:pt x="0" y="158178"/>
                  <a:pt x="158178" y="0"/>
                  <a:pt x="353301" y="0"/>
                </a:cubicBezTo>
                <a:cubicBezTo>
                  <a:pt x="548423" y="0"/>
                  <a:pt x="706601" y="158178"/>
                  <a:pt x="706601" y="353301"/>
                </a:cubicBezTo>
                <a:cubicBezTo>
                  <a:pt x="706601" y="548423"/>
                  <a:pt x="548423" y="706601"/>
                  <a:pt x="353301" y="706601"/>
                </a:cubicBezTo>
                <a:cubicBezTo>
                  <a:pt x="158178" y="706601"/>
                  <a:pt x="0" y="548423"/>
                  <a:pt x="0" y="353301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C55A11"/>
            </a:solidFill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DBACBA-CD48-43A2-B7B4-0EE8131E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938" y="2527893"/>
            <a:ext cx="1264323" cy="520245"/>
          </a:xfrm>
          <a:custGeom xmlns:a="http://schemas.openxmlformats.org/drawingml/2006/main">
            <a:pathLst>
              <a:path w="1264323" h="520245">
                <a:moveTo>
                  <a:pt x="1183638" y="100906"/>
                </a:moveTo>
                <a:lnTo>
                  <a:pt x="1264323" y="10013"/>
                </a:lnTo>
                <a:lnTo>
                  <a:pt x="1143197" y="0"/>
                </a:lnTo>
                <a:lnTo>
                  <a:pt x="1161733" y="46249"/>
                </a:lnTo>
                <a:lnTo>
                  <a:pt x="0" y="511836"/>
                </a:lnTo>
                <a:lnTo>
                  <a:pt x="3370" y="520245"/>
                </a:lnTo>
                <a:lnTo>
                  <a:pt x="1165103" y="54657"/>
                </a:lnTo>
                <a:lnTo>
                  <a:pt x="1183638" y="100906"/>
                </a:lnTo>
                <a:close/>
              </a:path>
            </a:pathLst>
          </a:custGeom>
          <a:solidFill xmlns:a="http://schemas.openxmlformats.org/drawingml/2006/main">
            <a:srgbClr val="4472C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F56C06-1568-49DD-942D-63727CBD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969" y="2465434"/>
            <a:ext cx="386496" cy="578042"/>
          </a:xfrm>
          <a:custGeom xmlns:a="http://schemas.openxmlformats.org/drawingml/2006/main">
            <a:pathLst>
              <a:path w="386496" h="578042">
                <a:moveTo>
                  <a:pt x="371562" y="120618"/>
                </a:moveTo>
                <a:lnTo>
                  <a:pt x="386496" y="0"/>
                </a:lnTo>
                <a:lnTo>
                  <a:pt x="281041" y="60423"/>
                </a:lnTo>
                <a:lnTo>
                  <a:pt x="322530" y="88013"/>
                </a:lnTo>
                <a:lnTo>
                  <a:pt x="0" y="573026"/>
                </a:lnTo>
                <a:lnTo>
                  <a:pt x="7544" y="578042"/>
                </a:lnTo>
                <a:lnTo>
                  <a:pt x="330073" y="93029"/>
                </a:lnTo>
                <a:lnTo>
                  <a:pt x="371562" y="120618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3298E-CF05-41CC-B8C2-B7C605BA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627" y="2975506"/>
            <a:ext cx="1252945" cy="108673"/>
          </a:xfrm>
          <a:custGeom xmlns:a="http://schemas.openxmlformats.org/drawingml/2006/main">
            <a:pathLst>
              <a:path w="1252945" h="108673">
                <a:moveTo>
                  <a:pt x="1145649" y="108673"/>
                </a:moveTo>
                <a:lnTo>
                  <a:pt x="1252945" y="51585"/>
                </a:lnTo>
                <a:lnTo>
                  <a:pt x="1142897" y="0"/>
                </a:lnTo>
                <a:lnTo>
                  <a:pt x="1144158" y="49808"/>
                </a:lnTo>
                <a:lnTo>
                  <a:pt x="0" y="78776"/>
                </a:lnTo>
                <a:lnTo>
                  <a:pt x="228" y="87833"/>
                </a:lnTo>
                <a:lnTo>
                  <a:pt x="1144387" y="58865"/>
                </a:lnTo>
                <a:lnTo>
                  <a:pt x="1145649" y="10867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BB68CC-0A9A-49DC-AE2B-0C14CB27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4004" y="2066838"/>
            <a:ext cx="108702" cy="991056"/>
          </a:xfrm>
          <a:custGeom xmlns:a="http://schemas.openxmlformats.org/drawingml/2006/main">
            <a:pathLst>
              <a:path w="108702" h="991056">
                <a:moveTo>
                  <a:pt x="108702" y="109241"/>
                </a:moveTo>
                <a:lnTo>
                  <a:pt x="55427" y="0"/>
                </a:lnTo>
                <a:lnTo>
                  <a:pt x="0" y="108165"/>
                </a:lnTo>
                <a:lnTo>
                  <a:pt x="49823" y="108658"/>
                </a:lnTo>
                <a:lnTo>
                  <a:pt x="41090" y="990966"/>
                </a:lnTo>
                <a:lnTo>
                  <a:pt x="50149" y="991056"/>
                </a:lnTo>
                <a:lnTo>
                  <a:pt x="58880" y="108747"/>
                </a:lnTo>
                <a:lnTo>
                  <a:pt x="108702" y="10924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E31A68-BDB6-46FD-8A3E-AF635E13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1938" y="2772114"/>
            <a:ext cx="96759" cy="264037"/>
          </a:xfrm>
          <a:custGeom xmlns:a="http://schemas.openxmlformats.org/drawingml/2006/main">
            <a:pathLst>
              <a:path w="96759" h="264037" fill="none">
                <a:moveTo>
                  <a:pt x="0" y="0"/>
                </a:moveTo>
                <a:cubicBezTo>
                  <a:pt x="61918" y="69765"/>
                  <a:pt x="96759" y="164840"/>
                  <a:pt x="96759" y="2640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54354" cap="flat">
            <a:solidFill>
              <a:srgbClr val="0070C0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DA84C-35A1-46FB-9C50-1389A774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797" y="2763914"/>
            <a:ext cx="110891" cy="272237"/>
          </a:xfrm>
          <a:custGeom xmlns:a="http://schemas.openxmlformats.org/drawingml/2006/main">
            <a:pathLst>
              <a:path w="110891" h="272237" fill="none">
                <a:moveTo>
                  <a:pt x="0" y="0"/>
                </a:moveTo>
                <a:cubicBezTo>
                  <a:pt x="70486" y="68798"/>
                  <a:pt x="110891" y="167993"/>
                  <a:pt x="110891" y="272237"/>
                </a:cubicBezTo>
              </a:path>
            </a:pathLst>
          </a:custGeom>
          <a:noFill xmlns:a="http://schemas.openxmlformats.org/drawingml/2006/main"/>
          <a:ln xmlns:a="http://schemas.openxmlformats.org/drawingml/2006/main" w="27177" cap="flat">
            <a:solidFill>
              <a:srgbClr val="C55A11"/>
            </a:solidFill>
            <a:miter/>
          </a:ln>
        </p:spPr>
      </p:sp>
      <p:sp>
        <p:nvSpPr>
          <p:cNvPr id="58" name="Text Real">
            <a:extLst xmlns:a="http://schemas.openxmlformats.org/drawingml/2006/main">
              <a:ext uri="{FF2B5EF4-FFF2-40B4-BE49-F238E27FC236}">
                <a16:creationId xmlns:a16="http://schemas.microsoft.com/office/drawing/2014/main" id="{9DF3EFED-EA14-4844-BC76-0B644F35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527" y="2241241"/>
            <a:ext cx="376900" cy="144997"/>
          </a:xfrm>
          <a:custGeom xmlns:a="http://schemas.openxmlformats.org/drawingml/2006/main">
            <a:pathLst>
              <a:path w="376900" h="144997">
                <a:moveTo>
                  <a:pt x="0" y="142661"/>
                </a:moveTo>
                <a:lnTo>
                  <a:pt x="0" y="0"/>
                </a:lnTo>
                <a:lnTo>
                  <a:pt x="63254" y="0"/>
                </a:lnTo>
                <a:cubicBezTo>
                  <a:pt x="75969" y="0"/>
                  <a:pt x="85636" y="1281"/>
                  <a:pt x="92253" y="3844"/>
                </a:cubicBezTo>
                <a:cubicBezTo>
                  <a:pt x="98870" y="6406"/>
                  <a:pt x="104158" y="10932"/>
                  <a:pt x="108115" y="17419"/>
                </a:cubicBezTo>
                <a:cubicBezTo>
                  <a:pt x="112073" y="23907"/>
                  <a:pt x="114051" y="31075"/>
                  <a:pt x="114051" y="38925"/>
                </a:cubicBezTo>
                <a:cubicBezTo>
                  <a:pt x="114051" y="49046"/>
                  <a:pt x="110775" y="57577"/>
                  <a:pt x="104223" y="64519"/>
                </a:cubicBezTo>
                <a:cubicBezTo>
                  <a:pt x="97670" y="71460"/>
                  <a:pt x="87550" y="75872"/>
                  <a:pt x="73861" y="77753"/>
                </a:cubicBezTo>
                <a:cubicBezTo>
                  <a:pt x="78856" y="80154"/>
                  <a:pt x="82651" y="82522"/>
                  <a:pt x="85247" y="84857"/>
                </a:cubicBezTo>
                <a:cubicBezTo>
                  <a:pt x="90761" y="89918"/>
                  <a:pt x="95983" y="96243"/>
                  <a:pt x="100914" y="103833"/>
                </a:cubicBezTo>
                <a:lnTo>
                  <a:pt x="125729" y="142661"/>
                </a:lnTo>
                <a:lnTo>
                  <a:pt x="101984" y="142661"/>
                </a:lnTo>
                <a:lnTo>
                  <a:pt x="83106" y="112981"/>
                </a:lnTo>
                <a:cubicBezTo>
                  <a:pt x="77591" y="104417"/>
                  <a:pt x="73050" y="97865"/>
                  <a:pt x="69482" y="93324"/>
                </a:cubicBezTo>
                <a:cubicBezTo>
                  <a:pt x="65914" y="88782"/>
                  <a:pt x="62718" y="85603"/>
                  <a:pt x="59896" y="83787"/>
                </a:cubicBezTo>
                <a:cubicBezTo>
                  <a:pt x="57074" y="81970"/>
                  <a:pt x="54204" y="80705"/>
                  <a:pt x="51284" y="79992"/>
                </a:cubicBezTo>
                <a:cubicBezTo>
                  <a:pt x="49143" y="79537"/>
                  <a:pt x="45640" y="79310"/>
                  <a:pt x="40774" y="79310"/>
                </a:cubicBezTo>
                <a:lnTo>
                  <a:pt x="18879" y="79310"/>
                </a:lnTo>
                <a:lnTo>
                  <a:pt x="18879" y="142661"/>
                </a:lnTo>
                <a:lnTo>
                  <a:pt x="0" y="142661"/>
                </a:lnTo>
                <a:moveTo>
                  <a:pt x="18879" y="62962"/>
                </a:moveTo>
                <a:lnTo>
                  <a:pt x="59458" y="62962"/>
                </a:lnTo>
                <a:cubicBezTo>
                  <a:pt x="68087" y="62962"/>
                  <a:pt x="74834" y="62070"/>
                  <a:pt x="79700" y="60286"/>
                </a:cubicBezTo>
                <a:cubicBezTo>
                  <a:pt x="84565" y="58502"/>
                  <a:pt x="88263" y="55647"/>
                  <a:pt x="90793" y="51722"/>
                </a:cubicBezTo>
                <a:cubicBezTo>
                  <a:pt x="93324" y="47797"/>
                  <a:pt x="94589" y="43532"/>
                  <a:pt x="94589" y="38925"/>
                </a:cubicBezTo>
                <a:cubicBezTo>
                  <a:pt x="94589" y="32178"/>
                  <a:pt x="92140" y="26631"/>
                  <a:pt x="87241" y="22285"/>
                </a:cubicBezTo>
                <a:cubicBezTo>
                  <a:pt x="82343" y="17938"/>
                  <a:pt x="74607" y="15765"/>
                  <a:pt x="64032" y="15765"/>
                </a:cubicBezTo>
                <a:lnTo>
                  <a:pt x="18879" y="15765"/>
                </a:lnTo>
                <a:lnTo>
                  <a:pt x="18879" y="62962"/>
                </a:lnTo>
                <a:close/>
                <a:moveTo>
                  <a:pt x="213166" y="109380"/>
                </a:moveTo>
                <a:lnTo>
                  <a:pt x="231266" y="111618"/>
                </a:lnTo>
                <a:cubicBezTo>
                  <a:pt x="228411" y="122193"/>
                  <a:pt x="223124" y="130400"/>
                  <a:pt x="215404" y="136239"/>
                </a:cubicBezTo>
                <a:cubicBezTo>
                  <a:pt x="207684" y="142078"/>
                  <a:pt x="197823" y="144997"/>
                  <a:pt x="185821" y="144997"/>
                </a:cubicBezTo>
                <a:cubicBezTo>
                  <a:pt x="170705" y="144997"/>
                  <a:pt x="158719" y="140342"/>
                  <a:pt x="149863" y="131032"/>
                </a:cubicBezTo>
                <a:cubicBezTo>
                  <a:pt x="141008" y="121723"/>
                  <a:pt x="136580" y="108667"/>
                  <a:pt x="136580" y="91864"/>
                </a:cubicBezTo>
                <a:cubicBezTo>
                  <a:pt x="136580" y="74477"/>
                  <a:pt x="141056" y="60983"/>
                  <a:pt x="150009" y="51381"/>
                </a:cubicBezTo>
                <a:cubicBezTo>
                  <a:pt x="158962" y="41780"/>
                  <a:pt x="170575" y="36979"/>
                  <a:pt x="184847" y="36979"/>
                </a:cubicBezTo>
                <a:cubicBezTo>
                  <a:pt x="198666" y="36979"/>
                  <a:pt x="209954" y="41683"/>
                  <a:pt x="218713" y="51090"/>
                </a:cubicBezTo>
                <a:cubicBezTo>
                  <a:pt x="227471" y="60496"/>
                  <a:pt x="231850" y="73731"/>
                  <a:pt x="231850" y="90793"/>
                </a:cubicBezTo>
                <a:cubicBezTo>
                  <a:pt x="231850" y="91831"/>
                  <a:pt x="231817" y="93388"/>
                  <a:pt x="231753" y="95464"/>
                </a:cubicBezTo>
                <a:lnTo>
                  <a:pt x="154680" y="95464"/>
                </a:lnTo>
                <a:cubicBezTo>
                  <a:pt x="155329" y="106818"/>
                  <a:pt x="158540" y="115511"/>
                  <a:pt x="164314" y="121544"/>
                </a:cubicBezTo>
                <a:cubicBezTo>
                  <a:pt x="170088" y="127578"/>
                  <a:pt x="177289" y="130595"/>
                  <a:pt x="185918" y="130595"/>
                </a:cubicBezTo>
                <a:cubicBezTo>
                  <a:pt x="192341" y="130595"/>
                  <a:pt x="197823" y="128908"/>
                  <a:pt x="202364" y="125534"/>
                </a:cubicBezTo>
                <a:cubicBezTo>
                  <a:pt x="206905" y="122161"/>
                  <a:pt x="210506" y="116776"/>
                  <a:pt x="213166" y="109380"/>
                </a:cubicBezTo>
                <a:moveTo>
                  <a:pt x="155653" y="81062"/>
                </a:moveTo>
                <a:lnTo>
                  <a:pt x="213360" y="81062"/>
                </a:lnTo>
                <a:cubicBezTo>
                  <a:pt x="212582" y="72369"/>
                  <a:pt x="210376" y="65849"/>
                  <a:pt x="206743" y="61502"/>
                </a:cubicBezTo>
                <a:cubicBezTo>
                  <a:pt x="201164" y="54755"/>
                  <a:pt x="193930" y="51381"/>
                  <a:pt x="185042" y="51381"/>
                </a:cubicBezTo>
                <a:cubicBezTo>
                  <a:pt x="176998" y="51381"/>
                  <a:pt x="170234" y="54074"/>
                  <a:pt x="164752" y="59458"/>
                </a:cubicBezTo>
                <a:cubicBezTo>
                  <a:pt x="159270" y="64843"/>
                  <a:pt x="156237" y="72044"/>
                  <a:pt x="155653" y="81062"/>
                </a:cubicBezTo>
                <a:close/>
                <a:moveTo>
                  <a:pt x="318534" y="129913"/>
                </a:moveTo>
                <a:cubicBezTo>
                  <a:pt x="312046" y="135428"/>
                  <a:pt x="305802" y="139320"/>
                  <a:pt x="299801" y="141591"/>
                </a:cubicBezTo>
                <a:cubicBezTo>
                  <a:pt x="293800" y="143862"/>
                  <a:pt x="287361" y="144997"/>
                  <a:pt x="280484" y="144997"/>
                </a:cubicBezTo>
                <a:cubicBezTo>
                  <a:pt x="269131" y="144997"/>
                  <a:pt x="260405" y="142223"/>
                  <a:pt x="254307" y="136677"/>
                </a:cubicBezTo>
                <a:cubicBezTo>
                  <a:pt x="248209" y="131130"/>
                  <a:pt x="245160" y="124042"/>
                  <a:pt x="245160" y="115414"/>
                </a:cubicBezTo>
                <a:cubicBezTo>
                  <a:pt x="245160" y="110353"/>
                  <a:pt x="246311" y="105731"/>
                  <a:pt x="248614" y="101546"/>
                </a:cubicBezTo>
                <a:cubicBezTo>
                  <a:pt x="250917" y="97362"/>
                  <a:pt x="253934" y="94005"/>
                  <a:pt x="257664" y="91475"/>
                </a:cubicBezTo>
                <a:cubicBezTo>
                  <a:pt x="261395" y="88944"/>
                  <a:pt x="265596" y="87031"/>
                  <a:pt x="270267" y="85733"/>
                </a:cubicBezTo>
                <a:cubicBezTo>
                  <a:pt x="273705" y="84825"/>
                  <a:pt x="278895" y="83949"/>
                  <a:pt x="285837" y="83106"/>
                </a:cubicBezTo>
                <a:cubicBezTo>
                  <a:pt x="299980" y="81419"/>
                  <a:pt x="310392" y="79408"/>
                  <a:pt x="317074" y="77072"/>
                </a:cubicBezTo>
                <a:cubicBezTo>
                  <a:pt x="317139" y="74672"/>
                  <a:pt x="317172" y="73147"/>
                  <a:pt x="317172" y="72498"/>
                </a:cubicBezTo>
                <a:cubicBezTo>
                  <a:pt x="317172" y="65362"/>
                  <a:pt x="315517" y="60334"/>
                  <a:pt x="312209" y="57415"/>
                </a:cubicBezTo>
                <a:cubicBezTo>
                  <a:pt x="307732" y="53457"/>
                  <a:pt x="301082" y="51479"/>
                  <a:pt x="292259" y="51479"/>
                </a:cubicBezTo>
                <a:cubicBezTo>
                  <a:pt x="284020" y="51479"/>
                  <a:pt x="277938" y="52922"/>
                  <a:pt x="274013" y="55809"/>
                </a:cubicBezTo>
                <a:cubicBezTo>
                  <a:pt x="270088" y="58696"/>
                  <a:pt x="267185" y="63805"/>
                  <a:pt x="265304" y="71136"/>
                </a:cubicBezTo>
                <a:lnTo>
                  <a:pt x="248176" y="68801"/>
                </a:lnTo>
                <a:cubicBezTo>
                  <a:pt x="249733" y="61470"/>
                  <a:pt x="252296" y="55550"/>
                  <a:pt x="255864" y="51041"/>
                </a:cubicBezTo>
                <a:cubicBezTo>
                  <a:pt x="259432" y="46532"/>
                  <a:pt x="264590" y="43061"/>
                  <a:pt x="271337" y="40628"/>
                </a:cubicBezTo>
                <a:cubicBezTo>
                  <a:pt x="278084" y="38195"/>
                  <a:pt x="285902" y="36979"/>
                  <a:pt x="294790" y="36979"/>
                </a:cubicBezTo>
                <a:cubicBezTo>
                  <a:pt x="303613" y="36979"/>
                  <a:pt x="310781" y="38017"/>
                  <a:pt x="316296" y="40093"/>
                </a:cubicBezTo>
                <a:cubicBezTo>
                  <a:pt x="321810" y="42169"/>
                  <a:pt x="325865" y="44780"/>
                  <a:pt x="328460" y="47927"/>
                </a:cubicBezTo>
                <a:cubicBezTo>
                  <a:pt x="331055" y="51073"/>
                  <a:pt x="332872" y="55047"/>
                  <a:pt x="333910" y="59848"/>
                </a:cubicBezTo>
                <a:cubicBezTo>
                  <a:pt x="334493" y="62832"/>
                  <a:pt x="334785" y="68217"/>
                  <a:pt x="334785" y="76002"/>
                </a:cubicBezTo>
                <a:lnTo>
                  <a:pt x="334785" y="99357"/>
                </a:lnTo>
                <a:cubicBezTo>
                  <a:pt x="334785" y="115641"/>
                  <a:pt x="335158" y="125940"/>
                  <a:pt x="335904" y="130254"/>
                </a:cubicBezTo>
                <a:cubicBezTo>
                  <a:pt x="336651" y="134568"/>
                  <a:pt x="338126" y="138704"/>
                  <a:pt x="340332" y="142661"/>
                </a:cubicBezTo>
                <a:lnTo>
                  <a:pt x="322037" y="142661"/>
                </a:lnTo>
                <a:cubicBezTo>
                  <a:pt x="320221" y="139028"/>
                  <a:pt x="319053" y="134779"/>
                  <a:pt x="318534" y="129913"/>
                </a:cubicBezTo>
                <a:moveTo>
                  <a:pt x="317074" y="90793"/>
                </a:moveTo>
                <a:cubicBezTo>
                  <a:pt x="310716" y="93388"/>
                  <a:pt x="301180" y="95594"/>
                  <a:pt x="288464" y="97411"/>
                </a:cubicBezTo>
                <a:cubicBezTo>
                  <a:pt x="281263" y="98449"/>
                  <a:pt x="276170" y="99616"/>
                  <a:pt x="273186" y="100914"/>
                </a:cubicBezTo>
                <a:cubicBezTo>
                  <a:pt x="270202" y="102211"/>
                  <a:pt x="267899" y="104109"/>
                  <a:pt x="266277" y="106607"/>
                </a:cubicBezTo>
                <a:cubicBezTo>
                  <a:pt x="264655" y="109105"/>
                  <a:pt x="263844" y="111878"/>
                  <a:pt x="263844" y="114927"/>
                </a:cubicBezTo>
                <a:cubicBezTo>
                  <a:pt x="263844" y="119598"/>
                  <a:pt x="265612" y="123491"/>
                  <a:pt x="269147" y="126605"/>
                </a:cubicBezTo>
                <a:cubicBezTo>
                  <a:pt x="272683" y="129719"/>
                  <a:pt x="277857" y="131276"/>
                  <a:pt x="284669" y="131276"/>
                </a:cubicBezTo>
                <a:cubicBezTo>
                  <a:pt x="291416" y="131276"/>
                  <a:pt x="297417" y="129800"/>
                  <a:pt x="302672" y="126848"/>
                </a:cubicBezTo>
                <a:cubicBezTo>
                  <a:pt x="307927" y="123896"/>
                  <a:pt x="311787" y="119858"/>
                  <a:pt x="314252" y="114732"/>
                </a:cubicBezTo>
                <a:cubicBezTo>
                  <a:pt x="316134" y="110775"/>
                  <a:pt x="317074" y="104936"/>
                  <a:pt x="317074" y="97216"/>
                </a:cubicBezTo>
                <a:lnTo>
                  <a:pt x="317074" y="90793"/>
                </a:lnTo>
                <a:close/>
                <a:moveTo>
                  <a:pt x="359384" y="142661"/>
                </a:moveTo>
                <a:lnTo>
                  <a:pt x="359384" y="0"/>
                </a:lnTo>
                <a:lnTo>
                  <a:pt x="376900" y="0"/>
                </a:lnTo>
                <a:lnTo>
                  <a:pt x="376900" y="142661"/>
                </a:lnTo>
                <a:lnTo>
                  <a:pt x="359384" y="142661"/>
                </a:lnTo>
                <a:close/>
              </a:path>
            </a:pathLst>
          </a:custGeom>
          <a:solidFill xmlns:a="http://schemas.openxmlformats.org/drawingml/2006/main">
            <a:srgbClr val="C55A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Text Fake">
            <a:extLst xmlns:a="http://schemas.openxmlformats.org/drawingml/2006/main">
              <a:ext uri="{FF2B5EF4-FFF2-40B4-BE49-F238E27FC236}">
                <a16:creationId xmlns:a16="http://schemas.microsoft.com/office/drawing/2014/main" id="{E17C7426-7F67-445F-A1B5-2B590621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3679" y="2313713"/>
            <a:ext cx="430447" cy="144997"/>
          </a:xfrm>
          <a:custGeom xmlns:a="http://schemas.openxmlformats.org/drawingml/2006/main">
            <a:pathLst>
              <a:path w="430447" h="144997">
                <a:moveTo>
                  <a:pt x="0" y="142661"/>
                </a:moveTo>
                <a:lnTo>
                  <a:pt x="0" y="0"/>
                </a:lnTo>
                <a:lnTo>
                  <a:pt x="96243" y="0"/>
                </a:lnTo>
                <a:lnTo>
                  <a:pt x="96243" y="16835"/>
                </a:lnTo>
                <a:lnTo>
                  <a:pt x="18879" y="16835"/>
                </a:lnTo>
                <a:lnTo>
                  <a:pt x="18879" y="61015"/>
                </a:lnTo>
                <a:lnTo>
                  <a:pt x="85830" y="61015"/>
                </a:lnTo>
                <a:lnTo>
                  <a:pt x="85830" y="77851"/>
                </a:lnTo>
                <a:lnTo>
                  <a:pt x="18879" y="77851"/>
                </a:lnTo>
                <a:lnTo>
                  <a:pt x="18879" y="142661"/>
                </a:lnTo>
                <a:lnTo>
                  <a:pt x="0" y="142661"/>
                </a:lnTo>
                <a:close/>
                <a:moveTo>
                  <a:pt x="191060" y="129913"/>
                </a:moveTo>
                <a:cubicBezTo>
                  <a:pt x="184572" y="135428"/>
                  <a:pt x="178328" y="139320"/>
                  <a:pt x="172327" y="141591"/>
                </a:cubicBezTo>
                <a:cubicBezTo>
                  <a:pt x="166326" y="143862"/>
                  <a:pt x="159887" y="144997"/>
                  <a:pt x="153010" y="144997"/>
                </a:cubicBezTo>
                <a:cubicBezTo>
                  <a:pt x="141657" y="144997"/>
                  <a:pt x="132931" y="142223"/>
                  <a:pt x="126833" y="136677"/>
                </a:cubicBezTo>
                <a:cubicBezTo>
                  <a:pt x="120735" y="131130"/>
                  <a:pt x="117686" y="124042"/>
                  <a:pt x="117686" y="115414"/>
                </a:cubicBezTo>
                <a:cubicBezTo>
                  <a:pt x="117686" y="110353"/>
                  <a:pt x="118837" y="105731"/>
                  <a:pt x="121140" y="101546"/>
                </a:cubicBezTo>
                <a:cubicBezTo>
                  <a:pt x="123443" y="97362"/>
                  <a:pt x="126460" y="94005"/>
                  <a:pt x="130190" y="91475"/>
                </a:cubicBezTo>
                <a:cubicBezTo>
                  <a:pt x="133921" y="88944"/>
                  <a:pt x="138121" y="87031"/>
                  <a:pt x="142792" y="85733"/>
                </a:cubicBezTo>
                <a:cubicBezTo>
                  <a:pt x="146231" y="84825"/>
                  <a:pt x="151421" y="83949"/>
                  <a:pt x="158363" y="83106"/>
                </a:cubicBezTo>
                <a:cubicBezTo>
                  <a:pt x="172505" y="81419"/>
                  <a:pt x="182918" y="79408"/>
                  <a:pt x="189600" y="77072"/>
                </a:cubicBezTo>
                <a:cubicBezTo>
                  <a:pt x="189665" y="74672"/>
                  <a:pt x="189697" y="73147"/>
                  <a:pt x="189697" y="72498"/>
                </a:cubicBezTo>
                <a:cubicBezTo>
                  <a:pt x="189697" y="65362"/>
                  <a:pt x="188043" y="60334"/>
                  <a:pt x="184734" y="57415"/>
                </a:cubicBezTo>
                <a:cubicBezTo>
                  <a:pt x="180258" y="53457"/>
                  <a:pt x="173608" y="51479"/>
                  <a:pt x="164785" y="51479"/>
                </a:cubicBezTo>
                <a:cubicBezTo>
                  <a:pt x="156546" y="51479"/>
                  <a:pt x="150464" y="52922"/>
                  <a:pt x="146539" y="55809"/>
                </a:cubicBezTo>
                <a:cubicBezTo>
                  <a:pt x="142614" y="58696"/>
                  <a:pt x="139711" y="63805"/>
                  <a:pt x="137829" y="71136"/>
                </a:cubicBezTo>
                <a:lnTo>
                  <a:pt x="120702" y="68801"/>
                </a:lnTo>
                <a:cubicBezTo>
                  <a:pt x="122259" y="61470"/>
                  <a:pt x="124822" y="55550"/>
                  <a:pt x="128390" y="51041"/>
                </a:cubicBezTo>
                <a:cubicBezTo>
                  <a:pt x="131958" y="46532"/>
                  <a:pt x="137116" y="43061"/>
                  <a:pt x="143863" y="40628"/>
                </a:cubicBezTo>
                <a:cubicBezTo>
                  <a:pt x="150610" y="38195"/>
                  <a:pt x="158427" y="36979"/>
                  <a:pt x="167315" y="36979"/>
                </a:cubicBezTo>
                <a:cubicBezTo>
                  <a:pt x="176138" y="36979"/>
                  <a:pt x="183307" y="38017"/>
                  <a:pt x="188822" y="40093"/>
                </a:cubicBezTo>
                <a:cubicBezTo>
                  <a:pt x="194336" y="42169"/>
                  <a:pt x="198391" y="44780"/>
                  <a:pt x="200986" y="47927"/>
                </a:cubicBezTo>
                <a:cubicBezTo>
                  <a:pt x="203581" y="51073"/>
                  <a:pt x="205397" y="55047"/>
                  <a:pt x="206435" y="59848"/>
                </a:cubicBezTo>
                <a:cubicBezTo>
                  <a:pt x="207019" y="62832"/>
                  <a:pt x="207311" y="68217"/>
                  <a:pt x="207311" y="76002"/>
                </a:cubicBezTo>
                <a:lnTo>
                  <a:pt x="207311" y="99357"/>
                </a:lnTo>
                <a:cubicBezTo>
                  <a:pt x="207311" y="115641"/>
                  <a:pt x="207684" y="125940"/>
                  <a:pt x="208430" y="130254"/>
                </a:cubicBezTo>
                <a:cubicBezTo>
                  <a:pt x="209176" y="134568"/>
                  <a:pt x="210652" y="138704"/>
                  <a:pt x="212858" y="142661"/>
                </a:cubicBezTo>
                <a:lnTo>
                  <a:pt x="194563" y="142661"/>
                </a:lnTo>
                <a:cubicBezTo>
                  <a:pt x="192747" y="139028"/>
                  <a:pt x="191579" y="134779"/>
                  <a:pt x="191060" y="129913"/>
                </a:cubicBezTo>
                <a:moveTo>
                  <a:pt x="189600" y="90793"/>
                </a:moveTo>
                <a:cubicBezTo>
                  <a:pt x="183242" y="93388"/>
                  <a:pt x="173706" y="95594"/>
                  <a:pt x="160990" y="97411"/>
                </a:cubicBezTo>
                <a:cubicBezTo>
                  <a:pt x="153789" y="98449"/>
                  <a:pt x="148696" y="99616"/>
                  <a:pt x="145712" y="100914"/>
                </a:cubicBezTo>
                <a:cubicBezTo>
                  <a:pt x="142728" y="102211"/>
                  <a:pt x="140424" y="104109"/>
                  <a:pt x="138803" y="106607"/>
                </a:cubicBezTo>
                <a:cubicBezTo>
                  <a:pt x="137181" y="109105"/>
                  <a:pt x="136370" y="111878"/>
                  <a:pt x="136370" y="114927"/>
                </a:cubicBezTo>
                <a:cubicBezTo>
                  <a:pt x="136370" y="119598"/>
                  <a:pt x="138138" y="123491"/>
                  <a:pt x="141673" y="126605"/>
                </a:cubicBezTo>
                <a:cubicBezTo>
                  <a:pt x="145209" y="129719"/>
                  <a:pt x="150383" y="131276"/>
                  <a:pt x="157195" y="131276"/>
                </a:cubicBezTo>
                <a:cubicBezTo>
                  <a:pt x="163942" y="131276"/>
                  <a:pt x="169943" y="129800"/>
                  <a:pt x="175198" y="126848"/>
                </a:cubicBezTo>
                <a:cubicBezTo>
                  <a:pt x="180453" y="123896"/>
                  <a:pt x="184313" y="119858"/>
                  <a:pt x="186778" y="114732"/>
                </a:cubicBezTo>
                <a:cubicBezTo>
                  <a:pt x="188659" y="110775"/>
                  <a:pt x="189600" y="104936"/>
                  <a:pt x="189600" y="97216"/>
                </a:cubicBezTo>
                <a:lnTo>
                  <a:pt x="189600" y="90793"/>
                </a:lnTo>
                <a:close/>
                <a:moveTo>
                  <a:pt x="232416" y="142661"/>
                </a:moveTo>
                <a:lnTo>
                  <a:pt x="232416" y="0"/>
                </a:lnTo>
                <a:lnTo>
                  <a:pt x="249932" y="0"/>
                </a:lnTo>
                <a:lnTo>
                  <a:pt x="249932" y="81354"/>
                </a:lnTo>
                <a:lnTo>
                  <a:pt x="291388" y="39315"/>
                </a:lnTo>
                <a:lnTo>
                  <a:pt x="314062" y="39315"/>
                </a:lnTo>
                <a:lnTo>
                  <a:pt x="274553" y="77656"/>
                </a:lnTo>
                <a:lnTo>
                  <a:pt x="318052" y="142661"/>
                </a:lnTo>
                <a:lnTo>
                  <a:pt x="296448" y="142661"/>
                </a:lnTo>
                <a:lnTo>
                  <a:pt x="262291" y="89820"/>
                </a:lnTo>
                <a:lnTo>
                  <a:pt x="249932" y="101692"/>
                </a:lnTo>
                <a:lnTo>
                  <a:pt x="249932" y="142661"/>
                </a:lnTo>
                <a:lnTo>
                  <a:pt x="232416" y="142661"/>
                </a:lnTo>
                <a:close/>
                <a:moveTo>
                  <a:pt x="411763" y="109380"/>
                </a:moveTo>
                <a:lnTo>
                  <a:pt x="429863" y="111618"/>
                </a:lnTo>
                <a:cubicBezTo>
                  <a:pt x="427008" y="122193"/>
                  <a:pt x="421721" y="130400"/>
                  <a:pt x="414001" y="136239"/>
                </a:cubicBezTo>
                <a:cubicBezTo>
                  <a:pt x="406281" y="142078"/>
                  <a:pt x="396419" y="144997"/>
                  <a:pt x="384417" y="144997"/>
                </a:cubicBezTo>
                <a:cubicBezTo>
                  <a:pt x="369301" y="144997"/>
                  <a:pt x="357316" y="140342"/>
                  <a:pt x="348460" y="131032"/>
                </a:cubicBezTo>
                <a:cubicBezTo>
                  <a:pt x="339605" y="121723"/>
                  <a:pt x="335177" y="108667"/>
                  <a:pt x="335177" y="91864"/>
                </a:cubicBezTo>
                <a:cubicBezTo>
                  <a:pt x="335177" y="74477"/>
                  <a:pt x="339653" y="60983"/>
                  <a:pt x="348606" y="51381"/>
                </a:cubicBezTo>
                <a:cubicBezTo>
                  <a:pt x="357559" y="41780"/>
                  <a:pt x="369172" y="36979"/>
                  <a:pt x="383444" y="36979"/>
                </a:cubicBezTo>
                <a:cubicBezTo>
                  <a:pt x="397263" y="36979"/>
                  <a:pt x="408551" y="41683"/>
                  <a:pt x="417309" y="51090"/>
                </a:cubicBezTo>
                <a:cubicBezTo>
                  <a:pt x="426068" y="60496"/>
                  <a:pt x="430447" y="73731"/>
                  <a:pt x="430447" y="90793"/>
                </a:cubicBezTo>
                <a:cubicBezTo>
                  <a:pt x="430447" y="91831"/>
                  <a:pt x="430414" y="93388"/>
                  <a:pt x="430349" y="95464"/>
                </a:cubicBezTo>
                <a:lnTo>
                  <a:pt x="353277" y="95464"/>
                </a:lnTo>
                <a:cubicBezTo>
                  <a:pt x="353926" y="106818"/>
                  <a:pt x="357137" y="115511"/>
                  <a:pt x="362911" y="121544"/>
                </a:cubicBezTo>
                <a:cubicBezTo>
                  <a:pt x="368685" y="127578"/>
                  <a:pt x="375886" y="130595"/>
                  <a:pt x="384515" y="130595"/>
                </a:cubicBezTo>
                <a:cubicBezTo>
                  <a:pt x="390937" y="130595"/>
                  <a:pt x="396419" y="128908"/>
                  <a:pt x="400961" y="125534"/>
                </a:cubicBezTo>
                <a:cubicBezTo>
                  <a:pt x="405502" y="122161"/>
                  <a:pt x="409103" y="116776"/>
                  <a:pt x="411763" y="109380"/>
                </a:cubicBezTo>
                <a:moveTo>
                  <a:pt x="354250" y="81062"/>
                </a:moveTo>
                <a:lnTo>
                  <a:pt x="411957" y="81062"/>
                </a:lnTo>
                <a:cubicBezTo>
                  <a:pt x="411179" y="72369"/>
                  <a:pt x="408973" y="65849"/>
                  <a:pt x="405340" y="61502"/>
                </a:cubicBezTo>
                <a:cubicBezTo>
                  <a:pt x="399761" y="54755"/>
                  <a:pt x="392527" y="51381"/>
                  <a:pt x="383639" y="51381"/>
                </a:cubicBezTo>
                <a:cubicBezTo>
                  <a:pt x="375594" y="51381"/>
                  <a:pt x="368831" y="54074"/>
                  <a:pt x="363349" y="59458"/>
                </a:cubicBezTo>
                <a:cubicBezTo>
                  <a:pt x="357867" y="64843"/>
                  <a:pt x="354834" y="72044"/>
                  <a:pt x="354250" y="81062"/>
                </a:cubicBezTo>
                <a:close/>
              </a:path>
            </a:pathLst>
          </a:custGeom>
          <a:solidFill xmlns:a="http://schemas.openxmlformats.org/drawingml/2006/main">
            <a:srgbClr val="0070C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120F74-61C3-4ED7-9B34-E83E86A2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1941" y="1568594"/>
            <a:ext cx="1120088" cy="1507741"/>
          </a:xfrm>
          <a:custGeom xmlns:a="http://schemas.openxmlformats.org/drawingml/2006/main">
            <a:pathLst>
              <a:path w="1120088" h="1507741">
                <a:moveTo>
                  <a:pt x="1011380" y="108708"/>
                </a:moveTo>
                <a:lnTo>
                  <a:pt x="1120088" y="54354"/>
                </a:lnTo>
                <a:lnTo>
                  <a:pt x="1011380" y="0"/>
                </a:lnTo>
                <a:lnTo>
                  <a:pt x="1011380" y="36236"/>
                </a:lnTo>
                <a:lnTo>
                  <a:pt x="541925" y="36236"/>
                </a:lnTo>
                <a:lnTo>
                  <a:pt x="541925" y="1471505"/>
                </a:lnTo>
                <a:lnTo>
                  <a:pt x="0" y="1471505"/>
                </a:lnTo>
                <a:lnTo>
                  <a:pt x="0" y="1507741"/>
                </a:lnTo>
                <a:lnTo>
                  <a:pt x="578161" y="1507741"/>
                </a:lnTo>
                <a:lnTo>
                  <a:pt x="578161" y="72472"/>
                </a:lnTo>
                <a:lnTo>
                  <a:pt x="1011380" y="72472"/>
                </a:lnTo>
                <a:lnTo>
                  <a:pt x="1011380" y="10870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397F1-44E8-403F-AC24-E3AD7603B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2021" y="173152"/>
            <a:ext cx="488825" cy="449123"/>
          </a:xfrm>
          <a:custGeom xmlns:a="http://schemas.openxmlformats.org/drawingml/2006/main">
            <a:pathLst>
              <a:path w="488825" h="449123">
                <a:moveTo>
                  <a:pt x="266198" y="188251"/>
                </a:moveTo>
                <a:cubicBezTo>
                  <a:pt x="263214" y="196533"/>
                  <a:pt x="259632" y="204815"/>
                  <a:pt x="256051" y="213096"/>
                </a:cubicBezTo>
                <a:lnTo>
                  <a:pt x="282910" y="224484"/>
                </a:lnTo>
                <a:cubicBezTo>
                  <a:pt x="276941" y="212578"/>
                  <a:pt x="271569" y="200673"/>
                  <a:pt x="266198" y="188251"/>
                </a:cubicBezTo>
                <a:close/>
                <a:moveTo>
                  <a:pt x="168984" y="123550"/>
                </a:moveTo>
                <a:cubicBezTo>
                  <a:pt x="162643" y="123681"/>
                  <a:pt x="156376" y="124586"/>
                  <a:pt x="150407" y="126656"/>
                </a:cubicBezTo>
                <a:cubicBezTo>
                  <a:pt x="135486" y="131834"/>
                  <a:pt x="125937" y="142703"/>
                  <a:pt x="118177" y="154608"/>
                </a:cubicBezTo>
                <a:lnTo>
                  <a:pt x="170701" y="176864"/>
                </a:lnTo>
                <a:cubicBezTo>
                  <a:pt x="177266" y="159782"/>
                  <a:pt x="183235" y="142703"/>
                  <a:pt x="188009" y="125105"/>
                </a:cubicBezTo>
                <a:cubicBezTo>
                  <a:pt x="181743" y="124068"/>
                  <a:pt x="175327" y="123421"/>
                  <a:pt x="168984" y="123550"/>
                </a:cubicBezTo>
                <a:close/>
                <a:moveTo>
                  <a:pt x="174804" y="82094"/>
                </a:moveTo>
                <a:cubicBezTo>
                  <a:pt x="190136" y="81980"/>
                  <a:pt x="206363" y="83955"/>
                  <a:pt x="223224" y="87836"/>
                </a:cubicBezTo>
                <a:cubicBezTo>
                  <a:pt x="279925" y="100776"/>
                  <a:pt x="284103" y="112681"/>
                  <a:pt x="289475" y="122516"/>
                </a:cubicBezTo>
                <a:cubicBezTo>
                  <a:pt x="309171" y="163406"/>
                  <a:pt x="315140" y="201709"/>
                  <a:pt x="347370" y="236389"/>
                </a:cubicBezTo>
                <a:cubicBezTo>
                  <a:pt x="352742" y="242082"/>
                  <a:pt x="353936" y="248292"/>
                  <a:pt x="352742" y="253987"/>
                </a:cubicBezTo>
                <a:lnTo>
                  <a:pt x="444060" y="292806"/>
                </a:lnTo>
                <a:cubicBezTo>
                  <a:pt x="452417" y="278314"/>
                  <a:pt x="458982" y="263303"/>
                  <a:pt x="464354" y="247258"/>
                </a:cubicBezTo>
                <a:cubicBezTo>
                  <a:pt x="470919" y="227589"/>
                  <a:pt x="474501" y="206884"/>
                  <a:pt x="475694" y="185146"/>
                </a:cubicBezTo>
                <a:cubicBezTo>
                  <a:pt x="485841" y="205333"/>
                  <a:pt x="488825" y="228624"/>
                  <a:pt x="485841" y="250881"/>
                </a:cubicBezTo>
                <a:cubicBezTo>
                  <a:pt x="483453" y="268998"/>
                  <a:pt x="477484" y="286596"/>
                  <a:pt x="469129" y="303159"/>
                </a:cubicBezTo>
                <a:lnTo>
                  <a:pt x="481662" y="308852"/>
                </a:lnTo>
                <a:lnTo>
                  <a:pt x="473903" y="321793"/>
                </a:lnTo>
                <a:lnTo>
                  <a:pt x="461369" y="316617"/>
                </a:lnTo>
                <a:cubicBezTo>
                  <a:pt x="449432" y="335768"/>
                  <a:pt x="433914" y="353884"/>
                  <a:pt x="416008" y="368895"/>
                </a:cubicBezTo>
                <a:cubicBezTo>
                  <a:pt x="398103" y="384422"/>
                  <a:pt x="377810" y="398398"/>
                  <a:pt x="354532" y="407714"/>
                </a:cubicBezTo>
                <a:cubicBezTo>
                  <a:pt x="370647" y="390634"/>
                  <a:pt x="385569" y="374071"/>
                  <a:pt x="399894" y="356989"/>
                </a:cubicBezTo>
                <a:cubicBezTo>
                  <a:pt x="413025" y="340426"/>
                  <a:pt x="425558" y="323344"/>
                  <a:pt x="436301" y="305746"/>
                </a:cubicBezTo>
                <a:lnTo>
                  <a:pt x="345579" y="267445"/>
                </a:lnTo>
                <a:cubicBezTo>
                  <a:pt x="336627" y="275727"/>
                  <a:pt x="322303" y="278314"/>
                  <a:pt x="311559" y="266927"/>
                </a:cubicBezTo>
                <a:cubicBezTo>
                  <a:pt x="305590" y="260198"/>
                  <a:pt x="300218" y="253469"/>
                  <a:pt x="294847" y="245705"/>
                </a:cubicBezTo>
                <a:lnTo>
                  <a:pt x="250083" y="226554"/>
                </a:lnTo>
                <a:cubicBezTo>
                  <a:pt x="242323" y="242600"/>
                  <a:pt x="234564" y="258129"/>
                  <a:pt x="225014" y="273656"/>
                </a:cubicBezTo>
                <a:cubicBezTo>
                  <a:pt x="223224" y="270550"/>
                  <a:pt x="280522" y="306783"/>
                  <a:pt x="282910" y="308852"/>
                </a:cubicBezTo>
                <a:cubicBezTo>
                  <a:pt x="291862" y="315581"/>
                  <a:pt x="291266" y="326968"/>
                  <a:pt x="287088" y="335250"/>
                </a:cubicBezTo>
                <a:cubicBezTo>
                  <a:pt x="270972" y="366306"/>
                  <a:pt x="257842" y="395293"/>
                  <a:pt x="235758" y="423760"/>
                </a:cubicBezTo>
                <a:cubicBezTo>
                  <a:pt x="216062" y="449123"/>
                  <a:pt x="174282" y="427901"/>
                  <a:pt x="192785" y="402538"/>
                </a:cubicBezTo>
                <a:cubicBezTo>
                  <a:pt x="210094" y="378729"/>
                  <a:pt x="222627" y="356471"/>
                  <a:pt x="235161" y="330592"/>
                </a:cubicBezTo>
                <a:cubicBezTo>
                  <a:pt x="235161" y="330592"/>
                  <a:pt x="160554" y="295912"/>
                  <a:pt x="157570" y="293841"/>
                </a:cubicBezTo>
                <a:cubicBezTo>
                  <a:pt x="127131" y="331110"/>
                  <a:pt x="96094" y="361131"/>
                  <a:pt x="62073" y="395293"/>
                </a:cubicBezTo>
                <a:cubicBezTo>
                  <a:pt x="39392" y="418067"/>
                  <a:pt x="0" y="393222"/>
                  <a:pt x="22681" y="368895"/>
                </a:cubicBezTo>
                <a:cubicBezTo>
                  <a:pt x="64461" y="327486"/>
                  <a:pt x="106837" y="285043"/>
                  <a:pt x="140261" y="237423"/>
                </a:cubicBezTo>
                <a:cubicBezTo>
                  <a:pt x="149214" y="222413"/>
                  <a:pt x="157570" y="206367"/>
                  <a:pt x="164732" y="190838"/>
                </a:cubicBezTo>
                <a:lnTo>
                  <a:pt x="110418" y="167548"/>
                </a:lnTo>
                <a:cubicBezTo>
                  <a:pt x="96094" y="190838"/>
                  <a:pt x="54911" y="169101"/>
                  <a:pt x="68042" y="144255"/>
                </a:cubicBezTo>
                <a:cubicBezTo>
                  <a:pt x="90871" y="101553"/>
                  <a:pt x="128809" y="82433"/>
                  <a:pt x="174804" y="82094"/>
                </a:cubicBezTo>
                <a:close/>
                <a:moveTo>
                  <a:pt x="260409" y="696"/>
                </a:moveTo>
                <a:cubicBezTo>
                  <a:pt x="266733" y="0"/>
                  <a:pt x="273338" y="357"/>
                  <a:pt x="279904" y="1910"/>
                </a:cubicBezTo>
                <a:cubicBezTo>
                  <a:pt x="303188" y="7604"/>
                  <a:pt x="318113" y="27277"/>
                  <a:pt x="315725" y="47467"/>
                </a:cubicBezTo>
                <a:lnTo>
                  <a:pt x="337217" y="52644"/>
                </a:lnTo>
                <a:lnTo>
                  <a:pt x="334829" y="59891"/>
                </a:lnTo>
                <a:lnTo>
                  <a:pt x="306770" y="52644"/>
                </a:lnTo>
                <a:cubicBezTo>
                  <a:pt x="303785" y="70243"/>
                  <a:pt x="286471" y="83705"/>
                  <a:pt x="265577" y="83705"/>
                </a:cubicBezTo>
                <a:cubicBezTo>
                  <a:pt x="242294" y="83705"/>
                  <a:pt x="223786" y="67138"/>
                  <a:pt x="223786" y="47467"/>
                </a:cubicBezTo>
                <a:cubicBezTo>
                  <a:pt x="223786" y="42289"/>
                  <a:pt x="224980" y="37631"/>
                  <a:pt x="226772" y="32971"/>
                </a:cubicBezTo>
                <a:lnTo>
                  <a:pt x="219608" y="31418"/>
                </a:lnTo>
                <a:cubicBezTo>
                  <a:pt x="224980" y="14335"/>
                  <a:pt x="241436" y="2783"/>
                  <a:pt x="260409" y="696"/>
                </a:cubicBezTo>
                <a:close/>
              </a:path>
            </a:pathLst>
          </a:custGeom>
          <a:solidFill xmlns:a="http://schemas.openxmlformats.org/drawingml/2006/main">
            <a:srgbClr val="2E75B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A9BBC4-5E86-4EFC-9A22-D608A7F5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746" y="1604830"/>
            <a:ext cx="289888" cy="45295"/>
          </a:xfrm>
          <a:custGeom xmlns:a="http://schemas.openxmlformats.org/drawingml/2006/main">
            <a:pathLst>
              <a:path w="289888" h="45295" fill="none">
                <a:moveTo>
                  <a:pt x="289888" y="0"/>
                </a:moveTo>
                <a:cubicBezTo>
                  <a:pt x="289888" y="25016"/>
                  <a:pt x="224994" y="45295"/>
                  <a:pt x="144944" y="45295"/>
                </a:cubicBezTo>
                <a:cubicBezTo>
                  <a:pt x="64894" y="45295"/>
                  <a:pt x="0" y="25016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70C0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9E558-589C-4646-8F6F-B7D58841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5746" y="1559535"/>
            <a:ext cx="289888" cy="271770"/>
          </a:xfrm>
          <a:custGeom xmlns:a="http://schemas.openxmlformats.org/drawingml/2006/main">
            <a:pathLst>
              <a:path w="289888" h="271770" fill="none">
                <a:moveTo>
                  <a:pt x="0" y="45295"/>
                </a:moveTo>
                <a:cubicBezTo>
                  <a:pt x="0" y="20279"/>
                  <a:pt x="64894" y="0"/>
                  <a:pt x="144944" y="0"/>
                </a:cubicBezTo>
                <a:cubicBezTo>
                  <a:pt x="224994" y="0"/>
                  <a:pt x="289888" y="20279"/>
                  <a:pt x="289888" y="45295"/>
                </a:cubicBezTo>
                <a:lnTo>
                  <a:pt x="289888" y="226475"/>
                </a:lnTo>
                <a:cubicBezTo>
                  <a:pt x="289888" y="251490"/>
                  <a:pt x="224994" y="271770"/>
                  <a:pt x="144944" y="271770"/>
                </a:cubicBezTo>
                <a:cubicBezTo>
                  <a:pt x="64894" y="271770"/>
                  <a:pt x="0" y="251490"/>
                  <a:pt x="0" y="226475"/>
                </a:cubicBezTo>
                <a:lnTo>
                  <a:pt x="0" y="4529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70C0"/>
            </a:solidFill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9C6357-63DC-4CE2-B279-DE3C213AA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414" y="1435700"/>
            <a:ext cx="150553" cy="157079"/>
          </a:xfrm>
          <a:custGeom xmlns:a="http://schemas.openxmlformats.org/drawingml/2006/main">
            <a:pathLst>
              <a:path w="150553" h="157079">
                <a:moveTo>
                  <a:pt x="0" y="34685"/>
                </a:moveTo>
                <a:lnTo>
                  <a:pt x="37575" y="0"/>
                </a:lnTo>
                <a:lnTo>
                  <a:pt x="75277" y="40843"/>
                </a:lnTo>
                <a:lnTo>
                  <a:pt x="112978" y="0"/>
                </a:lnTo>
                <a:lnTo>
                  <a:pt x="150553" y="34685"/>
                </a:lnTo>
                <a:lnTo>
                  <a:pt x="110072" y="78540"/>
                </a:lnTo>
                <a:lnTo>
                  <a:pt x="150553" y="122394"/>
                </a:lnTo>
                <a:lnTo>
                  <a:pt x="112978" y="157079"/>
                </a:lnTo>
                <a:lnTo>
                  <a:pt x="75277" y="116236"/>
                </a:lnTo>
                <a:lnTo>
                  <a:pt x="37575" y="157079"/>
                </a:lnTo>
                <a:lnTo>
                  <a:pt x="0" y="122394"/>
                </a:lnTo>
                <a:lnTo>
                  <a:pt x="40481" y="78540"/>
                </a:lnTo>
                <a:lnTo>
                  <a:pt x="0" y="34685"/>
                </a:lnTo>
                <a:close/>
              </a:path>
            </a:pathLst>
          </a:custGeom>
          <a:solidFill xmlns:a="http://schemas.openxmlformats.org/drawingml/2006/main">
            <a:srgbClr val="016FB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A62122-35B6-4568-BB52-64605B3F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413" y="1435700"/>
            <a:ext cx="150555" cy="157080"/>
          </a:xfrm>
          <a:custGeom xmlns:a="http://schemas.openxmlformats.org/drawingml/2006/main">
            <a:pathLst>
              <a:path w="150555" h="157080" fill="none">
                <a:moveTo>
                  <a:pt x="0" y="34685"/>
                </a:moveTo>
                <a:lnTo>
                  <a:pt x="37575" y="0"/>
                </a:lnTo>
                <a:lnTo>
                  <a:pt x="75278" y="40844"/>
                </a:lnTo>
                <a:lnTo>
                  <a:pt x="112980" y="0"/>
                </a:lnTo>
                <a:lnTo>
                  <a:pt x="150555" y="34685"/>
                </a:lnTo>
                <a:lnTo>
                  <a:pt x="110073" y="78540"/>
                </a:lnTo>
                <a:lnTo>
                  <a:pt x="150555" y="122395"/>
                </a:lnTo>
                <a:lnTo>
                  <a:pt x="112980" y="157080"/>
                </a:lnTo>
                <a:lnTo>
                  <a:pt x="75278" y="116235"/>
                </a:lnTo>
                <a:lnTo>
                  <a:pt x="37575" y="157080"/>
                </a:lnTo>
                <a:lnTo>
                  <a:pt x="0" y="122395"/>
                </a:lnTo>
                <a:lnTo>
                  <a:pt x="40482" y="78540"/>
                </a:lnTo>
                <a:lnTo>
                  <a:pt x="0" y="346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70C0"/>
            </a:solidFill>
            <a:miter/>
          </a:ln>
        </p:spPr>
      </p:sp>
      <p:sp>
        <p:nvSpPr>
          <p:cNvPr id="66" name="Text Copy">
            <a:extLst xmlns:a="http://schemas.openxmlformats.org/drawingml/2006/main">
              <a:ext uri="{FF2B5EF4-FFF2-40B4-BE49-F238E27FC236}">
                <a16:creationId xmlns:a16="http://schemas.microsoft.com/office/drawing/2014/main" id="{C907281B-321D-4D49-9AB3-BCF3E584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84" y="2003275"/>
            <a:ext cx="450275" cy="187036"/>
          </a:xfrm>
          <a:custGeom xmlns:a="http://schemas.openxmlformats.org/drawingml/2006/main">
            <a:pathLst>
              <a:path w="450275" h="187036">
                <a:moveTo>
                  <a:pt x="107239" y="95075"/>
                </a:moveTo>
                <a:lnTo>
                  <a:pt x="126118" y="99844"/>
                </a:lnTo>
                <a:cubicBezTo>
                  <a:pt x="122161" y="115349"/>
                  <a:pt x="115041" y="127172"/>
                  <a:pt x="104758" y="135314"/>
                </a:cubicBezTo>
                <a:cubicBezTo>
                  <a:pt x="94475" y="143456"/>
                  <a:pt x="81905" y="147527"/>
                  <a:pt x="67049" y="147527"/>
                </a:cubicBezTo>
                <a:cubicBezTo>
                  <a:pt x="51673" y="147527"/>
                  <a:pt x="39169" y="144397"/>
                  <a:pt x="29535" y="138136"/>
                </a:cubicBezTo>
                <a:cubicBezTo>
                  <a:pt x="19901" y="131876"/>
                  <a:pt x="12570" y="122809"/>
                  <a:pt x="7542" y="110937"/>
                </a:cubicBezTo>
                <a:cubicBezTo>
                  <a:pt x="2514" y="99065"/>
                  <a:pt x="0" y="86317"/>
                  <a:pt x="0" y="72693"/>
                </a:cubicBezTo>
                <a:cubicBezTo>
                  <a:pt x="0" y="57837"/>
                  <a:pt x="2838" y="44878"/>
                  <a:pt x="8515" y="33816"/>
                </a:cubicBezTo>
                <a:cubicBezTo>
                  <a:pt x="14192" y="22755"/>
                  <a:pt x="22269" y="14354"/>
                  <a:pt x="32746" y="8612"/>
                </a:cubicBezTo>
                <a:cubicBezTo>
                  <a:pt x="43223" y="2871"/>
                  <a:pt x="54755" y="0"/>
                  <a:pt x="67341" y="0"/>
                </a:cubicBezTo>
                <a:cubicBezTo>
                  <a:pt x="81613" y="0"/>
                  <a:pt x="93615" y="3633"/>
                  <a:pt x="103347" y="10899"/>
                </a:cubicBezTo>
                <a:cubicBezTo>
                  <a:pt x="113078" y="18165"/>
                  <a:pt x="119858" y="28383"/>
                  <a:pt x="123685" y="41553"/>
                </a:cubicBezTo>
                <a:lnTo>
                  <a:pt x="105098" y="45932"/>
                </a:lnTo>
                <a:cubicBezTo>
                  <a:pt x="101790" y="35552"/>
                  <a:pt x="96989" y="27994"/>
                  <a:pt x="90696" y="23258"/>
                </a:cubicBezTo>
                <a:cubicBezTo>
                  <a:pt x="84403" y="18522"/>
                  <a:pt x="76488" y="16154"/>
                  <a:pt x="66952" y="16154"/>
                </a:cubicBezTo>
                <a:cubicBezTo>
                  <a:pt x="55988" y="16154"/>
                  <a:pt x="46824" y="18781"/>
                  <a:pt x="39461" y="24036"/>
                </a:cubicBezTo>
                <a:cubicBezTo>
                  <a:pt x="32097" y="29291"/>
                  <a:pt x="26923" y="36347"/>
                  <a:pt x="23939" y="45202"/>
                </a:cubicBezTo>
                <a:cubicBezTo>
                  <a:pt x="20955" y="54058"/>
                  <a:pt x="19463" y="63189"/>
                  <a:pt x="19463" y="72596"/>
                </a:cubicBezTo>
                <a:cubicBezTo>
                  <a:pt x="19463" y="84728"/>
                  <a:pt x="21231" y="95318"/>
                  <a:pt x="24766" y="104369"/>
                </a:cubicBezTo>
                <a:cubicBezTo>
                  <a:pt x="28302" y="113419"/>
                  <a:pt x="33800" y="120182"/>
                  <a:pt x="41261" y="124658"/>
                </a:cubicBezTo>
                <a:cubicBezTo>
                  <a:pt x="48722" y="129135"/>
                  <a:pt x="56799" y="131373"/>
                  <a:pt x="65492" y="131373"/>
                </a:cubicBezTo>
                <a:cubicBezTo>
                  <a:pt x="76067" y="131373"/>
                  <a:pt x="85019" y="128324"/>
                  <a:pt x="92350" y="122226"/>
                </a:cubicBezTo>
                <a:cubicBezTo>
                  <a:pt x="99681" y="116127"/>
                  <a:pt x="104644" y="107077"/>
                  <a:pt x="107239" y="95075"/>
                </a:cubicBezTo>
                <a:close/>
                <a:moveTo>
                  <a:pt x="141641" y="93421"/>
                </a:moveTo>
                <a:cubicBezTo>
                  <a:pt x="141641" y="74283"/>
                  <a:pt x="146961" y="60107"/>
                  <a:pt x="157600" y="50895"/>
                </a:cubicBezTo>
                <a:cubicBezTo>
                  <a:pt x="166488" y="43240"/>
                  <a:pt x="177322" y="39412"/>
                  <a:pt x="190103" y="39412"/>
                </a:cubicBezTo>
                <a:cubicBezTo>
                  <a:pt x="204311" y="39412"/>
                  <a:pt x="215923" y="44067"/>
                  <a:pt x="224941" y="53376"/>
                </a:cubicBezTo>
                <a:cubicBezTo>
                  <a:pt x="233959" y="62686"/>
                  <a:pt x="238468" y="75548"/>
                  <a:pt x="238468" y="91961"/>
                </a:cubicBezTo>
                <a:cubicBezTo>
                  <a:pt x="238468" y="105261"/>
                  <a:pt x="236473" y="115722"/>
                  <a:pt x="232483" y="123345"/>
                </a:cubicBezTo>
                <a:cubicBezTo>
                  <a:pt x="228493" y="130968"/>
                  <a:pt x="222687" y="136887"/>
                  <a:pt x="215064" y="141104"/>
                </a:cubicBezTo>
                <a:cubicBezTo>
                  <a:pt x="207441" y="145321"/>
                  <a:pt x="199121" y="147430"/>
                  <a:pt x="190103" y="147430"/>
                </a:cubicBezTo>
                <a:cubicBezTo>
                  <a:pt x="175636" y="147430"/>
                  <a:pt x="163942" y="142791"/>
                  <a:pt x="155021" y="133514"/>
                </a:cubicBezTo>
                <a:cubicBezTo>
                  <a:pt x="146101" y="124237"/>
                  <a:pt x="141641" y="110872"/>
                  <a:pt x="141641" y="93421"/>
                </a:cubicBezTo>
                <a:moveTo>
                  <a:pt x="159644" y="93421"/>
                </a:moveTo>
                <a:cubicBezTo>
                  <a:pt x="159644" y="106655"/>
                  <a:pt x="162531" y="116565"/>
                  <a:pt x="168305" y="123150"/>
                </a:cubicBezTo>
                <a:cubicBezTo>
                  <a:pt x="174079" y="129735"/>
                  <a:pt x="181345" y="133027"/>
                  <a:pt x="190103" y="133027"/>
                </a:cubicBezTo>
                <a:cubicBezTo>
                  <a:pt x="198796" y="133027"/>
                  <a:pt x="206030" y="129719"/>
                  <a:pt x="211804" y="123101"/>
                </a:cubicBezTo>
                <a:cubicBezTo>
                  <a:pt x="217578" y="116484"/>
                  <a:pt x="220465" y="106396"/>
                  <a:pt x="220465" y="92837"/>
                </a:cubicBezTo>
                <a:cubicBezTo>
                  <a:pt x="220465" y="80056"/>
                  <a:pt x="217562" y="70374"/>
                  <a:pt x="211755" y="63789"/>
                </a:cubicBezTo>
                <a:cubicBezTo>
                  <a:pt x="205949" y="57204"/>
                  <a:pt x="198731" y="53912"/>
                  <a:pt x="190103" y="53912"/>
                </a:cubicBezTo>
                <a:cubicBezTo>
                  <a:pt x="181345" y="53912"/>
                  <a:pt x="174079" y="57188"/>
                  <a:pt x="168305" y="63740"/>
                </a:cubicBezTo>
                <a:cubicBezTo>
                  <a:pt x="162531" y="70293"/>
                  <a:pt x="159644" y="80186"/>
                  <a:pt x="159644" y="93421"/>
                </a:cubicBezTo>
                <a:close/>
                <a:moveTo>
                  <a:pt x="256838" y="184701"/>
                </a:moveTo>
                <a:lnTo>
                  <a:pt x="256838" y="41747"/>
                </a:lnTo>
                <a:lnTo>
                  <a:pt x="272797" y="41747"/>
                </a:lnTo>
                <a:lnTo>
                  <a:pt x="272797" y="55177"/>
                </a:lnTo>
                <a:cubicBezTo>
                  <a:pt x="276560" y="49922"/>
                  <a:pt x="280809" y="45981"/>
                  <a:pt x="285545" y="43353"/>
                </a:cubicBezTo>
                <a:cubicBezTo>
                  <a:pt x="290281" y="40726"/>
                  <a:pt x="296023" y="39412"/>
                  <a:pt x="302770" y="39412"/>
                </a:cubicBezTo>
                <a:cubicBezTo>
                  <a:pt x="311593" y="39412"/>
                  <a:pt x="319378" y="41683"/>
                  <a:pt x="326125" y="46224"/>
                </a:cubicBezTo>
                <a:cubicBezTo>
                  <a:pt x="332872" y="50765"/>
                  <a:pt x="337965" y="57172"/>
                  <a:pt x="341403" y="65443"/>
                </a:cubicBezTo>
                <a:cubicBezTo>
                  <a:pt x="344842" y="73715"/>
                  <a:pt x="346561" y="82781"/>
                  <a:pt x="346561" y="92642"/>
                </a:cubicBezTo>
                <a:cubicBezTo>
                  <a:pt x="346561" y="103217"/>
                  <a:pt x="344663" y="112738"/>
                  <a:pt x="340868" y="121204"/>
                </a:cubicBezTo>
                <a:cubicBezTo>
                  <a:pt x="337073" y="129670"/>
                  <a:pt x="331558" y="136158"/>
                  <a:pt x="324325" y="140666"/>
                </a:cubicBezTo>
                <a:cubicBezTo>
                  <a:pt x="317091" y="145175"/>
                  <a:pt x="309484" y="147430"/>
                  <a:pt x="301505" y="147430"/>
                </a:cubicBezTo>
                <a:cubicBezTo>
                  <a:pt x="295666" y="147430"/>
                  <a:pt x="290427" y="146197"/>
                  <a:pt x="285789" y="143732"/>
                </a:cubicBezTo>
                <a:cubicBezTo>
                  <a:pt x="281150" y="141267"/>
                  <a:pt x="277339" y="138153"/>
                  <a:pt x="274354" y="134390"/>
                </a:cubicBezTo>
                <a:lnTo>
                  <a:pt x="274354" y="184701"/>
                </a:lnTo>
                <a:lnTo>
                  <a:pt x="256838" y="184701"/>
                </a:lnTo>
                <a:moveTo>
                  <a:pt x="272700" y="94005"/>
                </a:moveTo>
                <a:cubicBezTo>
                  <a:pt x="272700" y="107304"/>
                  <a:pt x="275392" y="117133"/>
                  <a:pt x="280777" y="123491"/>
                </a:cubicBezTo>
                <a:cubicBezTo>
                  <a:pt x="286162" y="129848"/>
                  <a:pt x="292682" y="133027"/>
                  <a:pt x="300337" y="133027"/>
                </a:cubicBezTo>
                <a:cubicBezTo>
                  <a:pt x="308122" y="133027"/>
                  <a:pt x="314788" y="129735"/>
                  <a:pt x="320335" y="123150"/>
                </a:cubicBezTo>
                <a:cubicBezTo>
                  <a:pt x="325882" y="116565"/>
                  <a:pt x="328655" y="106364"/>
                  <a:pt x="328655" y="92545"/>
                </a:cubicBezTo>
                <a:cubicBezTo>
                  <a:pt x="328655" y="79375"/>
                  <a:pt x="325947" y="69514"/>
                  <a:pt x="320529" y="62962"/>
                </a:cubicBezTo>
                <a:cubicBezTo>
                  <a:pt x="315112" y="56409"/>
                  <a:pt x="308641" y="53133"/>
                  <a:pt x="301115" y="53133"/>
                </a:cubicBezTo>
                <a:cubicBezTo>
                  <a:pt x="293655" y="53133"/>
                  <a:pt x="287054" y="56620"/>
                  <a:pt x="281312" y="63594"/>
                </a:cubicBezTo>
                <a:cubicBezTo>
                  <a:pt x="275571" y="70568"/>
                  <a:pt x="272700" y="80705"/>
                  <a:pt x="272700" y="94005"/>
                </a:cubicBezTo>
                <a:close/>
                <a:moveTo>
                  <a:pt x="364736" y="184895"/>
                </a:moveTo>
                <a:lnTo>
                  <a:pt x="362790" y="168449"/>
                </a:lnTo>
                <a:cubicBezTo>
                  <a:pt x="366618" y="169487"/>
                  <a:pt x="369959" y="170006"/>
                  <a:pt x="372813" y="170006"/>
                </a:cubicBezTo>
                <a:cubicBezTo>
                  <a:pt x="376706" y="170006"/>
                  <a:pt x="379820" y="169358"/>
                  <a:pt x="382155" y="168060"/>
                </a:cubicBezTo>
                <a:cubicBezTo>
                  <a:pt x="384491" y="166763"/>
                  <a:pt x="386405" y="164946"/>
                  <a:pt x="387897" y="162611"/>
                </a:cubicBezTo>
                <a:cubicBezTo>
                  <a:pt x="389000" y="160859"/>
                  <a:pt x="390784" y="156512"/>
                  <a:pt x="393249" y="149571"/>
                </a:cubicBezTo>
                <a:cubicBezTo>
                  <a:pt x="393574" y="148598"/>
                  <a:pt x="394093" y="147170"/>
                  <a:pt x="394806" y="145289"/>
                </a:cubicBezTo>
                <a:lnTo>
                  <a:pt x="355589" y="41747"/>
                </a:lnTo>
                <a:lnTo>
                  <a:pt x="374468" y="41747"/>
                </a:lnTo>
                <a:lnTo>
                  <a:pt x="395974" y="101595"/>
                </a:lnTo>
                <a:cubicBezTo>
                  <a:pt x="398764" y="109186"/>
                  <a:pt x="401261" y="117165"/>
                  <a:pt x="403467" y="125534"/>
                </a:cubicBezTo>
                <a:cubicBezTo>
                  <a:pt x="405478" y="117490"/>
                  <a:pt x="407879" y="109640"/>
                  <a:pt x="410668" y="101984"/>
                </a:cubicBezTo>
                <a:lnTo>
                  <a:pt x="432758" y="41747"/>
                </a:lnTo>
                <a:lnTo>
                  <a:pt x="450275" y="41747"/>
                </a:lnTo>
                <a:lnTo>
                  <a:pt x="410960" y="146846"/>
                </a:lnTo>
                <a:cubicBezTo>
                  <a:pt x="406743" y="158199"/>
                  <a:pt x="403467" y="166017"/>
                  <a:pt x="401132" y="170298"/>
                </a:cubicBezTo>
                <a:cubicBezTo>
                  <a:pt x="398018" y="176072"/>
                  <a:pt x="394449" y="180305"/>
                  <a:pt x="390427" y="182998"/>
                </a:cubicBezTo>
                <a:cubicBezTo>
                  <a:pt x="386405" y="185690"/>
                  <a:pt x="381604" y="187036"/>
                  <a:pt x="376025" y="187036"/>
                </a:cubicBezTo>
                <a:cubicBezTo>
                  <a:pt x="372651" y="187036"/>
                  <a:pt x="368888" y="186323"/>
                  <a:pt x="364736" y="184895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0573DE-3A25-4E61-AA28-A706EC59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915" y="1601810"/>
            <a:ext cx="289888" cy="42275"/>
          </a:xfrm>
          <a:custGeom xmlns:a="http://schemas.openxmlformats.org/drawingml/2006/main">
            <a:pathLst>
              <a:path w="289888" h="42275" fill="none">
                <a:moveTo>
                  <a:pt x="289888" y="0"/>
                </a:moveTo>
                <a:cubicBezTo>
                  <a:pt x="289888" y="23348"/>
                  <a:pt x="224994" y="42275"/>
                  <a:pt x="144944" y="42275"/>
                </a:cubicBezTo>
                <a:cubicBezTo>
                  <a:pt x="64894" y="42275"/>
                  <a:pt x="0" y="23348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C55A11"/>
            </a:solidFill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2B3A24-DFC9-441E-8FF8-A935B7E38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915" y="1559535"/>
            <a:ext cx="289888" cy="253652"/>
          </a:xfrm>
          <a:custGeom xmlns:a="http://schemas.openxmlformats.org/drawingml/2006/main">
            <a:pathLst>
              <a:path w="289888" h="253652" fill="none">
                <a:moveTo>
                  <a:pt x="0" y="42275"/>
                </a:moveTo>
                <a:cubicBezTo>
                  <a:pt x="0" y="18927"/>
                  <a:pt x="64894" y="0"/>
                  <a:pt x="144944" y="0"/>
                </a:cubicBezTo>
                <a:cubicBezTo>
                  <a:pt x="224994" y="0"/>
                  <a:pt x="289888" y="18927"/>
                  <a:pt x="289888" y="42275"/>
                </a:cubicBezTo>
                <a:lnTo>
                  <a:pt x="289888" y="211376"/>
                </a:lnTo>
                <a:cubicBezTo>
                  <a:pt x="289888" y="234724"/>
                  <a:pt x="224994" y="253652"/>
                  <a:pt x="144944" y="253652"/>
                </a:cubicBezTo>
                <a:cubicBezTo>
                  <a:pt x="64894" y="253652"/>
                  <a:pt x="0" y="234724"/>
                  <a:pt x="0" y="211376"/>
                </a:cubicBezTo>
                <a:lnTo>
                  <a:pt x="0" y="4227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C55A11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A599AF-547B-4229-A160-AFB2CD991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111" y="1496169"/>
            <a:ext cx="152890" cy="115760"/>
          </a:xfrm>
          <a:custGeom xmlns:a="http://schemas.openxmlformats.org/drawingml/2006/main">
            <a:pathLst>
              <a:path w="152890" h="115760">
                <a:moveTo>
                  <a:pt x="21704" y="0"/>
                </a:moveTo>
                <a:lnTo>
                  <a:pt x="152890" y="80304"/>
                </a:lnTo>
                <a:lnTo>
                  <a:pt x="131187" y="115760"/>
                </a:lnTo>
                <a:lnTo>
                  <a:pt x="0" y="35455"/>
                </a:lnTo>
                <a:lnTo>
                  <a:pt x="21704" y="0"/>
                </a:lnTo>
                <a:close/>
              </a:path>
            </a:pathLst>
          </a:custGeom>
          <a:solidFill xmlns:a="http://schemas.openxmlformats.org/drawingml/2006/main">
            <a:srgbClr val="C559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BE802-6930-4D2D-AA26-3256858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1111" y="1496169"/>
            <a:ext cx="152890" cy="115760"/>
          </a:xfrm>
          <a:custGeom xmlns:a="http://schemas.openxmlformats.org/drawingml/2006/main">
            <a:pathLst>
              <a:path w="152890" h="115760" fill="none">
                <a:moveTo>
                  <a:pt x="21703" y="0"/>
                </a:moveTo>
                <a:lnTo>
                  <a:pt x="152890" y="80305"/>
                </a:lnTo>
                <a:lnTo>
                  <a:pt x="131187" y="115760"/>
                </a:lnTo>
                <a:lnTo>
                  <a:pt x="0" y="35455"/>
                </a:lnTo>
                <a:lnTo>
                  <a:pt x="21703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C55A11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06F1E-41B1-4F34-BF7D-23BDB540F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670" y="1384758"/>
            <a:ext cx="170959" cy="227426"/>
          </a:xfrm>
          <a:custGeom xmlns:a="http://schemas.openxmlformats.org/drawingml/2006/main">
            <a:pathLst>
              <a:path w="170959" h="227426">
                <a:moveTo>
                  <a:pt x="0" y="204530"/>
                </a:moveTo>
                <a:lnTo>
                  <a:pt x="136706" y="0"/>
                </a:lnTo>
                <a:lnTo>
                  <a:pt x="170959" y="22896"/>
                </a:lnTo>
                <a:lnTo>
                  <a:pt x="34256" y="227426"/>
                </a:lnTo>
                <a:lnTo>
                  <a:pt x="0" y="204530"/>
                </a:lnTo>
                <a:close/>
              </a:path>
            </a:pathLst>
          </a:custGeom>
          <a:solidFill xmlns:a="http://schemas.openxmlformats.org/drawingml/2006/main">
            <a:srgbClr val="C5591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D1D484-C885-47D2-A6E7-EFADAF11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6670" y="1384757"/>
            <a:ext cx="170960" cy="227427"/>
          </a:xfrm>
          <a:custGeom xmlns:a="http://schemas.openxmlformats.org/drawingml/2006/main">
            <a:pathLst>
              <a:path w="170960" h="227427" fill="none">
                <a:moveTo>
                  <a:pt x="0" y="204531"/>
                </a:moveTo>
                <a:lnTo>
                  <a:pt x="136705" y="0"/>
                </a:lnTo>
                <a:lnTo>
                  <a:pt x="170960" y="22895"/>
                </a:lnTo>
                <a:lnTo>
                  <a:pt x="34255" y="227427"/>
                </a:lnTo>
                <a:lnTo>
                  <a:pt x="0" y="20453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C55A11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E034D1-304A-400B-8634-A6DC79F4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286" y="1324001"/>
            <a:ext cx="398596" cy="253652"/>
          </a:xfrm>
          <a:custGeom xmlns:a="http://schemas.openxmlformats.org/drawingml/2006/main">
            <a:pathLst>
              <a:path w="398596" h="253652">
                <a:moveTo>
                  <a:pt x="267800" y="0"/>
                </a:moveTo>
                <a:lnTo>
                  <a:pt x="398596" y="126826"/>
                </a:lnTo>
                <a:lnTo>
                  <a:pt x="267800" y="253652"/>
                </a:lnTo>
                <a:lnTo>
                  <a:pt x="267800" y="174781"/>
                </a:lnTo>
                <a:lnTo>
                  <a:pt x="0" y="174781"/>
                </a:lnTo>
                <a:lnTo>
                  <a:pt x="0" y="78871"/>
                </a:lnTo>
                <a:lnTo>
                  <a:pt x="267800" y="78871"/>
                </a:lnTo>
                <a:lnTo>
                  <a:pt x="26780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DC538B-5FFA-4910-B312-4E30AEB7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4286" y="1324001"/>
            <a:ext cx="398596" cy="253652"/>
          </a:xfrm>
          <a:custGeom xmlns:a="http://schemas.openxmlformats.org/drawingml/2006/main">
            <a:pathLst>
              <a:path w="398596" h="253652" fill="none">
                <a:moveTo>
                  <a:pt x="267800" y="0"/>
                </a:moveTo>
                <a:lnTo>
                  <a:pt x="398596" y="126826"/>
                </a:lnTo>
                <a:lnTo>
                  <a:pt x="267800" y="253652"/>
                </a:lnTo>
                <a:lnTo>
                  <a:pt x="267800" y="174780"/>
                </a:lnTo>
                <a:lnTo>
                  <a:pt x="0" y="174780"/>
                </a:lnTo>
                <a:lnTo>
                  <a:pt x="0" y="78872"/>
                </a:lnTo>
                <a:lnTo>
                  <a:pt x="267800" y="78872"/>
                </a:lnTo>
                <a:lnTo>
                  <a:pt x="26780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C65B6-FE59-4A3D-A980-E7560A347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89" y="1903776"/>
            <a:ext cx="253652" cy="471067"/>
          </a:xfrm>
          <a:custGeom xmlns:a="http://schemas.openxmlformats.org/drawingml/2006/main">
            <a:pathLst>
              <a:path w="253652" h="471067">
                <a:moveTo>
                  <a:pt x="253652" y="340272"/>
                </a:moveTo>
                <a:lnTo>
                  <a:pt x="126826" y="471067"/>
                </a:lnTo>
                <a:lnTo>
                  <a:pt x="0" y="340272"/>
                </a:lnTo>
                <a:lnTo>
                  <a:pt x="78871" y="340272"/>
                </a:lnTo>
                <a:lnTo>
                  <a:pt x="78871" y="0"/>
                </a:lnTo>
                <a:lnTo>
                  <a:pt x="174781" y="0"/>
                </a:lnTo>
                <a:lnTo>
                  <a:pt x="174781" y="340272"/>
                </a:lnTo>
                <a:lnTo>
                  <a:pt x="253652" y="340272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9BC1E-A790-4637-9A0F-E5F7E1948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9089" y="1903776"/>
            <a:ext cx="253652" cy="471067"/>
          </a:xfrm>
          <a:custGeom xmlns:a="http://schemas.openxmlformats.org/drawingml/2006/main">
            <a:pathLst>
              <a:path w="253652" h="471067" fill="none">
                <a:moveTo>
                  <a:pt x="253652" y="340272"/>
                </a:moveTo>
                <a:lnTo>
                  <a:pt x="126826" y="471067"/>
                </a:lnTo>
                <a:lnTo>
                  <a:pt x="0" y="340272"/>
                </a:lnTo>
                <a:lnTo>
                  <a:pt x="78872" y="340272"/>
                </a:lnTo>
                <a:lnTo>
                  <a:pt x="78872" y="0"/>
                </a:lnTo>
                <a:lnTo>
                  <a:pt x="174780" y="0"/>
                </a:lnTo>
                <a:lnTo>
                  <a:pt x="174780" y="340272"/>
                </a:lnTo>
                <a:lnTo>
                  <a:pt x="253652" y="34027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8118" cap="flat">
            <a:solidFill>
              <a:srgbClr val="000000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16684682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2026-09-05T08:54:26.4850000Z</dcterms:created>
  <dcterms:modified xsi:type="dcterms:W3CDTF">2026-09-05T08:54:26.4850000Z</dcterms:modified>
</coreProperties>
</file>