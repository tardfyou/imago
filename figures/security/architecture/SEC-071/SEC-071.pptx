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3ac4fa5d645b4" /><Relationship Type="http://schemas.openxmlformats.org/officeDocument/2006/relationships/extended-properties" Target="/docProps/app.xml" Id="R362f0fcc6ccd4a46" /><Relationship Type="http://schemas.openxmlformats.org/officeDocument/2006/relationships/officeDocument" Target="/ppt/presentation.xml" Id="R6bcae9302c354e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5435a901084e54"/>
  </p:sldMasterIdLst>
  <p:notesMasterIdLst>
    <p:notesMasterId xmlns:r="http://schemas.openxmlformats.org/officeDocument/2006/relationships" r:id="R0a97a0c764af4644"/>
  </p:notesMasterIdLst>
  <p:sldIdLst>
    <p:sldId xmlns:r="http://schemas.openxmlformats.org/officeDocument/2006/relationships" id="256" r:id="R5a02a3e76ae747ab"/>
  </p:sldIdLst>
  <p:sldSz cx="6943725" cy="9029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942de9a2814ab2" /><Relationship Type="http://schemas.openxmlformats.org/officeDocument/2006/relationships/slideMaster" Target="/ppt/slideMasters/slideMaster1.xml" Id="R3e5435a901084e54" /><Relationship Type="http://schemas.openxmlformats.org/officeDocument/2006/relationships/notesMaster" Target="/ppt/notesMasters/notesMaster1.xml" Id="R0a97a0c764af4644" /><Relationship Type="http://schemas.openxmlformats.org/officeDocument/2006/relationships/presProps" Target="/ppt/presProps.xml" Id="R139380c41f874aa4" /><Relationship Type="http://schemas.openxmlformats.org/officeDocument/2006/relationships/tableStyles" Target="/ppt/tableStyles.xml" Id="R6866289176c44189" /><Relationship Type="http://schemas.openxmlformats.org/officeDocument/2006/relationships/slide" Target="/ppt/slides/slide1.xml" Id="R5a02a3e76ae747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c973dd3aa49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0f7462d71452c" /><Relationship Type="http://schemas.openxmlformats.org/officeDocument/2006/relationships/notesMaster" Target="/ppt/notesMasters/notesMaster1.xml" Id="Re7cafe012a5743f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素材ID：SEC-071</ns1:t>
            </ns1:r>
          </ns1:p>
          <ns1:p>
            <ns1:r>
              <ns1:t>论文：Learning with Semantics: Towards a Semantics-Aware Routing Anomaly Detection System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借鉴点：上方短流程连接下方四个原理面板：邻近性、层级、优化目标与嵌入距离；子图同时保留网络拓扑、公式和嵌入示例。</ns1:t>
            </ns1:r>
          </ns1:p>
          <ns1:p>
            <ns1:r>
              <ns1:t>论文URL：https://www.usenix.org/system/files/usenixsecurity24-chen-yihao.pdf</ns1:t>
            </ns1:r>
          </ns1:p>
          <ns1:p>
            <ns1:r>
              <ns1:t>官方获奖URL：https://www.usenix.org/conference/usenixsecurity24/presentation/chen-yihao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d22ae2c6b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01e0893b1c4654" /><Relationship Type="http://schemas.openxmlformats.org/officeDocument/2006/relationships/slideLayout" Target="/ppt/slideLayouts/slideLayout1.xml" Id="Rc2280afd4b0945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280afd4b09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7411627a9452f" /><Relationship Type="http://schemas.openxmlformats.org/officeDocument/2006/relationships/image" Target="/ppt/media/image.png" Id="R8e8c2158626b477d" /><Relationship Type="http://schemas.openxmlformats.org/officeDocument/2006/relationships/image" Target="/ppt/media/image2.png" Id="Rb0266afa30cf4b8a" /><Relationship Type="http://schemas.openxmlformats.org/officeDocument/2006/relationships/image" Target="/ppt/media/image3.png" Id="Raecbb20279694247" /><Relationship Type="http://schemas.openxmlformats.org/officeDocument/2006/relationships/image" Target="/ppt/media/image4.png" Id="Rc57bdc496e7344d9" /><Relationship Type="http://schemas.openxmlformats.org/officeDocument/2006/relationships/image" Target="/ppt/media/image5.png" Id="R9fd52d506d9a4daf" /><Relationship Type="http://schemas.openxmlformats.org/officeDocument/2006/relationships/image" Target="/ppt/media/image6.png" Id="R6a0033e32c0c4cf6" /><Relationship Type="http://schemas.openxmlformats.org/officeDocument/2006/relationships/image" Target="/ppt/media/image7.png" Id="R04d5e494d42b42f3" /><Relationship Type="http://schemas.openxmlformats.org/officeDocument/2006/relationships/image" Target="/ppt/media/image8.png" Id="R3d935f1776224c06" /><Relationship Type="http://schemas.openxmlformats.org/officeDocument/2006/relationships/image" Target="/ppt/media/image9.png" Id="R888cfbb5559d40d0" /><Relationship Type="http://schemas.openxmlformats.org/officeDocument/2006/relationships/image" Target="/ppt/media/image10.png" Id="R47e83499b21242e2" /><Relationship Type="http://schemas.openxmlformats.org/officeDocument/2006/relationships/image" Target="/ppt/media/image11.png" Id="Ra9d84a6d508347f5" /><Relationship Type="http://schemas.openxmlformats.org/officeDocument/2006/relationships/image" Target="/ppt/media/image12.png" Id="R368853cbe69a4c56" /><Relationship Type="http://schemas.openxmlformats.org/officeDocument/2006/relationships/image" Target="/ppt/media/image13.png" Id="R99dcca32d8444086" /><Relationship Type="http://schemas.openxmlformats.org/officeDocument/2006/relationships/image" Target="/ppt/media/image14.png" Id="R1b553e526c41406a" /><Relationship Type="http://schemas.openxmlformats.org/officeDocument/2006/relationships/image" Target="/ppt/media/image15.png" Id="Rbf912ccd07ad4043" /><Relationship Type="http://schemas.openxmlformats.org/officeDocument/2006/relationships/image" Target="/ppt/media/image16.png" Id="R0c37b818289a40c2" /><Relationship Type="http://schemas.openxmlformats.org/officeDocument/2006/relationships/image" Target="/ppt/media/image17.png" Id="Ra7805a2cdbf44e2a" /><Relationship Type="http://schemas.openxmlformats.org/officeDocument/2006/relationships/image" Target="/ppt/media/image18.png" Id="Rf10d26a430eb4cb2" /><Relationship Type="http://schemas.openxmlformats.org/officeDocument/2006/relationships/image" Target="/ppt/media/image19.png" Id="Rbb5b2d70ee874595" /><Relationship Type="http://schemas.openxmlformats.org/officeDocument/2006/relationships/image" Target="/ppt/media/image20.png" Id="R7a935e8a7fd64752" /><Relationship Type="http://schemas.openxmlformats.org/officeDocument/2006/relationships/image" Target="/ppt/media/image21.png" Id="R073042b26e9449e5" /><Relationship Type="http://schemas.openxmlformats.org/officeDocument/2006/relationships/image" Target="/ppt/media/image22.png" Id="R3bcb2edfd126489d" /><Relationship Type="http://schemas.openxmlformats.org/officeDocument/2006/relationships/image" Target="/ppt/media/image23.png" Id="Rf882ea8f02284f3f" /><Relationship Type="http://schemas.openxmlformats.org/officeDocument/2006/relationships/image" Target="/ppt/media/image24.png" Id="R7caa0138cb1e4ebe" /><Relationship Type="http://schemas.openxmlformats.org/officeDocument/2006/relationships/image" Target="/ppt/media/image25.png" Id="R6096c38aa5ab4234" /><Relationship Type="http://schemas.openxmlformats.org/officeDocument/2006/relationships/image" Target="/ppt/media/image26.png" Id="R9cc12578587c492f" /><Relationship Type="http://schemas.openxmlformats.org/officeDocument/2006/relationships/image" Target="/ppt/media/image27.png" Id="R2daa18e682e44462" /><Relationship Type="http://schemas.openxmlformats.org/officeDocument/2006/relationships/image" Target="/ppt/media/image28.png" Id="R5ef124b6ce1846c2" /><Relationship Type="http://schemas.openxmlformats.org/officeDocument/2006/relationships/image" Target="/ppt/media/image29.png" Id="Rcc66ae6cb9a54790" /><Relationship Type="http://schemas.openxmlformats.org/officeDocument/2006/relationships/image" Target="/ppt/media/image30.png" Id="Rb89213ee03c54ffd" /><Relationship Type="http://schemas.openxmlformats.org/officeDocument/2006/relationships/image" Target="/ppt/media/image31.png" Id="R873459241ff24810" /><Relationship Type="http://schemas.openxmlformats.org/officeDocument/2006/relationships/image" Target="/ppt/media/image32.png" Id="R77749f7a3fb440f3" /><Relationship Type="http://schemas.openxmlformats.org/officeDocument/2006/relationships/image" Target="/ppt/media/image33.png" Id="R8a4ddd9bb65e4c20" /><Relationship Type="http://schemas.openxmlformats.org/officeDocument/2006/relationships/image" Target="/ppt/media/image34.png" Id="R853cdee4d6674b2b" /><Relationship Type="http://schemas.openxmlformats.org/officeDocument/2006/relationships/image" Target="/ppt/media/image35.png" Id="R5a91d48b00974829" /><Relationship Type="http://schemas.openxmlformats.org/officeDocument/2006/relationships/image" Target="/ppt/media/image36.png" Id="R4c4ba92c3cdb4d7c" /><Relationship Type="http://schemas.openxmlformats.org/officeDocument/2006/relationships/image" Target="/ppt/media/image37.png" Id="Rda048f9fb3db4aa2" /><Relationship Type="http://schemas.openxmlformats.org/officeDocument/2006/relationships/image" Target="/ppt/media/image38.png" Id="Ra292701612de4ee3" /><Relationship Type="http://schemas.openxmlformats.org/officeDocument/2006/relationships/image" Target="/ppt/media/image39.png" Id="Rcad8dd3d91b64b9b" /><Relationship Type="http://schemas.openxmlformats.org/officeDocument/2006/relationships/image" Target="/ppt/media/image40.png" Id="Re2197e113dd546ac" /><Relationship Type="http://schemas.openxmlformats.org/officeDocument/2006/relationships/image" Target="/ppt/media/image41.png" Id="R3fba8b242dc94fbf" /><Relationship Type="http://schemas.openxmlformats.org/officeDocument/2006/relationships/image" Target="/ppt/media/image42.png" Id="R73ae61b908cb4be9" /><Relationship Type="http://schemas.openxmlformats.org/officeDocument/2006/relationships/image" Target="/ppt/media/image43.png" Id="Rb839350911204b73" /><Relationship Type="http://schemas.openxmlformats.org/officeDocument/2006/relationships/image" Target="/ppt/media/image44.png" Id="Ra128bbb3912e43ef" /><Relationship Type="http://schemas.openxmlformats.org/officeDocument/2006/relationships/image" Target="/ppt/media/image45.png" Id="R64e14fbc106b460d" /><Relationship Type="http://schemas.openxmlformats.org/officeDocument/2006/relationships/image" Target="/ppt/media/image46.png" Id="R1c422dc619be4b6a" /><Relationship Type="http://schemas.openxmlformats.org/officeDocument/2006/relationships/image" Target="/ppt/media/image47.png" Id="R9c91b534e32c4e9d" /><Relationship Type="http://schemas.openxmlformats.org/officeDocument/2006/relationships/image" Target="/ppt/media/image48.png" Id="Raaefd027a1b24e77" /><Relationship Type="http://schemas.openxmlformats.org/officeDocument/2006/relationships/image" Target="/ppt/media/image49.png" Id="Rb73f5fc49e3442e5" /><Relationship Type="http://schemas.openxmlformats.org/officeDocument/2006/relationships/image" Target="/ppt/media/image50.png" Id="R0c6ab036acb547ba" /><Relationship Type="http://schemas.openxmlformats.org/officeDocument/2006/relationships/image" Target="/ppt/media/image51.png" Id="R32bda9c8cbf0495a" /><Relationship Type="http://schemas.openxmlformats.org/officeDocument/2006/relationships/image" Target="/ppt/media/image52.png" Id="R3dc5f1b850844761" /><Relationship Type="http://schemas.openxmlformats.org/officeDocument/2006/relationships/image" Target="/ppt/media/image53.png" Id="R9b7e1d51cd3743d3" /><Relationship Type="http://schemas.openxmlformats.org/officeDocument/2006/relationships/image" Target="/ppt/media/image54.png" Id="R857948874310471c" /><Relationship Type="http://schemas.openxmlformats.org/officeDocument/2006/relationships/image" Target="/ppt/media/image55.png" Id="R26286bc8afab4b8e" /><Relationship Type="http://schemas.openxmlformats.org/officeDocument/2006/relationships/image" Target="/ppt/media/image56.png" Id="R2982edefc69246d0" /><Relationship Type="http://schemas.openxmlformats.org/officeDocument/2006/relationships/image" Target="/ppt/media/image57.png" Id="R675b38aacd524c43" /><Relationship Type="http://schemas.openxmlformats.org/officeDocument/2006/relationships/image" Target="/ppt/media/image58.png" Id="R935537e915d54c60" /><Relationship Type="http://schemas.openxmlformats.org/officeDocument/2006/relationships/image" Target="/ppt/media/image59.png" Id="R706015946fe945e3" /><Relationship Type="http://schemas.openxmlformats.org/officeDocument/2006/relationships/image" Target="/ppt/media/image60.png" Id="Rcb0ca7767aff4caf" /><Relationship Type="http://schemas.openxmlformats.org/officeDocument/2006/relationships/image" Target="/ppt/media/image61.png" Id="Re3aebf5f9fae46b8" /><Relationship Type="http://schemas.openxmlformats.org/officeDocument/2006/relationships/image" Target="/ppt/media/image62.png" Id="Rd1691a14c64247e9" /><Relationship Type="http://schemas.openxmlformats.org/officeDocument/2006/relationships/image" Target="/ppt/media/image63.png" Id="Ra161f595759349d8" /><Relationship Type="http://schemas.openxmlformats.org/officeDocument/2006/relationships/image" Target="/ppt/media/image64.png" Id="R4650efe96bc64c8e" /><Relationship Type="http://schemas.openxmlformats.org/officeDocument/2006/relationships/image" Target="/ppt/media/image65.png" Id="R018f2b9e89794b88" /><Relationship Type="http://schemas.openxmlformats.org/officeDocument/2006/relationships/image" Target="/ppt/media/image66.png" Id="Rd2f4005d3eb04bcb" /><Relationship Type="http://schemas.openxmlformats.org/officeDocument/2006/relationships/image" Target="/ppt/media/image67.png" Id="R518bd7ed10254774" /><Relationship Type="http://schemas.openxmlformats.org/officeDocument/2006/relationships/image" Target="/ppt/media/image68.png" Id="R227522fec4614ac4" /><Relationship Type="http://schemas.openxmlformats.org/officeDocument/2006/relationships/image" Target="/ppt/media/image69.png" Id="R38901caab8624b1c" /><Relationship Type="http://schemas.openxmlformats.org/officeDocument/2006/relationships/image" Target="/ppt/media/image70.png" Id="Rb804851e18f246e9" /><Relationship Type="http://schemas.openxmlformats.org/officeDocument/2006/relationships/image" Target="/ppt/media/image71.png" Id="R9c20e47980c24952" /><Relationship Type="http://schemas.openxmlformats.org/officeDocument/2006/relationships/image" Target="/ppt/media/image72.png" Id="R6b07a15871b945d6" /><Relationship Type="http://schemas.openxmlformats.org/officeDocument/2006/relationships/image" Target="/ppt/media/image73.png" Id="Rb120ce5e457d4ee1" /><Relationship Type="http://schemas.openxmlformats.org/officeDocument/2006/relationships/image" Target="/ppt/media/image74.png" Id="R552cc9aaa63449fe" /><Relationship Type="http://schemas.openxmlformats.org/officeDocument/2006/relationships/image" Target="/ppt/media/image75.png" Id="R1fd3e7bb5f4741b9" /><Relationship Type="http://schemas.openxmlformats.org/officeDocument/2006/relationships/image" Target="/ppt/media/image76.png" Id="Rf7531fc024c8421a" /><Relationship Type="http://schemas.openxmlformats.org/officeDocument/2006/relationships/image" Target="/ppt/media/image77.png" Id="R5e48671bcb2546f6" /><Relationship Type="http://schemas.openxmlformats.org/officeDocument/2006/relationships/image" Target="/ppt/media/image78.png" Id="R01c06a5888dc4b9d" /><Relationship Type="http://schemas.openxmlformats.org/officeDocument/2006/relationships/image" Target="/ppt/media/image79.png" Id="Rdc3c61db29274bd5" /><Relationship Type="http://schemas.openxmlformats.org/officeDocument/2006/relationships/image" Target="/ppt/media/image80.png" Id="Rf76aed68728a4377" /><Relationship Type="http://schemas.openxmlformats.org/officeDocument/2006/relationships/image" Target="/ppt/media/image81.png" Id="R4f8bad1c1b0e464f" /><Relationship Type="http://schemas.openxmlformats.org/officeDocument/2006/relationships/image" Target="/ppt/media/image82.png" Id="R9c427915625d4361" /><Relationship Type="http://schemas.openxmlformats.org/officeDocument/2006/relationships/image" Target="/ppt/media/image83.png" Id="R16d69839eda7405f" /><Relationship Type="http://schemas.openxmlformats.org/officeDocument/2006/relationships/image" Target="/ppt/media/image84.png" Id="Radc919c4b60d4fdb" /><Relationship Type="http://schemas.openxmlformats.org/officeDocument/2006/relationships/image" Target="/ppt/media/image85.png" Id="R2b714bdbf1f24cd9" /><Relationship Type="http://schemas.openxmlformats.org/officeDocument/2006/relationships/image" Target="/ppt/media/image86.png" Id="R8cf8ae1131f24044" /><Relationship Type="http://schemas.openxmlformats.org/officeDocument/2006/relationships/image" Target="/ppt/media/image87.png" Id="Rf1b4d830015e4b09" /><Relationship Type="http://schemas.openxmlformats.org/officeDocument/2006/relationships/image" Target="/ppt/media/image88.png" Id="R5ba12621bd854c7d" /><Relationship Type="http://schemas.openxmlformats.org/officeDocument/2006/relationships/image" Target="/ppt/media/image89.png" Id="Rc3e9a25c90fa403f" /><Relationship Type="http://schemas.openxmlformats.org/officeDocument/2006/relationships/image" Target="/ppt/media/image90.png" Id="Ra2b3534391be43a4" /><Relationship Type="http://schemas.openxmlformats.org/officeDocument/2006/relationships/image" Target="/ppt/media/image91.png" Id="R64b5c4cf600a4e20" /><Relationship Type="http://schemas.openxmlformats.org/officeDocument/2006/relationships/image" Target="/ppt/media/image92.png" Id="Rf949b44f867c4529" /><Relationship Type="http://schemas.openxmlformats.org/officeDocument/2006/relationships/image" Target="/ppt/media/image93.png" Id="R512ffb3543eb456c" /><Relationship Type="http://schemas.openxmlformats.org/officeDocument/2006/relationships/image" Target="/ppt/media/image94.png" Id="R8b0b6430546d4e9a" /><Relationship Type="http://schemas.openxmlformats.org/officeDocument/2006/relationships/image" Target="/ppt/media/image95.png" Id="Rae12f408b54b4936" /><Relationship Type="http://schemas.openxmlformats.org/officeDocument/2006/relationships/image" Target="/ppt/media/image96.png" Id="R6c2670dfbf4d4aff" /><Relationship Type="http://schemas.openxmlformats.org/officeDocument/2006/relationships/image" Target="/ppt/media/image97.png" Id="Rdb5f07b370b94db6" /><Relationship Type="http://schemas.openxmlformats.org/officeDocument/2006/relationships/image" Target="/ppt/media/image98.png" Id="R266a16a0c8e24dd2" /><Relationship Type="http://schemas.openxmlformats.org/officeDocument/2006/relationships/image" Target="/ppt/media/image99.png" Id="R43ebf0d0d76f4956" /><Relationship Type="http://schemas.openxmlformats.org/officeDocument/2006/relationships/image" Target="/ppt/media/image100.png" Id="R8efa69b6d4344741" /><Relationship Type="http://schemas.openxmlformats.org/officeDocument/2006/relationships/image" Target="/ppt/media/image101.png" Id="R3d9ea49529214abd" /><Relationship Type="http://schemas.openxmlformats.org/officeDocument/2006/relationships/image" Target="/ppt/media/image102.png" Id="R51611791b9de4cc0" /><Relationship Type="http://schemas.openxmlformats.org/officeDocument/2006/relationships/image" Target="/ppt/media/image103.png" Id="Rc6dd7d01d2be4be0" /><Relationship Type="http://schemas.openxmlformats.org/officeDocument/2006/relationships/image" Target="/ppt/media/image104.png" Id="R93c4a125e02c4340" /><Relationship Type="http://schemas.openxmlformats.org/officeDocument/2006/relationships/image" Target="/ppt/media/image105.png" Id="R7cde25bce5234fa6" /><Relationship Type="http://schemas.openxmlformats.org/officeDocument/2006/relationships/image" Target="/ppt/media/image106.png" Id="Rfe3ee7ecdcd44e0a" /><Relationship Type="http://schemas.openxmlformats.org/officeDocument/2006/relationships/image" Target="/ppt/media/image107.png" Id="R1b4279d29bcd49a4" /><Relationship Type="http://schemas.openxmlformats.org/officeDocument/2006/relationships/image" Target="/ppt/media/image108.png" Id="Re9029e54711441eb" /><Relationship Type="http://schemas.openxmlformats.org/officeDocument/2006/relationships/image" Target="/ppt/media/image109.png" Id="R26a3e60db6f24dfa" /><Relationship Type="http://schemas.openxmlformats.org/officeDocument/2006/relationships/image" Target="/ppt/media/image110.png" Id="R86ca3d2ab4204a20" /><Relationship Type="http://schemas.openxmlformats.org/officeDocument/2006/relationships/image" Target="/ppt/media/image111.png" Id="Rf99c60a442fd40fe" /><Relationship Type="http://schemas.openxmlformats.org/officeDocument/2006/relationships/image" Target="/ppt/media/image112.png" Id="R678c13059af04795" /><Relationship Type="http://schemas.openxmlformats.org/officeDocument/2006/relationships/image" Target="/ppt/media/image113.png" Id="Ra85c19a5cbde42dc" /><Relationship Type="http://schemas.openxmlformats.org/officeDocument/2006/relationships/image" Target="/ppt/media/image114.png" Id="R88a112667d024048" /><Relationship Type="http://schemas.openxmlformats.org/officeDocument/2006/relationships/image" Target="/ppt/media/image115.png" Id="Rbc39d343039949f5" /><Relationship Type="http://schemas.openxmlformats.org/officeDocument/2006/relationships/image" Target="/ppt/media/image116.png" Id="Ra203a09645104859" /><Relationship Type="http://schemas.openxmlformats.org/officeDocument/2006/relationships/image" Target="/ppt/media/image117.png" Id="Rabf97bf6fcba49fd" /><Relationship Type="http://schemas.openxmlformats.org/officeDocument/2006/relationships/image" Target="/ppt/media/image118.png" Id="R14c628ff0b044f09" /><Relationship Type="http://schemas.openxmlformats.org/officeDocument/2006/relationships/image" Target="/ppt/media/image119.png" Id="R1c3eb149c75c413a" /><Relationship Type="http://schemas.openxmlformats.org/officeDocument/2006/relationships/image" Target="/ppt/media/image120.png" Id="R28a184c776c84a79" /><Relationship Type="http://schemas.openxmlformats.org/officeDocument/2006/relationships/image" Target="/ppt/media/image121.png" Id="Rfeeea6fd9ae049b7" /><Relationship Type="http://schemas.openxmlformats.org/officeDocument/2006/relationships/image" Target="/ppt/media/image122.png" Id="R7deddd875ae84f6d" /><Relationship Type="http://schemas.openxmlformats.org/officeDocument/2006/relationships/notesSlide" Target="/ppt/notesSlides/notesSlide1.xml" Id="R0cdf51f0f6fa43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DECAB-4CBC-434C-8420-64F96285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" y="57150"/>
            <a:ext cx="6861429" cy="8943518"/>
          </a:xfrm>
          <a:custGeom xmlns:a="http://schemas.openxmlformats.org/drawingml/2006/main">
            <a:pathLst>
              <a:path w="6861429" h="8943518">
                <a:moveTo>
                  <a:pt x="6861429" y="8943518"/>
                </a:moveTo>
                <a:lnTo>
                  <a:pt x="0" y="8943518"/>
                </a:lnTo>
                <a:lnTo>
                  <a:pt x="0" y="0"/>
                </a:lnTo>
                <a:lnTo>
                  <a:pt x="6861429" y="0"/>
                </a:lnTo>
                <a:lnTo>
                  <a:pt x="6861429" y="89435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F8AD9-8D51-4E05-859D-59E2A756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8" y="71741"/>
            <a:ext cx="6818841" cy="1817096"/>
          </a:xfrm>
          <a:custGeom xmlns:a="http://schemas.openxmlformats.org/drawingml/2006/main">
            <a:pathLst>
              <a:path w="6818841" h="1817096">
                <a:moveTo>
                  <a:pt x="0" y="0"/>
                </a:moveTo>
                <a:lnTo>
                  <a:pt x="6818841" y="0"/>
                </a:lnTo>
                <a:lnTo>
                  <a:pt x="6818841" y="1817096"/>
                </a:lnTo>
                <a:lnTo>
                  <a:pt x="0" y="1817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40A32-BC53-4063-A847-7F0F6654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5" y="59816"/>
            <a:ext cx="6842241" cy="1840937"/>
          </a:xfrm>
          <a:custGeom xmlns:a="http://schemas.openxmlformats.org/drawingml/2006/main">
            <a:pathLst>
              <a:path w="6842241" h="1840937">
                <a:moveTo>
                  <a:pt x="0" y="1840937"/>
                </a:moveTo>
                <a:lnTo>
                  <a:pt x="6842241" y="1840937"/>
                </a:lnTo>
                <a:lnTo>
                  <a:pt x="6842241" y="0"/>
                </a:lnTo>
                <a:lnTo>
                  <a:pt x="0" y="0"/>
                </a:lnTo>
                <a:lnTo>
                  <a:pt x="0" y="1840937"/>
                </a:lnTo>
                <a:close/>
                <a:moveTo>
                  <a:pt x="6818581" y="1817277"/>
                </a:moveTo>
                <a:lnTo>
                  <a:pt x="23660" y="1817277"/>
                </a:lnTo>
                <a:lnTo>
                  <a:pt x="23660" y="23660"/>
                </a:lnTo>
                <a:lnTo>
                  <a:pt x="6818581" y="23660"/>
                </a:lnTo>
                <a:lnTo>
                  <a:pt x="6818581" y="1817277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C12D3-7237-4767-BB8E-9A2BEEC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5" y="375316"/>
            <a:ext cx="6597264" cy="17351"/>
          </a:xfrm>
          <a:custGeom xmlns:a="http://schemas.openxmlformats.org/drawingml/2006/main">
            <a:pathLst>
              <a:path w="6597264" h="17351">
                <a:moveTo>
                  <a:pt x="8" y="0"/>
                </a:moveTo>
                <a:lnTo>
                  <a:pt x="6597264" y="5521"/>
                </a:lnTo>
                <a:lnTo>
                  <a:pt x="6597256" y="17351"/>
                </a:lnTo>
                <a:lnTo>
                  <a:pt x="0" y="11830"/>
                </a:lnTo>
                <a:lnTo>
                  <a:pt x="8" y="0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BEAMArchitecture">
            <a:extLst xmlns:a="http://schemas.openxmlformats.org/drawingml/2006/main">
              <a:ext uri="{FF2B5EF4-FFF2-40B4-BE49-F238E27FC236}">
                <a16:creationId xmlns:a16="http://schemas.microsoft.com/office/drawing/2014/main" id="{8E9AA726-AB36-4732-B017-31108AB3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42" y="184949"/>
            <a:ext cx="1174687" cy="103282"/>
          </a:xfrm>
          <a:custGeom xmlns:a="http://schemas.openxmlformats.org/drawingml/2006/main">
            <a:pathLst>
              <a:path w="1174687" h="103282">
                <a:moveTo>
                  <a:pt x="0" y="101618"/>
                </a:moveTo>
                <a:lnTo>
                  <a:pt x="0" y="0"/>
                </a:lnTo>
                <a:lnTo>
                  <a:pt x="38124" y="0"/>
                </a:lnTo>
                <a:cubicBezTo>
                  <a:pt x="45888" y="0"/>
                  <a:pt x="52115" y="1025"/>
                  <a:pt x="56805" y="3076"/>
                </a:cubicBezTo>
                <a:cubicBezTo>
                  <a:pt x="61495" y="5127"/>
                  <a:pt x="65169" y="8283"/>
                  <a:pt x="67826" y="12544"/>
                </a:cubicBezTo>
                <a:cubicBezTo>
                  <a:pt x="70484" y="16806"/>
                  <a:pt x="71812" y="21264"/>
                  <a:pt x="71812" y="25918"/>
                </a:cubicBezTo>
                <a:cubicBezTo>
                  <a:pt x="71812" y="30249"/>
                  <a:pt x="70634" y="34327"/>
                  <a:pt x="68277" y="38152"/>
                </a:cubicBezTo>
                <a:cubicBezTo>
                  <a:pt x="65920" y="41976"/>
                  <a:pt x="62362" y="45063"/>
                  <a:pt x="57602" y="47413"/>
                </a:cubicBezTo>
                <a:cubicBezTo>
                  <a:pt x="63748" y="49219"/>
                  <a:pt x="68473" y="52300"/>
                  <a:pt x="71777" y="56656"/>
                </a:cubicBezTo>
                <a:cubicBezTo>
                  <a:pt x="75082" y="61011"/>
                  <a:pt x="76734" y="66153"/>
                  <a:pt x="76734" y="72083"/>
                </a:cubicBezTo>
                <a:cubicBezTo>
                  <a:pt x="76734" y="76856"/>
                  <a:pt x="75728" y="81292"/>
                  <a:pt x="73718" y="85392"/>
                </a:cubicBezTo>
                <a:cubicBezTo>
                  <a:pt x="71708" y="89491"/>
                  <a:pt x="69224" y="92653"/>
                  <a:pt x="66267" y="94877"/>
                </a:cubicBezTo>
                <a:cubicBezTo>
                  <a:pt x="63309" y="97101"/>
                  <a:pt x="59601" y="98781"/>
                  <a:pt x="55141" y="99916"/>
                </a:cubicBezTo>
                <a:cubicBezTo>
                  <a:pt x="50682" y="101051"/>
                  <a:pt x="45218" y="101618"/>
                  <a:pt x="38748" y="101618"/>
                </a:cubicBezTo>
                <a:lnTo>
                  <a:pt x="0" y="101618"/>
                </a:lnTo>
                <a:moveTo>
                  <a:pt x="13447" y="42560"/>
                </a:moveTo>
                <a:lnTo>
                  <a:pt x="35421" y="42560"/>
                </a:lnTo>
                <a:cubicBezTo>
                  <a:pt x="41382" y="42560"/>
                  <a:pt x="45657" y="42170"/>
                  <a:pt x="48244" y="41389"/>
                </a:cubicBezTo>
                <a:cubicBezTo>
                  <a:pt x="51664" y="40379"/>
                  <a:pt x="54240" y="38704"/>
                  <a:pt x="55973" y="36363"/>
                </a:cubicBezTo>
                <a:cubicBezTo>
                  <a:pt x="57706" y="34022"/>
                  <a:pt x="58573" y="31085"/>
                  <a:pt x="58573" y="27551"/>
                </a:cubicBezTo>
                <a:cubicBezTo>
                  <a:pt x="58573" y="24201"/>
                  <a:pt x="57764" y="21252"/>
                  <a:pt x="56147" y="18705"/>
                </a:cubicBezTo>
                <a:cubicBezTo>
                  <a:pt x="54529" y="16157"/>
                  <a:pt x="52219" y="14414"/>
                  <a:pt x="49215" y="13473"/>
                </a:cubicBezTo>
                <a:cubicBezTo>
                  <a:pt x="46211" y="12532"/>
                  <a:pt x="41059" y="12061"/>
                  <a:pt x="33757" y="12061"/>
                </a:cubicBezTo>
                <a:lnTo>
                  <a:pt x="13447" y="12061"/>
                </a:lnTo>
                <a:lnTo>
                  <a:pt x="13447" y="42560"/>
                </a:lnTo>
                <a:moveTo>
                  <a:pt x="13447" y="89557"/>
                </a:moveTo>
                <a:lnTo>
                  <a:pt x="38748" y="89557"/>
                </a:lnTo>
                <a:cubicBezTo>
                  <a:pt x="43092" y="89557"/>
                  <a:pt x="46142" y="89395"/>
                  <a:pt x="47898" y="89072"/>
                </a:cubicBezTo>
                <a:cubicBezTo>
                  <a:pt x="50994" y="88517"/>
                  <a:pt x="53582" y="87593"/>
                  <a:pt x="55661" y="86299"/>
                </a:cubicBezTo>
                <a:cubicBezTo>
                  <a:pt x="57741" y="85005"/>
                  <a:pt x="59451" y="83122"/>
                  <a:pt x="60791" y="80650"/>
                </a:cubicBezTo>
                <a:cubicBezTo>
                  <a:pt x="62131" y="78178"/>
                  <a:pt x="62801" y="75324"/>
                  <a:pt x="62801" y="72089"/>
                </a:cubicBezTo>
                <a:cubicBezTo>
                  <a:pt x="62801" y="68300"/>
                  <a:pt x="61830" y="65008"/>
                  <a:pt x="59890" y="62212"/>
                </a:cubicBezTo>
                <a:cubicBezTo>
                  <a:pt x="57949" y="59416"/>
                  <a:pt x="55257" y="57452"/>
                  <a:pt x="51814" y="56320"/>
                </a:cubicBezTo>
                <a:cubicBezTo>
                  <a:pt x="48372" y="55188"/>
                  <a:pt x="43415" y="54622"/>
                  <a:pt x="36946" y="54622"/>
                </a:cubicBezTo>
                <a:lnTo>
                  <a:pt x="13447" y="54622"/>
                </a:lnTo>
                <a:lnTo>
                  <a:pt x="13447" y="89557"/>
                </a:lnTo>
                <a:close/>
                <a:moveTo>
                  <a:pt x="95472" y="101618"/>
                </a:moveTo>
                <a:lnTo>
                  <a:pt x="95472" y="0"/>
                </a:lnTo>
                <a:lnTo>
                  <a:pt x="168948" y="0"/>
                </a:lnTo>
                <a:lnTo>
                  <a:pt x="168948" y="12061"/>
                </a:lnTo>
                <a:lnTo>
                  <a:pt x="108920" y="12061"/>
                </a:lnTo>
                <a:lnTo>
                  <a:pt x="108920" y="42976"/>
                </a:lnTo>
                <a:lnTo>
                  <a:pt x="165135" y="42976"/>
                </a:lnTo>
                <a:lnTo>
                  <a:pt x="165135" y="55037"/>
                </a:lnTo>
                <a:lnTo>
                  <a:pt x="108920" y="55037"/>
                </a:lnTo>
                <a:lnTo>
                  <a:pt x="108920" y="89557"/>
                </a:lnTo>
                <a:lnTo>
                  <a:pt x="171305" y="89557"/>
                </a:lnTo>
                <a:lnTo>
                  <a:pt x="171305" y="101618"/>
                </a:lnTo>
                <a:lnTo>
                  <a:pt x="95472" y="101618"/>
                </a:lnTo>
                <a:close/>
                <a:moveTo>
                  <a:pt x="178675" y="101618"/>
                </a:moveTo>
                <a:lnTo>
                  <a:pt x="217701" y="0"/>
                </a:lnTo>
                <a:lnTo>
                  <a:pt x="232188" y="0"/>
                </a:lnTo>
                <a:lnTo>
                  <a:pt x="273778" y="101618"/>
                </a:lnTo>
                <a:lnTo>
                  <a:pt x="258459" y="101618"/>
                </a:lnTo>
                <a:lnTo>
                  <a:pt x="246606" y="70842"/>
                </a:lnTo>
                <a:lnTo>
                  <a:pt x="204115" y="70842"/>
                </a:lnTo>
                <a:lnTo>
                  <a:pt x="192955" y="101618"/>
                </a:lnTo>
                <a:lnTo>
                  <a:pt x="178675" y="101618"/>
                </a:lnTo>
                <a:moveTo>
                  <a:pt x="207996" y="59890"/>
                </a:moveTo>
                <a:lnTo>
                  <a:pt x="242447" y="59890"/>
                </a:lnTo>
                <a:lnTo>
                  <a:pt x="231841" y="31721"/>
                </a:lnTo>
                <a:cubicBezTo>
                  <a:pt x="228606" y="23185"/>
                  <a:pt x="226203" y="16123"/>
                  <a:pt x="224632" y="10536"/>
                </a:cubicBezTo>
                <a:cubicBezTo>
                  <a:pt x="223338" y="17137"/>
                  <a:pt x="221513" y="23653"/>
                  <a:pt x="219156" y="30083"/>
                </a:cubicBezTo>
                <a:lnTo>
                  <a:pt x="207996" y="59890"/>
                </a:lnTo>
                <a:close/>
                <a:moveTo>
                  <a:pt x="284060" y="101618"/>
                </a:moveTo>
                <a:lnTo>
                  <a:pt x="284060" y="0"/>
                </a:lnTo>
                <a:lnTo>
                  <a:pt x="304300" y="0"/>
                </a:lnTo>
                <a:lnTo>
                  <a:pt x="328353" y="71951"/>
                </a:lnTo>
                <a:cubicBezTo>
                  <a:pt x="330571" y="78651"/>
                  <a:pt x="332189" y="83665"/>
                  <a:pt x="333205" y="86992"/>
                </a:cubicBezTo>
                <a:cubicBezTo>
                  <a:pt x="334361" y="83296"/>
                  <a:pt x="336163" y="77866"/>
                  <a:pt x="338612" y="70703"/>
                </a:cubicBezTo>
                <a:lnTo>
                  <a:pt x="362942" y="0"/>
                </a:lnTo>
                <a:lnTo>
                  <a:pt x="381034" y="0"/>
                </a:lnTo>
                <a:lnTo>
                  <a:pt x="381034" y="101618"/>
                </a:lnTo>
                <a:lnTo>
                  <a:pt x="368072" y="101618"/>
                </a:lnTo>
                <a:lnTo>
                  <a:pt x="368072" y="16636"/>
                </a:lnTo>
                <a:lnTo>
                  <a:pt x="338543" y="101618"/>
                </a:lnTo>
                <a:lnTo>
                  <a:pt x="326412" y="101618"/>
                </a:lnTo>
                <a:lnTo>
                  <a:pt x="297022" y="15111"/>
                </a:lnTo>
                <a:lnTo>
                  <a:pt x="297022" y="101618"/>
                </a:lnTo>
                <a:lnTo>
                  <a:pt x="284060" y="101618"/>
                </a:lnTo>
                <a:close/>
                <a:moveTo>
                  <a:pt x="423163" y="101618"/>
                </a:moveTo>
                <a:lnTo>
                  <a:pt x="462188" y="0"/>
                </a:lnTo>
                <a:lnTo>
                  <a:pt x="476675" y="0"/>
                </a:lnTo>
                <a:lnTo>
                  <a:pt x="518266" y="101618"/>
                </a:lnTo>
                <a:lnTo>
                  <a:pt x="502947" y="101618"/>
                </a:lnTo>
                <a:lnTo>
                  <a:pt x="491093" y="70842"/>
                </a:lnTo>
                <a:lnTo>
                  <a:pt x="448602" y="70842"/>
                </a:lnTo>
                <a:lnTo>
                  <a:pt x="437442" y="101618"/>
                </a:lnTo>
                <a:lnTo>
                  <a:pt x="423163" y="101618"/>
                </a:lnTo>
                <a:moveTo>
                  <a:pt x="452484" y="59890"/>
                </a:moveTo>
                <a:lnTo>
                  <a:pt x="486934" y="59890"/>
                </a:lnTo>
                <a:lnTo>
                  <a:pt x="476329" y="31721"/>
                </a:lnTo>
                <a:cubicBezTo>
                  <a:pt x="473094" y="23185"/>
                  <a:pt x="470691" y="16123"/>
                  <a:pt x="469120" y="10536"/>
                </a:cubicBezTo>
                <a:cubicBezTo>
                  <a:pt x="467826" y="17137"/>
                  <a:pt x="466001" y="23653"/>
                  <a:pt x="463644" y="30083"/>
                </a:cubicBezTo>
                <a:lnTo>
                  <a:pt x="452484" y="59890"/>
                </a:lnTo>
                <a:close/>
                <a:moveTo>
                  <a:pt x="527230" y="101618"/>
                </a:moveTo>
                <a:lnTo>
                  <a:pt x="527230" y="28004"/>
                </a:lnTo>
                <a:lnTo>
                  <a:pt x="538460" y="28004"/>
                </a:lnTo>
                <a:lnTo>
                  <a:pt x="538460" y="39164"/>
                </a:lnTo>
                <a:cubicBezTo>
                  <a:pt x="541325" y="33942"/>
                  <a:pt x="543970" y="30499"/>
                  <a:pt x="546397" y="28836"/>
                </a:cubicBezTo>
                <a:cubicBezTo>
                  <a:pt x="548823" y="27172"/>
                  <a:pt x="551491" y="26340"/>
                  <a:pt x="554403" y="26340"/>
                </a:cubicBezTo>
                <a:cubicBezTo>
                  <a:pt x="558608" y="26340"/>
                  <a:pt x="562882" y="27680"/>
                  <a:pt x="567226" y="30361"/>
                </a:cubicBezTo>
                <a:lnTo>
                  <a:pt x="562929" y="41928"/>
                </a:lnTo>
                <a:cubicBezTo>
                  <a:pt x="559879" y="40131"/>
                  <a:pt x="556829" y="39233"/>
                  <a:pt x="553779" y="39233"/>
                </a:cubicBezTo>
                <a:cubicBezTo>
                  <a:pt x="551052" y="39233"/>
                  <a:pt x="548603" y="40053"/>
                  <a:pt x="546431" y="41694"/>
                </a:cubicBezTo>
                <a:cubicBezTo>
                  <a:pt x="544259" y="43334"/>
                  <a:pt x="542711" y="45610"/>
                  <a:pt x="541787" y="48522"/>
                </a:cubicBezTo>
                <a:cubicBezTo>
                  <a:pt x="540401" y="52958"/>
                  <a:pt x="539707" y="57810"/>
                  <a:pt x="539707" y="63078"/>
                </a:cubicBezTo>
                <a:lnTo>
                  <a:pt x="539707" y="101618"/>
                </a:lnTo>
                <a:lnTo>
                  <a:pt x="527230" y="101618"/>
                </a:lnTo>
                <a:close/>
                <a:moveTo>
                  <a:pt x="622726" y="74585"/>
                </a:moveTo>
                <a:lnTo>
                  <a:pt x="634995" y="76248"/>
                </a:lnTo>
                <a:cubicBezTo>
                  <a:pt x="633655" y="84705"/>
                  <a:pt x="630223" y="91325"/>
                  <a:pt x="624701" y="96108"/>
                </a:cubicBezTo>
                <a:cubicBezTo>
                  <a:pt x="619179" y="100890"/>
                  <a:pt x="612398" y="103282"/>
                  <a:pt x="604357" y="103282"/>
                </a:cubicBezTo>
                <a:cubicBezTo>
                  <a:pt x="594283" y="103282"/>
                  <a:pt x="586184" y="99989"/>
                  <a:pt x="580061" y="93404"/>
                </a:cubicBezTo>
                <a:cubicBezTo>
                  <a:pt x="573938" y="86819"/>
                  <a:pt x="570877" y="77381"/>
                  <a:pt x="570877" y="65088"/>
                </a:cubicBezTo>
                <a:cubicBezTo>
                  <a:pt x="570877" y="57140"/>
                  <a:pt x="572194" y="50185"/>
                  <a:pt x="574828" y="44224"/>
                </a:cubicBezTo>
                <a:cubicBezTo>
                  <a:pt x="577462" y="38263"/>
                  <a:pt x="581471" y="33792"/>
                  <a:pt x="586854" y="30811"/>
                </a:cubicBezTo>
                <a:cubicBezTo>
                  <a:pt x="592238" y="27831"/>
                  <a:pt x="598095" y="26340"/>
                  <a:pt x="604426" y="26340"/>
                </a:cubicBezTo>
                <a:cubicBezTo>
                  <a:pt x="612421" y="26340"/>
                  <a:pt x="618960" y="28351"/>
                  <a:pt x="624043" y="32371"/>
                </a:cubicBezTo>
                <a:cubicBezTo>
                  <a:pt x="629126" y="36390"/>
                  <a:pt x="632384" y="42097"/>
                  <a:pt x="633816" y="49492"/>
                </a:cubicBezTo>
                <a:lnTo>
                  <a:pt x="621686" y="51433"/>
                </a:lnTo>
                <a:cubicBezTo>
                  <a:pt x="620531" y="46512"/>
                  <a:pt x="618486" y="42809"/>
                  <a:pt x="615551" y="40325"/>
                </a:cubicBezTo>
                <a:cubicBezTo>
                  <a:pt x="612617" y="37841"/>
                  <a:pt x="609070" y="36599"/>
                  <a:pt x="604911" y="36599"/>
                </a:cubicBezTo>
                <a:cubicBezTo>
                  <a:pt x="598627" y="36599"/>
                  <a:pt x="593520" y="38852"/>
                  <a:pt x="589592" y="43358"/>
                </a:cubicBezTo>
                <a:cubicBezTo>
                  <a:pt x="585664" y="47863"/>
                  <a:pt x="583700" y="54991"/>
                  <a:pt x="583700" y="64742"/>
                </a:cubicBezTo>
                <a:cubicBezTo>
                  <a:pt x="583700" y="74631"/>
                  <a:pt x="585595" y="81817"/>
                  <a:pt x="589384" y="86299"/>
                </a:cubicBezTo>
                <a:cubicBezTo>
                  <a:pt x="593174" y="90782"/>
                  <a:pt x="598118" y="93023"/>
                  <a:pt x="604218" y="93023"/>
                </a:cubicBezTo>
                <a:cubicBezTo>
                  <a:pt x="609117" y="93023"/>
                  <a:pt x="613206" y="91515"/>
                  <a:pt x="616487" y="88500"/>
                </a:cubicBezTo>
                <a:cubicBezTo>
                  <a:pt x="619768" y="85485"/>
                  <a:pt x="621848" y="80846"/>
                  <a:pt x="622726" y="74585"/>
                </a:cubicBezTo>
                <a:close/>
                <a:moveTo>
                  <a:pt x="645670" y="101618"/>
                </a:moveTo>
                <a:lnTo>
                  <a:pt x="645670" y="0"/>
                </a:lnTo>
                <a:lnTo>
                  <a:pt x="658147" y="0"/>
                </a:lnTo>
                <a:lnTo>
                  <a:pt x="658147" y="36526"/>
                </a:lnTo>
                <a:cubicBezTo>
                  <a:pt x="663969" y="29735"/>
                  <a:pt x="671317" y="26340"/>
                  <a:pt x="680189" y="26340"/>
                </a:cubicBezTo>
                <a:cubicBezTo>
                  <a:pt x="685642" y="26340"/>
                  <a:pt x="690379" y="27415"/>
                  <a:pt x="694399" y="29564"/>
                </a:cubicBezTo>
                <a:cubicBezTo>
                  <a:pt x="698420" y="31712"/>
                  <a:pt x="701296" y="34681"/>
                  <a:pt x="703029" y="38471"/>
                </a:cubicBezTo>
                <a:cubicBezTo>
                  <a:pt x="704762" y="42260"/>
                  <a:pt x="705629" y="47759"/>
                  <a:pt x="705629" y="54968"/>
                </a:cubicBezTo>
                <a:lnTo>
                  <a:pt x="705629" y="101618"/>
                </a:lnTo>
                <a:lnTo>
                  <a:pt x="693152" y="101618"/>
                </a:lnTo>
                <a:lnTo>
                  <a:pt x="693152" y="55018"/>
                </a:lnTo>
                <a:cubicBezTo>
                  <a:pt x="693152" y="48787"/>
                  <a:pt x="691800" y="44251"/>
                  <a:pt x="689097" y="41412"/>
                </a:cubicBezTo>
                <a:cubicBezTo>
                  <a:pt x="686393" y="38573"/>
                  <a:pt x="682569" y="37154"/>
                  <a:pt x="677625" y="37154"/>
                </a:cubicBezTo>
                <a:cubicBezTo>
                  <a:pt x="673928" y="37154"/>
                  <a:pt x="670450" y="38112"/>
                  <a:pt x="667192" y="40028"/>
                </a:cubicBezTo>
                <a:cubicBezTo>
                  <a:pt x="663935" y="41943"/>
                  <a:pt x="661612" y="44540"/>
                  <a:pt x="660226" y="47818"/>
                </a:cubicBezTo>
                <a:cubicBezTo>
                  <a:pt x="658840" y="51094"/>
                  <a:pt x="658147" y="55618"/>
                  <a:pt x="658147" y="61389"/>
                </a:cubicBezTo>
                <a:lnTo>
                  <a:pt x="658147" y="101618"/>
                </a:lnTo>
                <a:lnTo>
                  <a:pt x="645670" y="101618"/>
                </a:lnTo>
                <a:close/>
                <a:moveTo>
                  <a:pt x="724606" y="14279"/>
                </a:moveTo>
                <a:lnTo>
                  <a:pt x="724606" y="0"/>
                </a:lnTo>
                <a:lnTo>
                  <a:pt x="737083" y="0"/>
                </a:lnTo>
                <a:lnTo>
                  <a:pt x="737083" y="14279"/>
                </a:lnTo>
                <a:lnTo>
                  <a:pt x="724606" y="14279"/>
                </a:lnTo>
                <a:moveTo>
                  <a:pt x="724606" y="101618"/>
                </a:moveTo>
                <a:lnTo>
                  <a:pt x="724606" y="28004"/>
                </a:lnTo>
                <a:lnTo>
                  <a:pt x="737083" y="28004"/>
                </a:lnTo>
                <a:lnTo>
                  <a:pt x="737083" y="101618"/>
                </a:lnTo>
                <a:lnTo>
                  <a:pt x="724606" y="101618"/>
                </a:lnTo>
                <a:close/>
                <a:moveTo>
                  <a:pt x="783325" y="90458"/>
                </a:moveTo>
                <a:lnTo>
                  <a:pt x="785127" y="101480"/>
                </a:lnTo>
                <a:cubicBezTo>
                  <a:pt x="781615" y="102219"/>
                  <a:pt x="778473" y="102589"/>
                  <a:pt x="775700" y="102589"/>
                </a:cubicBezTo>
                <a:cubicBezTo>
                  <a:pt x="771171" y="102589"/>
                  <a:pt x="767659" y="101872"/>
                  <a:pt x="765164" y="100440"/>
                </a:cubicBezTo>
                <a:cubicBezTo>
                  <a:pt x="762669" y="99007"/>
                  <a:pt x="760913" y="97124"/>
                  <a:pt x="759896" y="94791"/>
                </a:cubicBezTo>
                <a:cubicBezTo>
                  <a:pt x="758879" y="92457"/>
                  <a:pt x="758371" y="87547"/>
                  <a:pt x="758371" y="80061"/>
                </a:cubicBezTo>
                <a:lnTo>
                  <a:pt x="758371" y="37708"/>
                </a:lnTo>
                <a:lnTo>
                  <a:pt x="749221" y="37708"/>
                </a:lnTo>
                <a:lnTo>
                  <a:pt x="749221" y="28004"/>
                </a:lnTo>
                <a:lnTo>
                  <a:pt x="758371" y="28004"/>
                </a:lnTo>
                <a:lnTo>
                  <a:pt x="758371" y="9774"/>
                </a:lnTo>
                <a:lnTo>
                  <a:pt x="770779" y="2287"/>
                </a:lnTo>
                <a:lnTo>
                  <a:pt x="770779" y="28004"/>
                </a:lnTo>
                <a:lnTo>
                  <a:pt x="783325" y="28004"/>
                </a:lnTo>
                <a:lnTo>
                  <a:pt x="783325" y="37708"/>
                </a:lnTo>
                <a:lnTo>
                  <a:pt x="770779" y="37708"/>
                </a:lnTo>
                <a:lnTo>
                  <a:pt x="770779" y="80754"/>
                </a:lnTo>
                <a:cubicBezTo>
                  <a:pt x="770779" y="84312"/>
                  <a:pt x="770998" y="86600"/>
                  <a:pt x="771437" y="87616"/>
                </a:cubicBezTo>
                <a:cubicBezTo>
                  <a:pt x="771876" y="88633"/>
                  <a:pt x="772592" y="89442"/>
                  <a:pt x="773586" y="90042"/>
                </a:cubicBezTo>
                <a:cubicBezTo>
                  <a:pt x="774580" y="90643"/>
                  <a:pt x="776001" y="90944"/>
                  <a:pt x="777849" y="90944"/>
                </a:cubicBezTo>
                <a:cubicBezTo>
                  <a:pt x="779235" y="90944"/>
                  <a:pt x="781061" y="90782"/>
                  <a:pt x="783325" y="90458"/>
                </a:cubicBezTo>
                <a:close/>
                <a:moveTo>
                  <a:pt x="845910" y="77773"/>
                </a:moveTo>
                <a:lnTo>
                  <a:pt x="858803" y="79437"/>
                </a:lnTo>
                <a:cubicBezTo>
                  <a:pt x="856770" y="86991"/>
                  <a:pt x="853004" y="92854"/>
                  <a:pt x="847504" y="97026"/>
                </a:cubicBezTo>
                <a:cubicBezTo>
                  <a:pt x="842005" y="101197"/>
                  <a:pt x="834981" y="103282"/>
                  <a:pt x="826432" y="103282"/>
                </a:cubicBezTo>
                <a:cubicBezTo>
                  <a:pt x="815665" y="103282"/>
                  <a:pt x="807127" y="99966"/>
                  <a:pt x="800820" y="93335"/>
                </a:cubicBezTo>
                <a:cubicBezTo>
                  <a:pt x="794512" y="86704"/>
                  <a:pt x="791358" y="77404"/>
                  <a:pt x="791358" y="65435"/>
                </a:cubicBezTo>
                <a:cubicBezTo>
                  <a:pt x="791358" y="53050"/>
                  <a:pt x="794546" y="43438"/>
                  <a:pt x="800924" y="36599"/>
                </a:cubicBezTo>
                <a:cubicBezTo>
                  <a:pt x="807301" y="29760"/>
                  <a:pt x="815573" y="26340"/>
                  <a:pt x="825739" y="26340"/>
                </a:cubicBezTo>
                <a:cubicBezTo>
                  <a:pt x="835582" y="26340"/>
                  <a:pt x="843623" y="29686"/>
                  <a:pt x="849861" y="36376"/>
                </a:cubicBezTo>
                <a:cubicBezTo>
                  <a:pt x="856100" y="43065"/>
                  <a:pt x="859219" y="52476"/>
                  <a:pt x="859219" y="64610"/>
                </a:cubicBezTo>
                <a:cubicBezTo>
                  <a:pt x="859219" y="65348"/>
                  <a:pt x="859196" y="66454"/>
                  <a:pt x="859150" y="67930"/>
                </a:cubicBezTo>
                <a:lnTo>
                  <a:pt x="804251" y="67930"/>
                </a:lnTo>
                <a:cubicBezTo>
                  <a:pt x="804713" y="76040"/>
                  <a:pt x="807000" y="82250"/>
                  <a:pt x="811113" y="86559"/>
                </a:cubicBezTo>
                <a:cubicBezTo>
                  <a:pt x="815226" y="90868"/>
                  <a:pt x="820355" y="93023"/>
                  <a:pt x="826501" y="93023"/>
                </a:cubicBezTo>
                <a:cubicBezTo>
                  <a:pt x="831076" y="93023"/>
                  <a:pt x="834981" y="91811"/>
                  <a:pt x="838216" y="89386"/>
                </a:cubicBezTo>
                <a:cubicBezTo>
                  <a:pt x="841451" y="86960"/>
                  <a:pt x="844015" y="83089"/>
                  <a:pt x="845910" y="77773"/>
                </a:cubicBezTo>
                <a:moveTo>
                  <a:pt x="804944" y="57671"/>
                </a:moveTo>
                <a:lnTo>
                  <a:pt x="846049" y="57671"/>
                </a:lnTo>
                <a:cubicBezTo>
                  <a:pt x="845494" y="51499"/>
                  <a:pt x="843923" y="46870"/>
                  <a:pt x="841335" y="43784"/>
                </a:cubicBezTo>
                <a:cubicBezTo>
                  <a:pt x="837361" y="38994"/>
                  <a:pt x="832209" y="36599"/>
                  <a:pt x="825878" y="36599"/>
                </a:cubicBezTo>
                <a:cubicBezTo>
                  <a:pt x="820147" y="36599"/>
                  <a:pt x="815330" y="38511"/>
                  <a:pt x="811425" y="42335"/>
                </a:cubicBezTo>
                <a:cubicBezTo>
                  <a:pt x="807520" y="46158"/>
                  <a:pt x="805360" y="51270"/>
                  <a:pt x="804944" y="57671"/>
                </a:cubicBezTo>
                <a:close/>
                <a:moveTo>
                  <a:pt x="922421" y="74585"/>
                </a:moveTo>
                <a:lnTo>
                  <a:pt x="934690" y="76248"/>
                </a:lnTo>
                <a:cubicBezTo>
                  <a:pt x="933349" y="84705"/>
                  <a:pt x="929918" y="91325"/>
                  <a:pt x="924396" y="96108"/>
                </a:cubicBezTo>
                <a:cubicBezTo>
                  <a:pt x="918874" y="100890"/>
                  <a:pt x="912092" y="103282"/>
                  <a:pt x="904052" y="103282"/>
                </a:cubicBezTo>
                <a:cubicBezTo>
                  <a:pt x="893978" y="103282"/>
                  <a:pt x="885879" y="99989"/>
                  <a:pt x="879756" y="93404"/>
                </a:cubicBezTo>
                <a:cubicBezTo>
                  <a:pt x="873633" y="86819"/>
                  <a:pt x="870572" y="77381"/>
                  <a:pt x="870572" y="65088"/>
                </a:cubicBezTo>
                <a:cubicBezTo>
                  <a:pt x="870572" y="57140"/>
                  <a:pt x="871889" y="50185"/>
                  <a:pt x="874523" y="44224"/>
                </a:cubicBezTo>
                <a:cubicBezTo>
                  <a:pt x="877157" y="38263"/>
                  <a:pt x="881166" y="33792"/>
                  <a:pt x="886549" y="30811"/>
                </a:cubicBezTo>
                <a:cubicBezTo>
                  <a:pt x="891933" y="27831"/>
                  <a:pt x="897790" y="26340"/>
                  <a:pt x="904121" y="26340"/>
                </a:cubicBezTo>
                <a:cubicBezTo>
                  <a:pt x="912115" y="26340"/>
                  <a:pt x="918654" y="28351"/>
                  <a:pt x="923738" y="32371"/>
                </a:cubicBezTo>
                <a:cubicBezTo>
                  <a:pt x="928821" y="36390"/>
                  <a:pt x="932079" y="42097"/>
                  <a:pt x="933511" y="49492"/>
                </a:cubicBezTo>
                <a:lnTo>
                  <a:pt x="921381" y="51433"/>
                </a:lnTo>
                <a:cubicBezTo>
                  <a:pt x="920225" y="46512"/>
                  <a:pt x="918181" y="42809"/>
                  <a:pt x="915246" y="40325"/>
                </a:cubicBezTo>
                <a:cubicBezTo>
                  <a:pt x="912312" y="37841"/>
                  <a:pt x="908765" y="36599"/>
                  <a:pt x="904606" y="36599"/>
                </a:cubicBezTo>
                <a:cubicBezTo>
                  <a:pt x="898321" y="36599"/>
                  <a:pt x="893215" y="38852"/>
                  <a:pt x="889287" y="43358"/>
                </a:cubicBezTo>
                <a:cubicBezTo>
                  <a:pt x="885359" y="47863"/>
                  <a:pt x="883395" y="54991"/>
                  <a:pt x="883395" y="64742"/>
                </a:cubicBezTo>
                <a:cubicBezTo>
                  <a:pt x="883395" y="74631"/>
                  <a:pt x="885290" y="81817"/>
                  <a:pt x="889079" y="86299"/>
                </a:cubicBezTo>
                <a:cubicBezTo>
                  <a:pt x="892868" y="90782"/>
                  <a:pt x="897813" y="93023"/>
                  <a:pt x="903913" y="93023"/>
                </a:cubicBezTo>
                <a:cubicBezTo>
                  <a:pt x="908811" y="93023"/>
                  <a:pt x="912901" y="91515"/>
                  <a:pt x="916182" y="88500"/>
                </a:cubicBezTo>
                <a:cubicBezTo>
                  <a:pt x="919463" y="85485"/>
                  <a:pt x="921542" y="80846"/>
                  <a:pt x="922421" y="74585"/>
                </a:cubicBezTo>
                <a:close/>
                <a:moveTo>
                  <a:pt x="972606" y="90458"/>
                </a:moveTo>
                <a:lnTo>
                  <a:pt x="974408" y="101480"/>
                </a:lnTo>
                <a:cubicBezTo>
                  <a:pt x="970896" y="102219"/>
                  <a:pt x="967753" y="102589"/>
                  <a:pt x="964981" y="102589"/>
                </a:cubicBezTo>
                <a:cubicBezTo>
                  <a:pt x="960452" y="102589"/>
                  <a:pt x="956940" y="101872"/>
                  <a:pt x="954445" y="100440"/>
                </a:cubicBezTo>
                <a:cubicBezTo>
                  <a:pt x="951949" y="99007"/>
                  <a:pt x="950193" y="97124"/>
                  <a:pt x="949177" y="94791"/>
                </a:cubicBezTo>
                <a:cubicBezTo>
                  <a:pt x="948160" y="92457"/>
                  <a:pt x="947652" y="87547"/>
                  <a:pt x="947652" y="80061"/>
                </a:cubicBezTo>
                <a:lnTo>
                  <a:pt x="947652" y="37708"/>
                </a:lnTo>
                <a:lnTo>
                  <a:pt x="938502" y="37708"/>
                </a:lnTo>
                <a:lnTo>
                  <a:pt x="938502" y="28004"/>
                </a:lnTo>
                <a:lnTo>
                  <a:pt x="947652" y="28004"/>
                </a:lnTo>
                <a:lnTo>
                  <a:pt x="947652" y="9774"/>
                </a:lnTo>
                <a:lnTo>
                  <a:pt x="960059" y="2287"/>
                </a:lnTo>
                <a:lnTo>
                  <a:pt x="960059" y="28004"/>
                </a:lnTo>
                <a:lnTo>
                  <a:pt x="972606" y="28004"/>
                </a:lnTo>
                <a:lnTo>
                  <a:pt x="972606" y="37708"/>
                </a:lnTo>
                <a:lnTo>
                  <a:pt x="960059" y="37708"/>
                </a:lnTo>
                <a:lnTo>
                  <a:pt x="960059" y="80754"/>
                </a:lnTo>
                <a:cubicBezTo>
                  <a:pt x="960059" y="84312"/>
                  <a:pt x="960279" y="86600"/>
                  <a:pt x="960718" y="87616"/>
                </a:cubicBezTo>
                <a:cubicBezTo>
                  <a:pt x="961157" y="88633"/>
                  <a:pt x="961873" y="89442"/>
                  <a:pt x="962867" y="90042"/>
                </a:cubicBezTo>
                <a:cubicBezTo>
                  <a:pt x="963860" y="90643"/>
                  <a:pt x="965281" y="90944"/>
                  <a:pt x="967130" y="90944"/>
                </a:cubicBezTo>
                <a:cubicBezTo>
                  <a:pt x="968516" y="90944"/>
                  <a:pt x="970341" y="90782"/>
                  <a:pt x="972606" y="90458"/>
                </a:cubicBezTo>
                <a:close/>
                <a:moveTo>
                  <a:pt x="1033042" y="101618"/>
                </a:moveTo>
                <a:lnTo>
                  <a:pt x="1033042" y="90738"/>
                </a:lnTo>
                <a:cubicBezTo>
                  <a:pt x="1027312" y="99100"/>
                  <a:pt x="1019525" y="103282"/>
                  <a:pt x="1009683" y="103282"/>
                </a:cubicBezTo>
                <a:cubicBezTo>
                  <a:pt x="1005339" y="103282"/>
                  <a:pt x="1001284" y="102450"/>
                  <a:pt x="997517" y="100786"/>
                </a:cubicBezTo>
                <a:cubicBezTo>
                  <a:pt x="993751" y="99123"/>
                  <a:pt x="990955" y="97032"/>
                  <a:pt x="989130" y="94513"/>
                </a:cubicBezTo>
                <a:cubicBezTo>
                  <a:pt x="987305" y="91995"/>
                  <a:pt x="986022" y="88910"/>
                  <a:pt x="985283" y="85260"/>
                </a:cubicBezTo>
                <a:cubicBezTo>
                  <a:pt x="984775" y="82810"/>
                  <a:pt x="984521" y="78929"/>
                  <a:pt x="984521" y="73614"/>
                </a:cubicBezTo>
                <a:lnTo>
                  <a:pt x="984521" y="28004"/>
                </a:lnTo>
                <a:lnTo>
                  <a:pt x="996998" y="28004"/>
                </a:lnTo>
                <a:lnTo>
                  <a:pt x="996998" y="68788"/>
                </a:lnTo>
                <a:cubicBezTo>
                  <a:pt x="996998" y="75297"/>
                  <a:pt x="997252" y="79682"/>
                  <a:pt x="997760" y="81943"/>
                </a:cubicBezTo>
                <a:cubicBezTo>
                  <a:pt x="998546" y="85221"/>
                  <a:pt x="1000209" y="87795"/>
                  <a:pt x="1002751" y="89665"/>
                </a:cubicBezTo>
                <a:cubicBezTo>
                  <a:pt x="1005292" y="91534"/>
                  <a:pt x="1008435" y="92468"/>
                  <a:pt x="1012178" y="92468"/>
                </a:cubicBezTo>
                <a:cubicBezTo>
                  <a:pt x="1015921" y="92468"/>
                  <a:pt x="1019433" y="91511"/>
                  <a:pt x="1022714" y="89596"/>
                </a:cubicBezTo>
                <a:cubicBezTo>
                  <a:pt x="1025995" y="87680"/>
                  <a:pt x="1028317" y="85072"/>
                  <a:pt x="1029680" y="81772"/>
                </a:cubicBezTo>
                <a:cubicBezTo>
                  <a:pt x="1031044" y="78471"/>
                  <a:pt x="1031725" y="73681"/>
                  <a:pt x="1031725" y="67404"/>
                </a:cubicBezTo>
                <a:lnTo>
                  <a:pt x="1031725" y="28004"/>
                </a:lnTo>
                <a:lnTo>
                  <a:pt x="1044202" y="28004"/>
                </a:lnTo>
                <a:lnTo>
                  <a:pt x="1044202" y="101618"/>
                </a:lnTo>
                <a:lnTo>
                  <a:pt x="1033042" y="101618"/>
                </a:lnTo>
                <a:close/>
                <a:moveTo>
                  <a:pt x="1063526" y="101618"/>
                </a:moveTo>
                <a:lnTo>
                  <a:pt x="1063526" y="28004"/>
                </a:lnTo>
                <a:lnTo>
                  <a:pt x="1074755" y="28004"/>
                </a:lnTo>
                <a:lnTo>
                  <a:pt x="1074755" y="39164"/>
                </a:lnTo>
                <a:cubicBezTo>
                  <a:pt x="1077620" y="33942"/>
                  <a:pt x="1080266" y="30499"/>
                  <a:pt x="1082692" y="28836"/>
                </a:cubicBezTo>
                <a:cubicBezTo>
                  <a:pt x="1085118" y="27172"/>
                  <a:pt x="1087787" y="26340"/>
                  <a:pt x="1090698" y="26340"/>
                </a:cubicBezTo>
                <a:cubicBezTo>
                  <a:pt x="1094903" y="26340"/>
                  <a:pt x="1099178" y="27680"/>
                  <a:pt x="1103522" y="30361"/>
                </a:cubicBezTo>
                <a:lnTo>
                  <a:pt x="1099224" y="41928"/>
                </a:lnTo>
                <a:cubicBezTo>
                  <a:pt x="1096174" y="40131"/>
                  <a:pt x="1093124" y="39233"/>
                  <a:pt x="1090074" y="39233"/>
                </a:cubicBezTo>
                <a:cubicBezTo>
                  <a:pt x="1087348" y="39233"/>
                  <a:pt x="1084899" y="40053"/>
                  <a:pt x="1082727" y="41694"/>
                </a:cubicBezTo>
                <a:cubicBezTo>
                  <a:pt x="1080555" y="43334"/>
                  <a:pt x="1079007" y="45610"/>
                  <a:pt x="1078083" y="48522"/>
                </a:cubicBezTo>
                <a:cubicBezTo>
                  <a:pt x="1076696" y="52958"/>
                  <a:pt x="1076003" y="57810"/>
                  <a:pt x="1076003" y="63078"/>
                </a:cubicBezTo>
                <a:lnTo>
                  <a:pt x="1076003" y="101618"/>
                </a:lnTo>
                <a:lnTo>
                  <a:pt x="1063526" y="101618"/>
                </a:lnTo>
                <a:close/>
                <a:moveTo>
                  <a:pt x="1161378" y="77773"/>
                </a:moveTo>
                <a:lnTo>
                  <a:pt x="1174271" y="79437"/>
                </a:lnTo>
                <a:cubicBezTo>
                  <a:pt x="1172238" y="86991"/>
                  <a:pt x="1168472" y="92854"/>
                  <a:pt x="1162973" y="97026"/>
                </a:cubicBezTo>
                <a:cubicBezTo>
                  <a:pt x="1157473" y="101197"/>
                  <a:pt x="1150449" y="103282"/>
                  <a:pt x="1141900" y="103282"/>
                </a:cubicBezTo>
                <a:cubicBezTo>
                  <a:pt x="1131133" y="103282"/>
                  <a:pt x="1122596" y="99966"/>
                  <a:pt x="1116288" y="93335"/>
                </a:cubicBezTo>
                <a:cubicBezTo>
                  <a:pt x="1109980" y="86704"/>
                  <a:pt x="1106826" y="77404"/>
                  <a:pt x="1106826" y="65435"/>
                </a:cubicBezTo>
                <a:cubicBezTo>
                  <a:pt x="1106826" y="53050"/>
                  <a:pt x="1110015" y="43438"/>
                  <a:pt x="1116392" y="36599"/>
                </a:cubicBezTo>
                <a:cubicBezTo>
                  <a:pt x="1122769" y="29760"/>
                  <a:pt x="1131041" y="26340"/>
                  <a:pt x="1141207" y="26340"/>
                </a:cubicBezTo>
                <a:cubicBezTo>
                  <a:pt x="1151050" y="26340"/>
                  <a:pt x="1159091" y="29686"/>
                  <a:pt x="1165329" y="36376"/>
                </a:cubicBezTo>
                <a:cubicBezTo>
                  <a:pt x="1171568" y="43065"/>
                  <a:pt x="1174687" y="52476"/>
                  <a:pt x="1174687" y="64610"/>
                </a:cubicBezTo>
                <a:cubicBezTo>
                  <a:pt x="1174687" y="65348"/>
                  <a:pt x="1174664" y="66454"/>
                  <a:pt x="1174618" y="67930"/>
                </a:cubicBezTo>
                <a:lnTo>
                  <a:pt x="1119719" y="67930"/>
                </a:lnTo>
                <a:cubicBezTo>
                  <a:pt x="1120181" y="76040"/>
                  <a:pt x="1122468" y="82250"/>
                  <a:pt x="1126581" y="86559"/>
                </a:cubicBezTo>
                <a:cubicBezTo>
                  <a:pt x="1130694" y="90868"/>
                  <a:pt x="1135823" y="93023"/>
                  <a:pt x="1141970" y="93023"/>
                </a:cubicBezTo>
                <a:cubicBezTo>
                  <a:pt x="1146544" y="93023"/>
                  <a:pt x="1150449" y="91811"/>
                  <a:pt x="1153684" y="89386"/>
                </a:cubicBezTo>
                <a:cubicBezTo>
                  <a:pt x="1156919" y="86960"/>
                  <a:pt x="1159484" y="83089"/>
                  <a:pt x="1161378" y="77773"/>
                </a:cubicBezTo>
                <a:moveTo>
                  <a:pt x="1120412" y="57671"/>
                </a:moveTo>
                <a:lnTo>
                  <a:pt x="1161517" y="57671"/>
                </a:lnTo>
                <a:cubicBezTo>
                  <a:pt x="1160962" y="51499"/>
                  <a:pt x="1159391" y="46870"/>
                  <a:pt x="1156803" y="43784"/>
                </a:cubicBezTo>
                <a:cubicBezTo>
                  <a:pt x="1152829" y="38994"/>
                  <a:pt x="1147677" y="36599"/>
                  <a:pt x="1141346" y="36599"/>
                </a:cubicBezTo>
                <a:cubicBezTo>
                  <a:pt x="1135616" y="36599"/>
                  <a:pt x="1130798" y="38511"/>
                  <a:pt x="1126893" y="42335"/>
                </a:cubicBezTo>
                <a:cubicBezTo>
                  <a:pt x="1122988" y="46158"/>
                  <a:pt x="1120828" y="51270"/>
                  <a:pt x="1120412" y="576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28657-97D2-4537-8CEE-AF98E814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966" y="985967"/>
            <a:ext cx="227137" cy="234708"/>
          </a:xfrm>
          <a:custGeom xmlns:a="http://schemas.openxmlformats.org/drawingml/2006/main">
            <a:pathLst>
              <a:path w="227137" h="234708">
                <a:moveTo>
                  <a:pt x="0" y="58677"/>
                </a:moveTo>
                <a:lnTo>
                  <a:pt x="113568" y="58677"/>
                </a:lnTo>
                <a:lnTo>
                  <a:pt x="113568" y="0"/>
                </a:lnTo>
                <a:lnTo>
                  <a:pt x="227137" y="117354"/>
                </a:lnTo>
                <a:lnTo>
                  <a:pt x="113568" y="234708"/>
                </a:lnTo>
                <a:lnTo>
                  <a:pt x="113568" y="176031"/>
                </a:lnTo>
                <a:lnTo>
                  <a:pt x="0" y="176031"/>
                </a:lnTo>
                <a:lnTo>
                  <a:pt x="0" y="586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7A58B-613A-409A-AA92-7880BC84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93" y="971574"/>
            <a:ext cx="241309" cy="263881"/>
          </a:xfrm>
          <a:custGeom xmlns:a="http://schemas.openxmlformats.org/drawingml/2006/main">
            <a:pathLst>
              <a:path w="241309" h="263881">
                <a:moveTo>
                  <a:pt x="113584" y="0"/>
                </a:moveTo>
                <a:lnTo>
                  <a:pt x="113584" y="67368"/>
                </a:lnTo>
                <a:lnTo>
                  <a:pt x="0" y="67368"/>
                </a:lnTo>
                <a:lnTo>
                  <a:pt x="0" y="196521"/>
                </a:lnTo>
                <a:lnTo>
                  <a:pt x="113584" y="196521"/>
                </a:lnTo>
                <a:lnTo>
                  <a:pt x="113584" y="263881"/>
                </a:lnTo>
                <a:lnTo>
                  <a:pt x="241309" y="131944"/>
                </a:lnTo>
                <a:lnTo>
                  <a:pt x="113584" y="0"/>
                </a:lnTo>
                <a:close/>
                <a:moveTo>
                  <a:pt x="125414" y="29233"/>
                </a:moveTo>
                <a:lnTo>
                  <a:pt x="224840" y="131944"/>
                </a:lnTo>
                <a:lnTo>
                  <a:pt x="125414" y="234656"/>
                </a:lnTo>
                <a:lnTo>
                  <a:pt x="125414" y="184691"/>
                </a:lnTo>
                <a:lnTo>
                  <a:pt x="11830" y="184691"/>
                </a:lnTo>
                <a:lnTo>
                  <a:pt x="11830" y="79198"/>
                </a:lnTo>
                <a:lnTo>
                  <a:pt x="125414" y="79198"/>
                </a:lnTo>
                <a:lnTo>
                  <a:pt x="125414" y="29233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270243-8325-4F1B-B13F-1E4202FC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135" y="993539"/>
            <a:ext cx="227137" cy="234708"/>
          </a:xfrm>
          <a:custGeom xmlns:a="http://schemas.openxmlformats.org/drawingml/2006/main">
            <a:pathLst>
              <a:path w="227137" h="234708">
                <a:moveTo>
                  <a:pt x="0" y="58677"/>
                </a:moveTo>
                <a:lnTo>
                  <a:pt x="113568" y="58677"/>
                </a:lnTo>
                <a:lnTo>
                  <a:pt x="113568" y="0"/>
                </a:lnTo>
                <a:lnTo>
                  <a:pt x="227137" y="117354"/>
                </a:lnTo>
                <a:lnTo>
                  <a:pt x="113568" y="234708"/>
                </a:lnTo>
                <a:lnTo>
                  <a:pt x="113568" y="176031"/>
                </a:lnTo>
                <a:lnTo>
                  <a:pt x="0" y="176031"/>
                </a:lnTo>
                <a:lnTo>
                  <a:pt x="0" y="586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D5362-66FC-4EB8-9A36-5F265C6A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196" y="978672"/>
            <a:ext cx="241309" cy="263881"/>
          </a:xfrm>
          <a:custGeom xmlns:a="http://schemas.openxmlformats.org/drawingml/2006/main">
            <a:pathLst>
              <a:path w="241309" h="263881">
                <a:moveTo>
                  <a:pt x="113584" y="0"/>
                </a:moveTo>
                <a:lnTo>
                  <a:pt x="113584" y="67368"/>
                </a:lnTo>
                <a:lnTo>
                  <a:pt x="0" y="67368"/>
                </a:lnTo>
                <a:lnTo>
                  <a:pt x="0" y="196521"/>
                </a:lnTo>
                <a:lnTo>
                  <a:pt x="113584" y="196521"/>
                </a:lnTo>
                <a:lnTo>
                  <a:pt x="113584" y="263881"/>
                </a:lnTo>
                <a:lnTo>
                  <a:pt x="241309" y="131944"/>
                </a:lnTo>
                <a:lnTo>
                  <a:pt x="113584" y="0"/>
                </a:lnTo>
                <a:close/>
                <a:moveTo>
                  <a:pt x="125414" y="29233"/>
                </a:moveTo>
                <a:lnTo>
                  <a:pt x="224840" y="131944"/>
                </a:lnTo>
                <a:lnTo>
                  <a:pt x="125414" y="234656"/>
                </a:lnTo>
                <a:lnTo>
                  <a:pt x="125414" y="184691"/>
                </a:lnTo>
                <a:lnTo>
                  <a:pt x="11830" y="184691"/>
                </a:lnTo>
                <a:lnTo>
                  <a:pt x="11830" y="79198"/>
                </a:lnTo>
                <a:lnTo>
                  <a:pt x="125414" y="79198"/>
                </a:lnTo>
                <a:lnTo>
                  <a:pt x="125414" y="29233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242FE-F87F-4988-9C4D-6DEEEA11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822" y="993539"/>
            <a:ext cx="227137" cy="234708"/>
          </a:xfrm>
          <a:custGeom xmlns:a="http://schemas.openxmlformats.org/drawingml/2006/main">
            <a:pathLst>
              <a:path w="227137" h="234708">
                <a:moveTo>
                  <a:pt x="0" y="58677"/>
                </a:moveTo>
                <a:lnTo>
                  <a:pt x="113568" y="58677"/>
                </a:lnTo>
                <a:lnTo>
                  <a:pt x="113568" y="0"/>
                </a:lnTo>
                <a:lnTo>
                  <a:pt x="227137" y="117354"/>
                </a:lnTo>
                <a:lnTo>
                  <a:pt x="113568" y="234708"/>
                </a:lnTo>
                <a:lnTo>
                  <a:pt x="113568" y="176031"/>
                </a:lnTo>
                <a:lnTo>
                  <a:pt x="0" y="176031"/>
                </a:lnTo>
                <a:lnTo>
                  <a:pt x="0" y="5867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7D127-09AA-457B-A610-4CA4CB1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970" y="978672"/>
            <a:ext cx="241309" cy="263881"/>
          </a:xfrm>
          <a:custGeom xmlns:a="http://schemas.openxmlformats.org/drawingml/2006/main">
            <a:pathLst>
              <a:path w="241309" h="263881">
                <a:moveTo>
                  <a:pt x="113576" y="0"/>
                </a:moveTo>
                <a:lnTo>
                  <a:pt x="113576" y="67368"/>
                </a:lnTo>
                <a:lnTo>
                  <a:pt x="0" y="67368"/>
                </a:lnTo>
                <a:lnTo>
                  <a:pt x="0" y="196521"/>
                </a:lnTo>
                <a:lnTo>
                  <a:pt x="113576" y="196521"/>
                </a:lnTo>
                <a:lnTo>
                  <a:pt x="113576" y="263881"/>
                </a:lnTo>
                <a:lnTo>
                  <a:pt x="241309" y="131944"/>
                </a:lnTo>
                <a:lnTo>
                  <a:pt x="113576" y="0"/>
                </a:lnTo>
                <a:close/>
                <a:moveTo>
                  <a:pt x="125406" y="29225"/>
                </a:moveTo>
                <a:lnTo>
                  <a:pt x="224840" y="131944"/>
                </a:lnTo>
                <a:lnTo>
                  <a:pt x="125406" y="234664"/>
                </a:lnTo>
                <a:lnTo>
                  <a:pt x="125406" y="184691"/>
                </a:lnTo>
                <a:lnTo>
                  <a:pt x="11830" y="184691"/>
                </a:lnTo>
                <a:lnTo>
                  <a:pt x="11830" y="79198"/>
                </a:lnTo>
                <a:lnTo>
                  <a:pt x="125406" y="79198"/>
                </a:lnTo>
                <a:lnTo>
                  <a:pt x="125406" y="29225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7B403-A346-43AC-8AC5-7E68C97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07" y="438946"/>
            <a:ext cx="1378911" cy="1328751"/>
          </a:xfrm>
          <a:custGeom xmlns:a="http://schemas.openxmlformats.org/drawingml/2006/main">
            <a:pathLst>
              <a:path w="1378911" h="1328751">
                <a:moveTo>
                  <a:pt x="0" y="0"/>
                </a:moveTo>
                <a:lnTo>
                  <a:pt x="1378911" y="0"/>
                </a:lnTo>
                <a:lnTo>
                  <a:pt x="1378911" y="1328751"/>
                </a:lnTo>
                <a:lnTo>
                  <a:pt x="0" y="13287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39531-B5ED-41A1-80EF-4F7581DD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0" y="433346"/>
            <a:ext cx="1390820" cy="1340345"/>
          </a:xfrm>
          <a:custGeom xmlns:a="http://schemas.openxmlformats.org/drawingml/2006/main">
            <a:pathLst>
              <a:path w="1390820" h="1340345">
                <a:moveTo>
                  <a:pt x="108836" y="11830"/>
                </a:moveTo>
                <a:lnTo>
                  <a:pt x="203477" y="11830"/>
                </a:lnTo>
                <a:lnTo>
                  <a:pt x="203477" y="0"/>
                </a:lnTo>
                <a:lnTo>
                  <a:pt x="108836" y="0"/>
                </a:lnTo>
                <a:lnTo>
                  <a:pt x="108836" y="11830"/>
                </a:lnTo>
                <a:close/>
                <a:moveTo>
                  <a:pt x="11830" y="33124"/>
                </a:moveTo>
                <a:lnTo>
                  <a:pt x="11830" y="11830"/>
                </a:lnTo>
                <a:lnTo>
                  <a:pt x="73346" y="11830"/>
                </a:lnTo>
                <a:lnTo>
                  <a:pt x="73346" y="0"/>
                </a:lnTo>
                <a:lnTo>
                  <a:pt x="0" y="0"/>
                </a:lnTo>
                <a:lnTo>
                  <a:pt x="0" y="33124"/>
                </a:lnTo>
                <a:lnTo>
                  <a:pt x="11830" y="33124"/>
                </a:lnTo>
                <a:close/>
                <a:moveTo>
                  <a:pt x="11830" y="68614"/>
                </a:moveTo>
                <a:lnTo>
                  <a:pt x="0" y="68614"/>
                </a:lnTo>
                <a:lnTo>
                  <a:pt x="0" y="163255"/>
                </a:lnTo>
                <a:lnTo>
                  <a:pt x="11830" y="163255"/>
                </a:lnTo>
                <a:lnTo>
                  <a:pt x="11830" y="68614"/>
                </a:lnTo>
                <a:close/>
                <a:moveTo>
                  <a:pt x="11830" y="198745"/>
                </a:moveTo>
                <a:lnTo>
                  <a:pt x="0" y="198745"/>
                </a:lnTo>
                <a:lnTo>
                  <a:pt x="0" y="293385"/>
                </a:lnTo>
                <a:lnTo>
                  <a:pt x="11830" y="293385"/>
                </a:lnTo>
                <a:lnTo>
                  <a:pt x="11830" y="198745"/>
                </a:lnTo>
                <a:close/>
                <a:moveTo>
                  <a:pt x="11830" y="423516"/>
                </a:moveTo>
                <a:lnTo>
                  <a:pt x="11830" y="328875"/>
                </a:lnTo>
                <a:lnTo>
                  <a:pt x="0" y="328875"/>
                </a:lnTo>
                <a:lnTo>
                  <a:pt x="0" y="423516"/>
                </a:lnTo>
                <a:lnTo>
                  <a:pt x="11830" y="423516"/>
                </a:lnTo>
                <a:close/>
                <a:moveTo>
                  <a:pt x="11830" y="459006"/>
                </a:moveTo>
                <a:lnTo>
                  <a:pt x="0" y="459006"/>
                </a:lnTo>
                <a:lnTo>
                  <a:pt x="0" y="553646"/>
                </a:lnTo>
                <a:lnTo>
                  <a:pt x="11830" y="553646"/>
                </a:lnTo>
                <a:lnTo>
                  <a:pt x="11830" y="459006"/>
                </a:lnTo>
                <a:close/>
                <a:moveTo>
                  <a:pt x="11830" y="589136"/>
                </a:moveTo>
                <a:lnTo>
                  <a:pt x="0" y="589136"/>
                </a:lnTo>
                <a:lnTo>
                  <a:pt x="0" y="683777"/>
                </a:lnTo>
                <a:lnTo>
                  <a:pt x="11830" y="683777"/>
                </a:lnTo>
                <a:lnTo>
                  <a:pt x="11830" y="589136"/>
                </a:lnTo>
                <a:close/>
                <a:moveTo>
                  <a:pt x="11830" y="813907"/>
                </a:moveTo>
                <a:lnTo>
                  <a:pt x="11830" y="719267"/>
                </a:lnTo>
                <a:lnTo>
                  <a:pt x="0" y="719267"/>
                </a:lnTo>
                <a:lnTo>
                  <a:pt x="0" y="813907"/>
                </a:lnTo>
                <a:lnTo>
                  <a:pt x="11830" y="813907"/>
                </a:lnTo>
                <a:close/>
                <a:moveTo>
                  <a:pt x="11830" y="849398"/>
                </a:moveTo>
                <a:lnTo>
                  <a:pt x="0" y="849398"/>
                </a:lnTo>
                <a:lnTo>
                  <a:pt x="0" y="944038"/>
                </a:lnTo>
                <a:lnTo>
                  <a:pt x="11830" y="944038"/>
                </a:lnTo>
                <a:lnTo>
                  <a:pt x="11830" y="849398"/>
                </a:lnTo>
                <a:close/>
                <a:moveTo>
                  <a:pt x="11830" y="979528"/>
                </a:moveTo>
                <a:lnTo>
                  <a:pt x="0" y="979528"/>
                </a:lnTo>
                <a:lnTo>
                  <a:pt x="0" y="1074169"/>
                </a:lnTo>
                <a:lnTo>
                  <a:pt x="11830" y="1074169"/>
                </a:lnTo>
                <a:lnTo>
                  <a:pt x="11830" y="979528"/>
                </a:lnTo>
                <a:close/>
                <a:moveTo>
                  <a:pt x="11830" y="1204299"/>
                </a:moveTo>
                <a:lnTo>
                  <a:pt x="11830" y="1109659"/>
                </a:lnTo>
                <a:lnTo>
                  <a:pt x="0" y="1109659"/>
                </a:lnTo>
                <a:lnTo>
                  <a:pt x="0" y="1204299"/>
                </a:lnTo>
                <a:lnTo>
                  <a:pt x="11830" y="1204299"/>
                </a:lnTo>
                <a:close/>
                <a:moveTo>
                  <a:pt x="85571" y="1340345"/>
                </a:moveTo>
                <a:lnTo>
                  <a:pt x="85571" y="1328515"/>
                </a:lnTo>
                <a:lnTo>
                  <a:pt x="11830" y="1328515"/>
                </a:lnTo>
                <a:lnTo>
                  <a:pt x="11830" y="1239789"/>
                </a:lnTo>
                <a:lnTo>
                  <a:pt x="0" y="1239789"/>
                </a:lnTo>
                <a:lnTo>
                  <a:pt x="0" y="1334430"/>
                </a:lnTo>
                <a:lnTo>
                  <a:pt x="5915" y="1334430"/>
                </a:lnTo>
                <a:lnTo>
                  <a:pt x="5915" y="1340345"/>
                </a:lnTo>
                <a:lnTo>
                  <a:pt x="85571" y="1340345"/>
                </a:lnTo>
                <a:close/>
                <a:moveTo>
                  <a:pt x="121061" y="1328515"/>
                </a:moveTo>
                <a:lnTo>
                  <a:pt x="121061" y="1340345"/>
                </a:lnTo>
                <a:lnTo>
                  <a:pt x="215701" y="1340345"/>
                </a:lnTo>
                <a:lnTo>
                  <a:pt x="215701" y="1328515"/>
                </a:lnTo>
                <a:lnTo>
                  <a:pt x="121061" y="1328515"/>
                </a:lnTo>
                <a:close/>
                <a:moveTo>
                  <a:pt x="333607" y="11830"/>
                </a:moveTo>
                <a:lnTo>
                  <a:pt x="333607" y="0"/>
                </a:lnTo>
                <a:lnTo>
                  <a:pt x="238967" y="0"/>
                </a:lnTo>
                <a:lnTo>
                  <a:pt x="238967" y="11830"/>
                </a:lnTo>
                <a:lnTo>
                  <a:pt x="333607" y="11830"/>
                </a:lnTo>
                <a:close/>
                <a:moveTo>
                  <a:pt x="369098" y="11830"/>
                </a:moveTo>
                <a:lnTo>
                  <a:pt x="463738" y="11830"/>
                </a:lnTo>
                <a:lnTo>
                  <a:pt x="463738" y="0"/>
                </a:lnTo>
                <a:lnTo>
                  <a:pt x="369098" y="0"/>
                </a:lnTo>
                <a:lnTo>
                  <a:pt x="369098" y="11830"/>
                </a:lnTo>
                <a:close/>
                <a:moveTo>
                  <a:pt x="593869" y="11830"/>
                </a:moveTo>
                <a:lnTo>
                  <a:pt x="593869" y="0"/>
                </a:lnTo>
                <a:lnTo>
                  <a:pt x="499228" y="0"/>
                </a:lnTo>
                <a:lnTo>
                  <a:pt x="499228" y="11830"/>
                </a:lnTo>
                <a:lnTo>
                  <a:pt x="593869" y="11830"/>
                </a:lnTo>
                <a:close/>
                <a:moveTo>
                  <a:pt x="723999" y="11830"/>
                </a:moveTo>
                <a:lnTo>
                  <a:pt x="723999" y="0"/>
                </a:lnTo>
                <a:lnTo>
                  <a:pt x="629359" y="0"/>
                </a:lnTo>
                <a:lnTo>
                  <a:pt x="629359" y="11830"/>
                </a:lnTo>
                <a:lnTo>
                  <a:pt x="723999" y="11830"/>
                </a:lnTo>
                <a:close/>
                <a:moveTo>
                  <a:pt x="759489" y="11830"/>
                </a:moveTo>
                <a:lnTo>
                  <a:pt x="854130" y="11830"/>
                </a:lnTo>
                <a:lnTo>
                  <a:pt x="854130" y="0"/>
                </a:lnTo>
                <a:lnTo>
                  <a:pt x="759489" y="0"/>
                </a:lnTo>
                <a:lnTo>
                  <a:pt x="759489" y="11830"/>
                </a:lnTo>
                <a:close/>
                <a:moveTo>
                  <a:pt x="984260" y="11830"/>
                </a:moveTo>
                <a:lnTo>
                  <a:pt x="984260" y="0"/>
                </a:lnTo>
                <a:lnTo>
                  <a:pt x="889620" y="0"/>
                </a:lnTo>
                <a:lnTo>
                  <a:pt x="889620" y="11830"/>
                </a:lnTo>
                <a:lnTo>
                  <a:pt x="984260" y="11830"/>
                </a:lnTo>
                <a:close/>
                <a:moveTo>
                  <a:pt x="1114391" y="11830"/>
                </a:moveTo>
                <a:lnTo>
                  <a:pt x="1114391" y="0"/>
                </a:lnTo>
                <a:lnTo>
                  <a:pt x="1019750" y="0"/>
                </a:lnTo>
                <a:lnTo>
                  <a:pt x="1019750" y="11830"/>
                </a:lnTo>
                <a:lnTo>
                  <a:pt x="1114391" y="11830"/>
                </a:lnTo>
                <a:close/>
                <a:moveTo>
                  <a:pt x="1149881" y="11830"/>
                </a:moveTo>
                <a:lnTo>
                  <a:pt x="1244521" y="11830"/>
                </a:lnTo>
                <a:lnTo>
                  <a:pt x="1244521" y="0"/>
                </a:lnTo>
                <a:lnTo>
                  <a:pt x="1149881" y="0"/>
                </a:lnTo>
                <a:lnTo>
                  <a:pt x="1149881" y="11830"/>
                </a:lnTo>
                <a:close/>
                <a:moveTo>
                  <a:pt x="345832" y="1328515"/>
                </a:moveTo>
                <a:lnTo>
                  <a:pt x="251191" y="1328515"/>
                </a:lnTo>
                <a:lnTo>
                  <a:pt x="251191" y="1340345"/>
                </a:lnTo>
                <a:lnTo>
                  <a:pt x="345832" y="1340345"/>
                </a:lnTo>
                <a:lnTo>
                  <a:pt x="345832" y="1328515"/>
                </a:lnTo>
                <a:close/>
                <a:moveTo>
                  <a:pt x="475962" y="1328515"/>
                </a:moveTo>
                <a:lnTo>
                  <a:pt x="381322" y="1328515"/>
                </a:lnTo>
                <a:lnTo>
                  <a:pt x="381322" y="1340345"/>
                </a:lnTo>
                <a:lnTo>
                  <a:pt x="475962" y="1340345"/>
                </a:lnTo>
                <a:lnTo>
                  <a:pt x="475962" y="1328515"/>
                </a:lnTo>
                <a:close/>
                <a:moveTo>
                  <a:pt x="511452" y="1328515"/>
                </a:moveTo>
                <a:lnTo>
                  <a:pt x="511452" y="1340345"/>
                </a:lnTo>
                <a:lnTo>
                  <a:pt x="606093" y="1340345"/>
                </a:lnTo>
                <a:lnTo>
                  <a:pt x="606093" y="1328515"/>
                </a:lnTo>
                <a:lnTo>
                  <a:pt x="511452" y="1328515"/>
                </a:lnTo>
                <a:close/>
                <a:moveTo>
                  <a:pt x="641583" y="1328515"/>
                </a:moveTo>
                <a:lnTo>
                  <a:pt x="641583" y="1340345"/>
                </a:lnTo>
                <a:lnTo>
                  <a:pt x="736223" y="1340345"/>
                </a:lnTo>
                <a:lnTo>
                  <a:pt x="736223" y="1328515"/>
                </a:lnTo>
                <a:lnTo>
                  <a:pt x="641583" y="1328515"/>
                </a:lnTo>
                <a:close/>
                <a:moveTo>
                  <a:pt x="866354" y="1328515"/>
                </a:moveTo>
                <a:lnTo>
                  <a:pt x="771714" y="1328515"/>
                </a:lnTo>
                <a:lnTo>
                  <a:pt x="771714" y="1340345"/>
                </a:lnTo>
                <a:lnTo>
                  <a:pt x="866354" y="1340345"/>
                </a:lnTo>
                <a:lnTo>
                  <a:pt x="866354" y="1328515"/>
                </a:lnTo>
                <a:close/>
                <a:moveTo>
                  <a:pt x="901844" y="1328515"/>
                </a:moveTo>
                <a:lnTo>
                  <a:pt x="901844" y="1340345"/>
                </a:lnTo>
                <a:lnTo>
                  <a:pt x="996485" y="1340345"/>
                </a:lnTo>
                <a:lnTo>
                  <a:pt x="996485" y="1328515"/>
                </a:lnTo>
                <a:lnTo>
                  <a:pt x="901844" y="1328515"/>
                </a:lnTo>
                <a:close/>
                <a:moveTo>
                  <a:pt x="1031975" y="1328515"/>
                </a:moveTo>
                <a:lnTo>
                  <a:pt x="1031975" y="1340345"/>
                </a:lnTo>
                <a:lnTo>
                  <a:pt x="1126615" y="1340345"/>
                </a:lnTo>
                <a:lnTo>
                  <a:pt x="1126615" y="1328515"/>
                </a:lnTo>
                <a:lnTo>
                  <a:pt x="1031975" y="1328515"/>
                </a:lnTo>
                <a:close/>
                <a:moveTo>
                  <a:pt x="1256746" y="1328515"/>
                </a:moveTo>
                <a:lnTo>
                  <a:pt x="1162105" y="1328515"/>
                </a:lnTo>
                <a:lnTo>
                  <a:pt x="1162105" y="1340345"/>
                </a:lnTo>
                <a:lnTo>
                  <a:pt x="1256746" y="1340345"/>
                </a:lnTo>
                <a:lnTo>
                  <a:pt x="1256746" y="1328515"/>
                </a:lnTo>
                <a:close/>
                <a:moveTo>
                  <a:pt x="1374652" y="11830"/>
                </a:moveTo>
                <a:lnTo>
                  <a:pt x="1374652" y="0"/>
                </a:lnTo>
                <a:lnTo>
                  <a:pt x="1280011" y="0"/>
                </a:lnTo>
                <a:lnTo>
                  <a:pt x="1280011" y="11830"/>
                </a:lnTo>
                <a:lnTo>
                  <a:pt x="1374652" y="11830"/>
                </a:lnTo>
                <a:close/>
                <a:moveTo>
                  <a:pt x="1378989" y="125793"/>
                </a:moveTo>
                <a:lnTo>
                  <a:pt x="1390820" y="125793"/>
                </a:lnTo>
                <a:lnTo>
                  <a:pt x="1390820" y="31152"/>
                </a:lnTo>
                <a:lnTo>
                  <a:pt x="1378989" y="31152"/>
                </a:lnTo>
                <a:lnTo>
                  <a:pt x="1378989" y="125793"/>
                </a:lnTo>
                <a:close/>
                <a:moveTo>
                  <a:pt x="1378989" y="161283"/>
                </a:moveTo>
                <a:lnTo>
                  <a:pt x="1378989" y="255923"/>
                </a:lnTo>
                <a:lnTo>
                  <a:pt x="1390820" y="255923"/>
                </a:lnTo>
                <a:lnTo>
                  <a:pt x="1390820" y="161283"/>
                </a:lnTo>
                <a:lnTo>
                  <a:pt x="1378989" y="161283"/>
                </a:lnTo>
                <a:close/>
                <a:moveTo>
                  <a:pt x="1378989" y="386054"/>
                </a:moveTo>
                <a:lnTo>
                  <a:pt x="1390820" y="386054"/>
                </a:lnTo>
                <a:lnTo>
                  <a:pt x="1390820" y="291414"/>
                </a:lnTo>
                <a:lnTo>
                  <a:pt x="1378989" y="291414"/>
                </a:lnTo>
                <a:lnTo>
                  <a:pt x="1378989" y="386054"/>
                </a:lnTo>
                <a:close/>
                <a:moveTo>
                  <a:pt x="1378989" y="516185"/>
                </a:moveTo>
                <a:lnTo>
                  <a:pt x="1390820" y="516185"/>
                </a:lnTo>
                <a:lnTo>
                  <a:pt x="1390820" y="421544"/>
                </a:lnTo>
                <a:lnTo>
                  <a:pt x="1378989" y="421544"/>
                </a:lnTo>
                <a:lnTo>
                  <a:pt x="1378989" y="516185"/>
                </a:lnTo>
                <a:close/>
                <a:moveTo>
                  <a:pt x="1378989" y="551675"/>
                </a:moveTo>
                <a:lnTo>
                  <a:pt x="1378989" y="646315"/>
                </a:lnTo>
                <a:lnTo>
                  <a:pt x="1390820" y="646315"/>
                </a:lnTo>
                <a:lnTo>
                  <a:pt x="1390820" y="551675"/>
                </a:lnTo>
                <a:lnTo>
                  <a:pt x="1378989" y="551675"/>
                </a:lnTo>
                <a:close/>
                <a:moveTo>
                  <a:pt x="1378989" y="776446"/>
                </a:moveTo>
                <a:lnTo>
                  <a:pt x="1390820" y="776446"/>
                </a:lnTo>
                <a:lnTo>
                  <a:pt x="1390820" y="681805"/>
                </a:lnTo>
                <a:lnTo>
                  <a:pt x="1378989" y="681805"/>
                </a:lnTo>
                <a:lnTo>
                  <a:pt x="1378989" y="776446"/>
                </a:lnTo>
                <a:close/>
                <a:moveTo>
                  <a:pt x="1378989" y="906576"/>
                </a:moveTo>
                <a:lnTo>
                  <a:pt x="1390820" y="906576"/>
                </a:lnTo>
                <a:lnTo>
                  <a:pt x="1390820" y="811936"/>
                </a:lnTo>
                <a:lnTo>
                  <a:pt x="1378989" y="811936"/>
                </a:lnTo>
                <a:lnTo>
                  <a:pt x="1378989" y="906576"/>
                </a:lnTo>
                <a:close/>
                <a:moveTo>
                  <a:pt x="1378989" y="942066"/>
                </a:moveTo>
                <a:lnTo>
                  <a:pt x="1378989" y="1036707"/>
                </a:lnTo>
                <a:lnTo>
                  <a:pt x="1390820" y="1036707"/>
                </a:lnTo>
                <a:lnTo>
                  <a:pt x="1390820" y="942066"/>
                </a:lnTo>
                <a:lnTo>
                  <a:pt x="1378989" y="942066"/>
                </a:lnTo>
                <a:close/>
                <a:moveTo>
                  <a:pt x="1378989" y="1166837"/>
                </a:moveTo>
                <a:lnTo>
                  <a:pt x="1390820" y="1166837"/>
                </a:lnTo>
                <a:lnTo>
                  <a:pt x="1390820" y="1072197"/>
                </a:lnTo>
                <a:lnTo>
                  <a:pt x="1378989" y="1072197"/>
                </a:lnTo>
                <a:lnTo>
                  <a:pt x="1378989" y="1166837"/>
                </a:lnTo>
                <a:close/>
                <a:moveTo>
                  <a:pt x="1378989" y="1296968"/>
                </a:moveTo>
                <a:lnTo>
                  <a:pt x="1390820" y="1296968"/>
                </a:lnTo>
                <a:lnTo>
                  <a:pt x="1390820" y="1202327"/>
                </a:lnTo>
                <a:lnTo>
                  <a:pt x="1378989" y="1202327"/>
                </a:lnTo>
                <a:lnTo>
                  <a:pt x="1378989" y="1296968"/>
                </a:lnTo>
                <a:close/>
                <a:moveTo>
                  <a:pt x="1390820" y="1340345"/>
                </a:moveTo>
                <a:lnTo>
                  <a:pt x="1390820" y="1332458"/>
                </a:lnTo>
                <a:lnTo>
                  <a:pt x="1380961" y="1332458"/>
                </a:lnTo>
                <a:lnTo>
                  <a:pt x="1384905" y="1328515"/>
                </a:lnTo>
                <a:lnTo>
                  <a:pt x="1378989" y="1328515"/>
                </a:lnTo>
                <a:lnTo>
                  <a:pt x="1292236" y="1328515"/>
                </a:lnTo>
                <a:lnTo>
                  <a:pt x="1292236" y="1340345"/>
                </a:lnTo>
                <a:lnTo>
                  <a:pt x="1390820" y="1340345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Input:AS">
            <a:extLst xmlns:a="http://schemas.openxmlformats.org/drawingml/2006/main">
              <a:ext uri="{FF2B5EF4-FFF2-40B4-BE49-F238E27FC236}">
                <a16:creationId xmlns:a16="http://schemas.microsoft.com/office/drawing/2014/main" id="{890A9E6A-8651-4AD6-BAEE-63E0809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80" y="549334"/>
            <a:ext cx="523124" cy="118668"/>
          </a:xfrm>
          <a:custGeom xmlns:a="http://schemas.openxmlformats.org/drawingml/2006/main">
            <a:pathLst>
              <a:path w="523124" h="118668">
                <a:moveTo>
                  <a:pt x="0" y="93853"/>
                </a:moveTo>
                <a:lnTo>
                  <a:pt x="0" y="3808"/>
                </a:lnTo>
                <a:lnTo>
                  <a:pt x="18181" y="3808"/>
                </a:lnTo>
                <a:lnTo>
                  <a:pt x="18181" y="93853"/>
                </a:lnTo>
                <a:lnTo>
                  <a:pt x="0" y="93853"/>
                </a:lnTo>
                <a:close/>
                <a:moveTo>
                  <a:pt x="94860" y="93853"/>
                </a:moveTo>
                <a:lnTo>
                  <a:pt x="77600" y="93853"/>
                </a:lnTo>
                <a:lnTo>
                  <a:pt x="77600" y="60601"/>
                </a:lnTo>
                <a:cubicBezTo>
                  <a:pt x="77600" y="53565"/>
                  <a:pt x="77232" y="49015"/>
                  <a:pt x="76494" y="46950"/>
                </a:cubicBezTo>
                <a:cubicBezTo>
                  <a:pt x="75757" y="44884"/>
                  <a:pt x="74560" y="43279"/>
                  <a:pt x="72901" y="42134"/>
                </a:cubicBezTo>
                <a:cubicBezTo>
                  <a:pt x="71243" y="40989"/>
                  <a:pt x="69247" y="40416"/>
                  <a:pt x="66913" y="40416"/>
                </a:cubicBezTo>
                <a:cubicBezTo>
                  <a:pt x="63923" y="40416"/>
                  <a:pt x="61241" y="41234"/>
                  <a:pt x="58866" y="42871"/>
                </a:cubicBezTo>
                <a:cubicBezTo>
                  <a:pt x="56491" y="44506"/>
                  <a:pt x="54864" y="46674"/>
                  <a:pt x="53983" y="49374"/>
                </a:cubicBezTo>
                <a:cubicBezTo>
                  <a:pt x="53103" y="52073"/>
                  <a:pt x="52663" y="57063"/>
                  <a:pt x="52663" y="64344"/>
                </a:cubicBezTo>
                <a:lnTo>
                  <a:pt x="52663" y="93853"/>
                </a:lnTo>
                <a:lnTo>
                  <a:pt x="35403" y="93853"/>
                </a:lnTo>
                <a:lnTo>
                  <a:pt x="35403" y="28623"/>
                </a:lnTo>
                <a:lnTo>
                  <a:pt x="51434" y="28623"/>
                </a:lnTo>
                <a:lnTo>
                  <a:pt x="51434" y="38205"/>
                </a:lnTo>
                <a:cubicBezTo>
                  <a:pt x="57126" y="30834"/>
                  <a:pt x="64292" y="27149"/>
                  <a:pt x="72932" y="27149"/>
                </a:cubicBezTo>
                <a:cubicBezTo>
                  <a:pt x="76740" y="27149"/>
                  <a:pt x="80221" y="27835"/>
                  <a:pt x="83374" y="29206"/>
                </a:cubicBezTo>
                <a:cubicBezTo>
                  <a:pt x="86527" y="30578"/>
                  <a:pt x="88912" y="32329"/>
                  <a:pt x="90529" y="34458"/>
                </a:cubicBezTo>
                <a:cubicBezTo>
                  <a:pt x="92147" y="36587"/>
                  <a:pt x="93273" y="39003"/>
                  <a:pt x="93908" y="41706"/>
                </a:cubicBezTo>
                <a:cubicBezTo>
                  <a:pt x="94542" y="44408"/>
                  <a:pt x="94860" y="48278"/>
                  <a:pt x="94860" y="53315"/>
                </a:cubicBezTo>
                <a:lnTo>
                  <a:pt x="94860" y="93853"/>
                </a:lnTo>
                <a:close/>
                <a:moveTo>
                  <a:pt x="111930" y="28623"/>
                </a:moveTo>
                <a:lnTo>
                  <a:pt x="128022" y="28623"/>
                </a:lnTo>
                <a:lnTo>
                  <a:pt x="128022" y="38205"/>
                </a:lnTo>
                <a:cubicBezTo>
                  <a:pt x="130111" y="34929"/>
                  <a:pt x="132936" y="32267"/>
                  <a:pt x="136499" y="30220"/>
                </a:cubicBezTo>
                <a:cubicBezTo>
                  <a:pt x="140061" y="28172"/>
                  <a:pt x="144013" y="27149"/>
                  <a:pt x="148353" y="27149"/>
                </a:cubicBezTo>
                <a:cubicBezTo>
                  <a:pt x="155929" y="27149"/>
                  <a:pt x="162357" y="30117"/>
                  <a:pt x="167640" y="36055"/>
                </a:cubicBezTo>
                <a:cubicBezTo>
                  <a:pt x="172922" y="41992"/>
                  <a:pt x="175563" y="50264"/>
                  <a:pt x="175563" y="60869"/>
                </a:cubicBezTo>
                <a:cubicBezTo>
                  <a:pt x="175563" y="71762"/>
                  <a:pt x="172902" y="80228"/>
                  <a:pt x="167578" y="86268"/>
                </a:cubicBezTo>
                <a:cubicBezTo>
                  <a:pt x="162255" y="92307"/>
                  <a:pt x="155806" y="95327"/>
                  <a:pt x="148230" y="95327"/>
                </a:cubicBezTo>
                <a:cubicBezTo>
                  <a:pt x="144627" y="95327"/>
                  <a:pt x="141361" y="94611"/>
                  <a:pt x="138433" y="93178"/>
                </a:cubicBezTo>
                <a:cubicBezTo>
                  <a:pt x="135506" y="91744"/>
                  <a:pt x="132424" y="89288"/>
                  <a:pt x="129189" y="85807"/>
                </a:cubicBezTo>
                <a:lnTo>
                  <a:pt x="129189" y="118668"/>
                </a:lnTo>
                <a:lnTo>
                  <a:pt x="111930" y="118668"/>
                </a:lnTo>
                <a:lnTo>
                  <a:pt x="111930" y="28623"/>
                </a:lnTo>
                <a:moveTo>
                  <a:pt x="129005" y="60104"/>
                </a:moveTo>
                <a:cubicBezTo>
                  <a:pt x="129005" y="67422"/>
                  <a:pt x="130459" y="72829"/>
                  <a:pt x="133366" y="76325"/>
                </a:cubicBezTo>
                <a:cubicBezTo>
                  <a:pt x="136273" y="79821"/>
                  <a:pt x="139815" y="81569"/>
                  <a:pt x="143992" y="81569"/>
                </a:cubicBezTo>
                <a:cubicBezTo>
                  <a:pt x="148005" y="81569"/>
                  <a:pt x="151342" y="79964"/>
                  <a:pt x="154004" y="76755"/>
                </a:cubicBezTo>
                <a:cubicBezTo>
                  <a:pt x="156666" y="73546"/>
                  <a:pt x="157996" y="68281"/>
                  <a:pt x="157996" y="60962"/>
                </a:cubicBezTo>
                <a:cubicBezTo>
                  <a:pt x="157996" y="54134"/>
                  <a:pt x="156625" y="49064"/>
                  <a:pt x="153881" y="45752"/>
                </a:cubicBezTo>
                <a:cubicBezTo>
                  <a:pt x="151138" y="42440"/>
                  <a:pt x="147739" y="40784"/>
                  <a:pt x="143685" y="40784"/>
                </a:cubicBezTo>
                <a:cubicBezTo>
                  <a:pt x="139467" y="40784"/>
                  <a:pt x="135966" y="42410"/>
                  <a:pt x="133182" y="45660"/>
                </a:cubicBezTo>
                <a:cubicBezTo>
                  <a:pt x="130397" y="48910"/>
                  <a:pt x="129005" y="53725"/>
                  <a:pt x="129005" y="60104"/>
                </a:cubicBezTo>
                <a:close/>
                <a:moveTo>
                  <a:pt x="232251" y="93853"/>
                </a:moveTo>
                <a:lnTo>
                  <a:pt x="232251" y="84087"/>
                </a:lnTo>
                <a:cubicBezTo>
                  <a:pt x="229876" y="87568"/>
                  <a:pt x="226753" y="90311"/>
                  <a:pt x="222884" y="92318"/>
                </a:cubicBezTo>
                <a:cubicBezTo>
                  <a:pt x="219014" y="94324"/>
                  <a:pt x="214929" y="95327"/>
                  <a:pt x="210630" y="95327"/>
                </a:cubicBezTo>
                <a:cubicBezTo>
                  <a:pt x="206248" y="95327"/>
                  <a:pt x="202317" y="94365"/>
                  <a:pt x="198837" y="92441"/>
                </a:cubicBezTo>
                <a:cubicBezTo>
                  <a:pt x="195356" y="90516"/>
                  <a:pt x="192838" y="87813"/>
                  <a:pt x="191282" y="84333"/>
                </a:cubicBezTo>
                <a:cubicBezTo>
                  <a:pt x="189726" y="80852"/>
                  <a:pt x="188948" y="76041"/>
                  <a:pt x="188948" y="69899"/>
                </a:cubicBezTo>
                <a:lnTo>
                  <a:pt x="188948" y="28623"/>
                </a:lnTo>
                <a:lnTo>
                  <a:pt x="206207" y="28623"/>
                </a:lnTo>
                <a:lnTo>
                  <a:pt x="206207" y="58528"/>
                </a:lnTo>
                <a:cubicBezTo>
                  <a:pt x="206207" y="67680"/>
                  <a:pt x="206525" y="73287"/>
                  <a:pt x="207160" y="75350"/>
                </a:cubicBezTo>
                <a:cubicBezTo>
                  <a:pt x="207794" y="77413"/>
                  <a:pt x="208951" y="79047"/>
                  <a:pt x="210630" y="80252"/>
                </a:cubicBezTo>
                <a:cubicBezTo>
                  <a:pt x="212309" y="81457"/>
                  <a:pt x="214438" y="82060"/>
                  <a:pt x="217018" y="82060"/>
                </a:cubicBezTo>
                <a:cubicBezTo>
                  <a:pt x="219966" y="82060"/>
                  <a:pt x="222607" y="81253"/>
                  <a:pt x="224941" y="79640"/>
                </a:cubicBezTo>
                <a:cubicBezTo>
                  <a:pt x="227275" y="78026"/>
                  <a:pt x="228872" y="76024"/>
                  <a:pt x="229732" y="73634"/>
                </a:cubicBezTo>
                <a:cubicBezTo>
                  <a:pt x="230592" y="71243"/>
                  <a:pt x="231022" y="65391"/>
                  <a:pt x="231022" y="56077"/>
                </a:cubicBezTo>
                <a:lnTo>
                  <a:pt x="231022" y="28623"/>
                </a:lnTo>
                <a:lnTo>
                  <a:pt x="248282" y="28623"/>
                </a:lnTo>
                <a:lnTo>
                  <a:pt x="248282" y="93853"/>
                </a:lnTo>
                <a:lnTo>
                  <a:pt x="232251" y="93853"/>
                </a:lnTo>
                <a:close/>
                <a:moveTo>
                  <a:pt x="296124" y="28623"/>
                </a:moveTo>
                <a:lnTo>
                  <a:pt x="296124" y="42381"/>
                </a:lnTo>
                <a:lnTo>
                  <a:pt x="284331" y="42381"/>
                </a:lnTo>
                <a:lnTo>
                  <a:pt x="284331" y="68628"/>
                </a:lnTo>
                <a:cubicBezTo>
                  <a:pt x="284331" y="73943"/>
                  <a:pt x="284444" y="77041"/>
                  <a:pt x="284669" y="77920"/>
                </a:cubicBezTo>
                <a:cubicBezTo>
                  <a:pt x="284894" y="78798"/>
                  <a:pt x="285406" y="79523"/>
                  <a:pt x="286205" y="80097"/>
                </a:cubicBezTo>
                <a:cubicBezTo>
                  <a:pt x="287003" y="80669"/>
                  <a:pt x="287976" y="80955"/>
                  <a:pt x="289122" y="80955"/>
                </a:cubicBezTo>
                <a:cubicBezTo>
                  <a:pt x="290719" y="80955"/>
                  <a:pt x="293033" y="80402"/>
                  <a:pt x="296063" y="79296"/>
                </a:cubicBezTo>
                <a:lnTo>
                  <a:pt x="297537" y="92736"/>
                </a:lnTo>
                <a:cubicBezTo>
                  <a:pt x="293524" y="94464"/>
                  <a:pt x="288979" y="95327"/>
                  <a:pt x="283901" y="95327"/>
                </a:cubicBezTo>
                <a:cubicBezTo>
                  <a:pt x="280789" y="95327"/>
                  <a:pt x="277984" y="94805"/>
                  <a:pt x="275486" y="93761"/>
                </a:cubicBezTo>
                <a:cubicBezTo>
                  <a:pt x="272989" y="92717"/>
                  <a:pt x="271156" y="91366"/>
                  <a:pt x="269989" y="89707"/>
                </a:cubicBezTo>
                <a:cubicBezTo>
                  <a:pt x="268822" y="88049"/>
                  <a:pt x="268013" y="85807"/>
                  <a:pt x="267563" y="82982"/>
                </a:cubicBezTo>
                <a:cubicBezTo>
                  <a:pt x="267194" y="80975"/>
                  <a:pt x="267010" y="76921"/>
                  <a:pt x="267010" y="70820"/>
                </a:cubicBezTo>
                <a:lnTo>
                  <a:pt x="267010" y="42381"/>
                </a:lnTo>
                <a:lnTo>
                  <a:pt x="259087" y="42381"/>
                </a:lnTo>
                <a:lnTo>
                  <a:pt x="259087" y="28623"/>
                </a:lnTo>
                <a:lnTo>
                  <a:pt x="267010" y="28623"/>
                </a:lnTo>
                <a:lnTo>
                  <a:pt x="267010" y="15601"/>
                </a:lnTo>
                <a:lnTo>
                  <a:pt x="284331" y="5405"/>
                </a:lnTo>
                <a:lnTo>
                  <a:pt x="284331" y="28623"/>
                </a:lnTo>
                <a:lnTo>
                  <a:pt x="296124" y="28623"/>
                </a:lnTo>
                <a:close/>
                <a:moveTo>
                  <a:pt x="311722" y="45944"/>
                </a:moveTo>
                <a:lnTo>
                  <a:pt x="311722" y="28623"/>
                </a:lnTo>
                <a:lnTo>
                  <a:pt x="328982" y="28623"/>
                </a:lnTo>
                <a:lnTo>
                  <a:pt x="328982" y="45944"/>
                </a:lnTo>
                <a:lnTo>
                  <a:pt x="311722" y="45944"/>
                </a:lnTo>
                <a:moveTo>
                  <a:pt x="311722" y="93853"/>
                </a:moveTo>
                <a:lnTo>
                  <a:pt x="311722" y="76532"/>
                </a:lnTo>
                <a:lnTo>
                  <a:pt x="328982" y="76532"/>
                </a:lnTo>
                <a:lnTo>
                  <a:pt x="328982" y="93853"/>
                </a:lnTo>
                <a:lnTo>
                  <a:pt x="311722" y="93853"/>
                </a:lnTo>
                <a:close/>
                <a:moveTo>
                  <a:pt x="377169" y="93853"/>
                </a:moveTo>
                <a:lnTo>
                  <a:pt x="388868" y="93853"/>
                </a:lnTo>
                <a:lnTo>
                  <a:pt x="397799" y="65693"/>
                </a:lnTo>
                <a:lnTo>
                  <a:pt x="431510" y="65693"/>
                </a:lnTo>
                <a:lnTo>
                  <a:pt x="440317" y="93853"/>
                </a:lnTo>
                <a:lnTo>
                  <a:pt x="452644" y="93853"/>
                </a:lnTo>
                <a:lnTo>
                  <a:pt x="421322" y="1597"/>
                </a:lnTo>
                <a:lnTo>
                  <a:pt x="408366" y="1597"/>
                </a:lnTo>
                <a:lnTo>
                  <a:pt x="377169" y="93853"/>
                </a:lnTo>
                <a:moveTo>
                  <a:pt x="400692" y="56509"/>
                </a:moveTo>
                <a:lnTo>
                  <a:pt x="405220" y="42274"/>
                </a:lnTo>
                <a:cubicBezTo>
                  <a:pt x="408491" y="31819"/>
                  <a:pt x="411510" y="21866"/>
                  <a:pt x="414402" y="11033"/>
                </a:cubicBezTo>
                <a:lnTo>
                  <a:pt x="414905" y="11033"/>
                </a:lnTo>
                <a:cubicBezTo>
                  <a:pt x="417925" y="21740"/>
                  <a:pt x="420819" y="31819"/>
                  <a:pt x="424215" y="42274"/>
                </a:cubicBezTo>
                <a:lnTo>
                  <a:pt x="428618" y="56509"/>
                </a:lnTo>
                <a:lnTo>
                  <a:pt x="400692" y="56509"/>
                </a:lnTo>
                <a:close/>
                <a:moveTo>
                  <a:pt x="491801" y="95450"/>
                </a:moveTo>
                <a:cubicBezTo>
                  <a:pt x="511049" y="95450"/>
                  <a:pt x="523124" y="83878"/>
                  <a:pt x="523124" y="69292"/>
                </a:cubicBezTo>
                <a:cubicBezTo>
                  <a:pt x="523124" y="55585"/>
                  <a:pt x="514823" y="49297"/>
                  <a:pt x="504129" y="44644"/>
                </a:cubicBezTo>
                <a:lnTo>
                  <a:pt x="491046" y="38986"/>
                </a:lnTo>
                <a:cubicBezTo>
                  <a:pt x="483877" y="35969"/>
                  <a:pt x="475700" y="32573"/>
                  <a:pt x="475700" y="23519"/>
                </a:cubicBezTo>
                <a:cubicBezTo>
                  <a:pt x="475700" y="15346"/>
                  <a:pt x="482493" y="10190"/>
                  <a:pt x="492933" y="10190"/>
                </a:cubicBezTo>
                <a:cubicBezTo>
                  <a:pt x="501488" y="10190"/>
                  <a:pt x="508281" y="13459"/>
                  <a:pt x="513942" y="18741"/>
                </a:cubicBezTo>
                <a:lnTo>
                  <a:pt x="519980" y="11323"/>
                </a:lnTo>
                <a:cubicBezTo>
                  <a:pt x="513563" y="4655"/>
                  <a:pt x="503878" y="0"/>
                  <a:pt x="492933" y="0"/>
                </a:cubicBezTo>
                <a:cubicBezTo>
                  <a:pt x="476203" y="0"/>
                  <a:pt x="463875" y="10190"/>
                  <a:pt x="463875" y="24400"/>
                </a:cubicBezTo>
                <a:cubicBezTo>
                  <a:pt x="463875" y="37855"/>
                  <a:pt x="474065" y="44393"/>
                  <a:pt x="482618" y="48040"/>
                </a:cubicBezTo>
                <a:lnTo>
                  <a:pt x="495828" y="53825"/>
                </a:lnTo>
                <a:cubicBezTo>
                  <a:pt x="504632" y="57724"/>
                  <a:pt x="511300" y="60741"/>
                  <a:pt x="511300" y="70298"/>
                </a:cubicBezTo>
                <a:cubicBezTo>
                  <a:pt x="511300" y="79225"/>
                  <a:pt x="504129" y="85262"/>
                  <a:pt x="491927" y="85262"/>
                </a:cubicBezTo>
                <a:cubicBezTo>
                  <a:pt x="482367" y="85262"/>
                  <a:pt x="473059" y="80736"/>
                  <a:pt x="466518" y="73818"/>
                </a:cubicBezTo>
                <a:lnTo>
                  <a:pt x="459598" y="81866"/>
                </a:lnTo>
                <a:cubicBezTo>
                  <a:pt x="467524" y="90168"/>
                  <a:pt x="478720" y="95450"/>
                  <a:pt x="491801" y="954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relationships">
            <a:extLst xmlns:a="http://schemas.openxmlformats.org/drawingml/2006/main">
              <a:ext uri="{FF2B5EF4-FFF2-40B4-BE49-F238E27FC236}">
                <a16:creationId xmlns:a16="http://schemas.microsoft.com/office/drawing/2014/main" id="{06055042-AA50-4A87-B6CC-EB1DF23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13" y="694444"/>
            <a:ext cx="752447" cy="128914"/>
          </a:xfrm>
          <a:custGeom xmlns:a="http://schemas.openxmlformats.org/drawingml/2006/main">
            <a:pathLst>
              <a:path w="752447" h="128914">
                <a:moveTo>
                  <a:pt x="0" y="100168"/>
                </a:moveTo>
                <a:lnTo>
                  <a:pt x="11572" y="100168"/>
                </a:lnTo>
                <a:lnTo>
                  <a:pt x="11572" y="56301"/>
                </a:lnTo>
                <a:cubicBezTo>
                  <a:pt x="16100" y="44737"/>
                  <a:pt x="23020" y="40462"/>
                  <a:pt x="28680" y="40462"/>
                </a:cubicBezTo>
                <a:cubicBezTo>
                  <a:pt x="31573" y="40462"/>
                  <a:pt x="33084" y="40840"/>
                  <a:pt x="35347" y="41594"/>
                </a:cubicBezTo>
                <a:lnTo>
                  <a:pt x="37487" y="31621"/>
                </a:lnTo>
                <a:cubicBezTo>
                  <a:pt x="35347" y="30525"/>
                  <a:pt x="33208" y="30147"/>
                  <a:pt x="30189" y="30147"/>
                </a:cubicBezTo>
                <a:cubicBezTo>
                  <a:pt x="22642" y="30147"/>
                  <a:pt x="15597" y="35683"/>
                  <a:pt x="10818" y="44360"/>
                </a:cubicBezTo>
                <a:lnTo>
                  <a:pt x="10567" y="44360"/>
                </a:lnTo>
                <a:lnTo>
                  <a:pt x="9434" y="31867"/>
                </a:lnTo>
                <a:lnTo>
                  <a:pt x="0" y="31867"/>
                </a:lnTo>
                <a:lnTo>
                  <a:pt x="0" y="100168"/>
                </a:lnTo>
                <a:close/>
                <a:moveTo>
                  <a:pt x="76572" y="101765"/>
                </a:moveTo>
                <a:cubicBezTo>
                  <a:pt x="85755" y="101765"/>
                  <a:pt x="93051" y="98748"/>
                  <a:pt x="98962" y="94848"/>
                </a:cubicBezTo>
                <a:lnTo>
                  <a:pt x="94937" y="87183"/>
                </a:lnTo>
                <a:cubicBezTo>
                  <a:pt x="89780" y="90573"/>
                  <a:pt x="84497" y="92583"/>
                  <a:pt x="77829" y="92583"/>
                </a:cubicBezTo>
                <a:cubicBezTo>
                  <a:pt x="64873" y="92583"/>
                  <a:pt x="55942" y="83289"/>
                  <a:pt x="55188" y="68720"/>
                </a:cubicBezTo>
                <a:lnTo>
                  <a:pt x="101227" y="68720"/>
                </a:lnTo>
                <a:cubicBezTo>
                  <a:pt x="101479" y="66960"/>
                  <a:pt x="101730" y="64695"/>
                  <a:pt x="101730" y="62180"/>
                </a:cubicBezTo>
                <a:cubicBezTo>
                  <a:pt x="101730" y="42719"/>
                  <a:pt x="91918" y="30147"/>
                  <a:pt x="74434" y="30147"/>
                </a:cubicBezTo>
                <a:cubicBezTo>
                  <a:pt x="58834" y="30147"/>
                  <a:pt x="43865" y="43850"/>
                  <a:pt x="43865" y="66079"/>
                </a:cubicBezTo>
                <a:cubicBezTo>
                  <a:pt x="43865" y="88565"/>
                  <a:pt x="58332" y="101765"/>
                  <a:pt x="76572" y="101765"/>
                </a:cubicBezTo>
                <a:moveTo>
                  <a:pt x="55061" y="60545"/>
                </a:moveTo>
                <a:cubicBezTo>
                  <a:pt x="56445" y="46988"/>
                  <a:pt x="64998" y="39331"/>
                  <a:pt x="74685" y="39331"/>
                </a:cubicBezTo>
                <a:cubicBezTo>
                  <a:pt x="85377" y="39331"/>
                  <a:pt x="91667" y="46737"/>
                  <a:pt x="91667" y="60545"/>
                </a:cubicBezTo>
                <a:lnTo>
                  <a:pt x="55061" y="60545"/>
                </a:lnTo>
                <a:close/>
                <a:moveTo>
                  <a:pt x="130770" y="101765"/>
                </a:moveTo>
                <a:cubicBezTo>
                  <a:pt x="133916" y="101765"/>
                  <a:pt x="135803" y="101262"/>
                  <a:pt x="137438" y="100759"/>
                </a:cubicBezTo>
                <a:lnTo>
                  <a:pt x="135803" y="91955"/>
                </a:lnTo>
                <a:cubicBezTo>
                  <a:pt x="134544" y="92206"/>
                  <a:pt x="134041" y="92206"/>
                  <a:pt x="133413" y="92206"/>
                </a:cubicBezTo>
                <a:cubicBezTo>
                  <a:pt x="131651" y="92206"/>
                  <a:pt x="130267" y="90822"/>
                  <a:pt x="130267" y="87300"/>
                </a:cubicBezTo>
                <a:lnTo>
                  <a:pt x="130267" y="0"/>
                </a:lnTo>
                <a:lnTo>
                  <a:pt x="118695" y="0"/>
                </a:lnTo>
                <a:lnTo>
                  <a:pt x="118695" y="86546"/>
                </a:lnTo>
                <a:cubicBezTo>
                  <a:pt x="118695" y="96231"/>
                  <a:pt x="122217" y="101765"/>
                  <a:pt x="130770" y="101765"/>
                </a:cubicBezTo>
                <a:close/>
                <a:moveTo>
                  <a:pt x="170303" y="101765"/>
                </a:moveTo>
                <a:cubicBezTo>
                  <a:pt x="178732" y="101765"/>
                  <a:pt x="186404" y="97364"/>
                  <a:pt x="192945" y="91955"/>
                </a:cubicBezTo>
                <a:lnTo>
                  <a:pt x="193323" y="91955"/>
                </a:lnTo>
                <a:lnTo>
                  <a:pt x="194329" y="100168"/>
                </a:lnTo>
                <a:lnTo>
                  <a:pt x="203763" y="100168"/>
                </a:lnTo>
                <a:lnTo>
                  <a:pt x="203763" y="58186"/>
                </a:lnTo>
                <a:cubicBezTo>
                  <a:pt x="203763" y="41216"/>
                  <a:pt x="196846" y="30147"/>
                  <a:pt x="180116" y="30147"/>
                </a:cubicBezTo>
                <a:cubicBezTo>
                  <a:pt x="169044" y="30147"/>
                  <a:pt x="159485" y="35053"/>
                  <a:pt x="153320" y="39080"/>
                </a:cubicBezTo>
                <a:lnTo>
                  <a:pt x="157723" y="46998"/>
                </a:lnTo>
                <a:cubicBezTo>
                  <a:pt x="163132" y="43353"/>
                  <a:pt x="170303" y="39708"/>
                  <a:pt x="178229" y="39708"/>
                </a:cubicBezTo>
                <a:cubicBezTo>
                  <a:pt x="189423" y="39708"/>
                  <a:pt x="192318" y="48130"/>
                  <a:pt x="192318" y="56929"/>
                </a:cubicBezTo>
                <a:cubicBezTo>
                  <a:pt x="163259" y="60198"/>
                  <a:pt x="150428" y="67613"/>
                  <a:pt x="150428" y="82446"/>
                </a:cubicBezTo>
                <a:cubicBezTo>
                  <a:pt x="150428" y="94721"/>
                  <a:pt x="158856" y="101765"/>
                  <a:pt x="170303" y="101765"/>
                </a:cubicBezTo>
                <a:moveTo>
                  <a:pt x="173574" y="92458"/>
                </a:moveTo>
                <a:cubicBezTo>
                  <a:pt x="166781" y="92458"/>
                  <a:pt x="161497" y="89442"/>
                  <a:pt x="161497" y="81657"/>
                </a:cubicBezTo>
                <a:cubicBezTo>
                  <a:pt x="161497" y="72864"/>
                  <a:pt x="169298" y="67213"/>
                  <a:pt x="192318" y="64576"/>
                </a:cubicBezTo>
                <a:lnTo>
                  <a:pt x="192318" y="83540"/>
                </a:lnTo>
                <a:cubicBezTo>
                  <a:pt x="185649" y="89442"/>
                  <a:pt x="180116" y="92458"/>
                  <a:pt x="173574" y="92458"/>
                </a:cubicBezTo>
                <a:close/>
                <a:moveTo>
                  <a:pt x="246944" y="101765"/>
                </a:moveTo>
                <a:cubicBezTo>
                  <a:pt x="251221" y="101765"/>
                  <a:pt x="255749" y="100508"/>
                  <a:pt x="259649" y="99251"/>
                </a:cubicBezTo>
                <a:lnTo>
                  <a:pt x="257384" y="90573"/>
                </a:lnTo>
                <a:cubicBezTo>
                  <a:pt x="255121" y="91577"/>
                  <a:pt x="252102" y="92458"/>
                  <a:pt x="249585" y="92458"/>
                </a:cubicBezTo>
                <a:cubicBezTo>
                  <a:pt x="241660" y="92458"/>
                  <a:pt x="239019" y="87680"/>
                  <a:pt x="239019" y="79386"/>
                </a:cubicBezTo>
                <a:lnTo>
                  <a:pt x="239019" y="41176"/>
                </a:lnTo>
                <a:lnTo>
                  <a:pt x="257637" y="41176"/>
                </a:lnTo>
                <a:lnTo>
                  <a:pt x="257637" y="31867"/>
                </a:lnTo>
                <a:lnTo>
                  <a:pt x="239019" y="31867"/>
                </a:lnTo>
                <a:lnTo>
                  <a:pt x="239019" y="12620"/>
                </a:lnTo>
                <a:lnTo>
                  <a:pt x="229458" y="12620"/>
                </a:lnTo>
                <a:lnTo>
                  <a:pt x="228201" y="31867"/>
                </a:lnTo>
                <a:lnTo>
                  <a:pt x="217383" y="32496"/>
                </a:lnTo>
                <a:lnTo>
                  <a:pt x="217383" y="41176"/>
                </a:lnTo>
                <a:lnTo>
                  <a:pt x="227571" y="41176"/>
                </a:lnTo>
                <a:lnTo>
                  <a:pt x="227571" y="79008"/>
                </a:lnTo>
                <a:cubicBezTo>
                  <a:pt x="227571" y="92709"/>
                  <a:pt x="232477" y="101765"/>
                  <a:pt x="246944" y="101765"/>
                </a:cubicBezTo>
                <a:close/>
                <a:moveTo>
                  <a:pt x="273274" y="100168"/>
                </a:moveTo>
                <a:lnTo>
                  <a:pt x="284846" y="100168"/>
                </a:lnTo>
                <a:lnTo>
                  <a:pt x="284846" y="31867"/>
                </a:lnTo>
                <a:lnTo>
                  <a:pt x="273274" y="31867"/>
                </a:lnTo>
                <a:lnTo>
                  <a:pt x="273274" y="100168"/>
                </a:lnTo>
                <a:moveTo>
                  <a:pt x="279059" y="17740"/>
                </a:moveTo>
                <a:cubicBezTo>
                  <a:pt x="283589" y="17740"/>
                  <a:pt x="286733" y="14722"/>
                  <a:pt x="286733" y="10068"/>
                </a:cubicBezTo>
                <a:cubicBezTo>
                  <a:pt x="286733" y="5664"/>
                  <a:pt x="283589" y="2645"/>
                  <a:pt x="279059" y="2645"/>
                </a:cubicBezTo>
                <a:cubicBezTo>
                  <a:pt x="274531" y="2645"/>
                  <a:pt x="271512" y="5664"/>
                  <a:pt x="271512" y="10068"/>
                </a:cubicBezTo>
                <a:cubicBezTo>
                  <a:pt x="271512" y="14722"/>
                  <a:pt x="274531" y="17740"/>
                  <a:pt x="279059" y="17740"/>
                </a:cubicBezTo>
                <a:close/>
                <a:moveTo>
                  <a:pt x="334518" y="101765"/>
                </a:moveTo>
                <a:cubicBezTo>
                  <a:pt x="351248" y="101765"/>
                  <a:pt x="366093" y="88690"/>
                  <a:pt x="366093" y="66083"/>
                </a:cubicBezTo>
                <a:cubicBezTo>
                  <a:pt x="366093" y="43351"/>
                  <a:pt x="351248" y="30147"/>
                  <a:pt x="334518" y="30147"/>
                </a:cubicBezTo>
                <a:cubicBezTo>
                  <a:pt x="317788" y="30147"/>
                  <a:pt x="302943" y="43351"/>
                  <a:pt x="302943" y="66083"/>
                </a:cubicBezTo>
                <a:cubicBezTo>
                  <a:pt x="302943" y="88690"/>
                  <a:pt x="317788" y="101765"/>
                  <a:pt x="334518" y="101765"/>
                </a:cubicBezTo>
                <a:moveTo>
                  <a:pt x="334518" y="92206"/>
                </a:moveTo>
                <a:cubicBezTo>
                  <a:pt x="322694" y="92206"/>
                  <a:pt x="314768" y="81782"/>
                  <a:pt x="314768" y="66083"/>
                </a:cubicBezTo>
                <a:cubicBezTo>
                  <a:pt x="314768" y="50384"/>
                  <a:pt x="322694" y="39834"/>
                  <a:pt x="334518" y="39834"/>
                </a:cubicBezTo>
                <a:cubicBezTo>
                  <a:pt x="346341" y="39834"/>
                  <a:pt x="354394" y="50384"/>
                  <a:pt x="354394" y="66083"/>
                </a:cubicBezTo>
                <a:cubicBezTo>
                  <a:pt x="354394" y="81782"/>
                  <a:pt x="346341" y="92206"/>
                  <a:pt x="334518" y="92206"/>
                </a:cubicBezTo>
                <a:close/>
                <a:moveTo>
                  <a:pt x="384477" y="100168"/>
                </a:moveTo>
                <a:lnTo>
                  <a:pt x="396049" y="100168"/>
                </a:lnTo>
                <a:lnTo>
                  <a:pt x="396049" y="50645"/>
                </a:lnTo>
                <a:cubicBezTo>
                  <a:pt x="402842" y="43731"/>
                  <a:pt x="407621" y="40210"/>
                  <a:pt x="414666" y="40210"/>
                </a:cubicBezTo>
                <a:cubicBezTo>
                  <a:pt x="423723" y="40210"/>
                  <a:pt x="427624" y="45616"/>
                  <a:pt x="427624" y="58438"/>
                </a:cubicBezTo>
                <a:lnTo>
                  <a:pt x="427624" y="100168"/>
                </a:lnTo>
                <a:lnTo>
                  <a:pt x="439071" y="100168"/>
                </a:lnTo>
                <a:lnTo>
                  <a:pt x="439071" y="56929"/>
                </a:lnTo>
                <a:cubicBezTo>
                  <a:pt x="439071" y="39583"/>
                  <a:pt x="432530" y="30147"/>
                  <a:pt x="418190" y="30147"/>
                </a:cubicBezTo>
                <a:cubicBezTo>
                  <a:pt x="408880" y="30147"/>
                  <a:pt x="401709" y="35304"/>
                  <a:pt x="395295" y="41846"/>
                </a:cubicBezTo>
                <a:lnTo>
                  <a:pt x="395043" y="41846"/>
                </a:lnTo>
                <a:lnTo>
                  <a:pt x="393911" y="31867"/>
                </a:lnTo>
                <a:lnTo>
                  <a:pt x="384477" y="31867"/>
                </a:lnTo>
                <a:lnTo>
                  <a:pt x="384477" y="100168"/>
                </a:lnTo>
                <a:close/>
                <a:moveTo>
                  <a:pt x="479234" y="101765"/>
                </a:moveTo>
                <a:cubicBezTo>
                  <a:pt x="495336" y="101765"/>
                  <a:pt x="504016" y="92585"/>
                  <a:pt x="504016" y="81530"/>
                </a:cubicBezTo>
                <a:cubicBezTo>
                  <a:pt x="504016" y="68595"/>
                  <a:pt x="493196" y="64576"/>
                  <a:pt x="483259" y="60808"/>
                </a:cubicBezTo>
                <a:cubicBezTo>
                  <a:pt x="475585" y="57919"/>
                  <a:pt x="468541" y="55407"/>
                  <a:pt x="468541" y="49002"/>
                </a:cubicBezTo>
                <a:cubicBezTo>
                  <a:pt x="468541" y="43600"/>
                  <a:pt x="472568" y="39080"/>
                  <a:pt x="481248" y="39080"/>
                </a:cubicBezTo>
                <a:cubicBezTo>
                  <a:pt x="487284" y="39080"/>
                  <a:pt x="492066" y="41717"/>
                  <a:pt x="496718" y="45107"/>
                </a:cubicBezTo>
                <a:lnTo>
                  <a:pt x="502254" y="37947"/>
                </a:lnTo>
                <a:cubicBezTo>
                  <a:pt x="497096" y="33671"/>
                  <a:pt x="489549" y="30147"/>
                  <a:pt x="481121" y="30147"/>
                </a:cubicBezTo>
                <a:cubicBezTo>
                  <a:pt x="466151" y="30147"/>
                  <a:pt x="457598" y="38702"/>
                  <a:pt x="457598" y="49504"/>
                </a:cubicBezTo>
                <a:cubicBezTo>
                  <a:pt x="457598" y="61184"/>
                  <a:pt x="467913" y="65707"/>
                  <a:pt x="477472" y="69223"/>
                </a:cubicBezTo>
                <a:cubicBezTo>
                  <a:pt x="485021" y="71985"/>
                  <a:pt x="493071" y="75252"/>
                  <a:pt x="493071" y="82158"/>
                </a:cubicBezTo>
                <a:cubicBezTo>
                  <a:pt x="493071" y="88062"/>
                  <a:pt x="488668" y="92834"/>
                  <a:pt x="479612" y="92834"/>
                </a:cubicBezTo>
                <a:cubicBezTo>
                  <a:pt x="471435" y="92834"/>
                  <a:pt x="465397" y="89569"/>
                  <a:pt x="459358" y="84671"/>
                </a:cubicBezTo>
                <a:lnTo>
                  <a:pt x="453824" y="92333"/>
                </a:lnTo>
                <a:cubicBezTo>
                  <a:pt x="460239" y="97740"/>
                  <a:pt x="469549" y="101765"/>
                  <a:pt x="479234" y="101765"/>
                </a:cubicBezTo>
                <a:close/>
                <a:moveTo>
                  <a:pt x="520522" y="100168"/>
                </a:moveTo>
                <a:lnTo>
                  <a:pt x="532094" y="100168"/>
                </a:lnTo>
                <a:lnTo>
                  <a:pt x="532094" y="50645"/>
                </a:lnTo>
                <a:cubicBezTo>
                  <a:pt x="538887" y="43731"/>
                  <a:pt x="543667" y="40210"/>
                  <a:pt x="550711" y="40210"/>
                </a:cubicBezTo>
                <a:cubicBezTo>
                  <a:pt x="559769" y="40210"/>
                  <a:pt x="563669" y="45616"/>
                  <a:pt x="563669" y="58438"/>
                </a:cubicBezTo>
                <a:lnTo>
                  <a:pt x="563669" y="100168"/>
                </a:lnTo>
                <a:lnTo>
                  <a:pt x="575117" y="100168"/>
                </a:lnTo>
                <a:lnTo>
                  <a:pt x="575117" y="56929"/>
                </a:lnTo>
                <a:cubicBezTo>
                  <a:pt x="575117" y="39583"/>
                  <a:pt x="568575" y="30147"/>
                  <a:pt x="554235" y="30147"/>
                </a:cubicBezTo>
                <a:cubicBezTo>
                  <a:pt x="544926" y="30147"/>
                  <a:pt x="537881" y="35304"/>
                  <a:pt x="531591" y="41594"/>
                </a:cubicBezTo>
                <a:lnTo>
                  <a:pt x="532094" y="27506"/>
                </a:lnTo>
                <a:lnTo>
                  <a:pt x="532094" y="83"/>
                </a:lnTo>
                <a:lnTo>
                  <a:pt x="520522" y="83"/>
                </a:lnTo>
                <a:lnTo>
                  <a:pt x="520522" y="100168"/>
                </a:lnTo>
                <a:close/>
                <a:moveTo>
                  <a:pt x="597023" y="100168"/>
                </a:moveTo>
                <a:lnTo>
                  <a:pt x="608595" y="100168"/>
                </a:lnTo>
                <a:lnTo>
                  <a:pt x="608595" y="31867"/>
                </a:lnTo>
                <a:lnTo>
                  <a:pt x="597023" y="31867"/>
                </a:lnTo>
                <a:lnTo>
                  <a:pt x="597023" y="100168"/>
                </a:lnTo>
                <a:moveTo>
                  <a:pt x="602808" y="17740"/>
                </a:moveTo>
                <a:cubicBezTo>
                  <a:pt x="607338" y="17740"/>
                  <a:pt x="610482" y="14722"/>
                  <a:pt x="610482" y="10068"/>
                </a:cubicBezTo>
                <a:cubicBezTo>
                  <a:pt x="610482" y="5664"/>
                  <a:pt x="607338" y="2645"/>
                  <a:pt x="602808" y="2645"/>
                </a:cubicBezTo>
                <a:cubicBezTo>
                  <a:pt x="598280" y="2645"/>
                  <a:pt x="595261" y="5664"/>
                  <a:pt x="595261" y="10068"/>
                </a:cubicBezTo>
                <a:cubicBezTo>
                  <a:pt x="595261" y="14722"/>
                  <a:pt x="598280" y="17740"/>
                  <a:pt x="602808" y="17740"/>
                </a:cubicBezTo>
                <a:close/>
                <a:moveTo>
                  <a:pt x="631724" y="128914"/>
                </a:moveTo>
                <a:lnTo>
                  <a:pt x="643297" y="128914"/>
                </a:lnTo>
                <a:lnTo>
                  <a:pt x="643297" y="105788"/>
                </a:lnTo>
                <a:lnTo>
                  <a:pt x="642921" y="93842"/>
                </a:lnTo>
                <a:cubicBezTo>
                  <a:pt x="649084" y="98999"/>
                  <a:pt x="655625" y="101765"/>
                  <a:pt x="661789" y="101765"/>
                </a:cubicBezTo>
                <a:cubicBezTo>
                  <a:pt x="677386" y="101765"/>
                  <a:pt x="691475" y="88312"/>
                  <a:pt x="691475" y="64952"/>
                </a:cubicBezTo>
                <a:cubicBezTo>
                  <a:pt x="691475" y="43852"/>
                  <a:pt x="681916" y="30147"/>
                  <a:pt x="664305" y="30147"/>
                </a:cubicBezTo>
                <a:cubicBezTo>
                  <a:pt x="656380" y="30147"/>
                  <a:pt x="648706" y="34677"/>
                  <a:pt x="642543" y="39834"/>
                </a:cubicBezTo>
                <a:lnTo>
                  <a:pt x="642291" y="39834"/>
                </a:lnTo>
                <a:lnTo>
                  <a:pt x="641159" y="31867"/>
                </a:lnTo>
                <a:lnTo>
                  <a:pt x="631724" y="31867"/>
                </a:lnTo>
                <a:lnTo>
                  <a:pt x="631724" y="128914"/>
                </a:lnTo>
                <a:moveTo>
                  <a:pt x="659902" y="92080"/>
                </a:moveTo>
                <a:cubicBezTo>
                  <a:pt x="655374" y="92080"/>
                  <a:pt x="649335" y="90320"/>
                  <a:pt x="643297" y="85041"/>
                </a:cubicBezTo>
                <a:lnTo>
                  <a:pt x="643297" y="49128"/>
                </a:lnTo>
                <a:cubicBezTo>
                  <a:pt x="649838" y="43099"/>
                  <a:pt x="655750" y="39834"/>
                  <a:pt x="661411" y="39834"/>
                </a:cubicBezTo>
                <a:cubicBezTo>
                  <a:pt x="674494" y="39834"/>
                  <a:pt x="679526" y="49881"/>
                  <a:pt x="679526" y="65077"/>
                </a:cubicBezTo>
                <a:cubicBezTo>
                  <a:pt x="679526" y="81899"/>
                  <a:pt x="671223" y="92080"/>
                  <a:pt x="659902" y="92080"/>
                </a:cubicBezTo>
                <a:close/>
                <a:moveTo>
                  <a:pt x="727665" y="101765"/>
                </a:moveTo>
                <a:cubicBezTo>
                  <a:pt x="743767" y="101765"/>
                  <a:pt x="752447" y="92585"/>
                  <a:pt x="752447" y="81530"/>
                </a:cubicBezTo>
                <a:cubicBezTo>
                  <a:pt x="752447" y="68595"/>
                  <a:pt x="741627" y="64576"/>
                  <a:pt x="731690" y="60808"/>
                </a:cubicBezTo>
                <a:cubicBezTo>
                  <a:pt x="724016" y="57919"/>
                  <a:pt x="716972" y="55407"/>
                  <a:pt x="716972" y="49002"/>
                </a:cubicBezTo>
                <a:cubicBezTo>
                  <a:pt x="716972" y="43600"/>
                  <a:pt x="720999" y="39080"/>
                  <a:pt x="729679" y="39080"/>
                </a:cubicBezTo>
                <a:cubicBezTo>
                  <a:pt x="735715" y="39080"/>
                  <a:pt x="740497" y="41717"/>
                  <a:pt x="745149" y="45107"/>
                </a:cubicBezTo>
                <a:lnTo>
                  <a:pt x="750685" y="37947"/>
                </a:lnTo>
                <a:cubicBezTo>
                  <a:pt x="745528" y="33671"/>
                  <a:pt x="737980" y="30147"/>
                  <a:pt x="729552" y="30147"/>
                </a:cubicBezTo>
                <a:cubicBezTo>
                  <a:pt x="714582" y="30147"/>
                  <a:pt x="706029" y="38702"/>
                  <a:pt x="706029" y="49504"/>
                </a:cubicBezTo>
                <a:cubicBezTo>
                  <a:pt x="706029" y="61184"/>
                  <a:pt x="716344" y="65707"/>
                  <a:pt x="725903" y="69223"/>
                </a:cubicBezTo>
                <a:cubicBezTo>
                  <a:pt x="733452" y="71985"/>
                  <a:pt x="741502" y="75252"/>
                  <a:pt x="741502" y="82158"/>
                </a:cubicBezTo>
                <a:cubicBezTo>
                  <a:pt x="741502" y="88062"/>
                  <a:pt x="737099" y="92834"/>
                  <a:pt x="728043" y="92834"/>
                </a:cubicBezTo>
                <a:cubicBezTo>
                  <a:pt x="719866" y="92834"/>
                  <a:pt x="713828" y="89569"/>
                  <a:pt x="707789" y="84671"/>
                </a:cubicBezTo>
                <a:lnTo>
                  <a:pt x="702256" y="92333"/>
                </a:lnTo>
                <a:cubicBezTo>
                  <a:pt x="708670" y="97740"/>
                  <a:pt x="717980" y="101765"/>
                  <a:pt x="727665" y="101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1:">
            <a:extLst xmlns:a="http://schemas.openxmlformats.org/drawingml/2006/main">
              <a:ext uri="{FF2B5EF4-FFF2-40B4-BE49-F238E27FC236}">
                <a16:creationId xmlns:a16="http://schemas.microsoft.com/office/drawing/2014/main" id="{FE013A2B-38E9-4171-80DD-CEB8AD4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79" y="1029987"/>
            <a:ext cx="78830" cy="79643"/>
          </a:xfrm>
          <a:custGeom xmlns:a="http://schemas.openxmlformats.org/drawingml/2006/main">
            <a:pathLst>
              <a:path w="78830" h="79643">
                <a:moveTo>
                  <a:pt x="34844" y="79643"/>
                </a:moveTo>
                <a:lnTo>
                  <a:pt x="19640" y="79643"/>
                </a:lnTo>
                <a:lnTo>
                  <a:pt x="19640" y="22408"/>
                </a:lnTo>
                <a:cubicBezTo>
                  <a:pt x="14085" y="27623"/>
                  <a:pt x="7539" y="31479"/>
                  <a:pt x="0" y="33978"/>
                </a:cubicBezTo>
                <a:lnTo>
                  <a:pt x="0" y="20127"/>
                </a:lnTo>
                <a:cubicBezTo>
                  <a:pt x="3968" y="18825"/>
                  <a:pt x="8278" y="16357"/>
                  <a:pt x="12931" y="12723"/>
                </a:cubicBezTo>
                <a:cubicBezTo>
                  <a:pt x="17584" y="9088"/>
                  <a:pt x="20777" y="4847"/>
                  <a:pt x="22508" y="0"/>
                </a:cubicBezTo>
                <a:lnTo>
                  <a:pt x="34844" y="0"/>
                </a:lnTo>
                <a:lnTo>
                  <a:pt x="34844" y="79643"/>
                </a:lnTo>
                <a:close/>
                <a:moveTo>
                  <a:pt x="63626" y="37441"/>
                </a:moveTo>
                <a:lnTo>
                  <a:pt x="63626" y="22183"/>
                </a:lnTo>
                <a:lnTo>
                  <a:pt x="78830" y="22183"/>
                </a:lnTo>
                <a:lnTo>
                  <a:pt x="78830" y="37441"/>
                </a:lnTo>
                <a:lnTo>
                  <a:pt x="63626" y="37441"/>
                </a:lnTo>
                <a:moveTo>
                  <a:pt x="63626" y="79643"/>
                </a:moveTo>
                <a:lnTo>
                  <a:pt x="63626" y="64386"/>
                </a:lnTo>
                <a:lnTo>
                  <a:pt x="78830" y="64386"/>
                </a:lnTo>
                <a:lnTo>
                  <a:pt x="78830" y="79643"/>
                </a:lnTo>
                <a:lnTo>
                  <a:pt x="63626" y="79643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2:">
            <a:extLst xmlns:a="http://schemas.openxmlformats.org/drawingml/2006/main">
              <a:ext uri="{FF2B5EF4-FFF2-40B4-BE49-F238E27FC236}">
                <a16:creationId xmlns:a16="http://schemas.microsoft.com/office/drawing/2014/main" id="{55879EED-FAC9-4D43-84EC-529998A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74" y="1162484"/>
            <a:ext cx="84836" cy="79643"/>
          </a:xfrm>
          <a:custGeom xmlns:a="http://schemas.openxmlformats.org/drawingml/2006/main">
            <a:pathLst>
              <a:path w="84836" h="79643">
                <a:moveTo>
                  <a:pt x="53294" y="65468"/>
                </a:moveTo>
                <a:lnTo>
                  <a:pt x="53294" y="79643"/>
                </a:lnTo>
                <a:lnTo>
                  <a:pt x="0" y="79643"/>
                </a:lnTo>
                <a:cubicBezTo>
                  <a:pt x="577" y="74309"/>
                  <a:pt x="2309" y="69255"/>
                  <a:pt x="5194" y="64480"/>
                </a:cubicBezTo>
                <a:cubicBezTo>
                  <a:pt x="8080" y="59704"/>
                  <a:pt x="13779" y="53369"/>
                  <a:pt x="22291" y="45476"/>
                </a:cubicBezTo>
                <a:cubicBezTo>
                  <a:pt x="29145" y="39097"/>
                  <a:pt x="33347" y="34772"/>
                  <a:pt x="34898" y="32502"/>
                </a:cubicBezTo>
                <a:cubicBezTo>
                  <a:pt x="36990" y="29366"/>
                  <a:pt x="38036" y="26267"/>
                  <a:pt x="38036" y="23203"/>
                </a:cubicBezTo>
                <a:cubicBezTo>
                  <a:pt x="38036" y="19814"/>
                  <a:pt x="37125" y="17211"/>
                  <a:pt x="35304" y="15391"/>
                </a:cubicBezTo>
                <a:cubicBezTo>
                  <a:pt x="33482" y="13571"/>
                  <a:pt x="30966" y="12661"/>
                  <a:pt x="27756" y="12661"/>
                </a:cubicBezTo>
                <a:cubicBezTo>
                  <a:pt x="24582" y="12661"/>
                  <a:pt x="22057" y="13621"/>
                  <a:pt x="20181" y="15542"/>
                </a:cubicBezTo>
                <a:cubicBezTo>
                  <a:pt x="18306" y="17461"/>
                  <a:pt x="17224" y="20649"/>
                  <a:pt x="16935" y="25105"/>
                </a:cubicBezTo>
                <a:lnTo>
                  <a:pt x="1785" y="23583"/>
                </a:lnTo>
                <a:cubicBezTo>
                  <a:pt x="2687" y="15179"/>
                  <a:pt x="5519" y="9147"/>
                  <a:pt x="10280" y="5488"/>
                </a:cubicBezTo>
                <a:cubicBezTo>
                  <a:pt x="15041" y="1829"/>
                  <a:pt x="20993" y="0"/>
                  <a:pt x="28135" y="0"/>
                </a:cubicBezTo>
                <a:cubicBezTo>
                  <a:pt x="35962" y="0"/>
                  <a:pt x="42112" y="2108"/>
                  <a:pt x="46585" y="6325"/>
                </a:cubicBezTo>
                <a:cubicBezTo>
                  <a:pt x="51058" y="10542"/>
                  <a:pt x="53294" y="15786"/>
                  <a:pt x="53294" y="22056"/>
                </a:cubicBezTo>
                <a:cubicBezTo>
                  <a:pt x="53294" y="25625"/>
                  <a:pt x="52654" y="29023"/>
                  <a:pt x="51373" y="32249"/>
                </a:cubicBezTo>
                <a:cubicBezTo>
                  <a:pt x="50093" y="35474"/>
                  <a:pt x="48064" y="38852"/>
                  <a:pt x="45286" y="42383"/>
                </a:cubicBezTo>
                <a:cubicBezTo>
                  <a:pt x="43447" y="44727"/>
                  <a:pt x="40128" y="48097"/>
                  <a:pt x="35331" y="52494"/>
                </a:cubicBezTo>
                <a:cubicBezTo>
                  <a:pt x="30534" y="56890"/>
                  <a:pt x="27495" y="59809"/>
                  <a:pt x="26214" y="61251"/>
                </a:cubicBezTo>
                <a:cubicBezTo>
                  <a:pt x="24934" y="62693"/>
                  <a:pt x="23897" y="64098"/>
                  <a:pt x="23103" y="65468"/>
                </a:cubicBezTo>
                <a:lnTo>
                  <a:pt x="53294" y="65468"/>
                </a:lnTo>
                <a:close/>
                <a:moveTo>
                  <a:pt x="69632" y="37441"/>
                </a:moveTo>
                <a:lnTo>
                  <a:pt x="69632" y="22183"/>
                </a:lnTo>
                <a:lnTo>
                  <a:pt x="84836" y="22183"/>
                </a:lnTo>
                <a:lnTo>
                  <a:pt x="84836" y="37441"/>
                </a:lnTo>
                <a:lnTo>
                  <a:pt x="69632" y="37441"/>
                </a:lnTo>
                <a:moveTo>
                  <a:pt x="69632" y="79643"/>
                </a:moveTo>
                <a:lnTo>
                  <a:pt x="69632" y="64386"/>
                </a:lnTo>
                <a:lnTo>
                  <a:pt x="84836" y="64386"/>
                </a:lnTo>
                <a:lnTo>
                  <a:pt x="84836" y="79643"/>
                </a:lnTo>
                <a:lnTo>
                  <a:pt x="69632" y="79643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3:">
            <a:extLst xmlns:a="http://schemas.openxmlformats.org/drawingml/2006/main">
              <a:ext uri="{FF2B5EF4-FFF2-40B4-BE49-F238E27FC236}">
                <a16:creationId xmlns:a16="http://schemas.microsoft.com/office/drawing/2014/main" id="{99517B32-B124-4B4B-A4A2-D2FD6DEB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80" y="1294980"/>
            <a:ext cx="83429" cy="81050"/>
          </a:xfrm>
          <a:custGeom xmlns:a="http://schemas.openxmlformats.org/drawingml/2006/main">
            <a:pathLst>
              <a:path w="83429" h="81050">
                <a:moveTo>
                  <a:pt x="0" y="58596"/>
                </a:moveTo>
                <a:lnTo>
                  <a:pt x="14717" y="56811"/>
                </a:lnTo>
                <a:cubicBezTo>
                  <a:pt x="15186" y="60562"/>
                  <a:pt x="16448" y="63430"/>
                  <a:pt x="18504" y="65414"/>
                </a:cubicBezTo>
                <a:cubicBezTo>
                  <a:pt x="20560" y="67397"/>
                  <a:pt x="23049" y="68389"/>
                  <a:pt x="25971" y="68389"/>
                </a:cubicBezTo>
                <a:cubicBezTo>
                  <a:pt x="29109" y="68389"/>
                  <a:pt x="31751" y="67199"/>
                  <a:pt x="33897" y="64818"/>
                </a:cubicBezTo>
                <a:cubicBezTo>
                  <a:pt x="36043" y="62438"/>
                  <a:pt x="37116" y="59228"/>
                  <a:pt x="37116" y="55188"/>
                </a:cubicBezTo>
                <a:cubicBezTo>
                  <a:pt x="37116" y="51364"/>
                  <a:pt x="36088" y="48334"/>
                  <a:pt x="34032" y="46098"/>
                </a:cubicBezTo>
                <a:cubicBezTo>
                  <a:pt x="31976" y="43862"/>
                  <a:pt x="29469" y="42743"/>
                  <a:pt x="26512" y="42743"/>
                </a:cubicBezTo>
                <a:cubicBezTo>
                  <a:pt x="24564" y="42743"/>
                  <a:pt x="22237" y="43122"/>
                  <a:pt x="19532" y="43880"/>
                </a:cubicBezTo>
                <a:lnTo>
                  <a:pt x="21209" y="31598"/>
                </a:lnTo>
                <a:cubicBezTo>
                  <a:pt x="25321" y="31706"/>
                  <a:pt x="28460" y="30816"/>
                  <a:pt x="30624" y="28928"/>
                </a:cubicBezTo>
                <a:cubicBezTo>
                  <a:pt x="32788" y="27039"/>
                  <a:pt x="33870" y="24530"/>
                  <a:pt x="33870" y="21400"/>
                </a:cubicBezTo>
                <a:cubicBezTo>
                  <a:pt x="33870" y="18739"/>
                  <a:pt x="33077" y="16617"/>
                  <a:pt x="31489" y="15035"/>
                </a:cubicBezTo>
                <a:cubicBezTo>
                  <a:pt x="29902" y="13452"/>
                  <a:pt x="27792" y="12661"/>
                  <a:pt x="25159" y="12661"/>
                </a:cubicBezTo>
                <a:cubicBezTo>
                  <a:pt x="22562" y="12661"/>
                  <a:pt x="20344" y="13562"/>
                  <a:pt x="18504" y="15366"/>
                </a:cubicBezTo>
                <a:cubicBezTo>
                  <a:pt x="16665" y="17169"/>
                  <a:pt x="15546" y="19803"/>
                  <a:pt x="15150" y="23265"/>
                </a:cubicBezTo>
                <a:lnTo>
                  <a:pt x="1136" y="20885"/>
                </a:lnTo>
                <a:cubicBezTo>
                  <a:pt x="2110" y="16050"/>
                  <a:pt x="3580" y="12188"/>
                  <a:pt x="5546" y="9298"/>
                </a:cubicBezTo>
                <a:cubicBezTo>
                  <a:pt x="7512" y="6408"/>
                  <a:pt x="10253" y="4136"/>
                  <a:pt x="13770" y="2482"/>
                </a:cubicBezTo>
                <a:cubicBezTo>
                  <a:pt x="17287" y="827"/>
                  <a:pt x="21227" y="0"/>
                  <a:pt x="25592" y="0"/>
                </a:cubicBezTo>
                <a:cubicBezTo>
                  <a:pt x="33058" y="0"/>
                  <a:pt x="39046" y="2384"/>
                  <a:pt x="43555" y="7152"/>
                </a:cubicBezTo>
                <a:cubicBezTo>
                  <a:pt x="47270" y="11054"/>
                  <a:pt x="49128" y="15462"/>
                  <a:pt x="49128" y="20374"/>
                </a:cubicBezTo>
                <a:cubicBezTo>
                  <a:pt x="49128" y="27346"/>
                  <a:pt x="45322" y="32909"/>
                  <a:pt x="37712" y="37064"/>
                </a:cubicBezTo>
                <a:cubicBezTo>
                  <a:pt x="42256" y="38038"/>
                  <a:pt x="45891" y="40220"/>
                  <a:pt x="48614" y="43611"/>
                </a:cubicBezTo>
                <a:cubicBezTo>
                  <a:pt x="51337" y="47001"/>
                  <a:pt x="52699" y="51095"/>
                  <a:pt x="52699" y="55893"/>
                </a:cubicBezTo>
                <a:cubicBezTo>
                  <a:pt x="52699" y="62853"/>
                  <a:pt x="50156" y="68786"/>
                  <a:pt x="45070" y="73692"/>
                </a:cubicBezTo>
                <a:cubicBezTo>
                  <a:pt x="39984" y="78597"/>
                  <a:pt x="33654" y="81050"/>
                  <a:pt x="26079" y="81050"/>
                </a:cubicBezTo>
                <a:cubicBezTo>
                  <a:pt x="18901" y="81050"/>
                  <a:pt x="12949" y="78980"/>
                  <a:pt x="8224" y="74840"/>
                </a:cubicBezTo>
                <a:cubicBezTo>
                  <a:pt x="3499" y="70700"/>
                  <a:pt x="757" y="65285"/>
                  <a:pt x="0" y="58596"/>
                </a:cubicBezTo>
                <a:close/>
                <a:moveTo>
                  <a:pt x="68225" y="37441"/>
                </a:moveTo>
                <a:lnTo>
                  <a:pt x="68225" y="22183"/>
                </a:lnTo>
                <a:lnTo>
                  <a:pt x="83429" y="22183"/>
                </a:lnTo>
                <a:lnTo>
                  <a:pt x="83429" y="37441"/>
                </a:lnTo>
                <a:lnTo>
                  <a:pt x="68225" y="37441"/>
                </a:lnTo>
                <a:moveTo>
                  <a:pt x="68225" y="79643"/>
                </a:moveTo>
                <a:lnTo>
                  <a:pt x="68225" y="64386"/>
                </a:lnTo>
                <a:lnTo>
                  <a:pt x="83429" y="64386"/>
                </a:lnTo>
                <a:lnTo>
                  <a:pt x="83429" y="79643"/>
                </a:lnTo>
                <a:lnTo>
                  <a:pt x="68225" y="79643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4:">
            <a:extLst xmlns:a="http://schemas.openxmlformats.org/drawingml/2006/main">
              <a:ext uri="{FF2B5EF4-FFF2-40B4-BE49-F238E27FC236}">
                <a16:creationId xmlns:a16="http://schemas.microsoft.com/office/drawing/2014/main" id="{A847F048-4BD6-49D9-BEFC-EFB5955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0" y="1427477"/>
            <a:ext cx="85539" cy="79643"/>
          </a:xfrm>
          <a:custGeom xmlns:a="http://schemas.openxmlformats.org/drawingml/2006/main">
            <a:pathLst>
              <a:path w="85539" h="79643">
                <a:moveTo>
                  <a:pt x="32463" y="79643"/>
                </a:moveTo>
                <a:lnTo>
                  <a:pt x="32463" y="63628"/>
                </a:lnTo>
                <a:lnTo>
                  <a:pt x="0" y="63628"/>
                </a:lnTo>
                <a:lnTo>
                  <a:pt x="0" y="50372"/>
                </a:lnTo>
                <a:lnTo>
                  <a:pt x="34411" y="0"/>
                </a:lnTo>
                <a:lnTo>
                  <a:pt x="47180" y="0"/>
                </a:lnTo>
                <a:lnTo>
                  <a:pt x="47180" y="50318"/>
                </a:lnTo>
                <a:lnTo>
                  <a:pt x="57027" y="50318"/>
                </a:lnTo>
                <a:lnTo>
                  <a:pt x="57027" y="63628"/>
                </a:lnTo>
                <a:lnTo>
                  <a:pt x="47180" y="63628"/>
                </a:lnTo>
                <a:lnTo>
                  <a:pt x="47180" y="79643"/>
                </a:lnTo>
                <a:lnTo>
                  <a:pt x="32463" y="79643"/>
                </a:lnTo>
                <a:moveTo>
                  <a:pt x="32463" y="50318"/>
                </a:moveTo>
                <a:lnTo>
                  <a:pt x="32463" y="23242"/>
                </a:lnTo>
                <a:lnTo>
                  <a:pt x="14230" y="50318"/>
                </a:lnTo>
                <a:lnTo>
                  <a:pt x="32463" y="50318"/>
                </a:lnTo>
                <a:close/>
                <a:moveTo>
                  <a:pt x="70335" y="37441"/>
                </a:moveTo>
                <a:lnTo>
                  <a:pt x="70335" y="22183"/>
                </a:lnTo>
                <a:lnTo>
                  <a:pt x="85539" y="22183"/>
                </a:lnTo>
                <a:lnTo>
                  <a:pt x="85539" y="37441"/>
                </a:lnTo>
                <a:lnTo>
                  <a:pt x="70335" y="37441"/>
                </a:lnTo>
                <a:moveTo>
                  <a:pt x="70335" y="79643"/>
                </a:moveTo>
                <a:lnTo>
                  <a:pt x="70335" y="64386"/>
                </a:lnTo>
                <a:lnTo>
                  <a:pt x="85539" y="64386"/>
                </a:lnTo>
                <a:lnTo>
                  <a:pt x="85539" y="79643"/>
                </a:lnTo>
                <a:lnTo>
                  <a:pt x="70335" y="79643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5:">
            <a:extLst xmlns:a="http://schemas.openxmlformats.org/drawingml/2006/main">
              <a:ext uri="{FF2B5EF4-FFF2-40B4-BE49-F238E27FC236}">
                <a16:creationId xmlns:a16="http://schemas.microsoft.com/office/drawing/2014/main" id="{948F6017-8E66-4272-887D-FBCD51E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38" y="1561272"/>
            <a:ext cx="82671" cy="79752"/>
          </a:xfrm>
          <a:custGeom xmlns:a="http://schemas.openxmlformats.org/drawingml/2006/main">
            <a:pathLst>
              <a:path w="82671" h="79752">
                <a:moveTo>
                  <a:pt x="0" y="57947"/>
                </a:moveTo>
                <a:lnTo>
                  <a:pt x="15150" y="56378"/>
                </a:lnTo>
                <a:cubicBezTo>
                  <a:pt x="15582" y="59805"/>
                  <a:pt x="16863" y="62519"/>
                  <a:pt x="18991" y="64521"/>
                </a:cubicBezTo>
                <a:cubicBezTo>
                  <a:pt x="21119" y="66523"/>
                  <a:pt x="23572" y="67524"/>
                  <a:pt x="26349" y="67524"/>
                </a:cubicBezTo>
                <a:cubicBezTo>
                  <a:pt x="29524" y="67524"/>
                  <a:pt x="32211" y="66232"/>
                  <a:pt x="34411" y="63648"/>
                </a:cubicBezTo>
                <a:cubicBezTo>
                  <a:pt x="36611" y="61065"/>
                  <a:pt x="37712" y="57172"/>
                  <a:pt x="37712" y="51968"/>
                </a:cubicBezTo>
                <a:cubicBezTo>
                  <a:pt x="37712" y="47090"/>
                  <a:pt x="36620" y="43431"/>
                  <a:pt x="34438" y="40992"/>
                </a:cubicBezTo>
                <a:cubicBezTo>
                  <a:pt x="32256" y="38552"/>
                  <a:pt x="29415" y="37333"/>
                  <a:pt x="25917" y="37333"/>
                </a:cubicBezTo>
                <a:cubicBezTo>
                  <a:pt x="21552" y="37333"/>
                  <a:pt x="17638" y="39281"/>
                  <a:pt x="14176" y="43176"/>
                </a:cubicBezTo>
                <a:lnTo>
                  <a:pt x="1840" y="41374"/>
                </a:lnTo>
                <a:lnTo>
                  <a:pt x="9631" y="0"/>
                </a:lnTo>
                <a:lnTo>
                  <a:pt x="49831" y="0"/>
                </a:lnTo>
                <a:lnTo>
                  <a:pt x="49831" y="14284"/>
                </a:lnTo>
                <a:lnTo>
                  <a:pt x="21155" y="14284"/>
                </a:lnTo>
                <a:lnTo>
                  <a:pt x="18775" y="27748"/>
                </a:lnTo>
                <a:cubicBezTo>
                  <a:pt x="22165" y="26058"/>
                  <a:pt x="25628" y="25213"/>
                  <a:pt x="29163" y="25213"/>
                </a:cubicBezTo>
                <a:cubicBezTo>
                  <a:pt x="35908" y="25213"/>
                  <a:pt x="41625" y="27671"/>
                  <a:pt x="46314" y="32587"/>
                </a:cubicBezTo>
                <a:cubicBezTo>
                  <a:pt x="51003" y="37501"/>
                  <a:pt x="53348" y="43880"/>
                  <a:pt x="53348" y="51723"/>
                </a:cubicBezTo>
                <a:cubicBezTo>
                  <a:pt x="53348" y="58265"/>
                  <a:pt x="51454" y="64103"/>
                  <a:pt x="47667" y="69235"/>
                </a:cubicBezTo>
                <a:cubicBezTo>
                  <a:pt x="42509" y="76246"/>
                  <a:pt x="35349" y="79752"/>
                  <a:pt x="26187" y="79752"/>
                </a:cubicBezTo>
                <a:cubicBezTo>
                  <a:pt x="18865" y="79752"/>
                  <a:pt x="12895" y="77781"/>
                  <a:pt x="8278" y="73841"/>
                </a:cubicBezTo>
                <a:cubicBezTo>
                  <a:pt x="3661" y="69899"/>
                  <a:pt x="902" y="64601"/>
                  <a:pt x="0" y="57947"/>
                </a:cubicBezTo>
                <a:close/>
                <a:moveTo>
                  <a:pt x="67468" y="36142"/>
                </a:moveTo>
                <a:lnTo>
                  <a:pt x="67468" y="20885"/>
                </a:lnTo>
                <a:lnTo>
                  <a:pt x="82671" y="20885"/>
                </a:lnTo>
                <a:lnTo>
                  <a:pt x="82671" y="36142"/>
                </a:lnTo>
                <a:lnTo>
                  <a:pt x="67468" y="36142"/>
                </a:lnTo>
                <a:moveTo>
                  <a:pt x="67468" y="78345"/>
                </a:moveTo>
                <a:lnTo>
                  <a:pt x="67468" y="63087"/>
                </a:lnTo>
                <a:lnTo>
                  <a:pt x="82671" y="63087"/>
                </a:lnTo>
                <a:lnTo>
                  <a:pt x="82671" y="78345"/>
                </a:lnTo>
                <a:lnTo>
                  <a:pt x="67468" y="78345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AS">
            <a:extLst xmlns:a="http://schemas.openxmlformats.org/drawingml/2006/main">
              <a:ext uri="{FF2B5EF4-FFF2-40B4-BE49-F238E27FC236}">
                <a16:creationId xmlns:a16="http://schemas.microsoft.com/office/drawing/2014/main" id="{3BBCD627-666F-4415-9035-79548E6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2" y="1028905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3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6" y="49260"/>
                  <a:pt x="122598" y="48000"/>
                </a:cubicBezTo>
                <a:cubicBezTo>
                  <a:pt x="120470" y="47173"/>
                  <a:pt x="115763" y="45887"/>
                  <a:pt x="108476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39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8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6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3" y="9414"/>
                  <a:pt x="99287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5" y="38988"/>
                </a:cubicBezTo>
                <a:cubicBezTo>
                  <a:pt x="133112" y="41113"/>
                  <a:pt x="136521" y="43804"/>
                  <a:pt x="138721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3" y="66500"/>
                  <a:pt x="138397" y="70226"/>
                </a:cubicBezTo>
                <a:cubicBezTo>
                  <a:pt x="135980" y="73951"/>
                  <a:pt x="132508" y="76849"/>
                  <a:pt x="127981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2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AF988-8944-40A6-8538-BC48C2EA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79" y="1027238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62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E4647-ADF8-435B-86F4-EC04C9D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46" y="1025898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1" y="24588"/>
                </a:lnTo>
                <a:lnTo>
                  <a:pt x="50562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39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52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4" y="81546"/>
                </a:lnTo>
                <a:lnTo>
                  <a:pt x="36711" y="81728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100" y="75369"/>
                </a:lnTo>
                <a:lnTo>
                  <a:pt x="11747" y="73107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1">
            <a:extLst xmlns:a="http://schemas.openxmlformats.org/drawingml/2006/main">
              <a:ext uri="{FF2B5EF4-FFF2-40B4-BE49-F238E27FC236}">
                <a16:creationId xmlns:a16="http://schemas.microsoft.com/office/drawing/2014/main" id="{61080C48-AEBD-49EC-A25F-6DCF391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0" y="1079735"/>
            <a:ext cx="18923" cy="51584"/>
          </a:xfrm>
          <a:custGeom xmlns:a="http://schemas.openxmlformats.org/drawingml/2006/main">
            <a:pathLst>
              <a:path w="18923" h="51584">
                <a:moveTo>
                  <a:pt x="18923" y="51584"/>
                </a:moveTo>
                <a:lnTo>
                  <a:pt x="12616" y="51584"/>
                </a:lnTo>
                <a:lnTo>
                  <a:pt x="12616" y="11389"/>
                </a:lnTo>
                <a:cubicBezTo>
                  <a:pt x="11097" y="12838"/>
                  <a:pt x="9105" y="14286"/>
                  <a:pt x="6641" y="15735"/>
                </a:cubicBezTo>
                <a:cubicBezTo>
                  <a:pt x="4176" y="17183"/>
                  <a:pt x="1962" y="18269"/>
                  <a:pt x="0" y="18994"/>
                </a:cubicBezTo>
                <a:lnTo>
                  <a:pt x="0" y="12896"/>
                </a:lnTo>
                <a:cubicBezTo>
                  <a:pt x="3528" y="11237"/>
                  <a:pt x="6612" y="9228"/>
                  <a:pt x="9251" y="6869"/>
                </a:cubicBezTo>
                <a:cubicBezTo>
                  <a:pt x="11891" y="4509"/>
                  <a:pt x="13760" y="2219"/>
                  <a:pt x="14858" y="0"/>
                </a:cubicBezTo>
                <a:lnTo>
                  <a:pt x="18923" y="0"/>
                </a:lnTo>
                <a:lnTo>
                  <a:pt x="18923" y="51584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199F5-7F97-4E41-AF21-630BBE2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" y="1076948"/>
            <a:ext cx="24630" cy="56934"/>
          </a:xfrm>
          <a:custGeom xmlns:a="http://schemas.openxmlformats.org/drawingml/2006/main">
            <a:pathLst>
              <a:path w="24630" h="56934">
                <a:moveTo>
                  <a:pt x="13691" y="56366"/>
                </a:moveTo>
                <a:lnTo>
                  <a:pt x="14519" y="56792"/>
                </a:lnTo>
                <a:lnTo>
                  <a:pt x="15434" y="56934"/>
                </a:lnTo>
                <a:lnTo>
                  <a:pt x="21673" y="56934"/>
                </a:lnTo>
                <a:lnTo>
                  <a:pt x="22588" y="56792"/>
                </a:lnTo>
                <a:lnTo>
                  <a:pt x="23416" y="56366"/>
                </a:lnTo>
                <a:lnTo>
                  <a:pt x="24062" y="55712"/>
                </a:lnTo>
                <a:lnTo>
                  <a:pt x="24488" y="54891"/>
                </a:lnTo>
                <a:lnTo>
                  <a:pt x="24630" y="53977"/>
                </a:lnTo>
                <a:lnTo>
                  <a:pt x="24630" y="2958"/>
                </a:lnTo>
                <a:lnTo>
                  <a:pt x="24488" y="2043"/>
                </a:lnTo>
                <a:lnTo>
                  <a:pt x="24062" y="1222"/>
                </a:lnTo>
                <a:lnTo>
                  <a:pt x="23416" y="568"/>
                </a:lnTo>
                <a:lnTo>
                  <a:pt x="22588" y="150"/>
                </a:lnTo>
                <a:lnTo>
                  <a:pt x="21673" y="0"/>
                </a:lnTo>
                <a:lnTo>
                  <a:pt x="17650" y="0"/>
                </a:lnTo>
                <a:lnTo>
                  <a:pt x="16641" y="181"/>
                </a:lnTo>
                <a:lnTo>
                  <a:pt x="15750" y="694"/>
                </a:lnTo>
                <a:lnTo>
                  <a:pt x="15087" y="1483"/>
                </a:lnTo>
                <a:lnTo>
                  <a:pt x="14213" y="3001"/>
                </a:lnTo>
                <a:lnTo>
                  <a:pt x="13189" y="4387"/>
                </a:lnTo>
                <a:lnTo>
                  <a:pt x="10130" y="7548"/>
                </a:lnTo>
                <a:lnTo>
                  <a:pt x="6237" y="10516"/>
                </a:lnTo>
                <a:lnTo>
                  <a:pt x="1522" y="13123"/>
                </a:lnTo>
                <a:lnTo>
                  <a:pt x="710" y="13786"/>
                </a:lnTo>
                <a:lnTo>
                  <a:pt x="181" y="14685"/>
                </a:lnTo>
                <a:lnTo>
                  <a:pt x="0" y="15710"/>
                </a:lnTo>
                <a:lnTo>
                  <a:pt x="0" y="21744"/>
                </a:lnTo>
                <a:lnTo>
                  <a:pt x="158" y="22706"/>
                </a:lnTo>
                <a:lnTo>
                  <a:pt x="615" y="23558"/>
                </a:lnTo>
                <a:lnTo>
                  <a:pt x="1333" y="24220"/>
                </a:lnTo>
                <a:lnTo>
                  <a:pt x="2224" y="24614"/>
                </a:lnTo>
                <a:lnTo>
                  <a:pt x="3186" y="24693"/>
                </a:lnTo>
                <a:lnTo>
                  <a:pt x="4133" y="24457"/>
                </a:lnTo>
                <a:lnTo>
                  <a:pt x="7232" y="23116"/>
                </a:lnTo>
                <a:lnTo>
                  <a:pt x="7461" y="22998"/>
                </a:lnTo>
                <a:lnTo>
                  <a:pt x="10931" y="21121"/>
                </a:lnTo>
                <a:lnTo>
                  <a:pt x="11136" y="21002"/>
                </a:lnTo>
                <a:lnTo>
                  <a:pt x="12477" y="20129"/>
                </a:lnTo>
                <a:lnTo>
                  <a:pt x="12477" y="53977"/>
                </a:lnTo>
                <a:lnTo>
                  <a:pt x="12619" y="54891"/>
                </a:lnTo>
                <a:lnTo>
                  <a:pt x="13037" y="55712"/>
                </a:lnTo>
                <a:lnTo>
                  <a:pt x="13691" y="56366"/>
                </a:lnTo>
                <a:close/>
                <a:moveTo>
                  <a:pt x="18234" y="13281"/>
                </a:moveTo>
                <a:lnTo>
                  <a:pt x="17792" y="12445"/>
                </a:lnTo>
                <a:lnTo>
                  <a:pt x="17106" y="11783"/>
                </a:lnTo>
                <a:lnTo>
                  <a:pt x="16247" y="11381"/>
                </a:lnTo>
                <a:lnTo>
                  <a:pt x="15300" y="11270"/>
                </a:lnTo>
                <a:lnTo>
                  <a:pt x="14629" y="11407"/>
                </a:lnTo>
                <a:lnTo>
                  <a:pt x="17572" y="8360"/>
                </a:lnTo>
                <a:lnTo>
                  <a:pt x="17832" y="8060"/>
                </a:lnTo>
                <a:lnTo>
                  <a:pt x="18715" y="6864"/>
                </a:lnTo>
                <a:lnTo>
                  <a:pt x="18715" y="51019"/>
                </a:lnTo>
                <a:lnTo>
                  <a:pt x="18392" y="51019"/>
                </a:lnTo>
                <a:lnTo>
                  <a:pt x="18392" y="14220"/>
                </a:lnTo>
                <a:lnTo>
                  <a:pt x="18234" y="1328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AS">
            <a:extLst xmlns:a="http://schemas.openxmlformats.org/drawingml/2006/main">
              <a:ext uri="{FF2B5EF4-FFF2-40B4-BE49-F238E27FC236}">
                <a16:creationId xmlns:a16="http://schemas.microsoft.com/office/drawing/2014/main" id="{77FE4DA4-3EDA-4DED-A83A-F2754A46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06" y="1028905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4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7" y="49260"/>
                  <a:pt x="122598" y="48000"/>
                </a:cubicBezTo>
                <a:cubicBezTo>
                  <a:pt x="120470" y="47173"/>
                  <a:pt x="115763" y="45887"/>
                  <a:pt x="108477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40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9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7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4" y="9414"/>
                  <a:pt x="99288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6" y="38988"/>
                </a:cubicBezTo>
                <a:cubicBezTo>
                  <a:pt x="133113" y="41113"/>
                  <a:pt x="136521" y="43804"/>
                  <a:pt x="138722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4" y="66500"/>
                  <a:pt x="138397" y="70226"/>
                </a:cubicBezTo>
                <a:cubicBezTo>
                  <a:pt x="135980" y="73951"/>
                  <a:pt x="132508" y="76849"/>
                  <a:pt x="127982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3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04513-4615-4A89-A9A8-ABECE661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" y="1027238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54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0ED59-880D-4FFC-9C5E-90195C31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0" y="1025898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0" y="24585"/>
                </a:lnTo>
                <a:lnTo>
                  <a:pt x="50554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47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45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4" y="81546"/>
                </a:lnTo>
                <a:lnTo>
                  <a:pt x="36711" y="81728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072" y="75350"/>
                </a:lnTo>
                <a:lnTo>
                  <a:pt x="11748" y="73109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2">
            <a:extLst xmlns:a="http://schemas.openxmlformats.org/drawingml/2006/main">
              <a:ext uri="{FF2B5EF4-FFF2-40B4-BE49-F238E27FC236}">
                <a16:creationId xmlns:a16="http://schemas.microsoft.com/office/drawing/2014/main" id="{45BD2718-F592-4396-B592-1307F05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76" y="1079735"/>
            <a:ext cx="34004" cy="51584"/>
          </a:xfrm>
          <a:custGeom xmlns:a="http://schemas.openxmlformats.org/drawingml/2006/main">
            <a:pathLst>
              <a:path w="34004" h="51584">
                <a:moveTo>
                  <a:pt x="34004" y="45486"/>
                </a:moveTo>
                <a:lnTo>
                  <a:pt x="34004" y="51584"/>
                </a:lnTo>
                <a:lnTo>
                  <a:pt x="47" y="51584"/>
                </a:lnTo>
                <a:cubicBezTo>
                  <a:pt x="0" y="50064"/>
                  <a:pt x="245" y="48602"/>
                  <a:pt x="783" y="47198"/>
                </a:cubicBezTo>
                <a:cubicBezTo>
                  <a:pt x="1647" y="44883"/>
                  <a:pt x="3031" y="42603"/>
                  <a:pt x="4935" y="40358"/>
                </a:cubicBezTo>
                <a:cubicBezTo>
                  <a:pt x="6839" y="38112"/>
                  <a:pt x="9590" y="35517"/>
                  <a:pt x="13188" y="32571"/>
                </a:cubicBezTo>
                <a:cubicBezTo>
                  <a:pt x="18772" y="27988"/>
                  <a:pt x="22545" y="24363"/>
                  <a:pt x="24507" y="21696"/>
                </a:cubicBezTo>
                <a:cubicBezTo>
                  <a:pt x="26469" y="19029"/>
                  <a:pt x="27451" y="16508"/>
                  <a:pt x="27451" y="14131"/>
                </a:cubicBezTo>
                <a:cubicBezTo>
                  <a:pt x="27451" y="11639"/>
                  <a:pt x="26557" y="9537"/>
                  <a:pt x="24770" y="7825"/>
                </a:cubicBezTo>
                <a:cubicBezTo>
                  <a:pt x="22983" y="6113"/>
                  <a:pt x="20652" y="5257"/>
                  <a:pt x="17779" y="5257"/>
                </a:cubicBezTo>
                <a:cubicBezTo>
                  <a:pt x="14742" y="5257"/>
                  <a:pt x="12312" y="6168"/>
                  <a:pt x="10490" y="7990"/>
                </a:cubicBezTo>
                <a:cubicBezTo>
                  <a:pt x="8667" y="9812"/>
                  <a:pt x="7745" y="12335"/>
                  <a:pt x="7721" y="15559"/>
                </a:cubicBezTo>
                <a:lnTo>
                  <a:pt x="1238" y="14858"/>
                </a:lnTo>
                <a:cubicBezTo>
                  <a:pt x="1682" y="10022"/>
                  <a:pt x="3352" y="6337"/>
                  <a:pt x="6249" y="3802"/>
                </a:cubicBezTo>
                <a:cubicBezTo>
                  <a:pt x="9146" y="1267"/>
                  <a:pt x="13036" y="0"/>
                  <a:pt x="17919" y="0"/>
                </a:cubicBezTo>
                <a:cubicBezTo>
                  <a:pt x="22848" y="0"/>
                  <a:pt x="26750" y="1366"/>
                  <a:pt x="29623" y="4099"/>
                </a:cubicBezTo>
                <a:cubicBezTo>
                  <a:pt x="32497" y="6832"/>
                  <a:pt x="33934" y="10218"/>
                  <a:pt x="33934" y="14259"/>
                </a:cubicBezTo>
                <a:cubicBezTo>
                  <a:pt x="33934" y="16315"/>
                  <a:pt x="33513" y="18335"/>
                  <a:pt x="32672" y="20321"/>
                </a:cubicBezTo>
                <a:cubicBezTo>
                  <a:pt x="31831" y="22306"/>
                  <a:pt x="30435" y="24396"/>
                  <a:pt x="28484" y="26591"/>
                </a:cubicBezTo>
                <a:cubicBezTo>
                  <a:pt x="26534" y="28787"/>
                  <a:pt x="23292" y="31797"/>
                  <a:pt x="18760" y="35622"/>
                </a:cubicBezTo>
                <a:cubicBezTo>
                  <a:pt x="14975" y="38793"/>
                  <a:pt x="12546" y="40945"/>
                  <a:pt x="11471" y="42076"/>
                </a:cubicBezTo>
                <a:cubicBezTo>
                  <a:pt x="10396" y="43207"/>
                  <a:pt x="9508" y="44344"/>
                  <a:pt x="8808" y="45486"/>
                </a:cubicBezTo>
                <a:lnTo>
                  <a:pt x="34004" y="45486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2D8C0-D3C8-449C-8315-8200328B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45" y="1076956"/>
            <a:ext cx="39489" cy="56926"/>
          </a:xfrm>
          <a:custGeom xmlns:a="http://schemas.openxmlformats.org/drawingml/2006/main">
            <a:pathLst>
              <a:path w="39489" h="56926">
                <a:moveTo>
                  <a:pt x="5395" y="41137"/>
                </a:moveTo>
                <a:lnTo>
                  <a:pt x="2958" y="44489"/>
                </a:lnTo>
                <a:lnTo>
                  <a:pt x="2689" y="44931"/>
                </a:lnTo>
                <a:lnTo>
                  <a:pt x="1025" y="48338"/>
                </a:lnTo>
                <a:lnTo>
                  <a:pt x="828" y="48858"/>
                </a:lnTo>
                <a:lnTo>
                  <a:pt x="252" y="50980"/>
                </a:lnTo>
                <a:lnTo>
                  <a:pt x="150" y="51563"/>
                </a:lnTo>
                <a:lnTo>
                  <a:pt x="0" y="53772"/>
                </a:lnTo>
                <a:lnTo>
                  <a:pt x="95" y="54734"/>
                </a:lnTo>
                <a:lnTo>
                  <a:pt x="497" y="55609"/>
                </a:lnTo>
                <a:lnTo>
                  <a:pt x="1151" y="56311"/>
                </a:lnTo>
                <a:lnTo>
                  <a:pt x="2003" y="56768"/>
                </a:lnTo>
                <a:lnTo>
                  <a:pt x="2958" y="56926"/>
                </a:lnTo>
                <a:lnTo>
                  <a:pt x="36531" y="56926"/>
                </a:lnTo>
                <a:lnTo>
                  <a:pt x="37446" y="56784"/>
                </a:lnTo>
                <a:lnTo>
                  <a:pt x="38274" y="56358"/>
                </a:lnTo>
                <a:lnTo>
                  <a:pt x="38929" y="55704"/>
                </a:lnTo>
                <a:lnTo>
                  <a:pt x="39347" y="54884"/>
                </a:lnTo>
                <a:lnTo>
                  <a:pt x="39489" y="53969"/>
                </a:lnTo>
                <a:lnTo>
                  <a:pt x="39489" y="47975"/>
                </a:lnTo>
                <a:lnTo>
                  <a:pt x="39347" y="47060"/>
                </a:lnTo>
                <a:lnTo>
                  <a:pt x="38929" y="46232"/>
                </a:lnTo>
                <a:lnTo>
                  <a:pt x="38274" y="45577"/>
                </a:lnTo>
                <a:lnTo>
                  <a:pt x="37446" y="45159"/>
                </a:lnTo>
                <a:lnTo>
                  <a:pt x="36531" y="45017"/>
                </a:lnTo>
                <a:lnTo>
                  <a:pt x="18233" y="45017"/>
                </a:lnTo>
                <a:lnTo>
                  <a:pt x="23423" y="40411"/>
                </a:lnTo>
                <a:lnTo>
                  <a:pt x="23416" y="40419"/>
                </a:lnTo>
                <a:lnTo>
                  <a:pt x="29181" y="35340"/>
                </a:lnTo>
                <a:lnTo>
                  <a:pt x="29323" y="35206"/>
                </a:lnTo>
                <a:lnTo>
                  <a:pt x="33171" y="31342"/>
                </a:lnTo>
                <a:lnTo>
                  <a:pt x="33408" y="31081"/>
                </a:lnTo>
                <a:lnTo>
                  <a:pt x="35892" y="27895"/>
                </a:lnTo>
                <a:lnTo>
                  <a:pt x="36153" y="27501"/>
                </a:lnTo>
                <a:lnTo>
                  <a:pt x="37809" y="24472"/>
                </a:lnTo>
                <a:lnTo>
                  <a:pt x="38038" y="23944"/>
                </a:lnTo>
                <a:lnTo>
                  <a:pt x="38976" y="20971"/>
                </a:lnTo>
                <a:lnTo>
                  <a:pt x="39094" y="20379"/>
                </a:lnTo>
                <a:lnTo>
                  <a:pt x="39410" y="17359"/>
                </a:lnTo>
                <a:lnTo>
                  <a:pt x="39410" y="16783"/>
                </a:lnTo>
                <a:lnTo>
                  <a:pt x="39142" y="13904"/>
                </a:lnTo>
                <a:lnTo>
                  <a:pt x="39031" y="13321"/>
                </a:lnTo>
                <a:lnTo>
                  <a:pt x="38235" y="10686"/>
                </a:lnTo>
                <a:lnTo>
                  <a:pt x="37982" y="10103"/>
                </a:lnTo>
                <a:lnTo>
                  <a:pt x="36649" y="7713"/>
                </a:lnTo>
                <a:lnTo>
                  <a:pt x="36302" y="7216"/>
                </a:lnTo>
                <a:lnTo>
                  <a:pt x="34433" y="5063"/>
                </a:lnTo>
                <a:lnTo>
                  <a:pt x="34000" y="4653"/>
                </a:lnTo>
                <a:lnTo>
                  <a:pt x="31673" y="2879"/>
                </a:lnTo>
                <a:lnTo>
                  <a:pt x="31137" y="2555"/>
                </a:lnTo>
                <a:lnTo>
                  <a:pt x="28432" y="1286"/>
                </a:lnTo>
                <a:lnTo>
                  <a:pt x="27887" y="1096"/>
                </a:lnTo>
                <a:lnTo>
                  <a:pt x="24804" y="331"/>
                </a:lnTo>
                <a:lnTo>
                  <a:pt x="24315" y="252"/>
                </a:lnTo>
                <a:lnTo>
                  <a:pt x="20845" y="0"/>
                </a:lnTo>
                <a:lnTo>
                  <a:pt x="20427" y="0"/>
                </a:lnTo>
                <a:lnTo>
                  <a:pt x="16988" y="237"/>
                </a:lnTo>
                <a:lnTo>
                  <a:pt x="16531" y="308"/>
                </a:lnTo>
                <a:lnTo>
                  <a:pt x="13463" y="1009"/>
                </a:lnTo>
                <a:lnTo>
                  <a:pt x="12942" y="1183"/>
                </a:lnTo>
                <a:lnTo>
                  <a:pt x="10245" y="2358"/>
                </a:lnTo>
                <a:lnTo>
                  <a:pt x="9716" y="2650"/>
                </a:lnTo>
                <a:lnTo>
                  <a:pt x="7382" y="4298"/>
                </a:lnTo>
                <a:lnTo>
                  <a:pt x="6909" y="4716"/>
                </a:lnTo>
                <a:lnTo>
                  <a:pt x="4984" y="6806"/>
                </a:lnTo>
                <a:lnTo>
                  <a:pt x="4614" y="7319"/>
                </a:lnTo>
                <a:lnTo>
                  <a:pt x="3147" y="9843"/>
                </a:lnTo>
                <a:lnTo>
                  <a:pt x="2902" y="10363"/>
                </a:lnTo>
                <a:lnTo>
                  <a:pt x="1893" y="13313"/>
                </a:lnTo>
                <a:lnTo>
                  <a:pt x="1775" y="13794"/>
                </a:lnTo>
                <a:lnTo>
                  <a:pt x="1215" y="17161"/>
                </a:lnTo>
                <a:lnTo>
                  <a:pt x="1215" y="18124"/>
                </a:lnTo>
                <a:lnTo>
                  <a:pt x="1522" y="19038"/>
                </a:lnTo>
                <a:lnTo>
                  <a:pt x="2106" y="19804"/>
                </a:lnTo>
                <a:lnTo>
                  <a:pt x="2902" y="20340"/>
                </a:lnTo>
                <a:lnTo>
                  <a:pt x="3833" y="20592"/>
                </a:lnTo>
                <a:lnTo>
                  <a:pt x="10245" y="21247"/>
                </a:lnTo>
                <a:lnTo>
                  <a:pt x="11183" y="21192"/>
                </a:lnTo>
                <a:lnTo>
                  <a:pt x="12051" y="20852"/>
                </a:lnTo>
                <a:lnTo>
                  <a:pt x="12776" y="20253"/>
                </a:lnTo>
                <a:lnTo>
                  <a:pt x="13273" y="19456"/>
                </a:lnTo>
                <a:lnTo>
                  <a:pt x="13494" y="18542"/>
                </a:lnTo>
                <a:lnTo>
                  <a:pt x="13657" y="16522"/>
                </a:lnTo>
                <a:lnTo>
                  <a:pt x="14031" y="15079"/>
                </a:lnTo>
                <a:lnTo>
                  <a:pt x="14608" y="13899"/>
                </a:lnTo>
                <a:lnTo>
                  <a:pt x="15382" y="12929"/>
                </a:lnTo>
                <a:lnTo>
                  <a:pt x="16360" y="12136"/>
                </a:lnTo>
                <a:lnTo>
                  <a:pt x="17493" y="11570"/>
                </a:lnTo>
                <a:lnTo>
                  <a:pt x="18863" y="11209"/>
                </a:lnTo>
                <a:lnTo>
                  <a:pt x="20493" y="11083"/>
                </a:lnTo>
                <a:lnTo>
                  <a:pt x="22028" y="11203"/>
                </a:lnTo>
                <a:lnTo>
                  <a:pt x="23316" y="11541"/>
                </a:lnTo>
                <a:lnTo>
                  <a:pt x="24420" y="12083"/>
                </a:lnTo>
                <a:lnTo>
                  <a:pt x="25345" y="12803"/>
                </a:lnTo>
                <a:lnTo>
                  <a:pt x="26125" y="13710"/>
                </a:lnTo>
                <a:lnTo>
                  <a:pt x="26657" y="14668"/>
                </a:lnTo>
                <a:lnTo>
                  <a:pt x="26976" y="15698"/>
                </a:lnTo>
                <a:lnTo>
                  <a:pt x="27087" y="16897"/>
                </a:lnTo>
                <a:lnTo>
                  <a:pt x="26959" y="18163"/>
                </a:lnTo>
                <a:lnTo>
                  <a:pt x="26549" y="19531"/>
                </a:lnTo>
                <a:lnTo>
                  <a:pt x="25839" y="21008"/>
                </a:lnTo>
                <a:lnTo>
                  <a:pt x="24736" y="22707"/>
                </a:lnTo>
                <a:lnTo>
                  <a:pt x="23145" y="24611"/>
                </a:lnTo>
                <a:lnTo>
                  <a:pt x="20868" y="26940"/>
                </a:lnTo>
                <a:lnTo>
                  <a:pt x="13999" y="32959"/>
                </a:lnTo>
                <a:lnTo>
                  <a:pt x="14007" y="32951"/>
                </a:lnTo>
                <a:lnTo>
                  <a:pt x="9298" y="37060"/>
                </a:lnTo>
                <a:lnTo>
                  <a:pt x="9109" y="37241"/>
                </a:lnTo>
                <a:lnTo>
                  <a:pt x="5655" y="40829"/>
                </a:lnTo>
                <a:lnTo>
                  <a:pt x="5395" y="41137"/>
                </a:lnTo>
                <a:close/>
                <a:moveTo>
                  <a:pt x="7560" y="15015"/>
                </a:moveTo>
                <a:lnTo>
                  <a:pt x="8393" y="12583"/>
                </a:lnTo>
                <a:lnTo>
                  <a:pt x="9564" y="10567"/>
                </a:lnTo>
                <a:lnTo>
                  <a:pt x="10580" y="9464"/>
                </a:lnTo>
                <a:lnTo>
                  <a:pt x="9787" y="10458"/>
                </a:lnTo>
                <a:lnTo>
                  <a:pt x="9440" y="11002"/>
                </a:lnTo>
                <a:lnTo>
                  <a:pt x="8589" y="12745"/>
                </a:lnTo>
                <a:lnTo>
                  <a:pt x="8384" y="13305"/>
                </a:lnTo>
                <a:lnTo>
                  <a:pt x="7927" y="15062"/>
                </a:lnTo>
                <a:lnTo>
                  <a:pt x="7559" y="15024"/>
                </a:lnTo>
                <a:lnTo>
                  <a:pt x="7560" y="15015"/>
                </a:lnTo>
                <a:close/>
                <a:moveTo>
                  <a:pt x="6464" y="50687"/>
                </a:moveTo>
                <a:lnTo>
                  <a:pt x="7881" y="47787"/>
                </a:lnTo>
                <a:lnTo>
                  <a:pt x="10049" y="44798"/>
                </a:lnTo>
                <a:lnTo>
                  <a:pt x="11204" y="43598"/>
                </a:lnTo>
                <a:lnTo>
                  <a:pt x="10560" y="44347"/>
                </a:lnTo>
                <a:lnTo>
                  <a:pt x="10371" y="44591"/>
                </a:lnTo>
                <a:lnTo>
                  <a:pt x="9188" y="46287"/>
                </a:lnTo>
                <a:lnTo>
                  <a:pt x="8786" y="47107"/>
                </a:lnTo>
                <a:lnTo>
                  <a:pt x="8660" y="48014"/>
                </a:lnTo>
                <a:lnTo>
                  <a:pt x="8817" y="48921"/>
                </a:lnTo>
                <a:lnTo>
                  <a:pt x="9243" y="49734"/>
                </a:lnTo>
                <a:lnTo>
                  <a:pt x="9890" y="50380"/>
                </a:lnTo>
                <a:lnTo>
                  <a:pt x="10710" y="50790"/>
                </a:lnTo>
                <a:lnTo>
                  <a:pt x="11617" y="50932"/>
                </a:lnTo>
                <a:lnTo>
                  <a:pt x="33574" y="50932"/>
                </a:lnTo>
                <a:lnTo>
                  <a:pt x="33574" y="51011"/>
                </a:lnTo>
                <a:lnTo>
                  <a:pt x="6375" y="51011"/>
                </a:lnTo>
                <a:lnTo>
                  <a:pt x="6464" y="50687"/>
                </a:lnTo>
                <a:close/>
                <a:moveTo>
                  <a:pt x="17799" y="37498"/>
                </a:moveTo>
                <a:lnTo>
                  <a:pt x="12875" y="41862"/>
                </a:lnTo>
                <a:lnTo>
                  <a:pt x="13324" y="41396"/>
                </a:lnTo>
                <a:lnTo>
                  <a:pt x="17799" y="37498"/>
                </a:lnTo>
                <a:close/>
                <a:moveTo>
                  <a:pt x="17895" y="37407"/>
                </a:moveTo>
                <a:lnTo>
                  <a:pt x="18468" y="36905"/>
                </a:lnTo>
                <a:lnTo>
                  <a:pt x="17895" y="37413"/>
                </a:lnTo>
                <a:lnTo>
                  <a:pt x="17895" y="37407"/>
                </a:lnTo>
                <a:close/>
                <a:moveTo>
                  <a:pt x="29630" y="26034"/>
                </a:moveTo>
                <a:lnTo>
                  <a:pt x="30900" y="24078"/>
                </a:lnTo>
                <a:lnTo>
                  <a:pt x="31089" y="23739"/>
                </a:lnTo>
                <a:lnTo>
                  <a:pt x="31996" y="21838"/>
                </a:lnTo>
                <a:lnTo>
                  <a:pt x="32170" y="21405"/>
                </a:lnTo>
                <a:lnTo>
                  <a:pt x="32714" y="19551"/>
                </a:lnTo>
                <a:lnTo>
                  <a:pt x="32817" y="19015"/>
                </a:lnTo>
                <a:lnTo>
                  <a:pt x="32998" y="17217"/>
                </a:lnTo>
                <a:lnTo>
                  <a:pt x="33006" y="16649"/>
                </a:lnTo>
                <a:lnTo>
                  <a:pt x="32840" y="14866"/>
                </a:lnTo>
                <a:lnTo>
                  <a:pt x="32722" y="14275"/>
                </a:lnTo>
                <a:lnTo>
                  <a:pt x="32225" y="12642"/>
                </a:lnTo>
                <a:lnTo>
                  <a:pt x="31981" y="12067"/>
                </a:lnTo>
                <a:lnTo>
                  <a:pt x="31152" y="10576"/>
                </a:lnTo>
                <a:lnTo>
                  <a:pt x="30805" y="10079"/>
                </a:lnTo>
                <a:lnTo>
                  <a:pt x="29745" y="8845"/>
                </a:lnTo>
                <a:lnTo>
                  <a:pt x="30158" y="9160"/>
                </a:lnTo>
                <a:lnTo>
                  <a:pt x="31633" y="10860"/>
                </a:lnTo>
                <a:lnTo>
                  <a:pt x="32663" y="12706"/>
                </a:lnTo>
                <a:lnTo>
                  <a:pt x="33287" y="14771"/>
                </a:lnTo>
                <a:lnTo>
                  <a:pt x="33494" y="17059"/>
                </a:lnTo>
                <a:lnTo>
                  <a:pt x="33241" y="19495"/>
                </a:lnTo>
                <a:lnTo>
                  <a:pt x="32487" y="21890"/>
                </a:lnTo>
                <a:lnTo>
                  <a:pt x="31084" y="24448"/>
                </a:lnTo>
                <a:lnTo>
                  <a:pt x="28858" y="27296"/>
                </a:lnTo>
                <a:lnTo>
                  <a:pt x="25208" y="30961"/>
                </a:lnTo>
                <a:lnTo>
                  <a:pt x="25182" y="30984"/>
                </a:lnTo>
                <a:lnTo>
                  <a:pt x="27469" y="28652"/>
                </a:lnTo>
                <a:lnTo>
                  <a:pt x="27635" y="28471"/>
                </a:lnTo>
                <a:lnTo>
                  <a:pt x="29425" y="26310"/>
                </a:lnTo>
                <a:lnTo>
                  <a:pt x="29630" y="26034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p2p">
            <a:extLst xmlns:a="http://schemas.openxmlformats.org/drawingml/2006/main">
              <a:ext uri="{FF2B5EF4-FFF2-40B4-BE49-F238E27FC236}">
                <a16:creationId xmlns:a16="http://schemas.microsoft.com/office/drawing/2014/main" id="{45B44EA4-5295-480E-9959-C1AF60D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6" y="1029987"/>
            <a:ext cx="172918" cy="101718"/>
          </a:xfrm>
          <a:custGeom xmlns:a="http://schemas.openxmlformats.org/drawingml/2006/main">
            <a:pathLst>
              <a:path w="172918" h="101718">
                <a:moveTo>
                  <a:pt x="0" y="101718"/>
                </a:moveTo>
                <a:lnTo>
                  <a:pt x="0" y="22183"/>
                </a:lnTo>
                <a:lnTo>
                  <a:pt x="8873" y="22183"/>
                </a:lnTo>
                <a:lnTo>
                  <a:pt x="8873" y="29702"/>
                </a:lnTo>
                <a:cubicBezTo>
                  <a:pt x="10965" y="26763"/>
                  <a:pt x="13328" y="24558"/>
                  <a:pt x="15961" y="23090"/>
                </a:cubicBezTo>
                <a:cubicBezTo>
                  <a:pt x="18594" y="21620"/>
                  <a:pt x="21786" y="20885"/>
                  <a:pt x="25538" y="20885"/>
                </a:cubicBezTo>
                <a:cubicBezTo>
                  <a:pt x="30443" y="20885"/>
                  <a:pt x="34772" y="22147"/>
                  <a:pt x="38523" y="24672"/>
                </a:cubicBezTo>
                <a:cubicBezTo>
                  <a:pt x="42274" y="27197"/>
                  <a:pt x="45106" y="30759"/>
                  <a:pt x="47018" y="35358"/>
                </a:cubicBezTo>
                <a:cubicBezTo>
                  <a:pt x="48929" y="39957"/>
                  <a:pt x="49885" y="44998"/>
                  <a:pt x="49885" y="50480"/>
                </a:cubicBezTo>
                <a:cubicBezTo>
                  <a:pt x="49885" y="56360"/>
                  <a:pt x="48830" y="61653"/>
                  <a:pt x="46720" y="66360"/>
                </a:cubicBezTo>
                <a:cubicBezTo>
                  <a:pt x="44610" y="71068"/>
                  <a:pt x="41544" y="74675"/>
                  <a:pt x="37522" y="77182"/>
                </a:cubicBezTo>
                <a:cubicBezTo>
                  <a:pt x="33500" y="79688"/>
                  <a:pt x="29271" y="80942"/>
                  <a:pt x="24834" y="80942"/>
                </a:cubicBezTo>
                <a:cubicBezTo>
                  <a:pt x="21588" y="80942"/>
                  <a:pt x="18675" y="80257"/>
                  <a:pt x="16096" y="78886"/>
                </a:cubicBezTo>
                <a:cubicBezTo>
                  <a:pt x="13517" y="77515"/>
                  <a:pt x="11398" y="75784"/>
                  <a:pt x="9739" y="73692"/>
                </a:cubicBezTo>
                <a:lnTo>
                  <a:pt x="9739" y="101718"/>
                </a:lnTo>
                <a:lnTo>
                  <a:pt x="0" y="101718"/>
                </a:lnTo>
                <a:moveTo>
                  <a:pt x="8819" y="51265"/>
                </a:moveTo>
                <a:cubicBezTo>
                  <a:pt x="8819" y="58650"/>
                  <a:pt x="10316" y="64108"/>
                  <a:pt x="13310" y="67639"/>
                </a:cubicBezTo>
                <a:cubicBezTo>
                  <a:pt x="16304" y="71169"/>
                  <a:pt x="19929" y="72934"/>
                  <a:pt x="24185" y="72934"/>
                </a:cubicBezTo>
                <a:cubicBezTo>
                  <a:pt x="28514" y="72934"/>
                  <a:pt x="32220" y="71106"/>
                  <a:pt x="35304" y="67449"/>
                </a:cubicBezTo>
                <a:cubicBezTo>
                  <a:pt x="38388" y="63793"/>
                  <a:pt x="39930" y="58127"/>
                  <a:pt x="39930" y="50453"/>
                </a:cubicBezTo>
                <a:cubicBezTo>
                  <a:pt x="39930" y="43140"/>
                  <a:pt x="38424" y="37664"/>
                  <a:pt x="35412" y="34026"/>
                </a:cubicBezTo>
                <a:cubicBezTo>
                  <a:pt x="32400" y="30387"/>
                  <a:pt x="28802" y="28568"/>
                  <a:pt x="24618" y="28568"/>
                </a:cubicBezTo>
                <a:cubicBezTo>
                  <a:pt x="20470" y="28568"/>
                  <a:pt x="16800" y="30504"/>
                  <a:pt x="13608" y="34377"/>
                </a:cubicBezTo>
                <a:cubicBezTo>
                  <a:pt x="10415" y="38250"/>
                  <a:pt x="8819" y="43880"/>
                  <a:pt x="8819" y="51265"/>
                </a:cubicBezTo>
                <a:close/>
                <a:moveTo>
                  <a:pt x="109995" y="70229"/>
                </a:moveTo>
                <a:lnTo>
                  <a:pt x="109995" y="79643"/>
                </a:lnTo>
                <a:lnTo>
                  <a:pt x="57567" y="79643"/>
                </a:lnTo>
                <a:cubicBezTo>
                  <a:pt x="57494" y="77297"/>
                  <a:pt x="57873" y="75039"/>
                  <a:pt x="58703" y="72872"/>
                </a:cubicBezTo>
                <a:cubicBezTo>
                  <a:pt x="60037" y="69297"/>
                  <a:pt x="62175" y="65777"/>
                  <a:pt x="65114" y="62311"/>
                </a:cubicBezTo>
                <a:cubicBezTo>
                  <a:pt x="68054" y="58844"/>
                  <a:pt x="72301" y="54836"/>
                  <a:pt x="77856" y="50288"/>
                </a:cubicBezTo>
                <a:cubicBezTo>
                  <a:pt x="86477" y="43212"/>
                  <a:pt x="92302" y="37616"/>
                  <a:pt x="95332" y="33498"/>
                </a:cubicBezTo>
                <a:cubicBezTo>
                  <a:pt x="98362" y="29380"/>
                  <a:pt x="99877" y="25487"/>
                  <a:pt x="99877" y="21818"/>
                </a:cubicBezTo>
                <a:cubicBezTo>
                  <a:pt x="99877" y="17970"/>
                  <a:pt x="98497" y="14724"/>
                  <a:pt x="95738" y="12081"/>
                </a:cubicBezTo>
                <a:cubicBezTo>
                  <a:pt x="92979" y="9437"/>
                  <a:pt x="89381" y="8116"/>
                  <a:pt x="84944" y="8116"/>
                </a:cubicBezTo>
                <a:cubicBezTo>
                  <a:pt x="80255" y="8116"/>
                  <a:pt x="76504" y="9523"/>
                  <a:pt x="73690" y="12336"/>
                </a:cubicBezTo>
                <a:cubicBezTo>
                  <a:pt x="70877" y="15150"/>
                  <a:pt x="69452" y="19045"/>
                  <a:pt x="69416" y="24023"/>
                </a:cubicBezTo>
                <a:lnTo>
                  <a:pt x="59406" y="22941"/>
                </a:lnTo>
                <a:cubicBezTo>
                  <a:pt x="60092" y="15474"/>
                  <a:pt x="62671" y="9784"/>
                  <a:pt x="67143" y="5870"/>
                </a:cubicBezTo>
                <a:cubicBezTo>
                  <a:pt x="71616" y="1957"/>
                  <a:pt x="77622" y="0"/>
                  <a:pt x="85160" y="0"/>
                </a:cubicBezTo>
                <a:cubicBezTo>
                  <a:pt x="92771" y="0"/>
                  <a:pt x="98795" y="2110"/>
                  <a:pt x="103232" y="6329"/>
                </a:cubicBezTo>
                <a:cubicBezTo>
                  <a:pt x="107668" y="10548"/>
                  <a:pt x="109887" y="15777"/>
                  <a:pt x="109887" y="22016"/>
                </a:cubicBezTo>
                <a:cubicBezTo>
                  <a:pt x="109887" y="25189"/>
                  <a:pt x="109237" y="28308"/>
                  <a:pt x="107939" y="31374"/>
                </a:cubicBezTo>
                <a:cubicBezTo>
                  <a:pt x="106640" y="34439"/>
                  <a:pt x="104485" y="37666"/>
                  <a:pt x="101473" y="41056"/>
                </a:cubicBezTo>
                <a:cubicBezTo>
                  <a:pt x="98461" y="44445"/>
                  <a:pt x="93457" y="49093"/>
                  <a:pt x="86459" y="54998"/>
                </a:cubicBezTo>
                <a:cubicBezTo>
                  <a:pt x="80616" y="59895"/>
                  <a:pt x="76864" y="63217"/>
                  <a:pt x="75205" y="64964"/>
                </a:cubicBezTo>
                <a:cubicBezTo>
                  <a:pt x="73546" y="66710"/>
                  <a:pt x="72175" y="68465"/>
                  <a:pt x="71093" y="70229"/>
                </a:cubicBezTo>
                <a:lnTo>
                  <a:pt x="109995" y="70229"/>
                </a:lnTo>
                <a:close/>
                <a:moveTo>
                  <a:pt x="123033" y="101718"/>
                </a:moveTo>
                <a:lnTo>
                  <a:pt x="123033" y="22183"/>
                </a:lnTo>
                <a:lnTo>
                  <a:pt x="131906" y="22183"/>
                </a:lnTo>
                <a:lnTo>
                  <a:pt x="131906" y="29702"/>
                </a:lnTo>
                <a:cubicBezTo>
                  <a:pt x="133998" y="26763"/>
                  <a:pt x="136361" y="24558"/>
                  <a:pt x="138994" y="23090"/>
                </a:cubicBezTo>
                <a:cubicBezTo>
                  <a:pt x="141627" y="21620"/>
                  <a:pt x="144819" y="20885"/>
                  <a:pt x="148570" y="20885"/>
                </a:cubicBezTo>
                <a:cubicBezTo>
                  <a:pt x="153476" y="20885"/>
                  <a:pt x="157804" y="22147"/>
                  <a:pt x="161556" y="24672"/>
                </a:cubicBezTo>
                <a:cubicBezTo>
                  <a:pt x="165307" y="27197"/>
                  <a:pt x="168139" y="30759"/>
                  <a:pt x="170050" y="35358"/>
                </a:cubicBezTo>
                <a:cubicBezTo>
                  <a:pt x="171962" y="39957"/>
                  <a:pt x="172918" y="44998"/>
                  <a:pt x="172918" y="50480"/>
                </a:cubicBezTo>
                <a:cubicBezTo>
                  <a:pt x="172918" y="56360"/>
                  <a:pt x="171863" y="61653"/>
                  <a:pt x="169753" y="66360"/>
                </a:cubicBezTo>
                <a:cubicBezTo>
                  <a:pt x="167643" y="71068"/>
                  <a:pt x="164577" y="74675"/>
                  <a:pt x="160555" y="77182"/>
                </a:cubicBezTo>
                <a:cubicBezTo>
                  <a:pt x="156533" y="79688"/>
                  <a:pt x="152304" y="80942"/>
                  <a:pt x="147867" y="80942"/>
                </a:cubicBezTo>
                <a:cubicBezTo>
                  <a:pt x="144621" y="80942"/>
                  <a:pt x="141708" y="80257"/>
                  <a:pt x="139129" y="78886"/>
                </a:cubicBezTo>
                <a:cubicBezTo>
                  <a:pt x="136550" y="77515"/>
                  <a:pt x="134431" y="75784"/>
                  <a:pt x="132772" y="73692"/>
                </a:cubicBezTo>
                <a:lnTo>
                  <a:pt x="132772" y="101718"/>
                </a:lnTo>
                <a:lnTo>
                  <a:pt x="123033" y="101718"/>
                </a:lnTo>
                <a:moveTo>
                  <a:pt x="131852" y="51265"/>
                </a:moveTo>
                <a:cubicBezTo>
                  <a:pt x="131852" y="58650"/>
                  <a:pt x="133349" y="64108"/>
                  <a:pt x="136343" y="67639"/>
                </a:cubicBezTo>
                <a:cubicBezTo>
                  <a:pt x="139336" y="71169"/>
                  <a:pt x="142961" y="72934"/>
                  <a:pt x="147218" y="72934"/>
                </a:cubicBezTo>
                <a:cubicBezTo>
                  <a:pt x="151546" y="72934"/>
                  <a:pt x="155252" y="71106"/>
                  <a:pt x="158336" y="67449"/>
                </a:cubicBezTo>
                <a:cubicBezTo>
                  <a:pt x="161420" y="63793"/>
                  <a:pt x="162962" y="58127"/>
                  <a:pt x="162962" y="50453"/>
                </a:cubicBezTo>
                <a:cubicBezTo>
                  <a:pt x="162962" y="43140"/>
                  <a:pt x="161457" y="37664"/>
                  <a:pt x="158445" y="34026"/>
                </a:cubicBezTo>
                <a:cubicBezTo>
                  <a:pt x="155433" y="30387"/>
                  <a:pt x="151835" y="28568"/>
                  <a:pt x="147651" y="28568"/>
                </a:cubicBezTo>
                <a:cubicBezTo>
                  <a:pt x="143503" y="28568"/>
                  <a:pt x="139832" y="30504"/>
                  <a:pt x="136640" y="34377"/>
                </a:cubicBezTo>
                <a:cubicBezTo>
                  <a:pt x="133448" y="38250"/>
                  <a:pt x="131852" y="43880"/>
                  <a:pt x="131852" y="51265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D897B-6A6C-42DD-9307-BC8E6738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4" y="1047728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15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73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56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03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05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64" y="18292"/>
                </a:lnTo>
                <a:lnTo>
                  <a:pt x="20898" y="16097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4" y="32326"/>
                </a:lnTo>
                <a:lnTo>
                  <a:pt x="39511" y="37489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56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9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38" y="56571"/>
                </a:lnTo>
                <a:lnTo>
                  <a:pt x="48030" y="56232"/>
                </a:lnTo>
                <a:lnTo>
                  <a:pt x="50144" y="53330"/>
                </a:lnTo>
                <a:lnTo>
                  <a:pt x="50364" y="52975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44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93"/>
                </a:lnTo>
                <a:lnTo>
                  <a:pt x="14756" y="4341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7" y="54728"/>
                </a:lnTo>
                <a:lnTo>
                  <a:pt x="38768" y="56548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57" y="59727"/>
                </a:lnTo>
                <a:lnTo>
                  <a:pt x="23828" y="59418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8B23E-B961-4E16-A899-31A496FF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5" y="1026923"/>
            <a:ext cx="58157" cy="85271"/>
          </a:xfrm>
          <a:custGeom xmlns:a="http://schemas.openxmlformats.org/drawingml/2006/main">
            <a:pathLst>
              <a:path w="58157" h="85271">
                <a:moveTo>
                  <a:pt x="8289" y="63070"/>
                </a:moveTo>
                <a:lnTo>
                  <a:pt x="8155" y="63228"/>
                </a:lnTo>
                <a:lnTo>
                  <a:pt x="6104" y="65830"/>
                </a:lnTo>
                <a:lnTo>
                  <a:pt x="5970" y="66020"/>
                </a:lnTo>
                <a:lnTo>
                  <a:pt x="4219" y="68638"/>
                </a:lnTo>
                <a:lnTo>
                  <a:pt x="4093" y="68851"/>
                </a:lnTo>
                <a:lnTo>
                  <a:pt x="2642" y="71493"/>
                </a:lnTo>
                <a:lnTo>
                  <a:pt x="2516" y="71745"/>
                </a:lnTo>
                <a:lnTo>
                  <a:pt x="1372" y="74403"/>
                </a:lnTo>
                <a:lnTo>
                  <a:pt x="1230" y="74797"/>
                </a:lnTo>
                <a:lnTo>
                  <a:pt x="331" y="78094"/>
                </a:lnTo>
                <a:lnTo>
                  <a:pt x="244" y="78536"/>
                </a:lnTo>
                <a:lnTo>
                  <a:pt x="47" y="80239"/>
                </a:lnTo>
                <a:lnTo>
                  <a:pt x="32" y="80531"/>
                </a:lnTo>
                <a:lnTo>
                  <a:pt x="0" y="82266"/>
                </a:lnTo>
                <a:lnTo>
                  <a:pt x="134" y="83189"/>
                </a:lnTo>
                <a:lnTo>
                  <a:pt x="552" y="84025"/>
                </a:lnTo>
                <a:lnTo>
                  <a:pt x="1207" y="84695"/>
                </a:lnTo>
                <a:lnTo>
                  <a:pt x="2035" y="85121"/>
                </a:lnTo>
                <a:lnTo>
                  <a:pt x="2958" y="85271"/>
                </a:lnTo>
                <a:lnTo>
                  <a:pt x="55199" y="85271"/>
                </a:lnTo>
                <a:lnTo>
                  <a:pt x="56114" y="85129"/>
                </a:lnTo>
                <a:lnTo>
                  <a:pt x="56934" y="84703"/>
                </a:lnTo>
                <a:lnTo>
                  <a:pt x="57589" y="84049"/>
                </a:lnTo>
                <a:lnTo>
                  <a:pt x="58007" y="83228"/>
                </a:lnTo>
                <a:lnTo>
                  <a:pt x="58157" y="82313"/>
                </a:lnTo>
                <a:lnTo>
                  <a:pt x="58157" y="72984"/>
                </a:lnTo>
                <a:lnTo>
                  <a:pt x="58007" y="72069"/>
                </a:lnTo>
                <a:lnTo>
                  <a:pt x="57589" y="71248"/>
                </a:lnTo>
                <a:lnTo>
                  <a:pt x="56934" y="70594"/>
                </a:lnTo>
                <a:lnTo>
                  <a:pt x="56114" y="70176"/>
                </a:lnTo>
                <a:lnTo>
                  <a:pt x="55199" y="70026"/>
                </a:lnTo>
                <a:lnTo>
                  <a:pt x="22455" y="70026"/>
                </a:lnTo>
                <a:lnTo>
                  <a:pt x="22672" y="69775"/>
                </a:lnTo>
                <a:lnTo>
                  <a:pt x="26532" y="66156"/>
                </a:lnTo>
                <a:lnTo>
                  <a:pt x="33668" y="60026"/>
                </a:lnTo>
                <a:lnTo>
                  <a:pt x="33700" y="60002"/>
                </a:lnTo>
                <a:lnTo>
                  <a:pt x="42675" y="52107"/>
                </a:lnTo>
                <a:lnTo>
                  <a:pt x="42809" y="51973"/>
                </a:lnTo>
                <a:lnTo>
                  <a:pt x="48803" y="45964"/>
                </a:lnTo>
                <a:lnTo>
                  <a:pt x="48976" y="45774"/>
                </a:lnTo>
                <a:lnTo>
                  <a:pt x="51066" y="43266"/>
                </a:lnTo>
                <a:lnTo>
                  <a:pt x="51193" y="43109"/>
                </a:lnTo>
                <a:lnTo>
                  <a:pt x="52967" y="40664"/>
                </a:lnTo>
                <a:lnTo>
                  <a:pt x="53093" y="40467"/>
                </a:lnTo>
                <a:lnTo>
                  <a:pt x="54544" y="38085"/>
                </a:lnTo>
                <a:lnTo>
                  <a:pt x="54678" y="37840"/>
                </a:lnTo>
                <a:lnTo>
                  <a:pt x="55806" y="35514"/>
                </a:lnTo>
                <a:lnTo>
                  <a:pt x="55925" y="35246"/>
                </a:lnTo>
                <a:lnTo>
                  <a:pt x="56776" y="32943"/>
                </a:lnTo>
                <a:lnTo>
                  <a:pt x="56863" y="32667"/>
                </a:lnTo>
                <a:lnTo>
                  <a:pt x="57470" y="30348"/>
                </a:lnTo>
                <a:lnTo>
                  <a:pt x="57526" y="30056"/>
                </a:lnTo>
                <a:lnTo>
                  <a:pt x="57896" y="27714"/>
                </a:lnTo>
                <a:lnTo>
                  <a:pt x="57928" y="27406"/>
                </a:lnTo>
                <a:lnTo>
                  <a:pt x="58046" y="25048"/>
                </a:lnTo>
                <a:lnTo>
                  <a:pt x="58046" y="24764"/>
                </a:lnTo>
                <a:lnTo>
                  <a:pt x="57944" y="22477"/>
                </a:lnTo>
                <a:lnTo>
                  <a:pt x="57912" y="22193"/>
                </a:lnTo>
                <a:lnTo>
                  <a:pt x="57604" y="20001"/>
                </a:lnTo>
                <a:lnTo>
                  <a:pt x="57549" y="19709"/>
                </a:lnTo>
                <a:lnTo>
                  <a:pt x="57029" y="17611"/>
                </a:lnTo>
                <a:lnTo>
                  <a:pt x="56942" y="17319"/>
                </a:lnTo>
                <a:lnTo>
                  <a:pt x="56216" y="15316"/>
                </a:lnTo>
                <a:lnTo>
                  <a:pt x="56090" y="15024"/>
                </a:lnTo>
                <a:lnTo>
                  <a:pt x="55160" y="13116"/>
                </a:lnTo>
                <a:lnTo>
                  <a:pt x="55002" y="12840"/>
                </a:lnTo>
                <a:lnTo>
                  <a:pt x="53866" y="11026"/>
                </a:lnTo>
                <a:lnTo>
                  <a:pt x="53685" y="10773"/>
                </a:lnTo>
                <a:lnTo>
                  <a:pt x="52344" y="9062"/>
                </a:lnTo>
                <a:lnTo>
                  <a:pt x="52147" y="8841"/>
                </a:lnTo>
                <a:lnTo>
                  <a:pt x="50593" y="7216"/>
                </a:lnTo>
                <a:lnTo>
                  <a:pt x="50380" y="7011"/>
                </a:lnTo>
                <a:lnTo>
                  <a:pt x="48645" y="5529"/>
                </a:lnTo>
                <a:lnTo>
                  <a:pt x="48393" y="5339"/>
                </a:lnTo>
                <a:lnTo>
                  <a:pt x="46508" y="4054"/>
                </a:lnTo>
                <a:lnTo>
                  <a:pt x="46240" y="3896"/>
                </a:lnTo>
                <a:lnTo>
                  <a:pt x="44213" y="2808"/>
                </a:lnTo>
                <a:lnTo>
                  <a:pt x="43937" y="2681"/>
                </a:lnTo>
                <a:lnTo>
                  <a:pt x="41760" y="1790"/>
                </a:lnTo>
                <a:lnTo>
                  <a:pt x="41484" y="1696"/>
                </a:lnTo>
                <a:lnTo>
                  <a:pt x="39157" y="1002"/>
                </a:lnTo>
                <a:lnTo>
                  <a:pt x="38897" y="939"/>
                </a:lnTo>
                <a:lnTo>
                  <a:pt x="36421" y="450"/>
                </a:lnTo>
                <a:lnTo>
                  <a:pt x="36176" y="410"/>
                </a:lnTo>
                <a:lnTo>
                  <a:pt x="33550" y="110"/>
                </a:lnTo>
                <a:lnTo>
                  <a:pt x="33329" y="95"/>
                </a:lnTo>
                <a:lnTo>
                  <a:pt x="30553" y="0"/>
                </a:lnTo>
                <a:lnTo>
                  <a:pt x="30356" y="0"/>
                </a:lnTo>
                <a:lnTo>
                  <a:pt x="27611" y="87"/>
                </a:lnTo>
                <a:lnTo>
                  <a:pt x="27398" y="103"/>
                </a:lnTo>
                <a:lnTo>
                  <a:pt x="24796" y="379"/>
                </a:lnTo>
                <a:lnTo>
                  <a:pt x="24559" y="410"/>
                </a:lnTo>
                <a:lnTo>
                  <a:pt x="22106" y="868"/>
                </a:lnTo>
                <a:lnTo>
                  <a:pt x="21854" y="923"/>
                </a:lnTo>
                <a:lnTo>
                  <a:pt x="19543" y="1562"/>
                </a:lnTo>
                <a:lnTo>
                  <a:pt x="19283" y="1648"/>
                </a:lnTo>
                <a:lnTo>
                  <a:pt x="17106" y="2476"/>
                </a:lnTo>
                <a:lnTo>
                  <a:pt x="16846" y="2587"/>
                </a:lnTo>
                <a:lnTo>
                  <a:pt x="14811" y="3596"/>
                </a:lnTo>
                <a:lnTo>
                  <a:pt x="14551" y="3738"/>
                </a:lnTo>
                <a:lnTo>
                  <a:pt x="12666" y="4929"/>
                </a:lnTo>
                <a:lnTo>
                  <a:pt x="12414" y="5111"/>
                </a:lnTo>
                <a:lnTo>
                  <a:pt x="10671" y="6483"/>
                </a:lnTo>
                <a:lnTo>
                  <a:pt x="10434" y="6688"/>
                </a:lnTo>
                <a:lnTo>
                  <a:pt x="8849" y="8234"/>
                </a:lnTo>
                <a:lnTo>
                  <a:pt x="8628" y="8470"/>
                </a:lnTo>
                <a:lnTo>
                  <a:pt x="7224" y="10182"/>
                </a:lnTo>
                <a:lnTo>
                  <a:pt x="7035" y="10442"/>
                </a:lnTo>
                <a:lnTo>
                  <a:pt x="5805" y="12319"/>
                </a:lnTo>
                <a:lnTo>
                  <a:pt x="5647" y="12587"/>
                </a:lnTo>
                <a:lnTo>
                  <a:pt x="4598" y="14630"/>
                </a:lnTo>
                <a:lnTo>
                  <a:pt x="4480" y="14890"/>
                </a:lnTo>
                <a:lnTo>
                  <a:pt x="3604" y="17098"/>
                </a:lnTo>
                <a:lnTo>
                  <a:pt x="3517" y="17359"/>
                </a:lnTo>
                <a:lnTo>
                  <a:pt x="2816" y="19733"/>
                </a:lnTo>
                <a:lnTo>
                  <a:pt x="2760" y="19969"/>
                </a:lnTo>
                <a:lnTo>
                  <a:pt x="2240" y="22509"/>
                </a:lnTo>
                <a:lnTo>
                  <a:pt x="2200" y="22729"/>
                </a:lnTo>
                <a:lnTo>
                  <a:pt x="1853" y="25442"/>
                </a:lnTo>
                <a:lnTo>
                  <a:pt x="1885" y="26381"/>
                </a:lnTo>
                <a:lnTo>
                  <a:pt x="2208" y="27264"/>
                </a:lnTo>
                <a:lnTo>
                  <a:pt x="2792" y="27998"/>
                </a:lnTo>
                <a:lnTo>
                  <a:pt x="3581" y="28510"/>
                </a:lnTo>
                <a:lnTo>
                  <a:pt x="4488" y="28755"/>
                </a:lnTo>
                <a:lnTo>
                  <a:pt x="14464" y="29780"/>
                </a:lnTo>
                <a:lnTo>
                  <a:pt x="15403" y="29725"/>
                </a:lnTo>
                <a:lnTo>
                  <a:pt x="16270" y="29378"/>
                </a:lnTo>
                <a:lnTo>
                  <a:pt x="16996" y="28779"/>
                </a:lnTo>
                <a:lnTo>
                  <a:pt x="17493" y="27990"/>
                </a:lnTo>
                <a:lnTo>
                  <a:pt x="17714" y="27075"/>
                </a:lnTo>
                <a:lnTo>
                  <a:pt x="17974" y="23848"/>
                </a:lnTo>
                <a:lnTo>
                  <a:pt x="18647" y="21241"/>
                </a:lnTo>
                <a:lnTo>
                  <a:pt x="19688" y="19096"/>
                </a:lnTo>
                <a:lnTo>
                  <a:pt x="21136" y="17289"/>
                </a:lnTo>
                <a:lnTo>
                  <a:pt x="22907" y="15862"/>
                </a:lnTo>
                <a:lnTo>
                  <a:pt x="24989" y="14818"/>
                </a:lnTo>
                <a:lnTo>
                  <a:pt x="27423" y="14174"/>
                </a:lnTo>
                <a:lnTo>
                  <a:pt x="30235" y="13954"/>
                </a:lnTo>
                <a:lnTo>
                  <a:pt x="32903" y="14160"/>
                </a:lnTo>
                <a:lnTo>
                  <a:pt x="35202" y="14767"/>
                </a:lnTo>
                <a:lnTo>
                  <a:pt x="37213" y="15750"/>
                </a:lnTo>
                <a:lnTo>
                  <a:pt x="38931" y="17091"/>
                </a:lnTo>
                <a:lnTo>
                  <a:pt x="40375" y="18768"/>
                </a:lnTo>
                <a:lnTo>
                  <a:pt x="41346" y="20519"/>
                </a:lnTo>
                <a:lnTo>
                  <a:pt x="41936" y="22466"/>
                </a:lnTo>
                <a:lnTo>
                  <a:pt x="42142" y="24658"/>
                </a:lnTo>
                <a:lnTo>
                  <a:pt x="41922" y="26885"/>
                </a:lnTo>
                <a:lnTo>
                  <a:pt x="41206" y="29305"/>
                </a:lnTo>
                <a:lnTo>
                  <a:pt x="39986" y="31854"/>
                </a:lnTo>
                <a:lnTo>
                  <a:pt x="38196" y="34606"/>
                </a:lnTo>
                <a:lnTo>
                  <a:pt x="35589" y="37743"/>
                </a:lnTo>
                <a:lnTo>
                  <a:pt x="31949" y="41458"/>
                </a:lnTo>
                <a:lnTo>
                  <a:pt x="27177" y="45829"/>
                </a:lnTo>
                <a:lnTo>
                  <a:pt x="21263" y="50830"/>
                </a:lnTo>
                <a:lnTo>
                  <a:pt x="21231" y="50861"/>
                </a:lnTo>
                <a:lnTo>
                  <a:pt x="13904" y="57250"/>
                </a:lnTo>
                <a:lnTo>
                  <a:pt x="13770" y="57376"/>
                </a:lnTo>
                <a:lnTo>
                  <a:pt x="10836" y="60270"/>
                </a:lnTo>
                <a:lnTo>
                  <a:pt x="10726" y="60381"/>
                </a:lnTo>
                <a:lnTo>
                  <a:pt x="8289" y="63070"/>
                </a:lnTo>
                <a:close/>
                <a:moveTo>
                  <a:pt x="6892" y="76530"/>
                </a:moveTo>
                <a:lnTo>
                  <a:pt x="7903" y="74195"/>
                </a:lnTo>
                <a:lnTo>
                  <a:pt x="9212" y="71812"/>
                </a:lnTo>
                <a:lnTo>
                  <a:pt x="10850" y="69363"/>
                </a:lnTo>
                <a:lnTo>
                  <a:pt x="12738" y="66973"/>
                </a:lnTo>
                <a:lnTo>
                  <a:pt x="15111" y="64363"/>
                </a:lnTo>
                <a:lnTo>
                  <a:pt x="14993" y="64474"/>
                </a:lnTo>
                <a:lnTo>
                  <a:pt x="17914" y="61600"/>
                </a:lnTo>
                <a:lnTo>
                  <a:pt x="25119" y="55317"/>
                </a:lnTo>
                <a:lnTo>
                  <a:pt x="25088" y="55349"/>
                </a:lnTo>
                <a:lnTo>
                  <a:pt x="31003" y="50341"/>
                </a:lnTo>
                <a:lnTo>
                  <a:pt x="31089" y="50262"/>
                </a:lnTo>
                <a:lnTo>
                  <a:pt x="35963" y="45806"/>
                </a:lnTo>
                <a:lnTo>
                  <a:pt x="36082" y="45688"/>
                </a:lnTo>
                <a:lnTo>
                  <a:pt x="39915" y="41784"/>
                </a:lnTo>
                <a:lnTo>
                  <a:pt x="40080" y="41602"/>
                </a:lnTo>
                <a:lnTo>
                  <a:pt x="42864" y="38243"/>
                </a:lnTo>
                <a:lnTo>
                  <a:pt x="43069" y="37967"/>
                </a:lnTo>
                <a:lnTo>
                  <a:pt x="45049" y="34922"/>
                </a:lnTo>
                <a:lnTo>
                  <a:pt x="45238" y="34583"/>
                </a:lnTo>
                <a:lnTo>
                  <a:pt x="46650" y="31626"/>
                </a:lnTo>
                <a:lnTo>
                  <a:pt x="46823" y="31184"/>
                </a:lnTo>
                <a:lnTo>
                  <a:pt x="47667" y="28305"/>
                </a:lnTo>
                <a:lnTo>
                  <a:pt x="47778" y="27769"/>
                </a:lnTo>
                <a:lnTo>
                  <a:pt x="48062" y="24977"/>
                </a:lnTo>
                <a:lnTo>
                  <a:pt x="48062" y="24401"/>
                </a:lnTo>
                <a:lnTo>
                  <a:pt x="47801" y="21633"/>
                </a:lnTo>
                <a:lnTo>
                  <a:pt x="47691" y="21050"/>
                </a:lnTo>
                <a:lnTo>
                  <a:pt x="46918" y="18502"/>
                </a:lnTo>
                <a:lnTo>
                  <a:pt x="46673" y="17926"/>
                </a:lnTo>
                <a:lnTo>
                  <a:pt x="45380" y="15608"/>
                </a:lnTo>
                <a:lnTo>
                  <a:pt x="45033" y="15111"/>
                </a:lnTo>
                <a:lnTo>
                  <a:pt x="43235" y="13021"/>
                </a:lnTo>
                <a:lnTo>
                  <a:pt x="42809" y="12619"/>
                </a:lnTo>
                <a:lnTo>
                  <a:pt x="40593" y="10884"/>
                </a:lnTo>
                <a:lnTo>
                  <a:pt x="40072" y="10560"/>
                </a:lnTo>
                <a:lnTo>
                  <a:pt x="37541" y="9322"/>
                </a:lnTo>
                <a:lnTo>
                  <a:pt x="36989" y="9117"/>
                </a:lnTo>
                <a:lnTo>
                  <a:pt x="34142" y="8376"/>
                </a:lnTo>
                <a:lnTo>
                  <a:pt x="33629" y="8289"/>
                </a:lnTo>
                <a:lnTo>
                  <a:pt x="30466" y="8037"/>
                </a:lnTo>
                <a:lnTo>
                  <a:pt x="30001" y="8037"/>
                </a:lnTo>
                <a:lnTo>
                  <a:pt x="26673" y="8305"/>
                </a:lnTo>
                <a:lnTo>
                  <a:pt x="26152" y="8391"/>
                </a:lnTo>
                <a:lnTo>
                  <a:pt x="23171" y="9180"/>
                </a:lnTo>
                <a:lnTo>
                  <a:pt x="22611" y="9393"/>
                </a:lnTo>
                <a:lnTo>
                  <a:pt x="19977" y="10710"/>
                </a:lnTo>
                <a:lnTo>
                  <a:pt x="19441" y="11049"/>
                </a:lnTo>
                <a:lnTo>
                  <a:pt x="17169" y="12895"/>
                </a:lnTo>
                <a:lnTo>
                  <a:pt x="16712" y="13344"/>
                </a:lnTo>
                <a:lnTo>
                  <a:pt x="14874" y="15647"/>
                </a:lnTo>
                <a:lnTo>
                  <a:pt x="14527" y="16199"/>
                </a:lnTo>
                <a:lnTo>
                  <a:pt x="13202" y="18904"/>
                </a:lnTo>
                <a:lnTo>
                  <a:pt x="12997" y="19464"/>
                </a:lnTo>
                <a:lnTo>
                  <a:pt x="12185" y="22580"/>
                </a:lnTo>
                <a:lnTo>
                  <a:pt x="12106" y="23076"/>
                </a:lnTo>
                <a:lnTo>
                  <a:pt x="12064" y="23588"/>
                </a:lnTo>
                <a:lnTo>
                  <a:pt x="8134" y="23185"/>
                </a:lnTo>
                <a:lnTo>
                  <a:pt x="8516" y="21320"/>
                </a:lnTo>
                <a:lnTo>
                  <a:pt x="9142" y="19179"/>
                </a:lnTo>
                <a:lnTo>
                  <a:pt x="9912" y="17231"/>
                </a:lnTo>
                <a:lnTo>
                  <a:pt x="10815" y="15472"/>
                </a:lnTo>
                <a:lnTo>
                  <a:pt x="11909" y="13792"/>
                </a:lnTo>
                <a:lnTo>
                  <a:pt x="13079" y="12373"/>
                </a:lnTo>
                <a:lnTo>
                  <a:pt x="14500" y="10988"/>
                </a:lnTo>
                <a:lnTo>
                  <a:pt x="15922" y="9868"/>
                </a:lnTo>
                <a:lnTo>
                  <a:pt x="17579" y="8826"/>
                </a:lnTo>
                <a:lnTo>
                  <a:pt x="19329" y="7958"/>
                </a:lnTo>
                <a:lnTo>
                  <a:pt x="21303" y="7211"/>
                </a:lnTo>
                <a:lnTo>
                  <a:pt x="23234" y="6679"/>
                </a:lnTo>
                <a:lnTo>
                  <a:pt x="25567" y="6246"/>
                </a:lnTo>
                <a:lnTo>
                  <a:pt x="27896" y="5999"/>
                </a:lnTo>
                <a:lnTo>
                  <a:pt x="30447" y="5911"/>
                </a:lnTo>
                <a:lnTo>
                  <a:pt x="32986" y="6005"/>
                </a:lnTo>
                <a:lnTo>
                  <a:pt x="35389" y="6272"/>
                </a:lnTo>
                <a:lnTo>
                  <a:pt x="37668" y="6729"/>
                </a:lnTo>
                <a:lnTo>
                  <a:pt x="39663" y="7326"/>
                </a:lnTo>
                <a:lnTo>
                  <a:pt x="41509" y="8075"/>
                </a:lnTo>
                <a:lnTo>
                  <a:pt x="43306" y="9030"/>
                </a:lnTo>
                <a:lnTo>
                  <a:pt x="44921" y="10131"/>
                </a:lnTo>
                <a:lnTo>
                  <a:pt x="46410" y="11396"/>
                </a:lnTo>
                <a:lnTo>
                  <a:pt x="47750" y="12791"/>
                </a:lnTo>
                <a:lnTo>
                  <a:pt x="48955" y="14327"/>
                </a:lnTo>
                <a:lnTo>
                  <a:pt x="49925" y="15876"/>
                </a:lnTo>
                <a:lnTo>
                  <a:pt x="50726" y="17518"/>
                </a:lnTo>
                <a:lnTo>
                  <a:pt x="51317" y="19153"/>
                </a:lnTo>
                <a:lnTo>
                  <a:pt x="51775" y="20996"/>
                </a:lnTo>
                <a:lnTo>
                  <a:pt x="52044" y="22915"/>
                </a:lnTo>
                <a:lnTo>
                  <a:pt x="52132" y="24874"/>
                </a:lnTo>
                <a:lnTo>
                  <a:pt x="52021" y="26948"/>
                </a:lnTo>
                <a:lnTo>
                  <a:pt x="51701" y="29018"/>
                </a:lnTo>
                <a:lnTo>
                  <a:pt x="51174" y="31035"/>
                </a:lnTo>
                <a:lnTo>
                  <a:pt x="50422" y="33068"/>
                </a:lnTo>
                <a:lnTo>
                  <a:pt x="49421" y="35134"/>
                </a:lnTo>
                <a:lnTo>
                  <a:pt x="48133" y="37247"/>
                </a:lnTo>
                <a:lnTo>
                  <a:pt x="46483" y="39532"/>
                </a:lnTo>
                <a:lnTo>
                  <a:pt x="44559" y="41840"/>
                </a:lnTo>
                <a:lnTo>
                  <a:pt x="38695" y="47727"/>
                </a:lnTo>
                <a:lnTo>
                  <a:pt x="29788" y="55562"/>
                </a:lnTo>
                <a:lnTo>
                  <a:pt x="29820" y="55538"/>
                </a:lnTo>
                <a:lnTo>
                  <a:pt x="22651" y="61690"/>
                </a:lnTo>
                <a:lnTo>
                  <a:pt x="22556" y="61777"/>
                </a:lnTo>
                <a:lnTo>
                  <a:pt x="18510" y="65570"/>
                </a:lnTo>
                <a:lnTo>
                  <a:pt x="18297" y="65799"/>
                </a:lnTo>
                <a:lnTo>
                  <a:pt x="16034" y="68417"/>
                </a:lnTo>
                <a:lnTo>
                  <a:pt x="15844" y="68662"/>
                </a:lnTo>
                <a:lnTo>
                  <a:pt x="14007" y="71296"/>
                </a:lnTo>
                <a:lnTo>
                  <a:pt x="13605" y="72116"/>
                </a:lnTo>
                <a:lnTo>
                  <a:pt x="13478" y="73031"/>
                </a:lnTo>
                <a:lnTo>
                  <a:pt x="13636" y="73930"/>
                </a:lnTo>
                <a:lnTo>
                  <a:pt x="14054" y="74742"/>
                </a:lnTo>
                <a:lnTo>
                  <a:pt x="14709" y="75389"/>
                </a:lnTo>
                <a:lnTo>
                  <a:pt x="15529" y="75799"/>
                </a:lnTo>
                <a:lnTo>
                  <a:pt x="16436" y="75941"/>
                </a:lnTo>
                <a:lnTo>
                  <a:pt x="52242" y="75941"/>
                </a:lnTo>
                <a:lnTo>
                  <a:pt x="52242" y="79356"/>
                </a:lnTo>
                <a:lnTo>
                  <a:pt x="6123" y="79356"/>
                </a:lnTo>
                <a:lnTo>
                  <a:pt x="6892" y="76530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B9DA1-E80A-42C3-9ADE-25FDA5D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906" y="1047728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15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81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56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03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05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64" y="18292"/>
                </a:lnTo>
                <a:lnTo>
                  <a:pt x="20898" y="16097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7" y="32396"/>
                </a:lnTo>
                <a:lnTo>
                  <a:pt x="39511" y="37487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48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9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46" y="56571"/>
                </a:lnTo>
                <a:lnTo>
                  <a:pt x="48030" y="56232"/>
                </a:lnTo>
                <a:lnTo>
                  <a:pt x="50144" y="53330"/>
                </a:lnTo>
                <a:lnTo>
                  <a:pt x="50364" y="52975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44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93"/>
                </a:lnTo>
                <a:lnTo>
                  <a:pt x="14756" y="4341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8" y="54726"/>
                </a:lnTo>
                <a:lnTo>
                  <a:pt x="38740" y="56563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57" y="59727"/>
                </a:lnTo>
                <a:lnTo>
                  <a:pt x="23828" y="59418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S">
            <a:extLst xmlns:a="http://schemas.openxmlformats.org/drawingml/2006/main">
              <a:ext uri="{FF2B5EF4-FFF2-40B4-BE49-F238E27FC236}">
                <a16:creationId xmlns:a16="http://schemas.microsoft.com/office/drawing/2014/main" id="{6F3C697D-86BB-4D79-9C06-8C3A834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2" y="1161402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3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6" y="49260"/>
                  <a:pt x="122598" y="48000"/>
                </a:cubicBezTo>
                <a:cubicBezTo>
                  <a:pt x="120470" y="47173"/>
                  <a:pt x="115763" y="45887"/>
                  <a:pt x="108476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39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8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6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3" y="9414"/>
                  <a:pt x="99287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5" y="38988"/>
                </a:cubicBezTo>
                <a:cubicBezTo>
                  <a:pt x="133112" y="41113"/>
                  <a:pt x="136521" y="43804"/>
                  <a:pt x="138721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3" y="66500"/>
                  <a:pt x="138397" y="70226"/>
                </a:cubicBezTo>
                <a:cubicBezTo>
                  <a:pt x="135980" y="73951"/>
                  <a:pt x="132508" y="76849"/>
                  <a:pt x="127981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2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FB07E-F4B3-4855-9928-64A6F46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79" y="1159735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62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F8CD1E-686C-41A9-A7FD-8A542EE1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46" y="1158394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1" y="24588"/>
                </a:lnTo>
                <a:lnTo>
                  <a:pt x="50562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0" y="54371"/>
                </a:lnTo>
                <a:lnTo>
                  <a:pt x="49143" y="55311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39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52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100" y="75369"/>
                </a:lnTo>
                <a:lnTo>
                  <a:pt x="11747" y="73107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1">
            <a:extLst xmlns:a="http://schemas.openxmlformats.org/drawingml/2006/main">
              <a:ext uri="{FF2B5EF4-FFF2-40B4-BE49-F238E27FC236}">
                <a16:creationId xmlns:a16="http://schemas.microsoft.com/office/drawing/2014/main" id="{983E317A-D28C-4325-8CFE-88915BE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0" y="1212232"/>
            <a:ext cx="18923" cy="51584"/>
          </a:xfrm>
          <a:custGeom xmlns:a="http://schemas.openxmlformats.org/drawingml/2006/main">
            <a:pathLst>
              <a:path w="18923" h="51584">
                <a:moveTo>
                  <a:pt x="18923" y="51584"/>
                </a:moveTo>
                <a:lnTo>
                  <a:pt x="12616" y="51584"/>
                </a:lnTo>
                <a:lnTo>
                  <a:pt x="12616" y="11389"/>
                </a:lnTo>
                <a:cubicBezTo>
                  <a:pt x="11097" y="12838"/>
                  <a:pt x="9105" y="14286"/>
                  <a:pt x="6641" y="15735"/>
                </a:cubicBezTo>
                <a:cubicBezTo>
                  <a:pt x="4176" y="17183"/>
                  <a:pt x="1962" y="18269"/>
                  <a:pt x="0" y="18994"/>
                </a:cubicBezTo>
                <a:lnTo>
                  <a:pt x="0" y="12896"/>
                </a:lnTo>
                <a:cubicBezTo>
                  <a:pt x="3528" y="11237"/>
                  <a:pt x="6612" y="9228"/>
                  <a:pt x="9251" y="6869"/>
                </a:cubicBezTo>
                <a:cubicBezTo>
                  <a:pt x="11891" y="4509"/>
                  <a:pt x="13760" y="2219"/>
                  <a:pt x="14858" y="0"/>
                </a:cubicBezTo>
                <a:lnTo>
                  <a:pt x="18923" y="0"/>
                </a:lnTo>
                <a:lnTo>
                  <a:pt x="18923" y="51584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C1FDA-38A0-4BAD-B0E0-F3A7B31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" y="1209445"/>
            <a:ext cx="24630" cy="56934"/>
          </a:xfrm>
          <a:custGeom xmlns:a="http://schemas.openxmlformats.org/drawingml/2006/main">
            <a:pathLst>
              <a:path w="24630" h="56934">
                <a:moveTo>
                  <a:pt x="13691" y="56366"/>
                </a:moveTo>
                <a:lnTo>
                  <a:pt x="14519" y="56792"/>
                </a:lnTo>
                <a:lnTo>
                  <a:pt x="15434" y="56934"/>
                </a:lnTo>
                <a:lnTo>
                  <a:pt x="21673" y="56934"/>
                </a:lnTo>
                <a:lnTo>
                  <a:pt x="22588" y="56792"/>
                </a:lnTo>
                <a:lnTo>
                  <a:pt x="23416" y="56366"/>
                </a:lnTo>
                <a:lnTo>
                  <a:pt x="24062" y="55712"/>
                </a:lnTo>
                <a:lnTo>
                  <a:pt x="24488" y="54891"/>
                </a:lnTo>
                <a:lnTo>
                  <a:pt x="24630" y="53977"/>
                </a:lnTo>
                <a:lnTo>
                  <a:pt x="24630" y="2958"/>
                </a:lnTo>
                <a:lnTo>
                  <a:pt x="24488" y="2043"/>
                </a:lnTo>
                <a:lnTo>
                  <a:pt x="24062" y="1222"/>
                </a:lnTo>
                <a:lnTo>
                  <a:pt x="23416" y="568"/>
                </a:lnTo>
                <a:lnTo>
                  <a:pt x="22588" y="150"/>
                </a:lnTo>
                <a:lnTo>
                  <a:pt x="21673" y="0"/>
                </a:lnTo>
                <a:lnTo>
                  <a:pt x="17650" y="0"/>
                </a:lnTo>
                <a:lnTo>
                  <a:pt x="16641" y="181"/>
                </a:lnTo>
                <a:lnTo>
                  <a:pt x="15750" y="694"/>
                </a:lnTo>
                <a:lnTo>
                  <a:pt x="15087" y="1483"/>
                </a:lnTo>
                <a:lnTo>
                  <a:pt x="14213" y="3001"/>
                </a:lnTo>
                <a:lnTo>
                  <a:pt x="13189" y="4387"/>
                </a:lnTo>
                <a:lnTo>
                  <a:pt x="10130" y="7548"/>
                </a:lnTo>
                <a:lnTo>
                  <a:pt x="6237" y="10516"/>
                </a:lnTo>
                <a:lnTo>
                  <a:pt x="1522" y="13123"/>
                </a:lnTo>
                <a:lnTo>
                  <a:pt x="710" y="13786"/>
                </a:lnTo>
                <a:lnTo>
                  <a:pt x="181" y="14685"/>
                </a:lnTo>
                <a:lnTo>
                  <a:pt x="0" y="15710"/>
                </a:lnTo>
                <a:lnTo>
                  <a:pt x="0" y="21744"/>
                </a:lnTo>
                <a:lnTo>
                  <a:pt x="158" y="22706"/>
                </a:lnTo>
                <a:lnTo>
                  <a:pt x="615" y="23558"/>
                </a:lnTo>
                <a:lnTo>
                  <a:pt x="1333" y="24220"/>
                </a:lnTo>
                <a:lnTo>
                  <a:pt x="2224" y="24614"/>
                </a:lnTo>
                <a:lnTo>
                  <a:pt x="3186" y="24693"/>
                </a:lnTo>
                <a:lnTo>
                  <a:pt x="4133" y="24457"/>
                </a:lnTo>
                <a:lnTo>
                  <a:pt x="7232" y="23116"/>
                </a:lnTo>
                <a:lnTo>
                  <a:pt x="7461" y="22998"/>
                </a:lnTo>
                <a:lnTo>
                  <a:pt x="10931" y="21121"/>
                </a:lnTo>
                <a:lnTo>
                  <a:pt x="11136" y="21002"/>
                </a:lnTo>
                <a:lnTo>
                  <a:pt x="12477" y="20129"/>
                </a:lnTo>
                <a:lnTo>
                  <a:pt x="12477" y="53977"/>
                </a:lnTo>
                <a:lnTo>
                  <a:pt x="12619" y="54891"/>
                </a:lnTo>
                <a:lnTo>
                  <a:pt x="13037" y="55712"/>
                </a:lnTo>
                <a:lnTo>
                  <a:pt x="13691" y="56366"/>
                </a:lnTo>
                <a:close/>
                <a:moveTo>
                  <a:pt x="18234" y="13281"/>
                </a:moveTo>
                <a:lnTo>
                  <a:pt x="17792" y="12445"/>
                </a:lnTo>
                <a:lnTo>
                  <a:pt x="17106" y="11783"/>
                </a:lnTo>
                <a:lnTo>
                  <a:pt x="16247" y="11381"/>
                </a:lnTo>
                <a:lnTo>
                  <a:pt x="15300" y="11270"/>
                </a:lnTo>
                <a:lnTo>
                  <a:pt x="14629" y="11407"/>
                </a:lnTo>
                <a:lnTo>
                  <a:pt x="17572" y="8360"/>
                </a:lnTo>
                <a:lnTo>
                  <a:pt x="17832" y="8060"/>
                </a:lnTo>
                <a:lnTo>
                  <a:pt x="18715" y="6864"/>
                </a:lnTo>
                <a:lnTo>
                  <a:pt x="18715" y="51019"/>
                </a:lnTo>
                <a:lnTo>
                  <a:pt x="18392" y="51019"/>
                </a:lnTo>
                <a:lnTo>
                  <a:pt x="18392" y="14220"/>
                </a:lnTo>
                <a:lnTo>
                  <a:pt x="18234" y="1328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AS">
            <a:extLst xmlns:a="http://schemas.openxmlformats.org/drawingml/2006/main">
              <a:ext uri="{FF2B5EF4-FFF2-40B4-BE49-F238E27FC236}">
                <a16:creationId xmlns:a16="http://schemas.microsoft.com/office/drawing/2014/main" id="{4FCAF8A3-C91E-4960-B393-5E7FE1A7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06" y="1161402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4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7" y="49260"/>
                  <a:pt x="122598" y="48000"/>
                </a:cubicBezTo>
                <a:cubicBezTo>
                  <a:pt x="120470" y="47173"/>
                  <a:pt x="115763" y="45887"/>
                  <a:pt x="108477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40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9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7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4" y="9414"/>
                  <a:pt x="99288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6" y="38988"/>
                </a:cubicBezTo>
                <a:cubicBezTo>
                  <a:pt x="133113" y="41113"/>
                  <a:pt x="136521" y="43804"/>
                  <a:pt x="138722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4" y="66500"/>
                  <a:pt x="138397" y="70226"/>
                </a:cubicBezTo>
                <a:cubicBezTo>
                  <a:pt x="135980" y="73951"/>
                  <a:pt x="132508" y="76849"/>
                  <a:pt x="127982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3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BE4C9-7F2E-4A3F-B664-F5687DC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" y="1159735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54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F883D-113A-4E80-906B-1B88C972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0" y="1158394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0" y="24585"/>
                </a:lnTo>
                <a:lnTo>
                  <a:pt x="50554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0" y="54371"/>
                </a:lnTo>
                <a:lnTo>
                  <a:pt x="49143" y="55311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47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45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072" y="75350"/>
                </a:lnTo>
                <a:lnTo>
                  <a:pt x="11748" y="73109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3">
            <a:extLst xmlns:a="http://schemas.openxmlformats.org/drawingml/2006/main">
              <a:ext uri="{FF2B5EF4-FFF2-40B4-BE49-F238E27FC236}">
                <a16:creationId xmlns:a16="http://schemas.microsoft.com/office/drawing/2014/main" id="{D7FEB2A6-91CE-4DB7-AB3F-A64B802A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4" y="1212232"/>
            <a:ext cx="33642" cy="52425"/>
          </a:xfrm>
          <a:custGeom xmlns:a="http://schemas.openxmlformats.org/drawingml/2006/main">
            <a:pathLst>
              <a:path w="33642" h="52425">
                <a:moveTo>
                  <a:pt x="0" y="37917"/>
                </a:moveTo>
                <a:lnTo>
                  <a:pt x="6308" y="37076"/>
                </a:lnTo>
                <a:cubicBezTo>
                  <a:pt x="7032" y="40650"/>
                  <a:pt x="8264" y="43226"/>
                  <a:pt x="10005" y="44803"/>
                </a:cubicBezTo>
                <a:cubicBezTo>
                  <a:pt x="11745" y="46380"/>
                  <a:pt x="13866" y="47168"/>
                  <a:pt x="16365" y="47168"/>
                </a:cubicBezTo>
                <a:cubicBezTo>
                  <a:pt x="19332" y="47168"/>
                  <a:pt x="21838" y="46142"/>
                  <a:pt x="23882" y="44090"/>
                </a:cubicBezTo>
                <a:cubicBezTo>
                  <a:pt x="25926" y="42038"/>
                  <a:pt x="26948" y="39496"/>
                  <a:pt x="26948" y="36464"/>
                </a:cubicBezTo>
                <a:cubicBezTo>
                  <a:pt x="26948" y="33572"/>
                  <a:pt x="26002" y="31187"/>
                  <a:pt x="24110" y="29309"/>
                </a:cubicBezTo>
                <a:cubicBezTo>
                  <a:pt x="22218" y="27432"/>
                  <a:pt x="19811" y="26493"/>
                  <a:pt x="16891" y="26493"/>
                </a:cubicBezTo>
                <a:cubicBezTo>
                  <a:pt x="15699" y="26493"/>
                  <a:pt x="14216" y="26726"/>
                  <a:pt x="12440" y="27194"/>
                </a:cubicBezTo>
                <a:lnTo>
                  <a:pt x="13141" y="21657"/>
                </a:lnTo>
                <a:cubicBezTo>
                  <a:pt x="13562" y="21704"/>
                  <a:pt x="13901" y="21727"/>
                  <a:pt x="14158" y="21727"/>
                </a:cubicBezTo>
                <a:cubicBezTo>
                  <a:pt x="16844" y="21727"/>
                  <a:pt x="19262" y="21029"/>
                  <a:pt x="21412" y="19633"/>
                </a:cubicBezTo>
                <a:cubicBezTo>
                  <a:pt x="23561" y="18237"/>
                  <a:pt x="24636" y="16085"/>
                  <a:pt x="24636" y="13177"/>
                </a:cubicBezTo>
                <a:cubicBezTo>
                  <a:pt x="24636" y="10874"/>
                  <a:pt x="23853" y="8966"/>
                  <a:pt x="22288" y="7454"/>
                </a:cubicBezTo>
                <a:cubicBezTo>
                  <a:pt x="20722" y="5942"/>
                  <a:pt x="18702" y="5186"/>
                  <a:pt x="16225" y="5186"/>
                </a:cubicBezTo>
                <a:cubicBezTo>
                  <a:pt x="13772" y="5186"/>
                  <a:pt x="11728" y="5957"/>
                  <a:pt x="10093" y="7499"/>
                </a:cubicBezTo>
                <a:cubicBezTo>
                  <a:pt x="8457" y="9041"/>
                  <a:pt x="7406" y="11354"/>
                  <a:pt x="6939" y="14438"/>
                </a:cubicBezTo>
                <a:lnTo>
                  <a:pt x="631" y="13317"/>
                </a:lnTo>
                <a:cubicBezTo>
                  <a:pt x="1402" y="9088"/>
                  <a:pt x="3154" y="5811"/>
                  <a:pt x="5887" y="3487"/>
                </a:cubicBezTo>
                <a:cubicBezTo>
                  <a:pt x="8621" y="1162"/>
                  <a:pt x="12020" y="0"/>
                  <a:pt x="16085" y="0"/>
                </a:cubicBezTo>
                <a:cubicBezTo>
                  <a:pt x="18888" y="0"/>
                  <a:pt x="21470" y="600"/>
                  <a:pt x="23830" y="1799"/>
                </a:cubicBezTo>
                <a:cubicBezTo>
                  <a:pt x="26189" y="2999"/>
                  <a:pt x="27994" y="4635"/>
                  <a:pt x="29244" y="6709"/>
                </a:cubicBezTo>
                <a:cubicBezTo>
                  <a:pt x="30494" y="8781"/>
                  <a:pt x="31119" y="10982"/>
                  <a:pt x="31119" y="13312"/>
                </a:cubicBezTo>
                <a:cubicBezTo>
                  <a:pt x="31119" y="15525"/>
                  <a:pt x="30523" y="17540"/>
                  <a:pt x="29331" y="19357"/>
                </a:cubicBezTo>
                <a:cubicBezTo>
                  <a:pt x="28140" y="21174"/>
                  <a:pt x="26376" y="22618"/>
                  <a:pt x="24040" y="23689"/>
                </a:cubicBezTo>
                <a:cubicBezTo>
                  <a:pt x="27077" y="24390"/>
                  <a:pt x="29436" y="25845"/>
                  <a:pt x="31119" y="28052"/>
                </a:cubicBezTo>
                <a:cubicBezTo>
                  <a:pt x="32801" y="30260"/>
                  <a:pt x="33642" y="33023"/>
                  <a:pt x="33642" y="36340"/>
                </a:cubicBezTo>
                <a:cubicBezTo>
                  <a:pt x="33642" y="40826"/>
                  <a:pt x="32006" y="44628"/>
                  <a:pt x="28736" y="47747"/>
                </a:cubicBezTo>
                <a:cubicBezTo>
                  <a:pt x="25465" y="50866"/>
                  <a:pt x="21330" y="52425"/>
                  <a:pt x="16330" y="52425"/>
                </a:cubicBezTo>
                <a:cubicBezTo>
                  <a:pt x="11821" y="52425"/>
                  <a:pt x="8078" y="51078"/>
                  <a:pt x="5099" y="48385"/>
                </a:cubicBezTo>
                <a:cubicBezTo>
                  <a:pt x="2120" y="45692"/>
                  <a:pt x="421" y="42203"/>
                  <a:pt x="0" y="37917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BCDFE-29E3-40E9-B28A-2C62C7BC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05" y="1209453"/>
            <a:ext cx="39150" cy="57817"/>
          </a:xfrm>
          <a:custGeom xmlns:a="http://schemas.openxmlformats.org/drawingml/2006/main">
            <a:pathLst>
              <a:path w="39150" h="57817">
                <a:moveTo>
                  <a:pt x="2540" y="37627"/>
                </a:moveTo>
                <a:lnTo>
                  <a:pt x="1625" y="37903"/>
                </a:lnTo>
                <a:lnTo>
                  <a:pt x="844" y="38456"/>
                </a:lnTo>
                <a:lnTo>
                  <a:pt x="284" y="39221"/>
                </a:lnTo>
                <a:lnTo>
                  <a:pt x="0" y="40128"/>
                </a:lnTo>
                <a:lnTo>
                  <a:pt x="16" y="41082"/>
                </a:lnTo>
                <a:lnTo>
                  <a:pt x="568" y="44102"/>
                </a:lnTo>
                <a:lnTo>
                  <a:pt x="710" y="44615"/>
                </a:lnTo>
                <a:lnTo>
                  <a:pt x="1727" y="47344"/>
                </a:lnTo>
                <a:lnTo>
                  <a:pt x="1980" y="47856"/>
                </a:lnTo>
                <a:lnTo>
                  <a:pt x="3478" y="50293"/>
                </a:lnTo>
                <a:lnTo>
                  <a:pt x="3817" y="50743"/>
                </a:lnTo>
                <a:lnTo>
                  <a:pt x="5789" y="52888"/>
                </a:lnTo>
                <a:lnTo>
                  <a:pt x="6207" y="53259"/>
                </a:lnTo>
                <a:lnTo>
                  <a:pt x="8557" y="55002"/>
                </a:lnTo>
                <a:lnTo>
                  <a:pt x="9054" y="55302"/>
                </a:lnTo>
                <a:lnTo>
                  <a:pt x="11688" y="56548"/>
                </a:lnTo>
                <a:lnTo>
                  <a:pt x="12216" y="56737"/>
                </a:lnTo>
                <a:lnTo>
                  <a:pt x="15142" y="57486"/>
                </a:lnTo>
                <a:lnTo>
                  <a:pt x="15647" y="57565"/>
                </a:lnTo>
                <a:lnTo>
                  <a:pt x="18849" y="57817"/>
                </a:lnTo>
                <a:lnTo>
                  <a:pt x="19315" y="57817"/>
                </a:lnTo>
                <a:lnTo>
                  <a:pt x="22864" y="57526"/>
                </a:lnTo>
                <a:lnTo>
                  <a:pt x="23392" y="57439"/>
                </a:lnTo>
                <a:lnTo>
                  <a:pt x="26618" y="56571"/>
                </a:lnTo>
                <a:lnTo>
                  <a:pt x="27170" y="56358"/>
                </a:lnTo>
                <a:lnTo>
                  <a:pt x="30080" y="54915"/>
                </a:lnTo>
                <a:lnTo>
                  <a:pt x="30585" y="54592"/>
                </a:lnTo>
                <a:lnTo>
                  <a:pt x="33171" y="52573"/>
                </a:lnTo>
                <a:lnTo>
                  <a:pt x="33582" y="52178"/>
                </a:lnTo>
                <a:lnTo>
                  <a:pt x="35703" y="49741"/>
                </a:lnTo>
                <a:lnTo>
                  <a:pt x="36050" y="49252"/>
                </a:lnTo>
                <a:lnTo>
                  <a:pt x="37564" y="46555"/>
                </a:lnTo>
                <a:lnTo>
                  <a:pt x="37809" y="45979"/>
                </a:lnTo>
                <a:lnTo>
                  <a:pt x="38724" y="43030"/>
                </a:lnTo>
                <a:lnTo>
                  <a:pt x="38842" y="42438"/>
                </a:lnTo>
                <a:lnTo>
                  <a:pt x="39142" y="39236"/>
                </a:lnTo>
                <a:lnTo>
                  <a:pt x="39150" y="38763"/>
                </a:lnTo>
                <a:lnTo>
                  <a:pt x="38992" y="36405"/>
                </a:lnTo>
                <a:lnTo>
                  <a:pt x="38937" y="35971"/>
                </a:lnTo>
                <a:lnTo>
                  <a:pt x="38463" y="33826"/>
                </a:lnTo>
                <a:lnTo>
                  <a:pt x="38321" y="33353"/>
                </a:lnTo>
                <a:lnTo>
                  <a:pt x="37541" y="31405"/>
                </a:lnTo>
                <a:lnTo>
                  <a:pt x="37304" y="30932"/>
                </a:lnTo>
                <a:lnTo>
                  <a:pt x="36208" y="29197"/>
                </a:lnTo>
                <a:lnTo>
                  <a:pt x="35884" y="28763"/>
                </a:lnTo>
                <a:lnTo>
                  <a:pt x="34512" y="27264"/>
                </a:lnTo>
                <a:lnTo>
                  <a:pt x="34102" y="26902"/>
                </a:lnTo>
                <a:lnTo>
                  <a:pt x="32700" y="25846"/>
                </a:lnTo>
                <a:lnTo>
                  <a:pt x="32982" y="25577"/>
                </a:lnTo>
                <a:lnTo>
                  <a:pt x="33290" y="25237"/>
                </a:lnTo>
                <a:lnTo>
                  <a:pt x="34276" y="23960"/>
                </a:lnTo>
                <a:lnTo>
                  <a:pt x="34520" y="23589"/>
                </a:lnTo>
                <a:lnTo>
                  <a:pt x="35293" y="22201"/>
                </a:lnTo>
                <a:lnTo>
                  <a:pt x="35474" y="21807"/>
                </a:lnTo>
                <a:lnTo>
                  <a:pt x="36026" y="20348"/>
                </a:lnTo>
                <a:lnTo>
                  <a:pt x="36153" y="19922"/>
                </a:lnTo>
                <a:lnTo>
                  <a:pt x="36484" y="18392"/>
                </a:lnTo>
                <a:lnTo>
                  <a:pt x="36547" y="17966"/>
                </a:lnTo>
                <a:lnTo>
                  <a:pt x="36657" y="16357"/>
                </a:lnTo>
                <a:lnTo>
                  <a:pt x="36657" y="15955"/>
                </a:lnTo>
                <a:lnTo>
                  <a:pt x="36539" y="14251"/>
                </a:lnTo>
                <a:lnTo>
                  <a:pt x="36484" y="13841"/>
                </a:lnTo>
                <a:lnTo>
                  <a:pt x="36137" y="12177"/>
                </a:lnTo>
                <a:lnTo>
                  <a:pt x="36026" y="11791"/>
                </a:lnTo>
                <a:lnTo>
                  <a:pt x="35443" y="10174"/>
                </a:lnTo>
                <a:lnTo>
                  <a:pt x="35285" y="9811"/>
                </a:lnTo>
                <a:lnTo>
                  <a:pt x="34473" y="8249"/>
                </a:lnTo>
                <a:lnTo>
                  <a:pt x="34268" y="7902"/>
                </a:lnTo>
                <a:lnTo>
                  <a:pt x="33235" y="6443"/>
                </a:lnTo>
                <a:lnTo>
                  <a:pt x="32959" y="6104"/>
                </a:lnTo>
                <a:lnTo>
                  <a:pt x="31728" y="4803"/>
                </a:lnTo>
                <a:lnTo>
                  <a:pt x="31413" y="4519"/>
                </a:lnTo>
                <a:lnTo>
                  <a:pt x="29969" y="3383"/>
                </a:lnTo>
                <a:lnTo>
                  <a:pt x="29646" y="3163"/>
                </a:lnTo>
                <a:lnTo>
                  <a:pt x="27998" y="2193"/>
                </a:lnTo>
                <a:lnTo>
                  <a:pt x="27674" y="2027"/>
                </a:lnTo>
                <a:lnTo>
                  <a:pt x="25884" y="1246"/>
                </a:lnTo>
                <a:lnTo>
                  <a:pt x="25545" y="1120"/>
                </a:lnTo>
                <a:lnTo>
                  <a:pt x="23676" y="560"/>
                </a:lnTo>
                <a:lnTo>
                  <a:pt x="23329" y="481"/>
                </a:lnTo>
                <a:lnTo>
                  <a:pt x="21373" y="150"/>
                </a:lnTo>
                <a:lnTo>
                  <a:pt x="21034" y="110"/>
                </a:lnTo>
                <a:lnTo>
                  <a:pt x="18999" y="0"/>
                </a:lnTo>
                <a:lnTo>
                  <a:pt x="18613" y="0"/>
                </a:lnTo>
                <a:lnTo>
                  <a:pt x="15726" y="221"/>
                </a:lnTo>
                <a:lnTo>
                  <a:pt x="15245" y="292"/>
                </a:lnTo>
                <a:lnTo>
                  <a:pt x="12595" y="939"/>
                </a:lnTo>
                <a:lnTo>
                  <a:pt x="12082" y="1112"/>
                </a:lnTo>
                <a:lnTo>
                  <a:pt x="9685" y="2193"/>
                </a:lnTo>
                <a:lnTo>
                  <a:pt x="9204" y="2469"/>
                </a:lnTo>
                <a:lnTo>
                  <a:pt x="7051" y="3975"/>
                </a:lnTo>
                <a:lnTo>
                  <a:pt x="6625" y="4338"/>
                </a:lnTo>
                <a:lnTo>
                  <a:pt x="4779" y="6238"/>
                </a:lnTo>
                <a:lnTo>
                  <a:pt x="4432" y="6672"/>
                </a:lnTo>
                <a:lnTo>
                  <a:pt x="2950" y="8928"/>
                </a:lnTo>
                <a:lnTo>
                  <a:pt x="2705" y="9385"/>
                </a:lnTo>
                <a:lnTo>
                  <a:pt x="1585" y="11996"/>
                </a:lnTo>
                <a:lnTo>
                  <a:pt x="1435" y="12429"/>
                </a:lnTo>
                <a:lnTo>
                  <a:pt x="686" y="15387"/>
                </a:lnTo>
                <a:lnTo>
                  <a:pt x="599" y="16349"/>
                </a:lnTo>
                <a:lnTo>
                  <a:pt x="836" y="17296"/>
                </a:lnTo>
                <a:lnTo>
                  <a:pt x="1357" y="18108"/>
                </a:lnTo>
                <a:lnTo>
                  <a:pt x="2122" y="18707"/>
                </a:lnTo>
                <a:lnTo>
                  <a:pt x="3028" y="19031"/>
                </a:lnTo>
                <a:lnTo>
                  <a:pt x="9275" y="20143"/>
                </a:lnTo>
                <a:lnTo>
                  <a:pt x="10182" y="20158"/>
                </a:lnTo>
                <a:lnTo>
                  <a:pt x="11049" y="19906"/>
                </a:lnTo>
                <a:lnTo>
                  <a:pt x="11799" y="19401"/>
                </a:lnTo>
                <a:lnTo>
                  <a:pt x="12366" y="18684"/>
                </a:lnTo>
                <a:lnTo>
                  <a:pt x="12682" y="17840"/>
                </a:lnTo>
                <a:lnTo>
                  <a:pt x="13093" y="15910"/>
                </a:lnTo>
                <a:lnTo>
                  <a:pt x="13614" y="14464"/>
                </a:lnTo>
                <a:lnTo>
                  <a:pt x="14235" y="13362"/>
                </a:lnTo>
                <a:lnTo>
                  <a:pt x="14947" y="12532"/>
                </a:lnTo>
                <a:lnTo>
                  <a:pt x="15790" y="11875"/>
                </a:lnTo>
                <a:lnTo>
                  <a:pt x="16707" y="11424"/>
                </a:lnTo>
                <a:lnTo>
                  <a:pt x="17727" y="11147"/>
                </a:lnTo>
                <a:lnTo>
                  <a:pt x="18973" y="11045"/>
                </a:lnTo>
                <a:lnTo>
                  <a:pt x="20238" y="11147"/>
                </a:lnTo>
                <a:lnTo>
                  <a:pt x="21253" y="11420"/>
                </a:lnTo>
                <a:lnTo>
                  <a:pt x="22140" y="11866"/>
                </a:lnTo>
                <a:lnTo>
                  <a:pt x="22891" y="12460"/>
                </a:lnTo>
                <a:lnTo>
                  <a:pt x="23526" y="13213"/>
                </a:lnTo>
                <a:lnTo>
                  <a:pt x="23967" y="14033"/>
                </a:lnTo>
                <a:lnTo>
                  <a:pt x="24221" y="14910"/>
                </a:lnTo>
                <a:lnTo>
                  <a:pt x="24321" y="15997"/>
                </a:lnTo>
                <a:lnTo>
                  <a:pt x="24184" y="17393"/>
                </a:lnTo>
                <a:lnTo>
                  <a:pt x="23817" y="18460"/>
                </a:lnTo>
                <a:lnTo>
                  <a:pt x="23274" y="19259"/>
                </a:lnTo>
                <a:lnTo>
                  <a:pt x="22429" y="19974"/>
                </a:lnTo>
                <a:lnTo>
                  <a:pt x="21214" y="20646"/>
                </a:lnTo>
                <a:lnTo>
                  <a:pt x="19900" y="21139"/>
                </a:lnTo>
                <a:lnTo>
                  <a:pt x="18446" y="21444"/>
                </a:lnTo>
                <a:lnTo>
                  <a:pt x="16950" y="21547"/>
                </a:lnTo>
                <a:lnTo>
                  <a:pt x="16136" y="21483"/>
                </a:lnTo>
                <a:lnTo>
                  <a:pt x="15245" y="21554"/>
                </a:lnTo>
                <a:lnTo>
                  <a:pt x="14417" y="21893"/>
                </a:lnTo>
                <a:lnTo>
                  <a:pt x="13723" y="22461"/>
                </a:lnTo>
                <a:lnTo>
                  <a:pt x="13234" y="23203"/>
                </a:lnTo>
                <a:lnTo>
                  <a:pt x="12989" y="24070"/>
                </a:lnTo>
                <a:lnTo>
                  <a:pt x="12295" y="29544"/>
                </a:lnTo>
                <a:lnTo>
                  <a:pt x="12327" y="30482"/>
                </a:lnTo>
                <a:lnTo>
                  <a:pt x="12650" y="31358"/>
                </a:lnTo>
                <a:lnTo>
                  <a:pt x="13234" y="32091"/>
                </a:lnTo>
                <a:lnTo>
                  <a:pt x="14015" y="32612"/>
                </a:lnTo>
                <a:lnTo>
                  <a:pt x="14914" y="32856"/>
                </a:lnTo>
                <a:lnTo>
                  <a:pt x="15852" y="32809"/>
                </a:lnTo>
                <a:lnTo>
                  <a:pt x="18082" y="32328"/>
                </a:lnTo>
                <a:lnTo>
                  <a:pt x="19643" y="32191"/>
                </a:lnTo>
                <a:lnTo>
                  <a:pt x="21161" y="32319"/>
                </a:lnTo>
                <a:lnTo>
                  <a:pt x="22496" y="32689"/>
                </a:lnTo>
                <a:lnTo>
                  <a:pt x="23646" y="33286"/>
                </a:lnTo>
                <a:lnTo>
                  <a:pt x="24682" y="34131"/>
                </a:lnTo>
                <a:lnTo>
                  <a:pt x="25525" y="35147"/>
                </a:lnTo>
                <a:lnTo>
                  <a:pt x="26106" y="36261"/>
                </a:lnTo>
                <a:lnTo>
                  <a:pt x="26475" y="37566"/>
                </a:lnTo>
                <a:lnTo>
                  <a:pt x="26603" y="39093"/>
                </a:lnTo>
                <a:lnTo>
                  <a:pt x="26458" y="40751"/>
                </a:lnTo>
                <a:lnTo>
                  <a:pt x="26067" y="42114"/>
                </a:lnTo>
                <a:lnTo>
                  <a:pt x="25390" y="43402"/>
                </a:lnTo>
                <a:lnTo>
                  <a:pt x="24430" y="44573"/>
                </a:lnTo>
                <a:lnTo>
                  <a:pt x="23288" y="45523"/>
                </a:lnTo>
                <a:lnTo>
                  <a:pt x="22027" y="46196"/>
                </a:lnTo>
                <a:lnTo>
                  <a:pt x="20649" y="46599"/>
                </a:lnTo>
                <a:lnTo>
                  <a:pt x="19094" y="46738"/>
                </a:lnTo>
                <a:lnTo>
                  <a:pt x="17817" y="46631"/>
                </a:lnTo>
                <a:lnTo>
                  <a:pt x="16728" y="46338"/>
                </a:lnTo>
                <a:lnTo>
                  <a:pt x="15730" y="45852"/>
                </a:lnTo>
                <a:lnTo>
                  <a:pt x="14834" y="45179"/>
                </a:lnTo>
                <a:lnTo>
                  <a:pt x="14040" y="44280"/>
                </a:lnTo>
                <a:lnTo>
                  <a:pt x="13273" y="42968"/>
                </a:lnTo>
                <a:lnTo>
                  <a:pt x="12616" y="41288"/>
                </a:lnTo>
                <a:lnTo>
                  <a:pt x="12027" y="38992"/>
                </a:lnTo>
                <a:lnTo>
                  <a:pt x="11696" y="38195"/>
                </a:lnTo>
                <a:lnTo>
                  <a:pt x="11152" y="37533"/>
                </a:lnTo>
                <a:lnTo>
                  <a:pt x="10442" y="37060"/>
                </a:lnTo>
                <a:lnTo>
                  <a:pt x="9630" y="36799"/>
                </a:lnTo>
                <a:lnTo>
                  <a:pt x="8770" y="36791"/>
                </a:lnTo>
                <a:lnTo>
                  <a:pt x="2540" y="37627"/>
                </a:lnTo>
                <a:close/>
                <a:moveTo>
                  <a:pt x="7863" y="45364"/>
                </a:moveTo>
                <a:lnTo>
                  <a:pt x="8060" y="45782"/>
                </a:lnTo>
                <a:lnTo>
                  <a:pt x="9070" y="47502"/>
                </a:lnTo>
                <a:lnTo>
                  <a:pt x="9409" y="47967"/>
                </a:lnTo>
                <a:lnTo>
                  <a:pt x="10173" y="48832"/>
                </a:lnTo>
                <a:lnTo>
                  <a:pt x="9929" y="48650"/>
                </a:lnTo>
                <a:lnTo>
                  <a:pt x="8369" y="46953"/>
                </a:lnTo>
                <a:lnTo>
                  <a:pt x="7155" y="44977"/>
                </a:lnTo>
                <a:lnTo>
                  <a:pt x="6443" y="43068"/>
                </a:lnTo>
                <a:lnTo>
                  <a:pt x="6956" y="42999"/>
                </a:lnTo>
                <a:lnTo>
                  <a:pt x="7043" y="43266"/>
                </a:lnTo>
                <a:lnTo>
                  <a:pt x="7863" y="45364"/>
                </a:lnTo>
                <a:close/>
                <a:moveTo>
                  <a:pt x="32225" y="42076"/>
                </a:moveTo>
                <a:lnTo>
                  <a:pt x="32335" y="41523"/>
                </a:lnTo>
                <a:lnTo>
                  <a:pt x="32525" y="39363"/>
                </a:lnTo>
                <a:lnTo>
                  <a:pt x="32525" y="38850"/>
                </a:lnTo>
                <a:lnTo>
                  <a:pt x="32343" y="36791"/>
                </a:lnTo>
                <a:lnTo>
                  <a:pt x="32249" y="36239"/>
                </a:lnTo>
                <a:lnTo>
                  <a:pt x="31720" y="34378"/>
                </a:lnTo>
                <a:lnTo>
                  <a:pt x="31492" y="33810"/>
                </a:lnTo>
                <a:lnTo>
                  <a:pt x="30616" y="32130"/>
                </a:lnTo>
                <a:lnTo>
                  <a:pt x="30277" y="31618"/>
                </a:lnTo>
                <a:lnTo>
                  <a:pt x="29859" y="31111"/>
                </a:lnTo>
                <a:lnTo>
                  <a:pt x="30351" y="31482"/>
                </a:lnTo>
                <a:lnTo>
                  <a:pt x="31343" y="32564"/>
                </a:lnTo>
                <a:lnTo>
                  <a:pt x="32157" y="33869"/>
                </a:lnTo>
                <a:lnTo>
                  <a:pt x="32731" y="35300"/>
                </a:lnTo>
                <a:lnTo>
                  <a:pt x="33107" y="37010"/>
                </a:lnTo>
                <a:lnTo>
                  <a:pt x="33235" y="38922"/>
                </a:lnTo>
                <a:lnTo>
                  <a:pt x="32980" y="41578"/>
                </a:lnTo>
                <a:lnTo>
                  <a:pt x="32263" y="43909"/>
                </a:lnTo>
                <a:lnTo>
                  <a:pt x="31035" y="46096"/>
                </a:lnTo>
                <a:lnTo>
                  <a:pt x="29312" y="48075"/>
                </a:lnTo>
                <a:lnTo>
                  <a:pt x="29027" y="48299"/>
                </a:lnTo>
                <a:lnTo>
                  <a:pt x="30159" y="46918"/>
                </a:lnTo>
                <a:lnTo>
                  <a:pt x="30490" y="46421"/>
                </a:lnTo>
                <a:lnTo>
                  <a:pt x="31436" y="44623"/>
                </a:lnTo>
                <a:lnTo>
                  <a:pt x="31657" y="44055"/>
                </a:lnTo>
                <a:lnTo>
                  <a:pt x="32225" y="42076"/>
                </a:lnTo>
                <a:close/>
                <a:moveTo>
                  <a:pt x="22373" y="26526"/>
                </a:moveTo>
                <a:lnTo>
                  <a:pt x="23487" y="26113"/>
                </a:lnTo>
                <a:lnTo>
                  <a:pt x="23823" y="25961"/>
                </a:lnTo>
                <a:lnTo>
                  <a:pt x="23755" y="26239"/>
                </a:lnTo>
                <a:lnTo>
                  <a:pt x="23821" y="26920"/>
                </a:lnTo>
                <a:lnTo>
                  <a:pt x="22493" y="26547"/>
                </a:lnTo>
                <a:lnTo>
                  <a:pt x="22373" y="26526"/>
                </a:lnTo>
                <a:close/>
                <a:moveTo>
                  <a:pt x="30033" y="18337"/>
                </a:moveTo>
                <a:lnTo>
                  <a:pt x="30230" y="16310"/>
                </a:lnTo>
                <a:lnTo>
                  <a:pt x="30238" y="15758"/>
                </a:lnTo>
                <a:lnTo>
                  <a:pt x="30088" y="14117"/>
                </a:lnTo>
                <a:lnTo>
                  <a:pt x="29985" y="13549"/>
                </a:lnTo>
                <a:lnTo>
                  <a:pt x="29551" y="12059"/>
                </a:lnTo>
                <a:lnTo>
                  <a:pt x="29315" y="11483"/>
                </a:lnTo>
                <a:lnTo>
                  <a:pt x="28589" y="10134"/>
                </a:lnTo>
                <a:lnTo>
                  <a:pt x="28486" y="9982"/>
                </a:lnTo>
                <a:lnTo>
                  <a:pt x="28514" y="10011"/>
                </a:lnTo>
                <a:lnTo>
                  <a:pt x="29309" y="11135"/>
                </a:lnTo>
                <a:lnTo>
                  <a:pt x="29944" y="12361"/>
                </a:lnTo>
                <a:lnTo>
                  <a:pt x="30392" y="13601"/>
                </a:lnTo>
                <a:lnTo>
                  <a:pt x="30653" y="14856"/>
                </a:lnTo>
                <a:lnTo>
                  <a:pt x="30737" y="16150"/>
                </a:lnTo>
                <a:lnTo>
                  <a:pt x="30653" y="17369"/>
                </a:lnTo>
                <a:lnTo>
                  <a:pt x="30414" y="18480"/>
                </a:lnTo>
                <a:lnTo>
                  <a:pt x="30027" y="19503"/>
                </a:lnTo>
                <a:lnTo>
                  <a:pt x="29467" y="20509"/>
                </a:lnTo>
                <a:lnTo>
                  <a:pt x="29300" y="20725"/>
                </a:lnTo>
                <a:lnTo>
                  <a:pt x="29891" y="19007"/>
                </a:lnTo>
                <a:lnTo>
                  <a:pt x="30033" y="18337"/>
                </a:lnTo>
                <a:close/>
                <a:moveTo>
                  <a:pt x="7552" y="13827"/>
                </a:moveTo>
                <a:lnTo>
                  <a:pt x="7255" y="13774"/>
                </a:lnTo>
                <a:lnTo>
                  <a:pt x="8033" y="11967"/>
                </a:lnTo>
                <a:lnTo>
                  <a:pt x="9222" y="10157"/>
                </a:lnTo>
                <a:lnTo>
                  <a:pt x="9342" y="10034"/>
                </a:lnTo>
                <a:lnTo>
                  <a:pt x="9227" y="10198"/>
                </a:lnTo>
                <a:lnTo>
                  <a:pt x="8336" y="11775"/>
                </a:lnTo>
                <a:lnTo>
                  <a:pt x="8131" y="12224"/>
                </a:lnTo>
                <a:lnTo>
                  <a:pt x="7552" y="13827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p2c">
            <a:extLst xmlns:a="http://schemas.openxmlformats.org/drawingml/2006/main">
              <a:ext uri="{FF2B5EF4-FFF2-40B4-BE49-F238E27FC236}">
                <a16:creationId xmlns:a16="http://schemas.microsoft.com/office/drawing/2014/main" id="{541FBBFE-C682-4D3A-9F03-AF097418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6" y="1162484"/>
            <a:ext cx="170104" cy="101718"/>
          </a:xfrm>
          <a:custGeom xmlns:a="http://schemas.openxmlformats.org/drawingml/2006/main">
            <a:pathLst>
              <a:path w="170104" h="101718">
                <a:moveTo>
                  <a:pt x="0" y="101718"/>
                </a:moveTo>
                <a:lnTo>
                  <a:pt x="0" y="22183"/>
                </a:lnTo>
                <a:lnTo>
                  <a:pt x="8873" y="22183"/>
                </a:lnTo>
                <a:lnTo>
                  <a:pt x="8873" y="29702"/>
                </a:lnTo>
                <a:cubicBezTo>
                  <a:pt x="10965" y="26763"/>
                  <a:pt x="13328" y="24558"/>
                  <a:pt x="15961" y="23090"/>
                </a:cubicBezTo>
                <a:cubicBezTo>
                  <a:pt x="18594" y="21620"/>
                  <a:pt x="21786" y="20885"/>
                  <a:pt x="25538" y="20885"/>
                </a:cubicBezTo>
                <a:cubicBezTo>
                  <a:pt x="30443" y="20885"/>
                  <a:pt x="34772" y="22147"/>
                  <a:pt x="38523" y="24672"/>
                </a:cubicBezTo>
                <a:cubicBezTo>
                  <a:pt x="42274" y="27197"/>
                  <a:pt x="45106" y="30759"/>
                  <a:pt x="47018" y="35358"/>
                </a:cubicBezTo>
                <a:cubicBezTo>
                  <a:pt x="48929" y="39957"/>
                  <a:pt x="49885" y="44998"/>
                  <a:pt x="49885" y="50480"/>
                </a:cubicBezTo>
                <a:cubicBezTo>
                  <a:pt x="49885" y="56360"/>
                  <a:pt x="48830" y="61653"/>
                  <a:pt x="46720" y="66360"/>
                </a:cubicBezTo>
                <a:cubicBezTo>
                  <a:pt x="44610" y="71068"/>
                  <a:pt x="41544" y="74675"/>
                  <a:pt x="37522" y="77182"/>
                </a:cubicBezTo>
                <a:cubicBezTo>
                  <a:pt x="33500" y="79688"/>
                  <a:pt x="29271" y="80942"/>
                  <a:pt x="24834" y="80942"/>
                </a:cubicBezTo>
                <a:cubicBezTo>
                  <a:pt x="21588" y="80942"/>
                  <a:pt x="18675" y="80257"/>
                  <a:pt x="16096" y="78886"/>
                </a:cubicBezTo>
                <a:cubicBezTo>
                  <a:pt x="13517" y="77515"/>
                  <a:pt x="11398" y="75784"/>
                  <a:pt x="9739" y="73692"/>
                </a:cubicBezTo>
                <a:lnTo>
                  <a:pt x="9739" y="101718"/>
                </a:lnTo>
                <a:lnTo>
                  <a:pt x="0" y="101718"/>
                </a:lnTo>
                <a:moveTo>
                  <a:pt x="8819" y="51265"/>
                </a:moveTo>
                <a:cubicBezTo>
                  <a:pt x="8819" y="58650"/>
                  <a:pt x="10316" y="64108"/>
                  <a:pt x="13310" y="67639"/>
                </a:cubicBezTo>
                <a:cubicBezTo>
                  <a:pt x="16304" y="71169"/>
                  <a:pt x="19929" y="72934"/>
                  <a:pt x="24185" y="72934"/>
                </a:cubicBezTo>
                <a:cubicBezTo>
                  <a:pt x="28514" y="72934"/>
                  <a:pt x="32220" y="71106"/>
                  <a:pt x="35304" y="67449"/>
                </a:cubicBezTo>
                <a:cubicBezTo>
                  <a:pt x="38388" y="63793"/>
                  <a:pt x="39930" y="58127"/>
                  <a:pt x="39930" y="50453"/>
                </a:cubicBezTo>
                <a:cubicBezTo>
                  <a:pt x="39930" y="43140"/>
                  <a:pt x="38424" y="37664"/>
                  <a:pt x="35412" y="34026"/>
                </a:cubicBezTo>
                <a:cubicBezTo>
                  <a:pt x="32400" y="30387"/>
                  <a:pt x="28802" y="28568"/>
                  <a:pt x="24618" y="28568"/>
                </a:cubicBezTo>
                <a:cubicBezTo>
                  <a:pt x="20470" y="28568"/>
                  <a:pt x="16800" y="30504"/>
                  <a:pt x="13608" y="34377"/>
                </a:cubicBezTo>
                <a:cubicBezTo>
                  <a:pt x="10415" y="38250"/>
                  <a:pt x="8819" y="43880"/>
                  <a:pt x="8819" y="51265"/>
                </a:cubicBezTo>
                <a:close/>
                <a:moveTo>
                  <a:pt x="109995" y="70229"/>
                </a:moveTo>
                <a:lnTo>
                  <a:pt x="109995" y="79643"/>
                </a:lnTo>
                <a:lnTo>
                  <a:pt x="57567" y="79643"/>
                </a:lnTo>
                <a:cubicBezTo>
                  <a:pt x="57494" y="77297"/>
                  <a:pt x="57873" y="75039"/>
                  <a:pt x="58703" y="72872"/>
                </a:cubicBezTo>
                <a:cubicBezTo>
                  <a:pt x="60037" y="69297"/>
                  <a:pt x="62175" y="65777"/>
                  <a:pt x="65114" y="62311"/>
                </a:cubicBezTo>
                <a:cubicBezTo>
                  <a:pt x="68054" y="58844"/>
                  <a:pt x="72301" y="54836"/>
                  <a:pt x="77856" y="50288"/>
                </a:cubicBezTo>
                <a:cubicBezTo>
                  <a:pt x="86477" y="43212"/>
                  <a:pt x="92302" y="37616"/>
                  <a:pt x="95332" y="33498"/>
                </a:cubicBezTo>
                <a:cubicBezTo>
                  <a:pt x="98362" y="29380"/>
                  <a:pt x="99877" y="25487"/>
                  <a:pt x="99877" y="21818"/>
                </a:cubicBezTo>
                <a:cubicBezTo>
                  <a:pt x="99877" y="17970"/>
                  <a:pt x="98497" y="14724"/>
                  <a:pt x="95738" y="12081"/>
                </a:cubicBezTo>
                <a:cubicBezTo>
                  <a:pt x="92979" y="9437"/>
                  <a:pt x="89381" y="8116"/>
                  <a:pt x="84944" y="8116"/>
                </a:cubicBezTo>
                <a:cubicBezTo>
                  <a:pt x="80255" y="8116"/>
                  <a:pt x="76504" y="9523"/>
                  <a:pt x="73690" y="12336"/>
                </a:cubicBezTo>
                <a:cubicBezTo>
                  <a:pt x="70877" y="15150"/>
                  <a:pt x="69452" y="19045"/>
                  <a:pt x="69416" y="24023"/>
                </a:cubicBezTo>
                <a:lnTo>
                  <a:pt x="59406" y="22941"/>
                </a:lnTo>
                <a:cubicBezTo>
                  <a:pt x="60092" y="15474"/>
                  <a:pt x="62671" y="9784"/>
                  <a:pt x="67143" y="5870"/>
                </a:cubicBezTo>
                <a:cubicBezTo>
                  <a:pt x="71616" y="1957"/>
                  <a:pt x="77622" y="0"/>
                  <a:pt x="85160" y="0"/>
                </a:cubicBezTo>
                <a:cubicBezTo>
                  <a:pt x="92771" y="0"/>
                  <a:pt x="98795" y="2110"/>
                  <a:pt x="103232" y="6329"/>
                </a:cubicBezTo>
                <a:cubicBezTo>
                  <a:pt x="107668" y="10548"/>
                  <a:pt x="109887" y="15777"/>
                  <a:pt x="109887" y="22016"/>
                </a:cubicBezTo>
                <a:cubicBezTo>
                  <a:pt x="109887" y="25189"/>
                  <a:pt x="109237" y="28308"/>
                  <a:pt x="107939" y="31374"/>
                </a:cubicBezTo>
                <a:cubicBezTo>
                  <a:pt x="106640" y="34439"/>
                  <a:pt x="104485" y="37666"/>
                  <a:pt x="101473" y="41056"/>
                </a:cubicBezTo>
                <a:cubicBezTo>
                  <a:pt x="98461" y="44445"/>
                  <a:pt x="93457" y="49093"/>
                  <a:pt x="86459" y="54998"/>
                </a:cubicBezTo>
                <a:cubicBezTo>
                  <a:pt x="80616" y="59895"/>
                  <a:pt x="76864" y="63217"/>
                  <a:pt x="75205" y="64964"/>
                </a:cubicBezTo>
                <a:cubicBezTo>
                  <a:pt x="73546" y="66710"/>
                  <a:pt x="72175" y="68465"/>
                  <a:pt x="71093" y="70229"/>
                </a:cubicBezTo>
                <a:lnTo>
                  <a:pt x="109995" y="70229"/>
                </a:lnTo>
                <a:close/>
                <a:moveTo>
                  <a:pt x="160528" y="58542"/>
                </a:moveTo>
                <a:lnTo>
                  <a:pt x="170104" y="59841"/>
                </a:lnTo>
                <a:cubicBezTo>
                  <a:pt x="169058" y="66442"/>
                  <a:pt x="166380" y="71609"/>
                  <a:pt x="162070" y="75342"/>
                </a:cubicBezTo>
                <a:cubicBezTo>
                  <a:pt x="157759" y="79075"/>
                  <a:pt x="152466" y="80942"/>
                  <a:pt x="146190" y="80942"/>
                </a:cubicBezTo>
                <a:cubicBezTo>
                  <a:pt x="138326" y="80942"/>
                  <a:pt x="132005" y="78372"/>
                  <a:pt x="127226" y="73232"/>
                </a:cubicBezTo>
                <a:cubicBezTo>
                  <a:pt x="122446" y="68092"/>
                  <a:pt x="120057" y="60724"/>
                  <a:pt x="120057" y="51130"/>
                </a:cubicBezTo>
                <a:cubicBezTo>
                  <a:pt x="120057" y="44926"/>
                  <a:pt x="121085" y="39497"/>
                  <a:pt x="123141" y="34844"/>
                </a:cubicBezTo>
                <a:cubicBezTo>
                  <a:pt x="125197" y="30191"/>
                  <a:pt x="128326" y="26701"/>
                  <a:pt x="132528" y="24375"/>
                </a:cubicBezTo>
                <a:cubicBezTo>
                  <a:pt x="136730" y="22048"/>
                  <a:pt x="141302" y="20885"/>
                  <a:pt x="146244" y="20885"/>
                </a:cubicBezTo>
                <a:cubicBezTo>
                  <a:pt x="152484" y="20885"/>
                  <a:pt x="157588" y="22454"/>
                  <a:pt x="161556" y="25592"/>
                </a:cubicBezTo>
                <a:cubicBezTo>
                  <a:pt x="165523" y="28729"/>
                  <a:pt x="168066" y="33184"/>
                  <a:pt x="169185" y="38956"/>
                </a:cubicBezTo>
                <a:lnTo>
                  <a:pt x="159716" y="40471"/>
                </a:lnTo>
                <a:cubicBezTo>
                  <a:pt x="158814" y="36629"/>
                  <a:pt x="157218" y="33739"/>
                  <a:pt x="154928" y="31801"/>
                </a:cubicBezTo>
                <a:cubicBezTo>
                  <a:pt x="152637" y="29862"/>
                  <a:pt x="149869" y="28892"/>
                  <a:pt x="146623" y="28892"/>
                </a:cubicBezTo>
                <a:cubicBezTo>
                  <a:pt x="141717" y="28892"/>
                  <a:pt x="137731" y="30651"/>
                  <a:pt x="134665" y="34168"/>
                </a:cubicBezTo>
                <a:cubicBezTo>
                  <a:pt x="131599" y="37685"/>
                  <a:pt x="130066" y="43248"/>
                  <a:pt x="130066" y="50859"/>
                </a:cubicBezTo>
                <a:cubicBezTo>
                  <a:pt x="130066" y="58578"/>
                  <a:pt x="131545" y="64187"/>
                  <a:pt x="134503" y="67686"/>
                </a:cubicBezTo>
                <a:cubicBezTo>
                  <a:pt x="137461" y="71185"/>
                  <a:pt x="141320" y="72934"/>
                  <a:pt x="146082" y="72934"/>
                </a:cubicBezTo>
                <a:cubicBezTo>
                  <a:pt x="149905" y="72934"/>
                  <a:pt x="153097" y="71757"/>
                  <a:pt x="155658" y="69404"/>
                </a:cubicBezTo>
                <a:cubicBezTo>
                  <a:pt x="158219" y="67050"/>
                  <a:pt x="159842" y="63430"/>
                  <a:pt x="160528" y="58542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7422C1-257A-4BEA-988D-76B9B241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4" y="1180225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15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73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56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03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05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64" y="18292"/>
                </a:lnTo>
                <a:lnTo>
                  <a:pt x="20898" y="16097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4" y="32326"/>
                </a:lnTo>
                <a:lnTo>
                  <a:pt x="39511" y="37489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56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9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38" y="56571"/>
                </a:lnTo>
                <a:lnTo>
                  <a:pt x="48030" y="56232"/>
                </a:lnTo>
                <a:lnTo>
                  <a:pt x="50144" y="53330"/>
                </a:lnTo>
                <a:lnTo>
                  <a:pt x="50364" y="52975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44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85"/>
                </a:lnTo>
                <a:lnTo>
                  <a:pt x="14756" y="4334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7" y="54728"/>
                </a:lnTo>
                <a:lnTo>
                  <a:pt x="38768" y="56548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57" y="59727"/>
                </a:lnTo>
                <a:lnTo>
                  <a:pt x="23828" y="59418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7D23A-EA34-41C2-9D4D-CB165B50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5" y="1159420"/>
            <a:ext cx="58157" cy="85271"/>
          </a:xfrm>
          <a:custGeom xmlns:a="http://schemas.openxmlformats.org/drawingml/2006/main">
            <a:pathLst>
              <a:path w="58157" h="85271">
                <a:moveTo>
                  <a:pt x="8289" y="63070"/>
                </a:moveTo>
                <a:lnTo>
                  <a:pt x="8155" y="63228"/>
                </a:lnTo>
                <a:lnTo>
                  <a:pt x="6104" y="65830"/>
                </a:lnTo>
                <a:lnTo>
                  <a:pt x="5970" y="66020"/>
                </a:lnTo>
                <a:lnTo>
                  <a:pt x="4219" y="68638"/>
                </a:lnTo>
                <a:lnTo>
                  <a:pt x="4093" y="68851"/>
                </a:lnTo>
                <a:lnTo>
                  <a:pt x="2642" y="71493"/>
                </a:lnTo>
                <a:lnTo>
                  <a:pt x="2516" y="71745"/>
                </a:lnTo>
                <a:lnTo>
                  <a:pt x="1372" y="74403"/>
                </a:lnTo>
                <a:lnTo>
                  <a:pt x="1230" y="74797"/>
                </a:lnTo>
                <a:lnTo>
                  <a:pt x="331" y="78094"/>
                </a:lnTo>
                <a:lnTo>
                  <a:pt x="244" y="78536"/>
                </a:lnTo>
                <a:lnTo>
                  <a:pt x="47" y="80239"/>
                </a:lnTo>
                <a:lnTo>
                  <a:pt x="32" y="80531"/>
                </a:lnTo>
                <a:lnTo>
                  <a:pt x="0" y="82266"/>
                </a:lnTo>
                <a:lnTo>
                  <a:pt x="134" y="83189"/>
                </a:lnTo>
                <a:lnTo>
                  <a:pt x="552" y="84025"/>
                </a:lnTo>
                <a:lnTo>
                  <a:pt x="1207" y="84695"/>
                </a:lnTo>
                <a:lnTo>
                  <a:pt x="2035" y="85121"/>
                </a:lnTo>
                <a:lnTo>
                  <a:pt x="2958" y="85271"/>
                </a:lnTo>
                <a:lnTo>
                  <a:pt x="55199" y="85271"/>
                </a:lnTo>
                <a:lnTo>
                  <a:pt x="56114" y="85129"/>
                </a:lnTo>
                <a:lnTo>
                  <a:pt x="56934" y="84703"/>
                </a:lnTo>
                <a:lnTo>
                  <a:pt x="57589" y="84049"/>
                </a:lnTo>
                <a:lnTo>
                  <a:pt x="58007" y="83228"/>
                </a:lnTo>
                <a:lnTo>
                  <a:pt x="58157" y="82313"/>
                </a:lnTo>
                <a:lnTo>
                  <a:pt x="58157" y="72984"/>
                </a:lnTo>
                <a:lnTo>
                  <a:pt x="58007" y="72069"/>
                </a:lnTo>
                <a:lnTo>
                  <a:pt x="57589" y="71248"/>
                </a:lnTo>
                <a:lnTo>
                  <a:pt x="56934" y="70594"/>
                </a:lnTo>
                <a:lnTo>
                  <a:pt x="56114" y="70176"/>
                </a:lnTo>
                <a:lnTo>
                  <a:pt x="55199" y="70026"/>
                </a:lnTo>
                <a:lnTo>
                  <a:pt x="22455" y="70026"/>
                </a:lnTo>
                <a:lnTo>
                  <a:pt x="22672" y="69775"/>
                </a:lnTo>
                <a:lnTo>
                  <a:pt x="26532" y="66156"/>
                </a:lnTo>
                <a:lnTo>
                  <a:pt x="33668" y="60026"/>
                </a:lnTo>
                <a:lnTo>
                  <a:pt x="33700" y="60002"/>
                </a:lnTo>
                <a:lnTo>
                  <a:pt x="42675" y="52107"/>
                </a:lnTo>
                <a:lnTo>
                  <a:pt x="42809" y="51973"/>
                </a:lnTo>
                <a:lnTo>
                  <a:pt x="48803" y="45964"/>
                </a:lnTo>
                <a:lnTo>
                  <a:pt x="48976" y="45774"/>
                </a:lnTo>
                <a:lnTo>
                  <a:pt x="51066" y="43266"/>
                </a:lnTo>
                <a:lnTo>
                  <a:pt x="51193" y="43109"/>
                </a:lnTo>
                <a:lnTo>
                  <a:pt x="52967" y="40664"/>
                </a:lnTo>
                <a:lnTo>
                  <a:pt x="53093" y="40467"/>
                </a:lnTo>
                <a:lnTo>
                  <a:pt x="54544" y="38085"/>
                </a:lnTo>
                <a:lnTo>
                  <a:pt x="54678" y="37840"/>
                </a:lnTo>
                <a:lnTo>
                  <a:pt x="55806" y="35514"/>
                </a:lnTo>
                <a:lnTo>
                  <a:pt x="55925" y="35246"/>
                </a:lnTo>
                <a:lnTo>
                  <a:pt x="56776" y="32943"/>
                </a:lnTo>
                <a:lnTo>
                  <a:pt x="56863" y="32667"/>
                </a:lnTo>
                <a:lnTo>
                  <a:pt x="57470" y="30348"/>
                </a:lnTo>
                <a:lnTo>
                  <a:pt x="57526" y="30056"/>
                </a:lnTo>
                <a:lnTo>
                  <a:pt x="57896" y="27714"/>
                </a:lnTo>
                <a:lnTo>
                  <a:pt x="57928" y="27406"/>
                </a:lnTo>
                <a:lnTo>
                  <a:pt x="58046" y="25048"/>
                </a:lnTo>
                <a:lnTo>
                  <a:pt x="58046" y="24764"/>
                </a:lnTo>
                <a:lnTo>
                  <a:pt x="57944" y="22477"/>
                </a:lnTo>
                <a:lnTo>
                  <a:pt x="57912" y="22193"/>
                </a:lnTo>
                <a:lnTo>
                  <a:pt x="57604" y="20001"/>
                </a:lnTo>
                <a:lnTo>
                  <a:pt x="57549" y="19709"/>
                </a:lnTo>
                <a:lnTo>
                  <a:pt x="57029" y="17611"/>
                </a:lnTo>
                <a:lnTo>
                  <a:pt x="56942" y="17319"/>
                </a:lnTo>
                <a:lnTo>
                  <a:pt x="56216" y="15316"/>
                </a:lnTo>
                <a:lnTo>
                  <a:pt x="56090" y="15024"/>
                </a:lnTo>
                <a:lnTo>
                  <a:pt x="55160" y="13116"/>
                </a:lnTo>
                <a:lnTo>
                  <a:pt x="55002" y="12840"/>
                </a:lnTo>
                <a:lnTo>
                  <a:pt x="53866" y="11026"/>
                </a:lnTo>
                <a:lnTo>
                  <a:pt x="53685" y="10773"/>
                </a:lnTo>
                <a:lnTo>
                  <a:pt x="52344" y="9062"/>
                </a:lnTo>
                <a:lnTo>
                  <a:pt x="52147" y="8841"/>
                </a:lnTo>
                <a:lnTo>
                  <a:pt x="50593" y="7216"/>
                </a:lnTo>
                <a:lnTo>
                  <a:pt x="50380" y="7011"/>
                </a:lnTo>
                <a:lnTo>
                  <a:pt x="48645" y="5529"/>
                </a:lnTo>
                <a:lnTo>
                  <a:pt x="48393" y="5339"/>
                </a:lnTo>
                <a:lnTo>
                  <a:pt x="46508" y="4054"/>
                </a:lnTo>
                <a:lnTo>
                  <a:pt x="46240" y="3896"/>
                </a:lnTo>
                <a:lnTo>
                  <a:pt x="44213" y="2808"/>
                </a:lnTo>
                <a:lnTo>
                  <a:pt x="43937" y="2681"/>
                </a:lnTo>
                <a:lnTo>
                  <a:pt x="41760" y="1790"/>
                </a:lnTo>
                <a:lnTo>
                  <a:pt x="41484" y="1696"/>
                </a:lnTo>
                <a:lnTo>
                  <a:pt x="39157" y="1002"/>
                </a:lnTo>
                <a:lnTo>
                  <a:pt x="38897" y="939"/>
                </a:lnTo>
                <a:lnTo>
                  <a:pt x="36421" y="450"/>
                </a:lnTo>
                <a:lnTo>
                  <a:pt x="36176" y="410"/>
                </a:lnTo>
                <a:lnTo>
                  <a:pt x="33550" y="110"/>
                </a:lnTo>
                <a:lnTo>
                  <a:pt x="33329" y="95"/>
                </a:lnTo>
                <a:lnTo>
                  <a:pt x="30553" y="0"/>
                </a:lnTo>
                <a:lnTo>
                  <a:pt x="30356" y="0"/>
                </a:lnTo>
                <a:lnTo>
                  <a:pt x="27611" y="87"/>
                </a:lnTo>
                <a:lnTo>
                  <a:pt x="27398" y="103"/>
                </a:lnTo>
                <a:lnTo>
                  <a:pt x="24796" y="379"/>
                </a:lnTo>
                <a:lnTo>
                  <a:pt x="24559" y="410"/>
                </a:lnTo>
                <a:lnTo>
                  <a:pt x="22106" y="868"/>
                </a:lnTo>
                <a:lnTo>
                  <a:pt x="21854" y="923"/>
                </a:lnTo>
                <a:lnTo>
                  <a:pt x="19543" y="1562"/>
                </a:lnTo>
                <a:lnTo>
                  <a:pt x="19283" y="1648"/>
                </a:lnTo>
                <a:lnTo>
                  <a:pt x="17106" y="2476"/>
                </a:lnTo>
                <a:lnTo>
                  <a:pt x="16846" y="2587"/>
                </a:lnTo>
                <a:lnTo>
                  <a:pt x="14811" y="3596"/>
                </a:lnTo>
                <a:lnTo>
                  <a:pt x="14551" y="3738"/>
                </a:lnTo>
                <a:lnTo>
                  <a:pt x="12666" y="4929"/>
                </a:lnTo>
                <a:lnTo>
                  <a:pt x="12414" y="5111"/>
                </a:lnTo>
                <a:lnTo>
                  <a:pt x="10671" y="6483"/>
                </a:lnTo>
                <a:lnTo>
                  <a:pt x="10434" y="6688"/>
                </a:lnTo>
                <a:lnTo>
                  <a:pt x="8849" y="8234"/>
                </a:lnTo>
                <a:lnTo>
                  <a:pt x="8628" y="8470"/>
                </a:lnTo>
                <a:lnTo>
                  <a:pt x="7224" y="10182"/>
                </a:lnTo>
                <a:lnTo>
                  <a:pt x="7035" y="10442"/>
                </a:lnTo>
                <a:lnTo>
                  <a:pt x="5805" y="12319"/>
                </a:lnTo>
                <a:lnTo>
                  <a:pt x="5647" y="12587"/>
                </a:lnTo>
                <a:lnTo>
                  <a:pt x="4598" y="14630"/>
                </a:lnTo>
                <a:lnTo>
                  <a:pt x="4480" y="14890"/>
                </a:lnTo>
                <a:lnTo>
                  <a:pt x="3604" y="17098"/>
                </a:lnTo>
                <a:lnTo>
                  <a:pt x="3517" y="17359"/>
                </a:lnTo>
                <a:lnTo>
                  <a:pt x="2816" y="19733"/>
                </a:lnTo>
                <a:lnTo>
                  <a:pt x="2760" y="19969"/>
                </a:lnTo>
                <a:lnTo>
                  <a:pt x="2240" y="22509"/>
                </a:lnTo>
                <a:lnTo>
                  <a:pt x="2200" y="22729"/>
                </a:lnTo>
                <a:lnTo>
                  <a:pt x="1853" y="25442"/>
                </a:lnTo>
                <a:lnTo>
                  <a:pt x="1885" y="26381"/>
                </a:lnTo>
                <a:lnTo>
                  <a:pt x="2208" y="27264"/>
                </a:lnTo>
                <a:lnTo>
                  <a:pt x="2792" y="27998"/>
                </a:lnTo>
                <a:lnTo>
                  <a:pt x="3581" y="28510"/>
                </a:lnTo>
                <a:lnTo>
                  <a:pt x="4488" y="28755"/>
                </a:lnTo>
                <a:lnTo>
                  <a:pt x="14464" y="29780"/>
                </a:lnTo>
                <a:lnTo>
                  <a:pt x="15403" y="29725"/>
                </a:lnTo>
                <a:lnTo>
                  <a:pt x="16270" y="29378"/>
                </a:lnTo>
                <a:lnTo>
                  <a:pt x="16996" y="28779"/>
                </a:lnTo>
                <a:lnTo>
                  <a:pt x="17493" y="27990"/>
                </a:lnTo>
                <a:lnTo>
                  <a:pt x="17714" y="27075"/>
                </a:lnTo>
                <a:lnTo>
                  <a:pt x="17974" y="23848"/>
                </a:lnTo>
                <a:lnTo>
                  <a:pt x="18647" y="21241"/>
                </a:lnTo>
                <a:lnTo>
                  <a:pt x="19688" y="19096"/>
                </a:lnTo>
                <a:lnTo>
                  <a:pt x="21136" y="17289"/>
                </a:lnTo>
                <a:lnTo>
                  <a:pt x="22907" y="15862"/>
                </a:lnTo>
                <a:lnTo>
                  <a:pt x="24989" y="14818"/>
                </a:lnTo>
                <a:lnTo>
                  <a:pt x="27423" y="14174"/>
                </a:lnTo>
                <a:lnTo>
                  <a:pt x="30235" y="13954"/>
                </a:lnTo>
                <a:lnTo>
                  <a:pt x="32903" y="14160"/>
                </a:lnTo>
                <a:lnTo>
                  <a:pt x="35202" y="14767"/>
                </a:lnTo>
                <a:lnTo>
                  <a:pt x="37213" y="15750"/>
                </a:lnTo>
                <a:lnTo>
                  <a:pt x="38931" y="17091"/>
                </a:lnTo>
                <a:lnTo>
                  <a:pt x="40375" y="18768"/>
                </a:lnTo>
                <a:lnTo>
                  <a:pt x="41346" y="20519"/>
                </a:lnTo>
                <a:lnTo>
                  <a:pt x="41936" y="22466"/>
                </a:lnTo>
                <a:lnTo>
                  <a:pt x="42142" y="24658"/>
                </a:lnTo>
                <a:lnTo>
                  <a:pt x="41922" y="26885"/>
                </a:lnTo>
                <a:lnTo>
                  <a:pt x="41206" y="29305"/>
                </a:lnTo>
                <a:lnTo>
                  <a:pt x="39986" y="31854"/>
                </a:lnTo>
                <a:lnTo>
                  <a:pt x="38196" y="34606"/>
                </a:lnTo>
                <a:lnTo>
                  <a:pt x="35589" y="37743"/>
                </a:lnTo>
                <a:lnTo>
                  <a:pt x="31949" y="41458"/>
                </a:lnTo>
                <a:lnTo>
                  <a:pt x="27177" y="45829"/>
                </a:lnTo>
                <a:lnTo>
                  <a:pt x="21263" y="50830"/>
                </a:lnTo>
                <a:lnTo>
                  <a:pt x="21231" y="50861"/>
                </a:lnTo>
                <a:lnTo>
                  <a:pt x="13904" y="57250"/>
                </a:lnTo>
                <a:lnTo>
                  <a:pt x="13770" y="57376"/>
                </a:lnTo>
                <a:lnTo>
                  <a:pt x="10836" y="60270"/>
                </a:lnTo>
                <a:lnTo>
                  <a:pt x="10726" y="60381"/>
                </a:lnTo>
                <a:lnTo>
                  <a:pt x="8289" y="63070"/>
                </a:lnTo>
                <a:close/>
                <a:moveTo>
                  <a:pt x="6892" y="76530"/>
                </a:moveTo>
                <a:lnTo>
                  <a:pt x="7903" y="74195"/>
                </a:lnTo>
                <a:lnTo>
                  <a:pt x="9212" y="71812"/>
                </a:lnTo>
                <a:lnTo>
                  <a:pt x="10850" y="69363"/>
                </a:lnTo>
                <a:lnTo>
                  <a:pt x="12738" y="66973"/>
                </a:lnTo>
                <a:lnTo>
                  <a:pt x="15111" y="64363"/>
                </a:lnTo>
                <a:lnTo>
                  <a:pt x="14993" y="64474"/>
                </a:lnTo>
                <a:lnTo>
                  <a:pt x="17914" y="61600"/>
                </a:lnTo>
                <a:lnTo>
                  <a:pt x="25119" y="55317"/>
                </a:lnTo>
                <a:lnTo>
                  <a:pt x="25088" y="55349"/>
                </a:lnTo>
                <a:lnTo>
                  <a:pt x="31003" y="50341"/>
                </a:lnTo>
                <a:lnTo>
                  <a:pt x="31089" y="50262"/>
                </a:lnTo>
                <a:lnTo>
                  <a:pt x="35963" y="45806"/>
                </a:lnTo>
                <a:lnTo>
                  <a:pt x="36082" y="45688"/>
                </a:lnTo>
                <a:lnTo>
                  <a:pt x="39915" y="41784"/>
                </a:lnTo>
                <a:lnTo>
                  <a:pt x="40080" y="41602"/>
                </a:lnTo>
                <a:lnTo>
                  <a:pt x="42864" y="38243"/>
                </a:lnTo>
                <a:lnTo>
                  <a:pt x="43069" y="37967"/>
                </a:lnTo>
                <a:lnTo>
                  <a:pt x="45049" y="34922"/>
                </a:lnTo>
                <a:lnTo>
                  <a:pt x="45238" y="34583"/>
                </a:lnTo>
                <a:lnTo>
                  <a:pt x="46650" y="31626"/>
                </a:lnTo>
                <a:lnTo>
                  <a:pt x="46823" y="31184"/>
                </a:lnTo>
                <a:lnTo>
                  <a:pt x="47667" y="28305"/>
                </a:lnTo>
                <a:lnTo>
                  <a:pt x="47778" y="27769"/>
                </a:lnTo>
                <a:lnTo>
                  <a:pt x="48062" y="24977"/>
                </a:lnTo>
                <a:lnTo>
                  <a:pt x="48062" y="24401"/>
                </a:lnTo>
                <a:lnTo>
                  <a:pt x="47801" y="21633"/>
                </a:lnTo>
                <a:lnTo>
                  <a:pt x="47691" y="21050"/>
                </a:lnTo>
                <a:lnTo>
                  <a:pt x="46918" y="18502"/>
                </a:lnTo>
                <a:lnTo>
                  <a:pt x="46673" y="17926"/>
                </a:lnTo>
                <a:lnTo>
                  <a:pt x="45380" y="15608"/>
                </a:lnTo>
                <a:lnTo>
                  <a:pt x="45033" y="15111"/>
                </a:lnTo>
                <a:lnTo>
                  <a:pt x="43235" y="13021"/>
                </a:lnTo>
                <a:lnTo>
                  <a:pt x="42809" y="12619"/>
                </a:lnTo>
                <a:lnTo>
                  <a:pt x="40593" y="10884"/>
                </a:lnTo>
                <a:lnTo>
                  <a:pt x="40072" y="10560"/>
                </a:lnTo>
                <a:lnTo>
                  <a:pt x="37541" y="9322"/>
                </a:lnTo>
                <a:lnTo>
                  <a:pt x="36989" y="9117"/>
                </a:lnTo>
                <a:lnTo>
                  <a:pt x="34142" y="8376"/>
                </a:lnTo>
                <a:lnTo>
                  <a:pt x="33629" y="8289"/>
                </a:lnTo>
                <a:lnTo>
                  <a:pt x="30466" y="8037"/>
                </a:lnTo>
                <a:lnTo>
                  <a:pt x="30001" y="8037"/>
                </a:lnTo>
                <a:lnTo>
                  <a:pt x="26673" y="8305"/>
                </a:lnTo>
                <a:lnTo>
                  <a:pt x="26152" y="8391"/>
                </a:lnTo>
                <a:lnTo>
                  <a:pt x="23171" y="9180"/>
                </a:lnTo>
                <a:lnTo>
                  <a:pt x="22611" y="9393"/>
                </a:lnTo>
                <a:lnTo>
                  <a:pt x="19977" y="10710"/>
                </a:lnTo>
                <a:lnTo>
                  <a:pt x="19441" y="11049"/>
                </a:lnTo>
                <a:lnTo>
                  <a:pt x="17169" y="12895"/>
                </a:lnTo>
                <a:lnTo>
                  <a:pt x="16712" y="13344"/>
                </a:lnTo>
                <a:lnTo>
                  <a:pt x="14874" y="15647"/>
                </a:lnTo>
                <a:lnTo>
                  <a:pt x="14527" y="16199"/>
                </a:lnTo>
                <a:lnTo>
                  <a:pt x="13202" y="18904"/>
                </a:lnTo>
                <a:lnTo>
                  <a:pt x="12997" y="19464"/>
                </a:lnTo>
                <a:lnTo>
                  <a:pt x="12185" y="22580"/>
                </a:lnTo>
                <a:lnTo>
                  <a:pt x="12106" y="23076"/>
                </a:lnTo>
                <a:lnTo>
                  <a:pt x="12064" y="23588"/>
                </a:lnTo>
                <a:lnTo>
                  <a:pt x="8134" y="23185"/>
                </a:lnTo>
                <a:lnTo>
                  <a:pt x="8516" y="21320"/>
                </a:lnTo>
                <a:lnTo>
                  <a:pt x="9142" y="19179"/>
                </a:lnTo>
                <a:lnTo>
                  <a:pt x="9912" y="17231"/>
                </a:lnTo>
                <a:lnTo>
                  <a:pt x="10815" y="15472"/>
                </a:lnTo>
                <a:lnTo>
                  <a:pt x="11909" y="13792"/>
                </a:lnTo>
                <a:lnTo>
                  <a:pt x="13079" y="12373"/>
                </a:lnTo>
                <a:lnTo>
                  <a:pt x="14500" y="10988"/>
                </a:lnTo>
                <a:lnTo>
                  <a:pt x="15922" y="9868"/>
                </a:lnTo>
                <a:lnTo>
                  <a:pt x="17579" y="8826"/>
                </a:lnTo>
                <a:lnTo>
                  <a:pt x="19329" y="7958"/>
                </a:lnTo>
                <a:lnTo>
                  <a:pt x="21303" y="7211"/>
                </a:lnTo>
                <a:lnTo>
                  <a:pt x="23318" y="6656"/>
                </a:lnTo>
                <a:lnTo>
                  <a:pt x="25563" y="6246"/>
                </a:lnTo>
                <a:lnTo>
                  <a:pt x="27896" y="5999"/>
                </a:lnTo>
                <a:lnTo>
                  <a:pt x="30447" y="5911"/>
                </a:lnTo>
                <a:lnTo>
                  <a:pt x="32986" y="6005"/>
                </a:lnTo>
                <a:lnTo>
                  <a:pt x="35389" y="6272"/>
                </a:lnTo>
                <a:lnTo>
                  <a:pt x="37668" y="6729"/>
                </a:lnTo>
                <a:lnTo>
                  <a:pt x="39663" y="7326"/>
                </a:lnTo>
                <a:lnTo>
                  <a:pt x="41509" y="8075"/>
                </a:lnTo>
                <a:lnTo>
                  <a:pt x="43306" y="9030"/>
                </a:lnTo>
                <a:lnTo>
                  <a:pt x="44921" y="10131"/>
                </a:lnTo>
                <a:lnTo>
                  <a:pt x="46410" y="11396"/>
                </a:lnTo>
                <a:lnTo>
                  <a:pt x="47750" y="12791"/>
                </a:lnTo>
                <a:lnTo>
                  <a:pt x="48932" y="14298"/>
                </a:lnTo>
                <a:lnTo>
                  <a:pt x="49926" y="15878"/>
                </a:lnTo>
                <a:lnTo>
                  <a:pt x="50726" y="17518"/>
                </a:lnTo>
                <a:lnTo>
                  <a:pt x="51317" y="19153"/>
                </a:lnTo>
                <a:lnTo>
                  <a:pt x="51775" y="20996"/>
                </a:lnTo>
                <a:lnTo>
                  <a:pt x="52044" y="22915"/>
                </a:lnTo>
                <a:lnTo>
                  <a:pt x="52132" y="24874"/>
                </a:lnTo>
                <a:lnTo>
                  <a:pt x="52021" y="26948"/>
                </a:lnTo>
                <a:lnTo>
                  <a:pt x="51701" y="29018"/>
                </a:lnTo>
                <a:lnTo>
                  <a:pt x="51174" y="31035"/>
                </a:lnTo>
                <a:lnTo>
                  <a:pt x="50422" y="33068"/>
                </a:lnTo>
                <a:lnTo>
                  <a:pt x="49421" y="35134"/>
                </a:lnTo>
                <a:lnTo>
                  <a:pt x="48133" y="37247"/>
                </a:lnTo>
                <a:lnTo>
                  <a:pt x="46483" y="39532"/>
                </a:lnTo>
                <a:lnTo>
                  <a:pt x="44559" y="41840"/>
                </a:lnTo>
                <a:lnTo>
                  <a:pt x="38695" y="47727"/>
                </a:lnTo>
                <a:lnTo>
                  <a:pt x="29788" y="55562"/>
                </a:lnTo>
                <a:lnTo>
                  <a:pt x="29820" y="55538"/>
                </a:lnTo>
                <a:lnTo>
                  <a:pt x="22651" y="61690"/>
                </a:lnTo>
                <a:lnTo>
                  <a:pt x="22556" y="61777"/>
                </a:lnTo>
                <a:lnTo>
                  <a:pt x="18510" y="65570"/>
                </a:lnTo>
                <a:lnTo>
                  <a:pt x="18297" y="65799"/>
                </a:lnTo>
                <a:lnTo>
                  <a:pt x="16034" y="68417"/>
                </a:lnTo>
                <a:lnTo>
                  <a:pt x="15844" y="68662"/>
                </a:lnTo>
                <a:lnTo>
                  <a:pt x="14007" y="71296"/>
                </a:lnTo>
                <a:lnTo>
                  <a:pt x="13605" y="72116"/>
                </a:lnTo>
                <a:lnTo>
                  <a:pt x="13478" y="73031"/>
                </a:lnTo>
                <a:lnTo>
                  <a:pt x="13636" y="73930"/>
                </a:lnTo>
                <a:lnTo>
                  <a:pt x="14054" y="74742"/>
                </a:lnTo>
                <a:lnTo>
                  <a:pt x="14709" y="75389"/>
                </a:lnTo>
                <a:lnTo>
                  <a:pt x="15529" y="75799"/>
                </a:lnTo>
                <a:lnTo>
                  <a:pt x="16436" y="75941"/>
                </a:lnTo>
                <a:lnTo>
                  <a:pt x="52242" y="75941"/>
                </a:lnTo>
                <a:lnTo>
                  <a:pt x="52242" y="79356"/>
                </a:lnTo>
                <a:lnTo>
                  <a:pt x="6123" y="79356"/>
                </a:lnTo>
                <a:lnTo>
                  <a:pt x="6892" y="7653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58250-4FB8-4FA5-B7AC-27CFC9AE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41" y="1180225"/>
            <a:ext cx="55759" cy="65759"/>
          </a:xfrm>
          <a:custGeom xmlns:a="http://schemas.openxmlformats.org/drawingml/2006/main">
            <a:pathLst>
              <a:path w="55759" h="65759">
                <a:moveTo>
                  <a:pt x="53298" y="23684"/>
                </a:moveTo>
                <a:lnTo>
                  <a:pt x="54087" y="23076"/>
                </a:lnTo>
                <a:lnTo>
                  <a:pt x="54623" y="22248"/>
                </a:lnTo>
                <a:lnTo>
                  <a:pt x="54860" y="21286"/>
                </a:lnTo>
                <a:lnTo>
                  <a:pt x="54765" y="20300"/>
                </a:lnTo>
                <a:lnTo>
                  <a:pt x="53661" y="16215"/>
                </a:lnTo>
                <a:lnTo>
                  <a:pt x="53503" y="15758"/>
                </a:lnTo>
                <a:lnTo>
                  <a:pt x="51871" y="12161"/>
                </a:lnTo>
                <a:lnTo>
                  <a:pt x="51603" y="11688"/>
                </a:lnTo>
                <a:lnTo>
                  <a:pt x="49434" y="8589"/>
                </a:lnTo>
                <a:lnTo>
                  <a:pt x="49063" y="8155"/>
                </a:lnTo>
                <a:lnTo>
                  <a:pt x="46366" y="5544"/>
                </a:lnTo>
                <a:lnTo>
                  <a:pt x="45924" y="5197"/>
                </a:lnTo>
                <a:lnTo>
                  <a:pt x="42746" y="3131"/>
                </a:lnTo>
                <a:lnTo>
                  <a:pt x="42249" y="2871"/>
                </a:lnTo>
                <a:lnTo>
                  <a:pt x="38653" y="1396"/>
                </a:lnTo>
                <a:lnTo>
                  <a:pt x="38164" y="1246"/>
                </a:lnTo>
                <a:lnTo>
                  <a:pt x="34134" y="363"/>
                </a:lnTo>
                <a:lnTo>
                  <a:pt x="33700" y="300"/>
                </a:lnTo>
                <a:lnTo>
                  <a:pt x="29244" y="8"/>
                </a:lnTo>
                <a:lnTo>
                  <a:pt x="28873" y="0"/>
                </a:lnTo>
                <a:lnTo>
                  <a:pt x="25245" y="221"/>
                </a:lnTo>
                <a:lnTo>
                  <a:pt x="24883" y="268"/>
                </a:lnTo>
                <a:lnTo>
                  <a:pt x="21397" y="915"/>
                </a:lnTo>
                <a:lnTo>
                  <a:pt x="21026" y="1009"/>
                </a:lnTo>
                <a:lnTo>
                  <a:pt x="17682" y="2098"/>
                </a:lnTo>
                <a:lnTo>
                  <a:pt x="17327" y="2240"/>
                </a:lnTo>
                <a:lnTo>
                  <a:pt x="14117" y="3762"/>
                </a:lnTo>
                <a:lnTo>
                  <a:pt x="13747" y="3975"/>
                </a:lnTo>
                <a:lnTo>
                  <a:pt x="10805" y="5931"/>
                </a:lnTo>
                <a:lnTo>
                  <a:pt x="10418" y="6238"/>
                </a:lnTo>
                <a:lnTo>
                  <a:pt x="7879" y="8628"/>
                </a:lnTo>
                <a:lnTo>
                  <a:pt x="7548" y="8999"/>
                </a:lnTo>
                <a:lnTo>
                  <a:pt x="5410" y="11822"/>
                </a:lnTo>
                <a:lnTo>
                  <a:pt x="5158" y="12216"/>
                </a:lnTo>
                <a:lnTo>
                  <a:pt x="3423" y="15474"/>
                </a:lnTo>
                <a:lnTo>
                  <a:pt x="3257" y="15836"/>
                </a:lnTo>
                <a:lnTo>
                  <a:pt x="1916" y="19464"/>
                </a:lnTo>
                <a:lnTo>
                  <a:pt x="1814" y="19788"/>
                </a:lnTo>
                <a:lnTo>
                  <a:pt x="852" y="23700"/>
                </a:lnTo>
                <a:lnTo>
                  <a:pt x="797" y="23999"/>
                </a:lnTo>
                <a:lnTo>
                  <a:pt x="221" y="28203"/>
                </a:lnTo>
                <a:lnTo>
                  <a:pt x="197" y="28479"/>
                </a:lnTo>
                <a:lnTo>
                  <a:pt x="0" y="32974"/>
                </a:lnTo>
                <a:lnTo>
                  <a:pt x="0" y="33195"/>
                </a:lnTo>
                <a:lnTo>
                  <a:pt x="110" y="36673"/>
                </a:lnTo>
                <a:lnTo>
                  <a:pt x="126" y="36878"/>
                </a:lnTo>
                <a:lnTo>
                  <a:pt x="457" y="40151"/>
                </a:lnTo>
                <a:lnTo>
                  <a:pt x="497" y="40380"/>
                </a:lnTo>
                <a:lnTo>
                  <a:pt x="1049" y="43448"/>
                </a:lnTo>
                <a:lnTo>
                  <a:pt x="1112" y="43692"/>
                </a:lnTo>
                <a:lnTo>
                  <a:pt x="1893" y="46555"/>
                </a:lnTo>
                <a:lnTo>
                  <a:pt x="1980" y="46823"/>
                </a:lnTo>
                <a:lnTo>
                  <a:pt x="2981" y="49473"/>
                </a:lnTo>
                <a:lnTo>
                  <a:pt x="3107" y="49749"/>
                </a:lnTo>
                <a:lnTo>
                  <a:pt x="4330" y="52194"/>
                </a:lnTo>
                <a:lnTo>
                  <a:pt x="4495" y="52470"/>
                </a:lnTo>
                <a:lnTo>
                  <a:pt x="5947" y="54702"/>
                </a:lnTo>
                <a:lnTo>
                  <a:pt x="6144" y="54978"/>
                </a:lnTo>
                <a:lnTo>
                  <a:pt x="7824" y="57005"/>
                </a:lnTo>
                <a:lnTo>
                  <a:pt x="8044" y="57242"/>
                </a:lnTo>
                <a:lnTo>
                  <a:pt x="9898" y="59040"/>
                </a:lnTo>
                <a:lnTo>
                  <a:pt x="10142" y="59253"/>
                </a:lnTo>
                <a:lnTo>
                  <a:pt x="12146" y="60814"/>
                </a:lnTo>
                <a:lnTo>
                  <a:pt x="12414" y="60996"/>
                </a:lnTo>
                <a:lnTo>
                  <a:pt x="14559" y="62321"/>
                </a:lnTo>
                <a:lnTo>
                  <a:pt x="14843" y="62478"/>
                </a:lnTo>
                <a:lnTo>
                  <a:pt x="17138" y="63559"/>
                </a:lnTo>
                <a:lnTo>
                  <a:pt x="17430" y="63677"/>
                </a:lnTo>
                <a:lnTo>
                  <a:pt x="19867" y="64521"/>
                </a:lnTo>
                <a:lnTo>
                  <a:pt x="20158" y="64600"/>
                </a:lnTo>
                <a:lnTo>
                  <a:pt x="22737" y="65199"/>
                </a:lnTo>
                <a:lnTo>
                  <a:pt x="23021" y="65255"/>
                </a:lnTo>
                <a:lnTo>
                  <a:pt x="25742" y="65617"/>
                </a:lnTo>
                <a:lnTo>
                  <a:pt x="26002" y="65641"/>
                </a:lnTo>
                <a:lnTo>
                  <a:pt x="28873" y="65759"/>
                </a:lnTo>
                <a:lnTo>
                  <a:pt x="29110" y="65759"/>
                </a:lnTo>
                <a:lnTo>
                  <a:pt x="31405" y="65673"/>
                </a:lnTo>
                <a:lnTo>
                  <a:pt x="31641" y="65649"/>
                </a:lnTo>
                <a:lnTo>
                  <a:pt x="33850" y="65389"/>
                </a:lnTo>
                <a:lnTo>
                  <a:pt x="34102" y="65349"/>
                </a:lnTo>
                <a:lnTo>
                  <a:pt x="36216" y="64915"/>
                </a:lnTo>
                <a:lnTo>
                  <a:pt x="36476" y="64852"/>
                </a:lnTo>
                <a:lnTo>
                  <a:pt x="38495" y="64237"/>
                </a:lnTo>
                <a:lnTo>
                  <a:pt x="38755" y="64150"/>
                </a:lnTo>
                <a:lnTo>
                  <a:pt x="40687" y="63362"/>
                </a:lnTo>
                <a:lnTo>
                  <a:pt x="40940" y="63243"/>
                </a:lnTo>
                <a:lnTo>
                  <a:pt x="42785" y="62289"/>
                </a:lnTo>
                <a:lnTo>
                  <a:pt x="43140" y="62068"/>
                </a:lnTo>
                <a:lnTo>
                  <a:pt x="46547" y="59623"/>
                </a:lnTo>
                <a:lnTo>
                  <a:pt x="46957" y="59261"/>
                </a:lnTo>
                <a:lnTo>
                  <a:pt x="49875" y="56209"/>
                </a:lnTo>
                <a:lnTo>
                  <a:pt x="50223" y="55759"/>
                </a:lnTo>
                <a:lnTo>
                  <a:pt x="52533" y="52171"/>
                </a:lnTo>
                <a:lnTo>
                  <a:pt x="52778" y="51697"/>
                </a:lnTo>
                <a:lnTo>
                  <a:pt x="54473" y="47565"/>
                </a:lnTo>
                <a:lnTo>
                  <a:pt x="54592" y="47218"/>
                </a:lnTo>
                <a:lnTo>
                  <a:pt x="55215" y="44954"/>
                </a:lnTo>
                <a:lnTo>
                  <a:pt x="55262" y="44741"/>
                </a:lnTo>
                <a:lnTo>
                  <a:pt x="55727" y="42336"/>
                </a:lnTo>
                <a:lnTo>
                  <a:pt x="55759" y="41374"/>
                </a:lnTo>
                <a:lnTo>
                  <a:pt x="55475" y="40459"/>
                </a:lnTo>
                <a:lnTo>
                  <a:pt x="54915" y="39678"/>
                </a:lnTo>
                <a:lnTo>
                  <a:pt x="54126" y="39118"/>
                </a:lnTo>
                <a:lnTo>
                  <a:pt x="53212" y="38842"/>
                </a:lnTo>
                <a:lnTo>
                  <a:pt x="43661" y="37604"/>
                </a:lnTo>
                <a:lnTo>
                  <a:pt x="42777" y="37620"/>
                </a:lnTo>
                <a:lnTo>
                  <a:pt x="41941" y="37896"/>
                </a:lnTo>
                <a:lnTo>
                  <a:pt x="41224" y="38416"/>
                </a:lnTo>
                <a:lnTo>
                  <a:pt x="40687" y="39118"/>
                </a:lnTo>
                <a:lnTo>
                  <a:pt x="40388" y="39946"/>
                </a:lnTo>
                <a:lnTo>
                  <a:pt x="39727" y="43192"/>
                </a:lnTo>
                <a:lnTo>
                  <a:pt x="38863" y="45627"/>
                </a:lnTo>
                <a:lnTo>
                  <a:pt x="37742" y="47614"/>
                </a:lnTo>
                <a:lnTo>
                  <a:pt x="36424" y="49123"/>
                </a:lnTo>
                <a:lnTo>
                  <a:pt x="34832" y="50326"/>
                </a:lnTo>
                <a:lnTo>
                  <a:pt x="33112" y="51159"/>
                </a:lnTo>
                <a:lnTo>
                  <a:pt x="31127" y="51679"/>
                </a:lnTo>
                <a:lnTo>
                  <a:pt x="28858" y="51862"/>
                </a:lnTo>
                <a:lnTo>
                  <a:pt x="27414" y="51790"/>
                </a:lnTo>
                <a:lnTo>
                  <a:pt x="26173" y="51607"/>
                </a:lnTo>
                <a:lnTo>
                  <a:pt x="23677" y="50801"/>
                </a:lnTo>
                <a:lnTo>
                  <a:pt x="21547" y="49522"/>
                </a:lnTo>
                <a:lnTo>
                  <a:pt x="19584" y="47637"/>
                </a:lnTo>
                <a:lnTo>
                  <a:pt x="18804" y="46573"/>
                </a:lnTo>
                <a:lnTo>
                  <a:pt x="18091" y="45302"/>
                </a:lnTo>
                <a:lnTo>
                  <a:pt x="17444" y="43776"/>
                </a:lnTo>
                <a:lnTo>
                  <a:pt x="16919" y="42093"/>
                </a:lnTo>
                <a:lnTo>
                  <a:pt x="16149" y="37832"/>
                </a:lnTo>
                <a:lnTo>
                  <a:pt x="15892" y="32832"/>
                </a:lnTo>
                <a:lnTo>
                  <a:pt x="16157" y="27879"/>
                </a:lnTo>
                <a:lnTo>
                  <a:pt x="16478" y="25740"/>
                </a:lnTo>
                <a:lnTo>
                  <a:pt x="16912" y="23838"/>
                </a:lnTo>
                <a:lnTo>
                  <a:pt x="17481" y="22069"/>
                </a:lnTo>
                <a:lnTo>
                  <a:pt x="18142" y="20568"/>
                </a:lnTo>
                <a:lnTo>
                  <a:pt x="18925" y="19221"/>
                </a:lnTo>
                <a:lnTo>
                  <a:pt x="19706" y="18194"/>
                </a:lnTo>
                <a:lnTo>
                  <a:pt x="21773" y="16265"/>
                </a:lnTo>
                <a:lnTo>
                  <a:pt x="23988" y="14971"/>
                </a:lnTo>
                <a:lnTo>
                  <a:pt x="26598" y="14154"/>
                </a:lnTo>
                <a:lnTo>
                  <a:pt x="27878" y="13970"/>
                </a:lnTo>
                <a:lnTo>
                  <a:pt x="29398" y="13896"/>
                </a:lnTo>
                <a:lnTo>
                  <a:pt x="31276" y="14042"/>
                </a:lnTo>
                <a:lnTo>
                  <a:pt x="32914" y="14456"/>
                </a:lnTo>
                <a:lnTo>
                  <a:pt x="34431" y="15151"/>
                </a:lnTo>
                <a:lnTo>
                  <a:pt x="35780" y="16110"/>
                </a:lnTo>
                <a:lnTo>
                  <a:pt x="36982" y="17354"/>
                </a:lnTo>
                <a:lnTo>
                  <a:pt x="37999" y="18886"/>
                </a:lnTo>
                <a:lnTo>
                  <a:pt x="38890" y="20852"/>
                </a:lnTo>
                <a:lnTo>
                  <a:pt x="39639" y="23376"/>
                </a:lnTo>
                <a:lnTo>
                  <a:pt x="40120" y="24315"/>
                </a:lnTo>
                <a:lnTo>
                  <a:pt x="40893" y="25032"/>
                </a:lnTo>
                <a:lnTo>
                  <a:pt x="41870" y="25427"/>
                </a:lnTo>
                <a:lnTo>
                  <a:pt x="42927" y="25450"/>
                </a:lnTo>
                <a:lnTo>
                  <a:pt x="52360" y="23991"/>
                </a:lnTo>
                <a:lnTo>
                  <a:pt x="53298" y="23684"/>
                </a:lnTo>
                <a:close/>
                <a:moveTo>
                  <a:pt x="48931" y="45503"/>
                </a:moveTo>
                <a:lnTo>
                  <a:pt x="47398" y="49224"/>
                </a:lnTo>
                <a:lnTo>
                  <a:pt x="45399" y="52327"/>
                </a:lnTo>
                <a:lnTo>
                  <a:pt x="42873" y="54984"/>
                </a:lnTo>
                <a:lnTo>
                  <a:pt x="39840" y="57153"/>
                </a:lnTo>
                <a:lnTo>
                  <a:pt x="38349" y="57927"/>
                </a:lnTo>
                <a:lnTo>
                  <a:pt x="36681" y="58608"/>
                </a:lnTo>
                <a:lnTo>
                  <a:pt x="34941" y="59136"/>
                </a:lnTo>
                <a:lnTo>
                  <a:pt x="33096" y="59520"/>
                </a:lnTo>
                <a:lnTo>
                  <a:pt x="31123" y="59760"/>
                </a:lnTo>
                <a:lnTo>
                  <a:pt x="29005" y="59840"/>
                </a:lnTo>
                <a:lnTo>
                  <a:pt x="26375" y="59731"/>
                </a:lnTo>
                <a:lnTo>
                  <a:pt x="23903" y="59401"/>
                </a:lnTo>
                <a:lnTo>
                  <a:pt x="21649" y="58877"/>
                </a:lnTo>
                <a:lnTo>
                  <a:pt x="19545" y="58149"/>
                </a:lnTo>
                <a:lnTo>
                  <a:pt x="17516" y="57194"/>
                </a:lnTo>
                <a:lnTo>
                  <a:pt x="15680" y="56067"/>
                </a:lnTo>
                <a:lnTo>
                  <a:pt x="13865" y="54652"/>
                </a:lnTo>
                <a:lnTo>
                  <a:pt x="12288" y="53121"/>
                </a:lnTo>
                <a:lnTo>
                  <a:pt x="10821" y="51352"/>
                </a:lnTo>
                <a:lnTo>
                  <a:pt x="9540" y="49382"/>
                </a:lnTo>
                <a:lnTo>
                  <a:pt x="8436" y="47180"/>
                </a:lnTo>
                <a:lnTo>
                  <a:pt x="7557" y="44854"/>
                </a:lnTo>
                <a:lnTo>
                  <a:pt x="6846" y="42254"/>
                </a:lnTo>
                <a:lnTo>
                  <a:pt x="6346" y="39521"/>
                </a:lnTo>
                <a:lnTo>
                  <a:pt x="6023" y="36408"/>
                </a:lnTo>
                <a:lnTo>
                  <a:pt x="5919" y="33132"/>
                </a:lnTo>
                <a:lnTo>
                  <a:pt x="6098" y="28880"/>
                </a:lnTo>
                <a:lnTo>
                  <a:pt x="6631" y="24989"/>
                </a:lnTo>
                <a:lnTo>
                  <a:pt x="7507" y="21397"/>
                </a:lnTo>
                <a:lnTo>
                  <a:pt x="8721" y="18113"/>
                </a:lnTo>
                <a:lnTo>
                  <a:pt x="10270" y="15204"/>
                </a:lnTo>
                <a:lnTo>
                  <a:pt x="12110" y="12767"/>
                </a:lnTo>
                <a:lnTo>
                  <a:pt x="14290" y="10716"/>
                </a:lnTo>
                <a:lnTo>
                  <a:pt x="16826" y="9025"/>
                </a:lnTo>
                <a:lnTo>
                  <a:pt x="19680" y="7672"/>
                </a:lnTo>
                <a:lnTo>
                  <a:pt x="22673" y="6700"/>
                </a:lnTo>
                <a:lnTo>
                  <a:pt x="25776" y="6117"/>
                </a:lnTo>
                <a:lnTo>
                  <a:pt x="29036" y="5919"/>
                </a:lnTo>
                <a:lnTo>
                  <a:pt x="33083" y="6184"/>
                </a:lnTo>
                <a:lnTo>
                  <a:pt x="36669" y="6977"/>
                </a:lnTo>
                <a:lnTo>
                  <a:pt x="39737" y="8233"/>
                </a:lnTo>
                <a:lnTo>
                  <a:pt x="42472" y="10011"/>
                </a:lnTo>
                <a:lnTo>
                  <a:pt x="44730" y="12190"/>
                </a:lnTo>
                <a:lnTo>
                  <a:pt x="46601" y="14862"/>
                </a:lnTo>
                <a:lnTo>
                  <a:pt x="48013" y="17973"/>
                </a:lnTo>
                <a:lnTo>
                  <a:pt x="48196" y="18652"/>
                </a:lnTo>
                <a:lnTo>
                  <a:pt x="44573" y="19212"/>
                </a:lnTo>
                <a:lnTo>
                  <a:pt x="44505" y="18983"/>
                </a:lnTo>
                <a:lnTo>
                  <a:pt x="44363" y="18605"/>
                </a:lnTo>
                <a:lnTo>
                  <a:pt x="43306" y="16254"/>
                </a:lnTo>
                <a:lnTo>
                  <a:pt x="43069" y="15836"/>
                </a:lnTo>
                <a:lnTo>
                  <a:pt x="41752" y="13841"/>
                </a:lnTo>
                <a:lnTo>
                  <a:pt x="41413" y="13423"/>
                </a:lnTo>
                <a:lnTo>
                  <a:pt x="39828" y="11791"/>
                </a:lnTo>
                <a:lnTo>
                  <a:pt x="39410" y="11428"/>
                </a:lnTo>
                <a:lnTo>
                  <a:pt x="37612" y="10158"/>
                </a:lnTo>
                <a:lnTo>
                  <a:pt x="37138" y="9882"/>
                </a:lnTo>
                <a:lnTo>
                  <a:pt x="35159" y="8975"/>
                </a:lnTo>
                <a:lnTo>
                  <a:pt x="34646" y="8794"/>
                </a:lnTo>
                <a:lnTo>
                  <a:pt x="32493" y="8249"/>
                </a:lnTo>
                <a:lnTo>
                  <a:pt x="31996" y="8171"/>
                </a:lnTo>
                <a:lnTo>
                  <a:pt x="29654" y="7989"/>
                </a:lnTo>
                <a:lnTo>
                  <a:pt x="29291" y="7981"/>
                </a:lnTo>
                <a:lnTo>
                  <a:pt x="27501" y="8060"/>
                </a:lnTo>
                <a:lnTo>
                  <a:pt x="27209" y="8092"/>
                </a:lnTo>
                <a:lnTo>
                  <a:pt x="25506" y="8336"/>
                </a:lnTo>
                <a:lnTo>
                  <a:pt x="25048" y="8439"/>
                </a:lnTo>
                <a:lnTo>
                  <a:pt x="21901" y="9425"/>
                </a:lnTo>
                <a:lnTo>
                  <a:pt x="21286" y="9701"/>
                </a:lnTo>
                <a:lnTo>
                  <a:pt x="18479" y="11341"/>
                </a:lnTo>
                <a:lnTo>
                  <a:pt x="17958" y="11735"/>
                </a:lnTo>
                <a:lnTo>
                  <a:pt x="15497" y="14030"/>
                </a:lnTo>
                <a:lnTo>
                  <a:pt x="15158" y="14401"/>
                </a:lnTo>
                <a:lnTo>
                  <a:pt x="14086" y="15813"/>
                </a:lnTo>
                <a:lnTo>
                  <a:pt x="13881" y="16120"/>
                </a:lnTo>
                <a:lnTo>
                  <a:pt x="12950" y="17721"/>
                </a:lnTo>
                <a:lnTo>
                  <a:pt x="12800" y="18013"/>
                </a:lnTo>
                <a:lnTo>
                  <a:pt x="12011" y="19811"/>
                </a:lnTo>
                <a:lnTo>
                  <a:pt x="11909" y="20087"/>
                </a:lnTo>
                <a:lnTo>
                  <a:pt x="11262" y="22067"/>
                </a:lnTo>
                <a:lnTo>
                  <a:pt x="11191" y="22319"/>
                </a:lnTo>
                <a:lnTo>
                  <a:pt x="10694" y="24488"/>
                </a:lnTo>
                <a:lnTo>
                  <a:pt x="10655" y="24717"/>
                </a:lnTo>
                <a:lnTo>
                  <a:pt x="10292" y="27083"/>
                </a:lnTo>
                <a:lnTo>
                  <a:pt x="10268" y="27359"/>
                </a:lnTo>
                <a:lnTo>
                  <a:pt x="9977" y="32667"/>
                </a:lnTo>
                <a:lnTo>
                  <a:pt x="9977" y="32982"/>
                </a:lnTo>
                <a:lnTo>
                  <a:pt x="10253" y="38353"/>
                </a:lnTo>
                <a:lnTo>
                  <a:pt x="10300" y="38724"/>
                </a:lnTo>
                <a:lnTo>
                  <a:pt x="11128" y="43314"/>
                </a:lnTo>
                <a:lnTo>
                  <a:pt x="11215" y="43661"/>
                </a:lnTo>
                <a:lnTo>
                  <a:pt x="11838" y="45664"/>
                </a:lnTo>
                <a:lnTo>
                  <a:pt x="11933" y="45932"/>
                </a:lnTo>
                <a:lnTo>
                  <a:pt x="12698" y="47730"/>
                </a:lnTo>
                <a:lnTo>
                  <a:pt x="12840" y="48030"/>
                </a:lnTo>
                <a:lnTo>
                  <a:pt x="13739" y="49631"/>
                </a:lnTo>
                <a:lnTo>
                  <a:pt x="13936" y="49939"/>
                </a:lnTo>
                <a:lnTo>
                  <a:pt x="14969" y="51342"/>
                </a:lnTo>
                <a:lnTo>
                  <a:pt x="15300" y="51721"/>
                </a:lnTo>
                <a:lnTo>
                  <a:pt x="17682" y="54008"/>
                </a:lnTo>
                <a:lnTo>
                  <a:pt x="18203" y="54418"/>
                </a:lnTo>
                <a:lnTo>
                  <a:pt x="20923" y="56051"/>
                </a:lnTo>
                <a:lnTo>
                  <a:pt x="21546" y="56335"/>
                </a:lnTo>
                <a:lnTo>
                  <a:pt x="24599" y="57313"/>
                </a:lnTo>
                <a:lnTo>
                  <a:pt x="25064" y="57423"/>
                </a:lnTo>
                <a:lnTo>
                  <a:pt x="26720" y="57668"/>
                </a:lnTo>
                <a:lnTo>
                  <a:pt x="27012" y="57699"/>
                </a:lnTo>
                <a:lnTo>
                  <a:pt x="28755" y="57778"/>
                </a:lnTo>
                <a:lnTo>
                  <a:pt x="29126" y="57770"/>
                </a:lnTo>
                <a:lnTo>
                  <a:pt x="31862" y="57549"/>
                </a:lnTo>
                <a:lnTo>
                  <a:pt x="32383" y="57462"/>
                </a:lnTo>
                <a:lnTo>
                  <a:pt x="34883" y="56808"/>
                </a:lnTo>
                <a:lnTo>
                  <a:pt x="35419" y="56611"/>
                </a:lnTo>
                <a:lnTo>
                  <a:pt x="37683" y="55514"/>
                </a:lnTo>
                <a:lnTo>
                  <a:pt x="38180" y="55215"/>
                </a:lnTo>
                <a:lnTo>
                  <a:pt x="40214" y="53677"/>
                </a:lnTo>
                <a:lnTo>
                  <a:pt x="40656" y="53267"/>
                </a:lnTo>
                <a:lnTo>
                  <a:pt x="42399" y="51279"/>
                </a:lnTo>
                <a:lnTo>
                  <a:pt x="42746" y="50782"/>
                </a:lnTo>
                <a:lnTo>
                  <a:pt x="44134" y="48322"/>
                </a:lnTo>
                <a:lnTo>
                  <a:pt x="44347" y="47856"/>
                </a:lnTo>
                <a:lnTo>
                  <a:pt x="45388" y="44923"/>
                </a:lnTo>
                <a:lnTo>
                  <a:pt x="45498" y="44520"/>
                </a:lnTo>
                <a:lnTo>
                  <a:pt x="45638" y="43826"/>
                </a:lnTo>
                <a:lnTo>
                  <a:pt x="49259" y="44296"/>
                </a:lnTo>
                <a:lnTo>
                  <a:pt x="48931" y="4550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AS">
            <a:extLst xmlns:a="http://schemas.openxmlformats.org/drawingml/2006/main">
              <a:ext uri="{FF2B5EF4-FFF2-40B4-BE49-F238E27FC236}">
                <a16:creationId xmlns:a16="http://schemas.microsoft.com/office/drawing/2014/main" id="{076A95AF-A8C5-4A99-9A90-F628DA9C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2" y="1293898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3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6" y="49260"/>
                  <a:pt x="122598" y="48000"/>
                </a:cubicBezTo>
                <a:cubicBezTo>
                  <a:pt x="120470" y="47173"/>
                  <a:pt x="115763" y="45887"/>
                  <a:pt x="108476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39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8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6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3" y="9414"/>
                  <a:pt x="99287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5" y="38988"/>
                </a:cubicBezTo>
                <a:cubicBezTo>
                  <a:pt x="133112" y="41113"/>
                  <a:pt x="136521" y="43804"/>
                  <a:pt x="138721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3" y="66500"/>
                  <a:pt x="138397" y="70226"/>
                </a:cubicBezTo>
                <a:cubicBezTo>
                  <a:pt x="135980" y="73951"/>
                  <a:pt x="132508" y="76849"/>
                  <a:pt x="127981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2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5E662-DADC-43E6-AE98-3A56E74C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79" y="1292232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62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763B2-3F29-4508-A028-8B1D29E7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46" y="1290891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5" y="19978"/>
                </a:lnTo>
                <a:lnTo>
                  <a:pt x="49020" y="22035"/>
                </a:lnTo>
                <a:lnTo>
                  <a:pt x="49961" y="24588"/>
                </a:lnTo>
                <a:lnTo>
                  <a:pt x="50562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39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52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4" y="81546"/>
                </a:lnTo>
                <a:lnTo>
                  <a:pt x="36711" y="81728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100" y="75369"/>
                </a:lnTo>
                <a:lnTo>
                  <a:pt x="11747" y="73107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1">
            <a:extLst xmlns:a="http://schemas.openxmlformats.org/drawingml/2006/main">
              <a:ext uri="{FF2B5EF4-FFF2-40B4-BE49-F238E27FC236}">
                <a16:creationId xmlns:a16="http://schemas.microsoft.com/office/drawing/2014/main" id="{F67BCD92-6145-44D8-BB5C-F920930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0" y="1344728"/>
            <a:ext cx="18923" cy="51584"/>
          </a:xfrm>
          <a:custGeom xmlns:a="http://schemas.openxmlformats.org/drawingml/2006/main">
            <a:pathLst>
              <a:path w="18923" h="51584">
                <a:moveTo>
                  <a:pt x="18923" y="51584"/>
                </a:moveTo>
                <a:lnTo>
                  <a:pt x="12616" y="51584"/>
                </a:lnTo>
                <a:lnTo>
                  <a:pt x="12616" y="11389"/>
                </a:lnTo>
                <a:cubicBezTo>
                  <a:pt x="11097" y="12838"/>
                  <a:pt x="9105" y="14286"/>
                  <a:pt x="6641" y="15735"/>
                </a:cubicBezTo>
                <a:cubicBezTo>
                  <a:pt x="4176" y="17183"/>
                  <a:pt x="1962" y="18269"/>
                  <a:pt x="0" y="18994"/>
                </a:cubicBezTo>
                <a:lnTo>
                  <a:pt x="0" y="12896"/>
                </a:lnTo>
                <a:cubicBezTo>
                  <a:pt x="3528" y="11237"/>
                  <a:pt x="6612" y="9228"/>
                  <a:pt x="9251" y="6869"/>
                </a:cubicBezTo>
                <a:cubicBezTo>
                  <a:pt x="11891" y="4509"/>
                  <a:pt x="13760" y="2219"/>
                  <a:pt x="14858" y="0"/>
                </a:cubicBezTo>
                <a:lnTo>
                  <a:pt x="18923" y="0"/>
                </a:lnTo>
                <a:lnTo>
                  <a:pt x="18923" y="51584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74D57-9182-4013-A886-D4033AF1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" y="1341941"/>
            <a:ext cx="24630" cy="56934"/>
          </a:xfrm>
          <a:custGeom xmlns:a="http://schemas.openxmlformats.org/drawingml/2006/main">
            <a:pathLst>
              <a:path w="24630" h="56934">
                <a:moveTo>
                  <a:pt x="13691" y="56366"/>
                </a:moveTo>
                <a:lnTo>
                  <a:pt x="14519" y="56792"/>
                </a:lnTo>
                <a:lnTo>
                  <a:pt x="15434" y="56934"/>
                </a:lnTo>
                <a:lnTo>
                  <a:pt x="21673" y="56934"/>
                </a:lnTo>
                <a:lnTo>
                  <a:pt x="22588" y="56792"/>
                </a:lnTo>
                <a:lnTo>
                  <a:pt x="23416" y="56366"/>
                </a:lnTo>
                <a:lnTo>
                  <a:pt x="24062" y="55712"/>
                </a:lnTo>
                <a:lnTo>
                  <a:pt x="24488" y="54891"/>
                </a:lnTo>
                <a:lnTo>
                  <a:pt x="24630" y="53977"/>
                </a:lnTo>
                <a:lnTo>
                  <a:pt x="24630" y="2958"/>
                </a:lnTo>
                <a:lnTo>
                  <a:pt x="24488" y="2043"/>
                </a:lnTo>
                <a:lnTo>
                  <a:pt x="24062" y="1222"/>
                </a:lnTo>
                <a:lnTo>
                  <a:pt x="23416" y="568"/>
                </a:lnTo>
                <a:lnTo>
                  <a:pt x="22588" y="150"/>
                </a:lnTo>
                <a:lnTo>
                  <a:pt x="21673" y="0"/>
                </a:lnTo>
                <a:lnTo>
                  <a:pt x="17650" y="0"/>
                </a:lnTo>
                <a:lnTo>
                  <a:pt x="16641" y="181"/>
                </a:lnTo>
                <a:lnTo>
                  <a:pt x="15750" y="694"/>
                </a:lnTo>
                <a:lnTo>
                  <a:pt x="15087" y="1483"/>
                </a:lnTo>
                <a:lnTo>
                  <a:pt x="14213" y="3001"/>
                </a:lnTo>
                <a:lnTo>
                  <a:pt x="13189" y="4387"/>
                </a:lnTo>
                <a:lnTo>
                  <a:pt x="10130" y="7548"/>
                </a:lnTo>
                <a:lnTo>
                  <a:pt x="6237" y="10516"/>
                </a:lnTo>
                <a:lnTo>
                  <a:pt x="1522" y="13123"/>
                </a:lnTo>
                <a:lnTo>
                  <a:pt x="710" y="13786"/>
                </a:lnTo>
                <a:lnTo>
                  <a:pt x="181" y="14685"/>
                </a:lnTo>
                <a:lnTo>
                  <a:pt x="0" y="15710"/>
                </a:lnTo>
                <a:lnTo>
                  <a:pt x="0" y="21744"/>
                </a:lnTo>
                <a:lnTo>
                  <a:pt x="158" y="22706"/>
                </a:lnTo>
                <a:lnTo>
                  <a:pt x="615" y="23558"/>
                </a:lnTo>
                <a:lnTo>
                  <a:pt x="1333" y="24220"/>
                </a:lnTo>
                <a:lnTo>
                  <a:pt x="2224" y="24614"/>
                </a:lnTo>
                <a:lnTo>
                  <a:pt x="3186" y="24693"/>
                </a:lnTo>
                <a:lnTo>
                  <a:pt x="4133" y="24457"/>
                </a:lnTo>
                <a:lnTo>
                  <a:pt x="7232" y="23116"/>
                </a:lnTo>
                <a:lnTo>
                  <a:pt x="7461" y="22998"/>
                </a:lnTo>
                <a:lnTo>
                  <a:pt x="10931" y="21121"/>
                </a:lnTo>
                <a:lnTo>
                  <a:pt x="11136" y="21002"/>
                </a:lnTo>
                <a:lnTo>
                  <a:pt x="12477" y="20129"/>
                </a:lnTo>
                <a:lnTo>
                  <a:pt x="12477" y="53977"/>
                </a:lnTo>
                <a:lnTo>
                  <a:pt x="12619" y="54891"/>
                </a:lnTo>
                <a:lnTo>
                  <a:pt x="13037" y="55712"/>
                </a:lnTo>
                <a:lnTo>
                  <a:pt x="13691" y="56366"/>
                </a:lnTo>
                <a:close/>
                <a:moveTo>
                  <a:pt x="18234" y="13281"/>
                </a:moveTo>
                <a:lnTo>
                  <a:pt x="17792" y="12445"/>
                </a:lnTo>
                <a:lnTo>
                  <a:pt x="17106" y="11783"/>
                </a:lnTo>
                <a:lnTo>
                  <a:pt x="16247" y="11381"/>
                </a:lnTo>
                <a:lnTo>
                  <a:pt x="15300" y="11270"/>
                </a:lnTo>
                <a:lnTo>
                  <a:pt x="14629" y="11407"/>
                </a:lnTo>
                <a:lnTo>
                  <a:pt x="17572" y="8360"/>
                </a:lnTo>
                <a:lnTo>
                  <a:pt x="17832" y="8060"/>
                </a:lnTo>
                <a:lnTo>
                  <a:pt x="18715" y="6864"/>
                </a:lnTo>
                <a:lnTo>
                  <a:pt x="18715" y="51019"/>
                </a:lnTo>
                <a:lnTo>
                  <a:pt x="18392" y="51019"/>
                </a:lnTo>
                <a:lnTo>
                  <a:pt x="18392" y="14220"/>
                </a:lnTo>
                <a:lnTo>
                  <a:pt x="18234" y="1328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AS">
            <a:extLst xmlns:a="http://schemas.openxmlformats.org/drawingml/2006/main">
              <a:ext uri="{FF2B5EF4-FFF2-40B4-BE49-F238E27FC236}">
                <a16:creationId xmlns:a16="http://schemas.microsoft.com/office/drawing/2014/main" id="{A83B6F95-4987-4D4D-9E1C-FA7B01CC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06" y="1293898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4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7" y="49260"/>
                  <a:pt x="122598" y="48000"/>
                </a:cubicBezTo>
                <a:cubicBezTo>
                  <a:pt x="120470" y="47173"/>
                  <a:pt x="115763" y="45887"/>
                  <a:pt x="108477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40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9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7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4" y="9414"/>
                  <a:pt x="99288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6" y="38988"/>
                </a:cubicBezTo>
                <a:cubicBezTo>
                  <a:pt x="133113" y="41113"/>
                  <a:pt x="136521" y="43804"/>
                  <a:pt x="138722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4" y="66500"/>
                  <a:pt x="138397" y="70226"/>
                </a:cubicBezTo>
                <a:cubicBezTo>
                  <a:pt x="135980" y="73951"/>
                  <a:pt x="132508" y="76849"/>
                  <a:pt x="127982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3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5E3E8-CDAE-4475-90F4-EAA2A80E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" y="1292232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54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B33EA-8500-493C-AF7A-4408DBC1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0" y="1290891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5" y="19978"/>
                </a:lnTo>
                <a:lnTo>
                  <a:pt x="49020" y="22035"/>
                </a:lnTo>
                <a:lnTo>
                  <a:pt x="49960" y="24585"/>
                </a:lnTo>
                <a:lnTo>
                  <a:pt x="50554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47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45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2" y="32973"/>
                </a:lnTo>
                <a:lnTo>
                  <a:pt x="10236" y="31105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4" y="81546"/>
                </a:lnTo>
                <a:lnTo>
                  <a:pt x="36711" y="81728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072" y="75350"/>
                </a:lnTo>
                <a:lnTo>
                  <a:pt x="11748" y="73109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4">
            <a:extLst xmlns:a="http://schemas.openxmlformats.org/drawingml/2006/main">
              <a:ext uri="{FF2B5EF4-FFF2-40B4-BE49-F238E27FC236}">
                <a16:creationId xmlns:a16="http://schemas.microsoft.com/office/drawing/2014/main" id="{46B5EC6D-7970-4069-BFDB-FE6427E8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61" y="1344938"/>
            <a:ext cx="35534" cy="51374"/>
          </a:xfrm>
          <a:custGeom xmlns:a="http://schemas.openxmlformats.org/drawingml/2006/main">
            <a:pathLst>
              <a:path w="35534" h="51374">
                <a:moveTo>
                  <a:pt x="22288" y="51374"/>
                </a:moveTo>
                <a:lnTo>
                  <a:pt x="22288" y="39038"/>
                </a:lnTo>
                <a:lnTo>
                  <a:pt x="0" y="39038"/>
                </a:lnTo>
                <a:lnTo>
                  <a:pt x="0" y="33221"/>
                </a:lnTo>
                <a:lnTo>
                  <a:pt x="23444" y="0"/>
                </a:lnTo>
                <a:lnTo>
                  <a:pt x="28595" y="0"/>
                </a:lnTo>
                <a:lnTo>
                  <a:pt x="28595" y="33221"/>
                </a:lnTo>
                <a:lnTo>
                  <a:pt x="35534" y="33221"/>
                </a:lnTo>
                <a:lnTo>
                  <a:pt x="35534" y="39038"/>
                </a:lnTo>
                <a:lnTo>
                  <a:pt x="28595" y="39038"/>
                </a:lnTo>
                <a:lnTo>
                  <a:pt x="28595" y="51374"/>
                </a:lnTo>
                <a:lnTo>
                  <a:pt x="22288" y="51374"/>
                </a:lnTo>
                <a:moveTo>
                  <a:pt x="22288" y="33221"/>
                </a:moveTo>
                <a:lnTo>
                  <a:pt x="22288" y="10184"/>
                </a:lnTo>
                <a:lnTo>
                  <a:pt x="6203" y="33221"/>
                </a:lnTo>
                <a:lnTo>
                  <a:pt x="22288" y="3322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B13F5-9EC2-486B-87B0-35273D0F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91" y="1342154"/>
            <a:ext cx="41058" cy="56721"/>
          </a:xfrm>
          <a:custGeom xmlns:a="http://schemas.openxmlformats.org/drawingml/2006/main">
            <a:pathLst>
              <a:path w="41058" h="56721">
                <a:moveTo>
                  <a:pt x="32154" y="142"/>
                </a:moveTo>
                <a:lnTo>
                  <a:pt x="31239" y="0"/>
                </a:lnTo>
                <a:lnTo>
                  <a:pt x="26144" y="0"/>
                </a:lnTo>
                <a:lnTo>
                  <a:pt x="25214" y="150"/>
                </a:lnTo>
                <a:lnTo>
                  <a:pt x="24386" y="584"/>
                </a:lnTo>
                <a:lnTo>
                  <a:pt x="23723" y="1254"/>
                </a:lnTo>
                <a:lnTo>
                  <a:pt x="536" y="34173"/>
                </a:lnTo>
                <a:lnTo>
                  <a:pt x="142" y="34985"/>
                </a:lnTo>
                <a:lnTo>
                  <a:pt x="0" y="35877"/>
                </a:lnTo>
                <a:lnTo>
                  <a:pt x="0" y="41602"/>
                </a:lnTo>
                <a:lnTo>
                  <a:pt x="142" y="42517"/>
                </a:lnTo>
                <a:lnTo>
                  <a:pt x="568" y="43337"/>
                </a:lnTo>
                <a:lnTo>
                  <a:pt x="1222" y="43992"/>
                </a:lnTo>
                <a:lnTo>
                  <a:pt x="2043" y="44410"/>
                </a:lnTo>
                <a:lnTo>
                  <a:pt x="2958" y="44560"/>
                </a:lnTo>
                <a:lnTo>
                  <a:pt x="22043" y="44560"/>
                </a:lnTo>
                <a:lnTo>
                  <a:pt x="22043" y="53764"/>
                </a:lnTo>
                <a:lnTo>
                  <a:pt x="22193" y="54678"/>
                </a:lnTo>
                <a:lnTo>
                  <a:pt x="22611" y="55499"/>
                </a:lnTo>
                <a:lnTo>
                  <a:pt x="23266" y="56153"/>
                </a:lnTo>
                <a:lnTo>
                  <a:pt x="24086" y="56579"/>
                </a:lnTo>
                <a:lnTo>
                  <a:pt x="25001" y="56721"/>
                </a:lnTo>
                <a:lnTo>
                  <a:pt x="31239" y="56721"/>
                </a:lnTo>
                <a:lnTo>
                  <a:pt x="32154" y="56579"/>
                </a:lnTo>
                <a:lnTo>
                  <a:pt x="32974" y="56153"/>
                </a:lnTo>
                <a:lnTo>
                  <a:pt x="33629" y="55499"/>
                </a:lnTo>
                <a:lnTo>
                  <a:pt x="34055" y="54678"/>
                </a:lnTo>
                <a:lnTo>
                  <a:pt x="34197" y="53764"/>
                </a:lnTo>
                <a:lnTo>
                  <a:pt x="34197" y="44560"/>
                </a:lnTo>
                <a:lnTo>
                  <a:pt x="38101" y="44560"/>
                </a:lnTo>
                <a:lnTo>
                  <a:pt x="39016" y="44410"/>
                </a:lnTo>
                <a:lnTo>
                  <a:pt x="39844" y="43992"/>
                </a:lnTo>
                <a:lnTo>
                  <a:pt x="40498" y="43337"/>
                </a:lnTo>
                <a:lnTo>
                  <a:pt x="40916" y="42517"/>
                </a:lnTo>
                <a:lnTo>
                  <a:pt x="41058" y="41602"/>
                </a:lnTo>
                <a:lnTo>
                  <a:pt x="41058" y="35877"/>
                </a:lnTo>
                <a:lnTo>
                  <a:pt x="40916" y="34962"/>
                </a:lnTo>
                <a:lnTo>
                  <a:pt x="40498" y="34142"/>
                </a:lnTo>
                <a:lnTo>
                  <a:pt x="39844" y="33487"/>
                </a:lnTo>
                <a:lnTo>
                  <a:pt x="39016" y="33061"/>
                </a:lnTo>
                <a:lnTo>
                  <a:pt x="38101" y="32919"/>
                </a:lnTo>
                <a:lnTo>
                  <a:pt x="34197" y="32919"/>
                </a:lnTo>
                <a:lnTo>
                  <a:pt x="34197" y="2958"/>
                </a:lnTo>
                <a:lnTo>
                  <a:pt x="34055" y="2043"/>
                </a:lnTo>
                <a:lnTo>
                  <a:pt x="33629" y="1215"/>
                </a:lnTo>
                <a:lnTo>
                  <a:pt x="32974" y="560"/>
                </a:lnTo>
                <a:lnTo>
                  <a:pt x="32154" y="142"/>
                </a:lnTo>
                <a:close/>
                <a:moveTo>
                  <a:pt x="28282" y="35877"/>
                </a:moveTo>
                <a:lnTo>
                  <a:pt x="28424" y="36791"/>
                </a:lnTo>
                <a:lnTo>
                  <a:pt x="28850" y="37612"/>
                </a:lnTo>
                <a:lnTo>
                  <a:pt x="29504" y="38266"/>
                </a:lnTo>
                <a:lnTo>
                  <a:pt x="30324" y="38692"/>
                </a:lnTo>
                <a:lnTo>
                  <a:pt x="30629" y="38739"/>
                </a:lnTo>
                <a:lnTo>
                  <a:pt x="30324" y="38787"/>
                </a:lnTo>
                <a:lnTo>
                  <a:pt x="29504" y="39205"/>
                </a:lnTo>
                <a:lnTo>
                  <a:pt x="28850" y="39859"/>
                </a:lnTo>
                <a:lnTo>
                  <a:pt x="28424" y="40687"/>
                </a:lnTo>
                <a:lnTo>
                  <a:pt x="28282" y="41602"/>
                </a:lnTo>
                <a:lnTo>
                  <a:pt x="28282" y="50806"/>
                </a:lnTo>
                <a:lnTo>
                  <a:pt x="27958" y="50806"/>
                </a:lnTo>
                <a:lnTo>
                  <a:pt x="27958" y="41602"/>
                </a:lnTo>
                <a:lnTo>
                  <a:pt x="27816" y="40687"/>
                </a:lnTo>
                <a:lnTo>
                  <a:pt x="27398" y="39859"/>
                </a:lnTo>
                <a:lnTo>
                  <a:pt x="26744" y="39205"/>
                </a:lnTo>
                <a:lnTo>
                  <a:pt x="25916" y="38787"/>
                </a:lnTo>
                <a:lnTo>
                  <a:pt x="25611" y="38739"/>
                </a:lnTo>
                <a:lnTo>
                  <a:pt x="25916" y="38692"/>
                </a:lnTo>
                <a:lnTo>
                  <a:pt x="26744" y="38266"/>
                </a:lnTo>
                <a:lnTo>
                  <a:pt x="27398" y="37612"/>
                </a:lnTo>
                <a:lnTo>
                  <a:pt x="27816" y="36791"/>
                </a:lnTo>
                <a:lnTo>
                  <a:pt x="27958" y="35877"/>
                </a:lnTo>
                <a:lnTo>
                  <a:pt x="27958" y="12966"/>
                </a:lnTo>
                <a:lnTo>
                  <a:pt x="27769" y="11917"/>
                </a:lnTo>
                <a:lnTo>
                  <a:pt x="27217" y="11010"/>
                </a:lnTo>
                <a:lnTo>
                  <a:pt x="26381" y="10355"/>
                </a:lnTo>
                <a:lnTo>
                  <a:pt x="25364" y="10032"/>
                </a:lnTo>
                <a:lnTo>
                  <a:pt x="24750" y="10068"/>
                </a:lnTo>
                <a:lnTo>
                  <a:pt x="27675" y="5915"/>
                </a:lnTo>
                <a:lnTo>
                  <a:pt x="28282" y="5915"/>
                </a:lnTo>
                <a:lnTo>
                  <a:pt x="28282" y="35877"/>
                </a:lnTo>
                <a:close/>
                <a:moveTo>
                  <a:pt x="6217" y="36389"/>
                </a:moveTo>
                <a:lnTo>
                  <a:pt x="6294" y="36823"/>
                </a:lnTo>
                <a:lnTo>
                  <a:pt x="6719" y="37635"/>
                </a:lnTo>
                <a:lnTo>
                  <a:pt x="7374" y="38282"/>
                </a:lnTo>
                <a:lnTo>
                  <a:pt x="8093" y="38645"/>
                </a:lnTo>
                <a:lnTo>
                  <a:pt x="5915" y="38645"/>
                </a:lnTo>
                <a:lnTo>
                  <a:pt x="5915" y="36818"/>
                </a:lnTo>
                <a:lnTo>
                  <a:pt x="6217" y="36389"/>
                </a:lnTo>
                <a:close/>
                <a:moveTo>
                  <a:pt x="22043" y="32919"/>
                </a:moveTo>
                <a:lnTo>
                  <a:pt x="14748" y="32919"/>
                </a:lnTo>
                <a:lnTo>
                  <a:pt x="22043" y="22412"/>
                </a:lnTo>
                <a:lnTo>
                  <a:pt x="22043" y="32919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p2c">
            <a:extLst xmlns:a="http://schemas.openxmlformats.org/drawingml/2006/main">
              <a:ext uri="{FF2B5EF4-FFF2-40B4-BE49-F238E27FC236}">
                <a16:creationId xmlns:a16="http://schemas.microsoft.com/office/drawing/2014/main" id="{6E22B365-D21C-429F-97D6-1D9E606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6" y="1294980"/>
            <a:ext cx="170104" cy="101718"/>
          </a:xfrm>
          <a:custGeom xmlns:a="http://schemas.openxmlformats.org/drawingml/2006/main">
            <a:pathLst>
              <a:path w="170104" h="101718">
                <a:moveTo>
                  <a:pt x="0" y="101718"/>
                </a:moveTo>
                <a:lnTo>
                  <a:pt x="0" y="22183"/>
                </a:lnTo>
                <a:lnTo>
                  <a:pt x="8873" y="22183"/>
                </a:lnTo>
                <a:lnTo>
                  <a:pt x="8873" y="29702"/>
                </a:lnTo>
                <a:cubicBezTo>
                  <a:pt x="10965" y="26763"/>
                  <a:pt x="13328" y="24558"/>
                  <a:pt x="15961" y="23090"/>
                </a:cubicBezTo>
                <a:cubicBezTo>
                  <a:pt x="18594" y="21620"/>
                  <a:pt x="21786" y="20885"/>
                  <a:pt x="25538" y="20885"/>
                </a:cubicBezTo>
                <a:cubicBezTo>
                  <a:pt x="30443" y="20885"/>
                  <a:pt x="34772" y="22147"/>
                  <a:pt x="38523" y="24672"/>
                </a:cubicBezTo>
                <a:cubicBezTo>
                  <a:pt x="42274" y="27197"/>
                  <a:pt x="45106" y="30759"/>
                  <a:pt x="47018" y="35358"/>
                </a:cubicBezTo>
                <a:cubicBezTo>
                  <a:pt x="48929" y="39957"/>
                  <a:pt x="49885" y="44998"/>
                  <a:pt x="49885" y="50480"/>
                </a:cubicBezTo>
                <a:cubicBezTo>
                  <a:pt x="49885" y="56360"/>
                  <a:pt x="48830" y="61653"/>
                  <a:pt x="46720" y="66360"/>
                </a:cubicBezTo>
                <a:cubicBezTo>
                  <a:pt x="44610" y="71068"/>
                  <a:pt x="41544" y="74675"/>
                  <a:pt x="37522" y="77182"/>
                </a:cubicBezTo>
                <a:cubicBezTo>
                  <a:pt x="33500" y="79688"/>
                  <a:pt x="29271" y="80942"/>
                  <a:pt x="24834" y="80942"/>
                </a:cubicBezTo>
                <a:cubicBezTo>
                  <a:pt x="21588" y="80942"/>
                  <a:pt x="18675" y="80257"/>
                  <a:pt x="16096" y="78886"/>
                </a:cubicBezTo>
                <a:cubicBezTo>
                  <a:pt x="13517" y="77515"/>
                  <a:pt x="11398" y="75784"/>
                  <a:pt x="9739" y="73692"/>
                </a:cubicBezTo>
                <a:lnTo>
                  <a:pt x="9739" y="101718"/>
                </a:lnTo>
                <a:lnTo>
                  <a:pt x="0" y="101718"/>
                </a:lnTo>
                <a:moveTo>
                  <a:pt x="8819" y="51265"/>
                </a:moveTo>
                <a:cubicBezTo>
                  <a:pt x="8819" y="58650"/>
                  <a:pt x="10316" y="64108"/>
                  <a:pt x="13310" y="67639"/>
                </a:cubicBezTo>
                <a:cubicBezTo>
                  <a:pt x="16304" y="71169"/>
                  <a:pt x="19929" y="72934"/>
                  <a:pt x="24185" y="72934"/>
                </a:cubicBezTo>
                <a:cubicBezTo>
                  <a:pt x="28514" y="72934"/>
                  <a:pt x="32220" y="71106"/>
                  <a:pt x="35304" y="67449"/>
                </a:cubicBezTo>
                <a:cubicBezTo>
                  <a:pt x="38388" y="63793"/>
                  <a:pt x="39930" y="58127"/>
                  <a:pt x="39930" y="50453"/>
                </a:cubicBezTo>
                <a:cubicBezTo>
                  <a:pt x="39930" y="43140"/>
                  <a:pt x="38424" y="37664"/>
                  <a:pt x="35412" y="34026"/>
                </a:cubicBezTo>
                <a:cubicBezTo>
                  <a:pt x="32400" y="30387"/>
                  <a:pt x="28802" y="28568"/>
                  <a:pt x="24618" y="28568"/>
                </a:cubicBezTo>
                <a:cubicBezTo>
                  <a:pt x="20470" y="28568"/>
                  <a:pt x="16800" y="30504"/>
                  <a:pt x="13608" y="34377"/>
                </a:cubicBezTo>
                <a:cubicBezTo>
                  <a:pt x="10415" y="38250"/>
                  <a:pt x="8819" y="43880"/>
                  <a:pt x="8819" y="51265"/>
                </a:cubicBezTo>
                <a:close/>
                <a:moveTo>
                  <a:pt x="109995" y="70229"/>
                </a:moveTo>
                <a:lnTo>
                  <a:pt x="109995" y="79643"/>
                </a:lnTo>
                <a:lnTo>
                  <a:pt x="57567" y="79643"/>
                </a:lnTo>
                <a:cubicBezTo>
                  <a:pt x="57494" y="77297"/>
                  <a:pt x="57873" y="75039"/>
                  <a:pt x="58703" y="72872"/>
                </a:cubicBezTo>
                <a:cubicBezTo>
                  <a:pt x="60037" y="69297"/>
                  <a:pt x="62175" y="65777"/>
                  <a:pt x="65114" y="62311"/>
                </a:cubicBezTo>
                <a:cubicBezTo>
                  <a:pt x="68054" y="58844"/>
                  <a:pt x="72301" y="54836"/>
                  <a:pt x="77856" y="50288"/>
                </a:cubicBezTo>
                <a:cubicBezTo>
                  <a:pt x="86477" y="43212"/>
                  <a:pt x="92302" y="37616"/>
                  <a:pt x="95332" y="33498"/>
                </a:cubicBezTo>
                <a:cubicBezTo>
                  <a:pt x="98362" y="29380"/>
                  <a:pt x="99877" y="25487"/>
                  <a:pt x="99877" y="21818"/>
                </a:cubicBezTo>
                <a:cubicBezTo>
                  <a:pt x="99877" y="17970"/>
                  <a:pt x="98497" y="14724"/>
                  <a:pt x="95738" y="12081"/>
                </a:cubicBezTo>
                <a:cubicBezTo>
                  <a:pt x="92979" y="9437"/>
                  <a:pt x="89381" y="8116"/>
                  <a:pt x="84944" y="8116"/>
                </a:cubicBezTo>
                <a:cubicBezTo>
                  <a:pt x="80255" y="8116"/>
                  <a:pt x="76504" y="9523"/>
                  <a:pt x="73690" y="12336"/>
                </a:cubicBezTo>
                <a:cubicBezTo>
                  <a:pt x="70877" y="15150"/>
                  <a:pt x="69452" y="19045"/>
                  <a:pt x="69416" y="24023"/>
                </a:cubicBezTo>
                <a:lnTo>
                  <a:pt x="59406" y="22941"/>
                </a:lnTo>
                <a:cubicBezTo>
                  <a:pt x="60092" y="15474"/>
                  <a:pt x="62671" y="9784"/>
                  <a:pt x="67143" y="5870"/>
                </a:cubicBezTo>
                <a:cubicBezTo>
                  <a:pt x="71616" y="1957"/>
                  <a:pt x="77622" y="0"/>
                  <a:pt x="85160" y="0"/>
                </a:cubicBezTo>
                <a:cubicBezTo>
                  <a:pt x="92771" y="0"/>
                  <a:pt x="98795" y="2110"/>
                  <a:pt x="103232" y="6329"/>
                </a:cubicBezTo>
                <a:cubicBezTo>
                  <a:pt x="107668" y="10548"/>
                  <a:pt x="109887" y="15777"/>
                  <a:pt x="109887" y="22016"/>
                </a:cubicBezTo>
                <a:cubicBezTo>
                  <a:pt x="109887" y="25189"/>
                  <a:pt x="109237" y="28308"/>
                  <a:pt x="107939" y="31374"/>
                </a:cubicBezTo>
                <a:cubicBezTo>
                  <a:pt x="106640" y="34439"/>
                  <a:pt x="104485" y="37666"/>
                  <a:pt x="101473" y="41056"/>
                </a:cubicBezTo>
                <a:cubicBezTo>
                  <a:pt x="98461" y="44445"/>
                  <a:pt x="93457" y="49093"/>
                  <a:pt x="86459" y="54998"/>
                </a:cubicBezTo>
                <a:cubicBezTo>
                  <a:pt x="80616" y="59895"/>
                  <a:pt x="76864" y="63217"/>
                  <a:pt x="75205" y="64964"/>
                </a:cubicBezTo>
                <a:cubicBezTo>
                  <a:pt x="73546" y="66710"/>
                  <a:pt x="72175" y="68465"/>
                  <a:pt x="71093" y="70229"/>
                </a:cubicBezTo>
                <a:lnTo>
                  <a:pt x="109995" y="70229"/>
                </a:lnTo>
                <a:close/>
                <a:moveTo>
                  <a:pt x="160528" y="58542"/>
                </a:moveTo>
                <a:lnTo>
                  <a:pt x="170104" y="59841"/>
                </a:lnTo>
                <a:cubicBezTo>
                  <a:pt x="169058" y="66442"/>
                  <a:pt x="166380" y="71609"/>
                  <a:pt x="162070" y="75342"/>
                </a:cubicBezTo>
                <a:cubicBezTo>
                  <a:pt x="157759" y="79075"/>
                  <a:pt x="152466" y="80942"/>
                  <a:pt x="146190" y="80942"/>
                </a:cubicBezTo>
                <a:cubicBezTo>
                  <a:pt x="138326" y="80942"/>
                  <a:pt x="132005" y="78372"/>
                  <a:pt x="127226" y="73232"/>
                </a:cubicBezTo>
                <a:cubicBezTo>
                  <a:pt x="122446" y="68092"/>
                  <a:pt x="120057" y="60724"/>
                  <a:pt x="120057" y="51130"/>
                </a:cubicBezTo>
                <a:cubicBezTo>
                  <a:pt x="120057" y="44926"/>
                  <a:pt x="121085" y="39497"/>
                  <a:pt x="123141" y="34844"/>
                </a:cubicBezTo>
                <a:cubicBezTo>
                  <a:pt x="125197" y="30191"/>
                  <a:pt x="128326" y="26701"/>
                  <a:pt x="132528" y="24375"/>
                </a:cubicBezTo>
                <a:cubicBezTo>
                  <a:pt x="136730" y="22048"/>
                  <a:pt x="141302" y="20885"/>
                  <a:pt x="146244" y="20885"/>
                </a:cubicBezTo>
                <a:cubicBezTo>
                  <a:pt x="152484" y="20885"/>
                  <a:pt x="157588" y="22454"/>
                  <a:pt x="161556" y="25592"/>
                </a:cubicBezTo>
                <a:cubicBezTo>
                  <a:pt x="165523" y="28729"/>
                  <a:pt x="168066" y="33184"/>
                  <a:pt x="169185" y="38956"/>
                </a:cubicBezTo>
                <a:lnTo>
                  <a:pt x="159716" y="40471"/>
                </a:lnTo>
                <a:cubicBezTo>
                  <a:pt x="158814" y="36629"/>
                  <a:pt x="157218" y="33739"/>
                  <a:pt x="154928" y="31801"/>
                </a:cubicBezTo>
                <a:cubicBezTo>
                  <a:pt x="152637" y="29862"/>
                  <a:pt x="149869" y="28892"/>
                  <a:pt x="146623" y="28892"/>
                </a:cubicBezTo>
                <a:cubicBezTo>
                  <a:pt x="141717" y="28892"/>
                  <a:pt x="137731" y="30651"/>
                  <a:pt x="134665" y="34168"/>
                </a:cubicBezTo>
                <a:cubicBezTo>
                  <a:pt x="131599" y="37685"/>
                  <a:pt x="130066" y="43248"/>
                  <a:pt x="130066" y="50859"/>
                </a:cubicBezTo>
                <a:cubicBezTo>
                  <a:pt x="130066" y="58578"/>
                  <a:pt x="131545" y="64187"/>
                  <a:pt x="134503" y="67686"/>
                </a:cubicBezTo>
                <a:cubicBezTo>
                  <a:pt x="137461" y="71185"/>
                  <a:pt x="141320" y="72934"/>
                  <a:pt x="146082" y="72934"/>
                </a:cubicBezTo>
                <a:cubicBezTo>
                  <a:pt x="149905" y="72934"/>
                  <a:pt x="153097" y="71757"/>
                  <a:pt x="155658" y="69404"/>
                </a:cubicBezTo>
                <a:cubicBezTo>
                  <a:pt x="158219" y="67050"/>
                  <a:pt x="159842" y="63430"/>
                  <a:pt x="160528" y="58542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671D2-39B4-4831-995B-52E87843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4" y="1312721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07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73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56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03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05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86" y="18262"/>
                </a:lnTo>
                <a:lnTo>
                  <a:pt x="20896" y="16098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4" y="32326"/>
                </a:lnTo>
                <a:lnTo>
                  <a:pt x="39511" y="37489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56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9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38" y="56571"/>
                </a:lnTo>
                <a:lnTo>
                  <a:pt x="48030" y="56232"/>
                </a:lnTo>
                <a:lnTo>
                  <a:pt x="50144" y="53330"/>
                </a:lnTo>
                <a:lnTo>
                  <a:pt x="50364" y="52975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44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85"/>
                </a:lnTo>
                <a:lnTo>
                  <a:pt x="14756" y="4334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7" y="54728"/>
                </a:lnTo>
                <a:lnTo>
                  <a:pt x="38768" y="56548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62" y="59727"/>
                </a:lnTo>
                <a:lnTo>
                  <a:pt x="23774" y="59402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97DB7-911C-491C-B285-7D6D8F1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5" y="1291916"/>
            <a:ext cx="58157" cy="85271"/>
          </a:xfrm>
          <a:custGeom xmlns:a="http://schemas.openxmlformats.org/drawingml/2006/main">
            <a:pathLst>
              <a:path w="58157" h="85271">
                <a:moveTo>
                  <a:pt x="8289" y="63070"/>
                </a:moveTo>
                <a:lnTo>
                  <a:pt x="8155" y="63228"/>
                </a:lnTo>
                <a:lnTo>
                  <a:pt x="6104" y="65830"/>
                </a:lnTo>
                <a:lnTo>
                  <a:pt x="5970" y="66020"/>
                </a:lnTo>
                <a:lnTo>
                  <a:pt x="4219" y="68638"/>
                </a:lnTo>
                <a:lnTo>
                  <a:pt x="4093" y="68851"/>
                </a:lnTo>
                <a:lnTo>
                  <a:pt x="2642" y="71493"/>
                </a:lnTo>
                <a:lnTo>
                  <a:pt x="2516" y="71745"/>
                </a:lnTo>
                <a:lnTo>
                  <a:pt x="1372" y="74403"/>
                </a:lnTo>
                <a:lnTo>
                  <a:pt x="1230" y="74797"/>
                </a:lnTo>
                <a:lnTo>
                  <a:pt x="331" y="78094"/>
                </a:lnTo>
                <a:lnTo>
                  <a:pt x="244" y="78536"/>
                </a:lnTo>
                <a:lnTo>
                  <a:pt x="47" y="80239"/>
                </a:lnTo>
                <a:lnTo>
                  <a:pt x="32" y="80531"/>
                </a:lnTo>
                <a:lnTo>
                  <a:pt x="0" y="82266"/>
                </a:lnTo>
                <a:lnTo>
                  <a:pt x="134" y="83189"/>
                </a:lnTo>
                <a:lnTo>
                  <a:pt x="552" y="84025"/>
                </a:lnTo>
                <a:lnTo>
                  <a:pt x="1207" y="84695"/>
                </a:lnTo>
                <a:lnTo>
                  <a:pt x="2035" y="85121"/>
                </a:lnTo>
                <a:lnTo>
                  <a:pt x="2958" y="85271"/>
                </a:lnTo>
                <a:lnTo>
                  <a:pt x="55199" y="85271"/>
                </a:lnTo>
                <a:lnTo>
                  <a:pt x="56114" y="85129"/>
                </a:lnTo>
                <a:lnTo>
                  <a:pt x="56934" y="84703"/>
                </a:lnTo>
                <a:lnTo>
                  <a:pt x="57589" y="84049"/>
                </a:lnTo>
                <a:lnTo>
                  <a:pt x="58007" y="83228"/>
                </a:lnTo>
                <a:lnTo>
                  <a:pt x="58157" y="82313"/>
                </a:lnTo>
                <a:lnTo>
                  <a:pt x="58157" y="72984"/>
                </a:lnTo>
                <a:lnTo>
                  <a:pt x="58007" y="72069"/>
                </a:lnTo>
                <a:lnTo>
                  <a:pt x="57589" y="71248"/>
                </a:lnTo>
                <a:lnTo>
                  <a:pt x="56934" y="70594"/>
                </a:lnTo>
                <a:lnTo>
                  <a:pt x="56114" y="70176"/>
                </a:lnTo>
                <a:lnTo>
                  <a:pt x="55199" y="70026"/>
                </a:lnTo>
                <a:lnTo>
                  <a:pt x="22455" y="70026"/>
                </a:lnTo>
                <a:lnTo>
                  <a:pt x="22672" y="69775"/>
                </a:lnTo>
                <a:lnTo>
                  <a:pt x="26532" y="66156"/>
                </a:lnTo>
                <a:lnTo>
                  <a:pt x="33668" y="60026"/>
                </a:lnTo>
                <a:lnTo>
                  <a:pt x="33700" y="60002"/>
                </a:lnTo>
                <a:lnTo>
                  <a:pt x="42675" y="52107"/>
                </a:lnTo>
                <a:lnTo>
                  <a:pt x="42809" y="51973"/>
                </a:lnTo>
                <a:lnTo>
                  <a:pt x="48803" y="45964"/>
                </a:lnTo>
                <a:lnTo>
                  <a:pt x="48976" y="45774"/>
                </a:lnTo>
                <a:lnTo>
                  <a:pt x="51066" y="43266"/>
                </a:lnTo>
                <a:lnTo>
                  <a:pt x="51193" y="43109"/>
                </a:lnTo>
                <a:lnTo>
                  <a:pt x="52967" y="40664"/>
                </a:lnTo>
                <a:lnTo>
                  <a:pt x="53093" y="40467"/>
                </a:lnTo>
                <a:lnTo>
                  <a:pt x="54544" y="38085"/>
                </a:lnTo>
                <a:lnTo>
                  <a:pt x="54678" y="37840"/>
                </a:lnTo>
                <a:lnTo>
                  <a:pt x="55806" y="35514"/>
                </a:lnTo>
                <a:lnTo>
                  <a:pt x="55925" y="35246"/>
                </a:lnTo>
                <a:lnTo>
                  <a:pt x="56776" y="32943"/>
                </a:lnTo>
                <a:lnTo>
                  <a:pt x="56863" y="32667"/>
                </a:lnTo>
                <a:lnTo>
                  <a:pt x="57470" y="30348"/>
                </a:lnTo>
                <a:lnTo>
                  <a:pt x="57526" y="30056"/>
                </a:lnTo>
                <a:lnTo>
                  <a:pt x="57896" y="27714"/>
                </a:lnTo>
                <a:lnTo>
                  <a:pt x="57928" y="27406"/>
                </a:lnTo>
                <a:lnTo>
                  <a:pt x="58046" y="25048"/>
                </a:lnTo>
                <a:lnTo>
                  <a:pt x="58046" y="24764"/>
                </a:lnTo>
                <a:lnTo>
                  <a:pt x="57944" y="22477"/>
                </a:lnTo>
                <a:lnTo>
                  <a:pt x="57912" y="22193"/>
                </a:lnTo>
                <a:lnTo>
                  <a:pt x="57604" y="20001"/>
                </a:lnTo>
                <a:lnTo>
                  <a:pt x="57549" y="19709"/>
                </a:lnTo>
                <a:lnTo>
                  <a:pt x="57029" y="17611"/>
                </a:lnTo>
                <a:lnTo>
                  <a:pt x="56942" y="17319"/>
                </a:lnTo>
                <a:lnTo>
                  <a:pt x="56216" y="15316"/>
                </a:lnTo>
                <a:lnTo>
                  <a:pt x="56090" y="15024"/>
                </a:lnTo>
                <a:lnTo>
                  <a:pt x="55160" y="13116"/>
                </a:lnTo>
                <a:lnTo>
                  <a:pt x="55002" y="12840"/>
                </a:lnTo>
                <a:lnTo>
                  <a:pt x="53866" y="11026"/>
                </a:lnTo>
                <a:lnTo>
                  <a:pt x="53685" y="10773"/>
                </a:lnTo>
                <a:lnTo>
                  <a:pt x="52344" y="9062"/>
                </a:lnTo>
                <a:lnTo>
                  <a:pt x="52147" y="8841"/>
                </a:lnTo>
                <a:lnTo>
                  <a:pt x="50593" y="7216"/>
                </a:lnTo>
                <a:lnTo>
                  <a:pt x="50380" y="7011"/>
                </a:lnTo>
                <a:lnTo>
                  <a:pt x="48645" y="5529"/>
                </a:lnTo>
                <a:lnTo>
                  <a:pt x="48393" y="5339"/>
                </a:lnTo>
                <a:lnTo>
                  <a:pt x="46508" y="4054"/>
                </a:lnTo>
                <a:lnTo>
                  <a:pt x="46240" y="3896"/>
                </a:lnTo>
                <a:lnTo>
                  <a:pt x="44213" y="2808"/>
                </a:lnTo>
                <a:lnTo>
                  <a:pt x="43937" y="2681"/>
                </a:lnTo>
                <a:lnTo>
                  <a:pt x="41760" y="1790"/>
                </a:lnTo>
                <a:lnTo>
                  <a:pt x="41484" y="1696"/>
                </a:lnTo>
                <a:lnTo>
                  <a:pt x="39157" y="1002"/>
                </a:lnTo>
                <a:lnTo>
                  <a:pt x="38897" y="939"/>
                </a:lnTo>
                <a:lnTo>
                  <a:pt x="36421" y="450"/>
                </a:lnTo>
                <a:lnTo>
                  <a:pt x="36176" y="410"/>
                </a:lnTo>
                <a:lnTo>
                  <a:pt x="33550" y="110"/>
                </a:lnTo>
                <a:lnTo>
                  <a:pt x="33329" y="95"/>
                </a:lnTo>
                <a:lnTo>
                  <a:pt x="30553" y="0"/>
                </a:lnTo>
                <a:lnTo>
                  <a:pt x="30356" y="0"/>
                </a:lnTo>
                <a:lnTo>
                  <a:pt x="27611" y="87"/>
                </a:lnTo>
                <a:lnTo>
                  <a:pt x="27398" y="103"/>
                </a:lnTo>
                <a:lnTo>
                  <a:pt x="24796" y="379"/>
                </a:lnTo>
                <a:lnTo>
                  <a:pt x="24559" y="410"/>
                </a:lnTo>
                <a:lnTo>
                  <a:pt x="22106" y="868"/>
                </a:lnTo>
                <a:lnTo>
                  <a:pt x="21854" y="923"/>
                </a:lnTo>
                <a:lnTo>
                  <a:pt x="19543" y="1562"/>
                </a:lnTo>
                <a:lnTo>
                  <a:pt x="19283" y="1648"/>
                </a:lnTo>
                <a:lnTo>
                  <a:pt x="17106" y="2476"/>
                </a:lnTo>
                <a:lnTo>
                  <a:pt x="16846" y="2587"/>
                </a:lnTo>
                <a:lnTo>
                  <a:pt x="14811" y="3596"/>
                </a:lnTo>
                <a:lnTo>
                  <a:pt x="14551" y="3738"/>
                </a:lnTo>
                <a:lnTo>
                  <a:pt x="12666" y="4929"/>
                </a:lnTo>
                <a:lnTo>
                  <a:pt x="12414" y="5111"/>
                </a:lnTo>
                <a:lnTo>
                  <a:pt x="10671" y="6483"/>
                </a:lnTo>
                <a:lnTo>
                  <a:pt x="10434" y="6688"/>
                </a:lnTo>
                <a:lnTo>
                  <a:pt x="8849" y="8234"/>
                </a:lnTo>
                <a:lnTo>
                  <a:pt x="8628" y="8470"/>
                </a:lnTo>
                <a:lnTo>
                  <a:pt x="7224" y="10182"/>
                </a:lnTo>
                <a:lnTo>
                  <a:pt x="7035" y="10442"/>
                </a:lnTo>
                <a:lnTo>
                  <a:pt x="5805" y="12319"/>
                </a:lnTo>
                <a:lnTo>
                  <a:pt x="5647" y="12587"/>
                </a:lnTo>
                <a:lnTo>
                  <a:pt x="4598" y="14630"/>
                </a:lnTo>
                <a:lnTo>
                  <a:pt x="4480" y="14890"/>
                </a:lnTo>
                <a:lnTo>
                  <a:pt x="3604" y="17098"/>
                </a:lnTo>
                <a:lnTo>
                  <a:pt x="3517" y="17359"/>
                </a:lnTo>
                <a:lnTo>
                  <a:pt x="2816" y="19733"/>
                </a:lnTo>
                <a:lnTo>
                  <a:pt x="2760" y="19969"/>
                </a:lnTo>
                <a:lnTo>
                  <a:pt x="2240" y="22509"/>
                </a:lnTo>
                <a:lnTo>
                  <a:pt x="2200" y="22729"/>
                </a:lnTo>
                <a:lnTo>
                  <a:pt x="1853" y="25442"/>
                </a:lnTo>
                <a:lnTo>
                  <a:pt x="1885" y="26381"/>
                </a:lnTo>
                <a:lnTo>
                  <a:pt x="2208" y="27264"/>
                </a:lnTo>
                <a:lnTo>
                  <a:pt x="2792" y="27998"/>
                </a:lnTo>
                <a:lnTo>
                  <a:pt x="3581" y="28510"/>
                </a:lnTo>
                <a:lnTo>
                  <a:pt x="4488" y="28755"/>
                </a:lnTo>
                <a:lnTo>
                  <a:pt x="14464" y="29780"/>
                </a:lnTo>
                <a:lnTo>
                  <a:pt x="15403" y="29725"/>
                </a:lnTo>
                <a:lnTo>
                  <a:pt x="16270" y="29378"/>
                </a:lnTo>
                <a:lnTo>
                  <a:pt x="16996" y="28779"/>
                </a:lnTo>
                <a:lnTo>
                  <a:pt x="17493" y="27990"/>
                </a:lnTo>
                <a:lnTo>
                  <a:pt x="17714" y="27075"/>
                </a:lnTo>
                <a:lnTo>
                  <a:pt x="17974" y="23848"/>
                </a:lnTo>
                <a:lnTo>
                  <a:pt x="18647" y="21241"/>
                </a:lnTo>
                <a:lnTo>
                  <a:pt x="19688" y="19096"/>
                </a:lnTo>
                <a:lnTo>
                  <a:pt x="21136" y="17289"/>
                </a:lnTo>
                <a:lnTo>
                  <a:pt x="22907" y="15862"/>
                </a:lnTo>
                <a:lnTo>
                  <a:pt x="24989" y="14818"/>
                </a:lnTo>
                <a:lnTo>
                  <a:pt x="27423" y="14174"/>
                </a:lnTo>
                <a:lnTo>
                  <a:pt x="30235" y="13954"/>
                </a:lnTo>
                <a:lnTo>
                  <a:pt x="32903" y="14160"/>
                </a:lnTo>
                <a:lnTo>
                  <a:pt x="35202" y="14767"/>
                </a:lnTo>
                <a:lnTo>
                  <a:pt x="37213" y="15750"/>
                </a:lnTo>
                <a:lnTo>
                  <a:pt x="38931" y="17091"/>
                </a:lnTo>
                <a:lnTo>
                  <a:pt x="40375" y="18768"/>
                </a:lnTo>
                <a:lnTo>
                  <a:pt x="41346" y="20519"/>
                </a:lnTo>
                <a:lnTo>
                  <a:pt x="41936" y="22466"/>
                </a:lnTo>
                <a:lnTo>
                  <a:pt x="42142" y="24658"/>
                </a:lnTo>
                <a:lnTo>
                  <a:pt x="41922" y="26885"/>
                </a:lnTo>
                <a:lnTo>
                  <a:pt x="41206" y="29305"/>
                </a:lnTo>
                <a:lnTo>
                  <a:pt x="39986" y="31854"/>
                </a:lnTo>
                <a:lnTo>
                  <a:pt x="38196" y="34606"/>
                </a:lnTo>
                <a:lnTo>
                  <a:pt x="35589" y="37743"/>
                </a:lnTo>
                <a:lnTo>
                  <a:pt x="31949" y="41458"/>
                </a:lnTo>
                <a:lnTo>
                  <a:pt x="27177" y="45829"/>
                </a:lnTo>
                <a:lnTo>
                  <a:pt x="21263" y="50830"/>
                </a:lnTo>
                <a:lnTo>
                  <a:pt x="21231" y="50861"/>
                </a:lnTo>
                <a:lnTo>
                  <a:pt x="13904" y="57250"/>
                </a:lnTo>
                <a:lnTo>
                  <a:pt x="13770" y="57376"/>
                </a:lnTo>
                <a:lnTo>
                  <a:pt x="10836" y="60270"/>
                </a:lnTo>
                <a:lnTo>
                  <a:pt x="10726" y="60381"/>
                </a:lnTo>
                <a:lnTo>
                  <a:pt x="8289" y="63070"/>
                </a:lnTo>
                <a:close/>
                <a:moveTo>
                  <a:pt x="6892" y="76530"/>
                </a:moveTo>
                <a:lnTo>
                  <a:pt x="7903" y="74195"/>
                </a:lnTo>
                <a:lnTo>
                  <a:pt x="9212" y="71812"/>
                </a:lnTo>
                <a:lnTo>
                  <a:pt x="10850" y="69363"/>
                </a:lnTo>
                <a:lnTo>
                  <a:pt x="12738" y="66973"/>
                </a:lnTo>
                <a:lnTo>
                  <a:pt x="15111" y="64363"/>
                </a:lnTo>
                <a:lnTo>
                  <a:pt x="14993" y="64474"/>
                </a:lnTo>
                <a:lnTo>
                  <a:pt x="17914" y="61600"/>
                </a:lnTo>
                <a:lnTo>
                  <a:pt x="25119" y="55317"/>
                </a:lnTo>
                <a:lnTo>
                  <a:pt x="25088" y="55349"/>
                </a:lnTo>
                <a:lnTo>
                  <a:pt x="31003" y="50341"/>
                </a:lnTo>
                <a:lnTo>
                  <a:pt x="31089" y="50262"/>
                </a:lnTo>
                <a:lnTo>
                  <a:pt x="35963" y="45806"/>
                </a:lnTo>
                <a:lnTo>
                  <a:pt x="36082" y="45688"/>
                </a:lnTo>
                <a:lnTo>
                  <a:pt x="39915" y="41784"/>
                </a:lnTo>
                <a:lnTo>
                  <a:pt x="40080" y="41602"/>
                </a:lnTo>
                <a:lnTo>
                  <a:pt x="42864" y="38243"/>
                </a:lnTo>
                <a:lnTo>
                  <a:pt x="43069" y="37967"/>
                </a:lnTo>
                <a:lnTo>
                  <a:pt x="45049" y="34922"/>
                </a:lnTo>
                <a:lnTo>
                  <a:pt x="45238" y="34583"/>
                </a:lnTo>
                <a:lnTo>
                  <a:pt x="46650" y="31626"/>
                </a:lnTo>
                <a:lnTo>
                  <a:pt x="46823" y="31184"/>
                </a:lnTo>
                <a:lnTo>
                  <a:pt x="47667" y="28305"/>
                </a:lnTo>
                <a:lnTo>
                  <a:pt x="47778" y="27769"/>
                </a:lnTo>
                <a:lnTo>
                  <a:pt x="48062" y="24977"/>
                </a:lnTo>
                <a:lnTo>
                  <a:pt x="48062" y="24401"/>
                </a:lnTo>
                <a:lnTo>
                  <a:pt x="47801" y="21633"/>
                </a:lnTo>
                <a:lnTo>
                  <a:pt x="47691" y="21050"/>
                </a:lnTo>
                <a:lnTo>
                  <a:pt x="46918" y="18502"/>
                </a:lnTo>
                <a:lnTo>
                  <a:pt x="46673" y="17926"/>
                </a:lnTo>
                <a:lnTo>
                  <a:pt x="45380" y="15608"/>
                </a:lnTo>
                <a:lnTo>
                  <a:pt x="45033" y="15111"/>
                </a:lnTo>
                <a:lnTo>
                  <a:pt x="43235" y="13021"/>
                </a:lnTo>
                <a:lnTo>
                  <a:pt x="42809" y="12619"/>
                </a:lnTo>
                <a:lnTo>
                  <a:pt x="40593" y="10884"/>
                </a:lnTo>
                <a:lnTo>
                  <a:pt x="40072" y="10560"/>
                </a:lnTo>
                <a:lnTo>
                  <a:pt x="37541" y="9322"/>
                </a:lnTo>
                <a:lnTo>
                  <a:pt x="36989" y="9117"/>
                </a:lnTo>
                <a:lnTo>
                  <a:pt x="34142" y="8376"/>
                </a:lnTo>
                <a:lnTo>
                  <a:pt x="33629" y="8289"/>
                </a:lnTo>
                <a:lnTo>
                  <a:pt x="30466" y="8037"/>
                </a:lnTo>
                <a:lnTo>
                  <a:pt x="30001" y="8037"/>
                </a:lnTo>
                <a:lnTo>
                  <a:pt x="26673" y="8305"/>
                </a:lnTo>
                <a:lnTo>
                  <a:pt x="26152" y="8391"/>
                </a:lnTo>
                <a:lnTo>
                  <a:pt x="23171" y="9180"/>
                </a:lnTo>
                <a:lnTo>
                  <a:pt x="22611" y="9393"/>
                </a:lnTo>
                <a:lnTo>
                  <a:pt x="19977" y="10710"/>
                </a:lnTo>
                <a:lnTo>
                  <a:pt x="19441" y="11049"/>
                </a:lnTo>
                <a:lnTo>
                  <a:pt x="17169" y="12895"/>
                </a:lnTo>
                <a:lnTo>
                  <a:pt x="16712" y="13344"/>
                </a:lnTo>
                <a:lnTo>
                  <a:pt x="14874" y="15647"/>
                </a:lnTo>
                <a:lnTo>
                  <a:pt x="14527" y="16199"/>
                </a:lnTo>
                <a:lnTo>
                  <a:pt x="13202" y="18904"/>
                </a:lnTo>
                <a:lnTo>
                  <a:pt x="12997" y="19464"/>
                </a:lnTo>
                <a:lnTo>
                  <a:pt x="12185" y="22580"/>
                </a:lnTo>
                <a:lnTo>
                  <a:pt x="12106" y="23076"/>
                </a:lnTo>
                <a:lnTo>
                  <a:pt x="12064" y="23588"/>
                </a:lnTo>
                <a:lnTo>
                  <a:pt x="8134" y="23185"/>
                </a:lnTo>
                <a:lnTo>
                  <a:pt x="8516" y="21320"/>
                </a:lnTo>
                <a:lnTo>
                  <a:pt x="9142" y="19179"/>
                </a:lnTo>
                <a:lnTo>
                  <a:pt x="9912" y="17231"/>
                </a:lnTo>
                <a:lnTo>
                  <a:pt x="10815" y="15472"/>
                </a:lnTo>
                <a:lnTo>
                  <a:pt x="11909" y="13792"/>
                </a:lnTo>
                <a:lnTo>
                  <a:pt x="13079" y="12373"/>
                </a:lnTo>
                <a:lnTo>
                  <a:pt x="14500" y="10988"/>
                </a:lnTo>
                <a:lnTo>
                  <a:pt x="15922" y="9868"/>
                </a:lnTo>
                <a:lnTo>
                  <a:pt x="17579" y="8826"/>
                </a:lnTo>
                <a:lnTo>
                  <a:pt x="19329" y="7958"/>
                </a:lnTo>
                <a:lnTo>
                  <a:pt x="21303" y="7211"/>
                </a:lnTo>
                <a:lnTo>
                  <a:pt x="23318" y="6656"/>
                </a:lnTo>
                <a:lnTo>
                  <a:pt x="25563" y="6246"/>
                </a:lnTo>
                <a:lnTo>
                  <a:pt x="27896" y="5999"/>
                </a:lnTo>
                <a:lnTo>
                  <a:pt x="30447" y="5911"/>
                </a:lnTo>
                <a:lnTo>
                  <a:pt x="32986" y="6005"/>
                </a:lnTo>
                <a:lnTo>
                  <a:pt x="35389" y="6272"/>
                </a:lnTo>
                <a:lnTo>
                  <a:pt x="37668" y="6729"/>
                </a:lnTo>
                <a:lnTo>
                  <a:pt x="39663" y="7326"/>
                </a:lnTo>
                <a:lnTo>
                  <a:pt x="41509" y="8075"/>
                </a:lnTo>
                <a:lnTo>
                  <a:pt x="43306" y="9030"/>
                </a:lnTo>
                <a:lnTo>
                  <a:pt x="44921" y="10131"/>
                </a:lnTo>
                <a:lnTo>
                  <a:pt x="46410" y="11396"/>
                </a:lnTo>
                <a:lnTo>
                  <a:pt x="47750" y="12791"/>
                </a:lnTo>
                <a:lnTo>
                  <a:pt x="48932" y="14298"/>
                </a:lnTo>
                <a:lnTo>
                  <a:pt x="49926" y="15878"/>
                </a:lnTo>
                <a:lnTo>
                  <a:pt x="50726" y="17518"/>
                </a:lnTo>
                <a:lnTo>
                  <a:pt x="51317" y="19153"/>
                </a:lnTo>
                <a:lnTo>
                  <a:pt x="51775" y="20996"/>
                </a:lnTo>
                <a:lnTo>
                  <a:pt x="52044" y="22915"/>
                </a:lnTo>
                <a:lnTo>
                  <a:pt x="52132" y="24874"/>
                </a:lnTo>
                <a:lnTo>
                  <a:pt x="52021" y="26948"/>
                </a:lnTo>
                <a:lnTo>
                  <a:pt x="51701" y="29018"/>
                </a:lnTo>
                <a:lnTo>
                  <a:pt x="51174" y="31035"/>
                </a:lnTo>
                <a:lnTo>
                  <a:pt x="50422" y="33068"/>
                </a:lnTo>
                <a:lnTo>
                  <a:pt x="49421" y="35134"/>
                </a:lnTo>
                <a:lnTo>
                  <a:pt x="48133" y="37247"/>
                </a:lnTo>
                <a:lnTo>
                  <a:pt x="46483" y="39532"/>
                </a:lnTo>
                <a:lnTo>
                  <a:pt x="44559" y="41840"/>
                </a:lnTo>
                <a:lnTo>
                  <a:pt x="38695" y="47727"/>
                </a:lnTo>
                <a:lnTo>
                  <a:pt x="29788" y="55562"/>
                </a:lnTo>
                <a:lnTo>
                  <a:pt x="29820" y="55538"/>
                </a:lnTo>
                <a:lnTo>
                  <a:pt x="22651" y="61690"/>
                </a:lnTo>
                <a:lnTo>
                  <a:pt x="22556" y="61777"/>
                </a:lnTo>
                <a:lnTo>
                  <a:pt x="18510" y="65570"/>
                </a:lnTo>
                <a:lnTo>
                  <a:pt x="18297" y="65799"/>
                </a:lnTo>
                <a:lnTo>
                  <a:pt x="16034" y="68417"/>
                </a:lnTo>
                <a:lnTo>
                  <a:pt x="15844" y="68662"/>
                </a:lnTo>
                <a:lnTo>
                  <a:pt x="14007" y="71296"/>
                </a:lnTo>
                <a:lnTo>
                  <a:pt x="13605" y="72116"/>
                </a:lnTo>
                <a:lnTo>
                  <a:pt x="13478" y="73031"/>
                </a:lnTo>
                <a:lnTo>
                  <a:pt x="13636" y="73930"/>
                </a:lnTo>
                <a:lnTo>
                  <a:pt x="14054" y="74742"/>
                </a:lnTo>
                <a:lnTo>
                  <a:pt x="14709" y="75389"/>
                </a:lnTo>
                <a:lnTo>
                  <a:pt x="15529" y="75799"/>
                </a:lnTo>
                <a:lnTo>
                  <a:pt x="16436" y="75941"/>
                </a:lnTo>
                <a:lnTo>
                  <a:pt x="52242" y="75941"/>
                </a:lnTo>
                <a:lnTo>
                  <a:pt x="52242" y="79356"/>
                </a:lnTo>
                <a:lnTo>
                  <a:pt x="6123" y="79356"/>
                </a:lnTo>
                <a:lnTo>
                  <a:pt x="6892" y="7653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0FD41-19C0-43C1-BC30-F9354FAF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41" y="1312721"/>
            <a:ext cx="55759" cy="65759"/>
          </a:xfrm>
          <a:custGeom xmlns:a="http://schemas.openxmlformats.org/drawingml/2006/main">
            <a:pathLst>
              <a:path w="55759" h="65759">
                <a:moveTo>
                  <a:pt x="53298" y="23684"/>
                </a:moveTo>
                <a:lnTo>
                  <a:pt x="54087" y="23076"/>
                </a:lnTo>
                <a:lnTo>
                  <a:pt x="54623" y="22248"/>
                </a:lnTo>
                <a:lnTo>
                  <a:pt x="54860" y="21286"/>
                </a:lnTo>
                <a:lnTo>
                  <a:pt x="54765" y="20300"/>
                </a:lnTo>
                <a:lnTo>
                  <a:pt x="53661" y="16215"/>
                </a:lnTo>
                <a:lnTo>
                  <a:pt x="53503" y="15758"/>
                </a:lnTo>
                <a:lnTo>
                  <a:pt x="51871" y="12161"/>
                </a:lnTo>
                <a:lnTo>
                  <a:pt x="51603" y="11688"/>
                </a:lnTo>
                <a:lnTo>
                  <a:pt x="49434" y="8589"/>
                </a:lnTo>
                <a:lnTo>
                  <a:pt x="49063" y="8155"/>
                </a:lnTo>
                <a:lnTo>
                  <a:pt x="46366" y="5544"/>
                </a:lnTo>
                <a:lnTo>
                  <a:pt x="45924" y="5197"/>
                </a:lnTo>
                <a:lnTo>
                  <a:pt x="42746" y="3131"/>
                </a:lnTo>
                <a:lnTo>
                  <a:pt x="42249" y="2871"/>
                </a:lnTo>
                <a:lnTo>
                  <a:pt x="38653" y="1396"/>
                </a:lnTo>
                <a:lnTo>
                  <a:pt x="38164" y="1246"/>
                </a:lnTo>
                <a:lnTo>
                  <a:pt x="34134" y="363"/>
                </a:lnTo>
                <a:lnTo>
                  <a:pt x="33700" y="300"/>
                </a:lnTo>
                <a:lnTo>
                  <a:pt x="29244" y="8"/>
                </a:lnTo>
                <a:lnTo>
                  <a:pt x="28873" y="0"/>
                </a:lnTo>
                <a:lnTo>
                  <a:pt x="25245" y="221"/>
                </a:lnTo>
                <a:lnTo>
                  <a:pt x="24883" y="268"/>
                </a:lnTo>
                <a:lnTo>
                  <a:pt x="21397" y="915"/>
                </a:lnTo>
                <a:lnTo>
                  <a:pt x="21026" y="1009"/>
                </a:lnTo>
                <a:lnTo>
                  <a:pt x="17682" y="2098"/>
                </a:lnTo>
                <a:lnTo>
                  <a:pt x="17327" y="2240"/>
                </a:lnTo>
                <a:lnTo>
                  <a:pt x="14117" y="3762"/>
                </a:lnTo>
                <a:lnTo>
                  <a:pt x="13747" y="3975"/>
                </a:lnTo>
                <a:lnTo>
                  <a:pt x="10805" y="5931"/>
                </a:lnTo>
                <a:lnTo>
                  <a:pt x="10418" y="6238"/>
                </a:lnTo>
                <a:lnTo>
                  <a:pt x="7879" y="8628"/>
                </a:lnTo>
                <a:lnTo>
                  <a:pt x="7548" y="8999"/>
                </a:lnTo>
                <a:lnTo>
                  <a:pt x="5410" y="11822"/>
                </a:lnTo>
                <a:lnTo>
                  <a:pt x="5158" y="12216"/>
                </a:lnTo>
                <a:lnTo>
                  <a:pt x="3423" y="15474"/>
                </a:lnTo>
                <a:lnTo>
                  <a:pt x="3257" y="15836"/>
                </a:lnTo>
                <a:lnTo>
                  <a:pt x="1916" y="19464"/>
                </a:lnTo>
                <a:lnTo>
                  <a:pt x="1814" y="19788"/>
                </a:lnTo>
                <a:lnTo>
                  <a:pt x="852" y="23700"/>
                </a:lnTo>
                <a:lnTo>
                  <a:pt x="797" y="23999"/>
                </a:lnTo>
                <a:lnTo>
                  <a:pt x="221" y="28203"/>
                </a:lnTo>
                <a:lnTo>
                  <a:pt x="197" y="28479"/>
                </a:lnTo>
                <a:lnTo>
                  <a:pt x="0" y="32974"/>
                </a:lnTo>
                <a:lnTo>
                  <a:pt x="0" y="33195"/>
                </a:lnTo>
                <a:lnTo>
                  <a:pt x="110" y="36673"/>
                </a:lnTo>
                <a:lnTo>
                  <a:pt x="126" y="36878"/>
                </a:lnTo>
                <a:lnTo>
                  <a:pt x="457" y="40151"/>
                </a:lnTo>
                <a:lnTo>
                  <a:pt x="497" y="40380"/>
                </a:lnTo>
                <a:lnTo>
                  <a:pt x="1049" y="43448"/>
                </a:lnTo>
                <a:lnTo>
                  <a:pt x="1112" y="43692"/>
                </a:lnTo>
                <a:lnTo>
                  <a:pt x="1893" y="46555"/>
                </a:lnTo>
                <a:lnTo>
                  <a:pt x="1980" y="46823"/>
                </a:lnTo>
                <a:lnTo>
                  <a:pt x="2981" y="49473"/>
                </a:lnTo>
                <a:lnTo>
                  <a:pt x="3107" y="49749"/>
                </a:lnTo>
                <a:lnTo>
                  <a:pt x="4330" y="52194"/>
                </a:lnTo>
                <a:lnTo>
                  <a:pt x="4495" y="52470"/>
                </a:lnTo>
                <a:lnTo>
                  <a:pt x="5947" y="54702"/>
                </a:lnTo>
                <a:lnTo>
                  <a:pt x="6144" y="54978"/>
                </a:lnTo>
                <a:lnTo>
                  <a:pt x="7824" y="57005"/>
                </a:lnTo>
                <a:lnTo>
                  <a:pt x="8044" y="57242"/>
                </a:lnTo>
                <a:lnTo>
                  <a:pt x="9898" y="59040"/>
                </a:lnTo>
                <a:lnTo>
                  <a:pt x="10142" y="59253"/>
                </a:lnTo>
                <a:lnTo>
                  <a:pt x="12146" y="60814"/>
                </a:lnTo>
                <a:lnTo>
                  <a:pt x="12414" y="60996"/>
                </a:lnTo>
                <a:lnTo>
                  <a:pt x="14559" y="62321"/>
                </a:lnTo>
                <a:lnTo>
                  <a:pt x="14843" y="62478"/>
                </a:lnTo>
                <a:lnTo>
                  <a:pt x="17138" y="63559"/>
                </a:lnTo>
                <a:lnTo>
                  <a:pt x="17430" y="63677"/>
                </a:lnTo>
                <a:lnTo>
                  <a:pt x="19867" y="64521"/>
                </a:lnTo>
                <a:lnTo>
                  <a:pt x="20158" y="64600"/>
                </a:lnTo>
                <a:lnTo>
                  <a:pt x="22737" y="65199"/>
                </a:lnTo>
                <a:lnTo>
                  <a:pt x="23021" y="65255"/>
                </a:lnTo>
                <a:lnTo>
                  <a:pt x="25742" y="65617"/>
                </a:lnTo>
                <a:lnTo>
                  <a:pt x="26002" y="65633"/>
                </a:lnTo>
                <a:lnTo>
                  <a:pt x="28873" y="65759"/>
                </a:lnTo>
                <a:lnTo>
                  <a:pt x="29110" y="65759"/>
                </a:lnTo>
                <a:lnTo>
                  <a:pt x="31405" y="65673"/>
                </a:lnTo>
                <a:lnTo>
                  <a:pt x="31641" y="65649"/>
                </a:lnTo>
                <a:lnTo>
                  <a:pt x="33850" y="65389"/>
                </a:lnTo>
                <a:lnTo>
                  <a:pt x="34102" y="65349"/>
                </a:lnTo>
                <a:lnTo>
                  <a:pt x="36216" y="64915"/>
                </a:lnTo>
                <a:lnTo>
                  <a:pt x="36476" y="64852"/>
                </a:lnTo>
                <a:lnTo>
                  <a:pt x="38495" y="64237"/>
                </a:lnTo>
                <a:lnTo>
                  <a:pt x="38755" y="64150"/>
                </a:lnTo>
                <a:lnTo>
                  <a:pt x="40687" y="63362"/>
                </a:lnTo>
                <a:lnTo>
                  <a:pt x="40940" y="63243"/>
                </a:lnTo>
                <a:lnTo>
                  <a:pt x="42785" y="62289"/>
                </a:lnTo>
                <a:lnTo>
                  <a:pt x="43140" y="62068"/>
                </a:lnTo>
                <a:lnTo>
                  <a:pt x="46547" y="59623"/>
                </a:lnTo>
                <a:lnTo>
                  <a:pt x="46957" y="59261"/>
                </a:lnTo>
                <a:lnTo>
                  <a:pt x="49875" y="56209"/>
                </a:lnTo>
                <a:lnTo>
                  <a:pt x="50223" y="55759"/>
                </a:lnTo>
                <a:lnTo>
                  <a:pt x="52533" y="52171"/>
                </a:lnTo>
                <a:lnTo>
                  <a:pt x="52778" y="51697"/>
                </a:lnTo>
                <a:lnTo>
                  <a:pt x="54473" y="47565"/>
                </a:lnTo>
                <a:lnTo>
                  <a:pt x="54592" y="47218"/>
                </a:lnTo>
                <a:lnTo>
                  <a:pt x="55215" y="44954"/>
                </a:lnTo>
                <a:lnTo>
                  <a:pt x="55262" y="44741"/>
                </a:lnTo>
                <a:lnTo>
                  <a:pt x="55727" y="42336"/>
                </a:lnTo>
                <a:lnTo>
                  <a:pt x="55759" y="41374"/>
                </a:lnTo>
                <a:lnTo>
                  <a:pt x="55475" y="40459"/>
                </a:lnTo>
                <a:lnTo>
                  <a:pt x="54915" y="39678"/>
                </a:lnTo>
                <a:lnTo>
                  <a:pt x="54126" y="39118"/>
                </a:lnTo>
                <a:lnTo>
                  <a:pt x="53212" y="38842"/>
                </a:lnTo>
                <a:lnTo>
                  <a:pt x="43661" y="37604"/>
                </a:lnTo>
                <a:lnTo>
                  <a:pt x="42777" y="37620"/>
                </a:lnTo>
                <a:lnTo>
                  <a:pt x="41941" y="37896"/>
                </a:lnTo>
                <a:lnTo>
                  <a:pt x="41224" y="38416"/>
                </a:lnTo>
                <a:lnTo>
                  <a:pt x="40687" y="39118"/>
                </a:lnTo>
                <a:lnTo>
                  <a:pt x="40388" y="39946"/>
                </a:lnTo>
                <a:lnTo>
                  <a:pt x="39727" y="43192"/>
                </a:lnTo>
                <a:lnTo>
                  <a:pt x="38863" y="45627"/>
                </a:lnTo>
                <a:lnTo>
                  <a:pt x="37742" y="47614"/>
                </a:lnTo>
                <a:lnTo>
                  <a:pt x="36424" y="49123"/>
                </a:lnTo>
                <a:lnTo>
                  <a:pt x="34832" y="50326"/>
                </a:lnTo>
                <a:lnTo>
                  <a:pt x="33145" y="51144"/>
                </a:lnTo>
                <a:lnTo>
                  <a:pt x="31123" y="51679"/>
                </a:lnTo>
                <a:lnTo>
                  <a:pt x="28858" y="51862"/>
                </a:lnTo>
                <a:lnTo>
                  <a:pt x="27414" y="51790"/>
                </a:lnTo>
                <a:lnTo>
                  <a:pt x="26173" y="51607"/>
                </a:lnTo>
                <a:lnTo>
                  <a:pt x="23677" y="50801"/>
                </a:lnTo>
                <a:lnTo>
                  <a:pt x="21547" y="49522"/>
                </a:lnTo>
                <a:lnTo>
                  <a:pt x="19584" y="47637"/>
                </a:lnTo>
                <a:lnTo>
                  <a:pt x="18788" y="46550"/>
                </a:lnTo>
                <a:lnTo>
                  <a:pt x="18092" y="45305"/>
                </a:lnTo>
                <a:lnTo>
                  <a:pt x="17444" y="43776"/>
                </a:lnTo>
                <a:lnTo>
                  <a:pt x="16919" y="42093"/>
                </a:lnTo>
                <a:lnTo>
                  <a:pt x="16149" y="37832"/>
                </a:lnTo>
                <a:lnTo>
                  <a:pt x="15892" y="32832"/>
                </a:lnTo>
                <a:lnTo>
                  <a:pt x="16157" y="27879"/>
                </a:lnTo>
                <a:lnTo>
                  <a:pt x="16478" y="25740"/>
                </a:lnTo>
                <a:lnTo>
                  <a:pt x="16912" y="23838"/>
                </a:lnTo>
                <a:lnTo>
                  <a:pt x="17481" y="22069"/>
                </a:lnTo>
                <a:lnTo>
                  <a:pt x="18142" y="20568"/>
                </a:lnTo>
                <a:lnTo>
                  <a:pt x="18925" y="19221"/>
                </a:lnTo>
                <a:lnTo>
                  <a:pt x="19706" y="18194"/>
                </a:lnTo>
                <a:lnTo>
                  <a:pt x="21773" y="16265"/>
                </a:lnTo>
                <a:lnTo>
                  <a:pt x="23988" y="14971"/>
                </a:lnTo>
                <a:lnTo>
                  <a:pt x="26598" y="14154"/>
                </a:lnTo>
                <a:lnTo>
                  <a:pt x="27878" y="13970"/>
                </a:lnTo>
                <a:lnTo>
                  <a:pt x="29398" y="13896"/>
                </a:lnTo>
                <a:lnTo>
                  <a:pt x="31276" y="14042"/>
                </a:lnTo>
                <a:lnTo>
                  <a:pt x="32914" y="14456"/>
                </a:lnTo>
                <a:lnTo>
                  <a:pt x="34431" y="15151"/>
                </a:lnTo>
                <a:lnTo>
                  <a:pt x="35780" y="16110"/>
                </a:lnTo>
                <a:lnTo>
                  <a:pt x="36982" y="17354"/>
                </a:lnTo>
                <a:lnTo>
                  <a:pt x="37999" y="18886"/>
                </a:lnTo>
                <a:lnTo>
                  <a:pt x="38890" y="20852"/>
                </a:lnTo>
                <a:lnTo>
                  <a:pt x="39639" y="23376"/>
                </a:lnTo>
                <a:lnTo>
                  <a:pt x="40120" y="24315"/>
                </a:lnTo>
                <a:lnTo>
                  <a:pt x="40893" y="25032"/>
                </a:lnTo>
                <a:lnTo>
                  <a:pt x="41870" y="25427"/>
                </a:lnTo>
                <a:lnTo>
                  <a:pt x="42927" y="25450"/>
                </a:lnTo>
                <a:lnTo>
                  <a:pt x="52360" y="23991"/>
                </a:lnTo>
                <a:lnTo>
                  <a:pt x="53298" y="23684"/>
                </a:lnTo>
                <a:close/>
                <a:moveTo>
                  <a:pt x="48937" y="45489"/>
                </a:moveTo>
                <a:lnTo>
                  <a:pt x="47398" y="49224"/>
                </a:lnTo>
                <a:lnTo>
                  <a:pt x="45399" y="52327"/>
                </a:lnTo>
                <a:lnTo>
                  <a:pt x="42873" y="54984"/>
                </a:lnTo>
                <a:lnTo>
                  <a:pt x="39840" y="57153"/>
                </a:lnTo>
                <a:lnTo>
                  <a:pt x="38349" y="57927"/>
                </a:lnTo>
                <a:lnTo>
                  <a:pt x="36681" y="58608"/>
                </a:lnTo>
                <a:lnTo>
                  <a:pt x="34941" y="59136"/>
                </a:lnTo>
                <a:lnTo>
                  <a:pt x="33096" y="59520"/>
                </a:lnTo>
                <a:lnTo>
                  <a:pt x="31123" y="59760"/>
                </a:lnTo>
                <a:lnTo>
                  <a:pt x="29005" y="59840"/>
                </a:lnTo>
                <a:lnTo>
                  <a:pt x="26375" y="59731"/>
                </a:lnTo>
                <a:lnTo>
                  <a:pt x="23903" y="59401"/>
                </a:lnTo>
                <a:lnTo>
                  <a:pt x="21649" y="58877"/>
                </a:lnTo>
                <a:lnTo>
                  <a:pt x="19545" y="58149"/>
                </a:lnTo>
                <a:lnTo>
                  <a:pt x="17516" y="57194"/>
                </a:lnTo>
                <a:lnTo>
                  <a:pt x="15680" y="56067"/>
                </a:lnTo>
                <a:lnTo>
                  <a:pt x="13865" y="54652"/>
                </a:lnTo>
                <a:lnTo>
                  <a:pt x="12288" y="53121"/>
                </a:lnTo>
                <a:lnTo>
                  <a:pt x="10821" y="51352"/>
                </a:lnTo>
                <a:lnTo>
                  <a:pt x="9540" y="49382"/>
                </a:lnTo>
                <a:lnTo>
                  <a:pt x="8436" y="47180"/>
                </a:lnTo>
                <a:lnTo>
                  <a:pt x="7557" y="44854"/>
                </a:lnTo>
                <a:lnTo>
                  <a:pt x="6846" y="42254"/>
                </a:lnTo>
                <a:lnTo>
                  <a:pt x="6346" y="39521"/>
                </a:lnTo>
                <a:lnTo>
                  <a:pt x="6023" y="36408"/>
                </a:lnTo>
                <a:lnTo>
                  <a:pt x="5919" y="33132"/>
                </a:lnTo>
                <a:lnTo>
                  <a:pt x="6098" y="28880"/>
                </a:lnTo>
                <a:lnTo>
                  <a:pt x="6631" y="24989"/>
                </a:lnTo>
                <a:lnTo>
                  <a:pt x="7507" y="21397"/>
                </a:lnTo>
                <a:lnTo>
                  <a:pt x="8721" y="18113"/>
                </a:lnTo>
                <a:lnTo>
                  <a:pt x="10270" y="15204"/>
                </a:lnTo>
                <a:lnTo>
                  <a:pt x="12110" y="12767"/>
                </a:lnTo>
                <a:lnTo>
                  <a:pt x="14290" y="10716"/>
                </a:lnTo>
                <a:lnTo>
                  <a:pt x="16826" y="9025"/>
                </a:lnTo>
                <a:lnTo>
                  <a:pt x="19680" y="7672"/>
                </a:lnTo>
                <a:lnTo>
                  <a:pt x="22673" y="6700"/>
                </a:lnTo>
                <a:lnTo>
                  <a:pt x="25776" y="6117"/>
                </a:lnTo>
                <a:lnTo>
                  <a:pt x="29036" y="5919"/>
                </a:lnTo>
                <a:lnTo>
                  <a:pt x="33083" y="6184"/>
                </a:lnTo>
                <a:lnTo>
                  <a:pt x="36669" y="6977"/>
                </a:lnTo>
                <a:lnTo>
                  <a:pt x="39737" y="8233"/>
                </a:lnTo>
                <a:lnTo>
                  <a:pt x="42472" y="10011"/>
                </a:lnTo>
                <a:lnTo>
                  <a:pt x="44730" y="12190"/>
                </a:lnTo>
                <a:lnTo>
                  <a:pt x="46601" y="14862"/>
                </a:lnTo>
                <a:lnTo>
                  <a:pt x="48013" y="17973"/>
                </a:lnTo>
                <a:lnTo>
                  <a:pt x="48196" y="18652"/>
                </a:lnTo>
                <a:lnTo>
                  <a:pt x="44573" y="19212"/>
                </a:lnTo>
                <a:lnTo>
                  <a:pt x="44505" y="18983"/>
                </a:lnTo>
                <a:lnTo>
                  <a:pt x="44363" y="18605"/>
                </a:lnTo>
                <a:lnTo>
                  <a:pt x="43306" y="16254"/>
                </a:lnTo>
                <a:lnTo>
                  <a:pt x="43069" y="15836"/>
                </a:lnTo>
                <a:lnTo>
                  <a:pt x="41752" y="13841"/>
                </a:lnTo>
                <a:lnTo>
                  <a:pt x="41413" y="13423"/>
                </a:lnTo>
                <a:lnTo>
                  <a:pt x="39828" y="11791"/>
                </a:lnTo>
                <a:lnTo>
                  <a:pt x="39410" y="11428"/>
                </a:lnTo>
                <a:lnTo>
                  <a:pt x="37612" y="10158"/>
                </a:lnTo>
                <a:lnTo>
                  <a:pt x="37138" y="9882"/>
                </a:lnTo>
                <a:lnTo>
                  <a:pt x="35159" y="8975"/>
                </a:lnTo>
                <a:lnTo>
                  <a:pt x="34646" y="8794"/>
                </a:lnTo>
                <a:lnTo>
                  <a:pt x="32493" y="8249"/>
                </a:lnTo>
                <a:lnTo>
                  <a:pt x="31996" y="8171"/>
                </a:lnTo>
                <a:lnTo>
                  <a:pt x="29654" y="7989"/>
                </a:lnTo>
                <a:lnTo>
                  <a:pt x="29291" y="7981"/>
                </a:lnTo>
                <a:lnTo>
                  <a:pt x="27501" y="8060"/>
                </a:lnTo>
                <a:lnTo>
                  <a:pt x="27209" y="8092"/>
                </a:lnTo>
                <a:lnTo>
                  <a:pt x="25506" y="8336"/>
                </a:lnTo>
                <a:lnTo>
                  <a:pt x="25048" y="8439"/>
                </a:lnTo>
                <a:lnTo>
                  <a:pt x="21901" y="9425"/>
                </a:lnTo>
                <a:lnTo>
                  <a:pt x="21286" y="9701"/>
                </a:lnTo>
                <a:lnTo>
                  <a:pt x="18479" y="11341"/>
                </a:lnTo>
                <a:lnTo>
                  <a:pt x="17958" y="11735"/>
                </a:lnTo>
                <a:lnTo>
                  <a:pt x="15497" y="14030"/>
                </a:lnTo>
                <a:lnTo>
                  <a:pt x="15158" y="14401"/>
                </a:lnTo>
                <a:lnTo>
                  <a:pt x="14086" y="15813"/>
                </a:lnTo>
                <a:lnTo>
                  <a:pt x="13881" y="16120"/>
                </a:lnTo>
                <a:lnTo>
                  <a:pt x="12950" y="17721"/>
                </a:lnTo>
                <a:lnTo>
                  <a:pt x="12800" y="18013"/>
                </a:lnTo>
                <a:lnTo>
                  <a:pt x="12011" y="19811"/>
                </a:lnTo>
                <a:lnTo>
                  <a:pt x="11909" y="20087"/>
                </a:lnTo>
                <a:lnTo>
                  <a:pt x="11262" y="22067"/>
                </a:lnTo>
                <a:lnTo>
                  <a:pt x="11191" y="22319"/>
                </a:lnTo>
                <a:lnTo>
                  <a:pt x="10694" y="24488"/>
                </a:lnTo>
                <a:lnTo>
                  <a:pt x="10655" y="24717"/>
                </a:lnTo>
                <a:lnTo>
                  <a:pt x="10292" y="27083"/>
                </a:lnTo>
                <a:lnTo>
                  <a:pt x="10268" y="27359"/>
                </a:lnTo>
                <a:lnTo>
                  <a:pt x="9977" y="32667"/>
                </a:lnTo>
                <a:lnTo>
                  <a:pt x="9977" y="32982"/>
                </a:lnTo>
                <a:lnTo>
                  <a:pt x="10253" y="38353"/>
                </a:lnTo>
                <a:lnTo>
                  <a:pt x="10300" y="38724"/>
                </a:lnTo>
                <a:lnTo>
                  <a:pt x="11128" y="43314"/>
                </a:lnTo>
                <a:lnTo>
                  <a:pt x="11215" y="43661"/>
                </a:lnTo>
                <a:lnTo>
                  <a:pt x="11838" y="45664"/>
                </a:lnTo>
                <a:lnTo>
                  <a:pt x="11933" y="45932"/>
                </a:lnTo>
                <a:lnTo>
                  <a:pt x="12698" y="47730"/>
                </a:lnTo>
                <a:lnTo>
                  <a:pt x="12840" y="48030"/>
                </a:lnTo>
                <a:lnTo>
                  <a:pt x="13739" y="49631"/>
                </a:lnTo>
                <a:lnTo>
                  <a:pt x="13936" y="49939"/>
                </a:lnTo>
                <a:lnTo>
                  <a:pt x="14969" y="51342"/>
                </a:lnTo>
                <a:lnTo>
                  <a:pt x="15300" y="51721"/>
                </a:lnTo>
                <a:lnTo>
                  <a:pt x="17682" y="54008"/>
                </a:lnTo>
                <a:lnTo>
                  <a:pt x="18203" y="54418"/>
                </a:lnTo>
                <a:lnTo>
                  <a:pt x="20923" y="56051"/>
                </a:lnTo>
                <a:lnTo>
                  <a:pt x="21546" y="56335"/>
                </a:lnTo>
                <a:lnTo>
                  <a:pt x="24599" y="57313"/>
                </a:lnTo>
                <a:lnTo>
                  <a:pt x="25064" y="57423"/>
                </a:lnTo>
                <a:lnTo>
                  <a:pt x="26720" y="57668"/>
                </a:lnTo>
                <a:lnTo>
                  <a:pt x="27012" y="57699"/>
                </a:lnTo>
                <a:lnTo>
                  <a:pt x="28755" y="57778"/>
                </a:lnTo>
                <a:lnTo>
                  <a:pt x="29126" y="57770"/>
                </a:lnTo>
                <a:lnTo>
                  <a:pt x="31862" y="57549"/>
                </a:lnTo>
                <a:lnTo>
                  <a:pt x="32383" y="57462"/>
                </a:lnTo>
                <a:lnTo>
                  <a:pt x="34883" y="56808"/>
                </a:lnTo>
                <a:lnTo>
                  <a:pt x="35419" y="56611"/>
                </a:lnTo>
                <a:lnTo>
                  <a:pt x="37683" y="55514"/>
                </a:lnTo>
                <a:lnTo>
                  <a:pt x="38180" y="55215"/>
                </a:lnTo>
                <a:lnTo>
                  <a:pt x="40214" y="53677"/>
                </a:lnTo>
                <a:lnTo>
                  <a:pt x="40656" y="53267"/>
                </a:lnTo>
                <a:lnTo>
                  <a:pt x="42399" y="51279"/>
                </a:lnTo>
                <a:lnTo>
                  <a:pt x="42746" y="50782"/>
                </a:lnTo>
                <a:lnTo>
                  <a:pt x="44134" y="48322"/>
                </a:lnTo>
                <a:lnTo>
                  <a:pt x="44347" y="47856"/>
                </a:lnTo>
                <a:lnTo>
                  <a:pt x="45388" y="44923"/>
                </a:lnTo>
                <a:lnTo>
                  <a:pt x="45498" y="44520"/>
                </a:lnTo>
                <a:lnTo>
                  <a:pt x="45640" y="43821"/>
                </a:lnTo>
                <a:lnTo>
                  <a:pt x="49261" y="44294"/>
                </a:lnTo>
                <a:lnTo>
                  <a:pt x="48937" y="45489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AS">
            <a:extLst xmlns:a="http://schemas.openxmlformats.org/drawingml/2006/main">
              <a:ext uri="{FF2B5EF4-FFF2-40B4-BE49-F238E27FC236}">
                <a16:creationId xmlns:a16="http://schemas.microsoft.com/office/drawing/2014/main" id="{B19EBAE3-8CAC-4A96-A3C1-AE0C3A47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2" y="1426395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3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6" y="49260"/>
                  <a:pt x="122598" y="48000"/>
                </a:cubicBezTo>
                <a:cubicBezTo>
                  <a:pt x="120470" y="47173"/>
                  <a:pt x="115763" y="45887"/>
                  <a:pt x="108476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39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8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6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3" y="9414"/>
                  <a:pt x="99287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5" y="38988"/>
                </a:cubicBezTo>
                <a:cubicBezTo>
                  <a:pt x="133112" y="41113"/>
                  <a:pt x="136521" y="43804"/>
                  <a:pt x="138721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3" y="66500"/>
                  <a:pt x="138397" y="70226"/>
                </a:cubicBezTo>
                <a:cubicBezTo>
                  <a:pt x="135980" y="73951"/>
                  <a:pt x="132508" y="76849"/>
                  <a:pt x="127981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2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01F7A-D21D-4328-982B-65B563A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79" y="1424728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62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E7034-9440-4179-B75D-736E07C7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46" y="1423387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1" y="24588"/>
                </a:lnTo>
                <a:lnTo>
                  <a:pt x="50562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0" y="54371"/>
                </a:lnTo>
                <a:lnTo>
                  <a:pt x="49143" y="55311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39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52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3" y="32975"/>
                </a:lnTo>
                <a:lnTo>
                  <a:pt x="10229" y="31084"/>
                </a:lnTo>
                <a:lnTo>
                  <a:pt x="9515" y="29112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53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44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100" y="75369"/>
                </a:lnTo>
                <a:lnTo>
                  <a:pt x="11747" y="73107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2">
            <a:extLst xmlns:a="http://schemas.openxmlformats.org/drawingml/2006/main">
              <a:ext uri="{FF2B5EF4-FFF2-40B4-BE49-F238E27FC236}">
                <a16:creationId xmlns:a16="http://schemas.microsoft.com/office/drawing/2014/main" id="{F25B1645-7E47-41D8-9059-C31538DE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02" y="1477225"/>
            <a:ext cx="34004" cy="51584"/>
          </a:xfrm>
          <a:custGeom xmlns:a="http://schemas.openxmlformats.org/drawingml/2006/main">
            <a:pathLst>
              <a:path w="34004" h="51584">
                <a:moveTo>
                  <a:pt x="34004" y="45486"/>
                </a:moveTo>
                <a:lnTo>
                  <a:pt x="34004" y="51584"/>
                </a:lnTo>
                <a:lnTo>
                  <a:pt x="47" y="51584"/>
                </a:lnTo>
                <a:cubicBezTo>
                  <a:pt x="0" y="50064"/>
                  <a:pt x="245" y="48602"/>
                  <a:pt x="783" y="47198"/>
                </a:cubicBezTo>
                <a:cubicBezTo>
                  <a:pt x="1647" y="44883"/>
                  <a:pt x="3031" y="42603"/>
                  <a:pt x="4935" y="40358"/>
                </a:cubicBezTo>
                <a:cubicBezTo>
                  <a:pt x="6839" y="38112"/>
                  <a:pt x="9590" y="35517"/>
                  <a:pt x="13188" y="32571"/>
                </a:cubicBezTo>
                <a:cubicBezTo>
                  <a:pt x="18772" y="27988"/>
                  <a:pt x="22545" y="24363"/>
                  <a:pt x="24507" y="21696"/>
                </a:cubicBezTo>
                <a:cubicBezTo>
                  <a:pt x="26469" y="19029"/>
                  <a:pt x="27451" y="16508"/>
                  <a:pt x="27451" y="14131"/>
                </a:cubicBezTo>
                <a:cubicBezTo>
                  <a:pt x="27451" y="11639"/>
                  <a:pt x="26557" y="9537"/>
                  <a:pt x="24770" y="7825"/>
                </a:cubicBezTo>
                <a:cubicBezTo>
                  <a:pt x="22983" y="6113"/>
                  <a:pt x="20652" y="5257"/>
                  <a:pt x="17779" y="5257"/>
                </a:cubicBezTo>
                <a:cubicBezTo>
                  <a:pt x="14742" y="5257"/>
                  <a:pt x="12312" y="6168"/>
                  <a:pt x="10490" y="7990"/>
                </a:cubicBezTo>
                <a:cubicBezTo>
                  <a:pt x="8667" y="9812"/>
                  <a:pt x="7745" y="12335"/>
                  <a:pt x="7721" y="15559"/>
                </a:cubicBezTo>
                <a:lnTo>
                  <a:pt x="1238" y="14858"/>
                </a:lnTo>
                <a:cubicBezTo>
                  <a:pt x="1682" y="10022"/>
                  <a:pt x="3352" y="6337"/>
                  <a:pt x="6249" y="3802"/>
                </a:cubicBezTo>
                <a:cubicBezTo>
                  <a:pt x="9146" y="1267"/>
                  <a:pt x="13036" y="0"/>
                  <a:pt x="17919" y="0"/>
                </a:cubicBezTo>
                <a:cubicBezTo>
                  <a:pt x="22848" y="0"/>
                  <a:pt x="26750" y="1366"/>
                  <a:pt x="29623" y="4099"/>
                </a:cubicBezTo>
                <a:cubicBezTo>
                  <a:pt x="32497" y="6832"/>
                  <a:pt x="33934" y="10218"/>
                  <a:pt x="33934" y="14259"/>
                </a:cubicBezTo>
                <a:cubicBezTo>
                  <a:pt x="33934" y="16315"/>
                  <a:pt x="33513" y="18335"/>
                  <a:pt x="32672" y="20321"/>
                </a:cubicBezTo>
                <a:cubicBezTo>
                  <a:pt x="31831" y="22306"/>
                  <a:pt x="30435" y="24396"/>
                  <a:pt x="28484" y="26591"/>
                </a:cubicBezTo>
                <a:cubicBezTo>
                  <a:pt x="26534" y="28787"/>
                  <a:pt x="23292" y="31797"/>
                  <a:pt x="18760" y="35622"/>
                </a:cubicBezTo>
                <a:cubicBezTo>
                  <a:pt x="14975" y="38793"/>
                  <a:pt x="12546" y="40945"/>
                  <a:pt x="11471" y="42076"/>
                </a:cubicBezTo>
                <a:cubicBezTo>
                  <a:pt x="10396" y="43207"/>
                  <a:pt x="9508" y="44344"/>
                  <a:pt x="8808" y="45486"/>
                </a:cubicBezTo>
                <a:lnTo>
                  <a:pt x="34004" y="4548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B134E-B265-4100-85DF-D06FC8D7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1" y="1474446"/>
            <a:ext cx="39489" cy="56926"/>
          </a:xfrm>
          <a:custGeom xmlns:a="http://schemas.openxmlformats.org/drawingml/2006/main">
            <a:pathLst>
              <a:path w="39489" h="56926">
                <a:moveTo>
                  <a:pt x="5395" y="41137"/>
                </a:moveTo>
                <a:lnTo>
                  <a:pt x="2958" y="44489"/>
                </a:lnTo>
                <a:lnTo>
                  <a:pt x="2689" y="44931"/>
                </a:lnTo>
                <a:lnTo>
                  <a:pt x="1025" y="48338"/>
                </a:lnTo>
                <a:lnTo>
                  <a:pt x="828" y="48858"/>
                </a:lnTo>
                <a:lnTo>
                  <a:pt x="252" y="50980"/>
                </a:lnTo>
                <a:lnTo>
                  <a:pt x="150" y="51563"/>
                </a:lnTo>
                <a:lnTo>
                  <a:pt x="0" y="53772"/>
                </a:lnTo>
                <a:lnTo>
                  <a:pt x="95" y="54734"/>
                </a:lnTo>
                <a:lnTo>
                  <a:pt x="497" y="55609"/>
                </a:lnTo>
                <a:lnTo>
                  <a:pt x="1151" y="56311"/>
                </a:lnTo>
                <a:lnTo>
                  <a:pt x="2003" y="56768"/>
                </a:lnTo>
                <a:lnTo>
                  <a:pt x="2958" y="56926"/>
                </a:lnTo>
                <a:lnTo>
                  <a:pt x="36531" y="56926"/>
                </a:lnTo>
                <a:lnTo>
                  <a:pt x="37446" y="56784"/>
                </a:lnTo>
                <a:lnTo>
                  <a:pt x="38274" y="56358"/>
                </a:lnTo>
                <a:lnTo>
                  <a:pt x="38929" y="55704"/>
                </a:lnTo>
                <a:lnTo>
                  <a:pt x="39347" y="54884"/>
                </a:lnTo>
                <a:lnTo>
                  <a:pt x="39489" y="53969"/>
                </a:lnTo>
                <a:lnTo>
                  <a:pt x="39489" y="47975"/>
                </a:lnTo>
                <a:lnTo>
                  <a:pt x="39347" y="47060"/>
                </a:lnTo>
                <a:lnTo>
                  <a:pt x="38929" y="46232"/>
                </a:lnTo>
                <a:lnTo>
                  <a:pt x="38274" y="45577"/>
                </a:lnTo>
                <a:lnTo>
                  <a:pt x="37446" y="45159"/>
                </a:lnTo>
                <a:lnTo>
                  <a:pt x="36531" y="45017"/>
                </a:lnTo>
                <a:lnTo>
                  <a:pt x="18233" y="45017"/>
                </a:lnTo>
                <a:lnTo>
                  <a:pt x="23423" y="40411"/>
                </a:lnTo>
                <a:lnTo>
                  <a:pt x="23416" y="40419"/>
                </a:lnTo>
                <a:lnTo>
                  <a:pt x="29181" y="35340"/>
                </a:lnTo>
                <a:lnTo>
                  <a:pt x="29323" y="35206"/>
                </a:lnTo>
                <a:lnTo>
                  <a:pt x="33171" y="31342"/>
                </a:lnTo>
                <a:lnTo>
                  <a:pt x="33408" y="31081"/>
                </a:lnTo>
                <a:lnTo>
                  <a:pt x="35892" y="27895"/>
                </a:lnTo>
                <a:lnTo>
                  <a:pt x="36153" y="27501"/>
                </a:lnTo>
                <a:lnTo>
                  <a:pt x="37809" y="24472"/>
                </a:lnTo>
                <a:lnTo>
                  <a:pt x="38038" y="23944"/>
                </a:lnTo>
                <a:lnTo>
                  <a:pt x="38976" y="20971"/>
                </a:lnTo>
                <a:lnTo>
                  <a:pt x="39094" y="20387"/>
                </a:lnTo>
                <a:lnTo>
                  <a:pt x="39410" y="17359"/>
                </a:lnTo>
                <a:lnTo>
                  <a:pt x="39410" y="16783"/>
                </a:lnTo>
                <a:lnTo>
                  <a:pt x="39142" y="13904"/>
                </a:lnTo>
                <a:lnTo>
                  <a:pt x="39031" y="13321"/>
                </a:lnTo>
                <a:lnTo>
                  <a:pt x="38235" y="10686"/>
                </a:lnTo>
                <a:lnTo>
                  <a:pt x="37982" y="10103"/>
                </a:lnTo>
                <a:lnTo>
                  <a:pt x="36649" y="7713"/>
                </a:lnTo>
                <a:lnTo>
                  <a:pt x="36302" y="7216"/>
                </a:lnTo>
                <a:lnTo>
                  <a:pt x="34433" y="5063"/>
                </a:lnTo>
                <a:lnTo>
                  <a:pt x="34000" y="4653"/>
                </a:lnTo>
                <a:lnTo>
                  <a:pt x="31673" y="2879"/>
                </a:lnTo>
                <a:lnTo>
                  <a:pt x="31137" y="2555"/>
                </a:lnTo>
                <a:lnTo>
                  <a:pt x="28432" y="1286"/>
                </a:lnTo>
                <a:lnTo>
                  <a:pt x="27887" y="1096"/>
                </a:lnTo>
                <a:lnTo>
                  <a:pt x="24804" y="331"/>
                </a:lnTo>
                <a:lnTo>
                  <a:pt x="24315" y="252"/>
                </a:lnTo>
                <a:lnTo>
                  <a:pt x="20845" y="0"/>
                </a:lnTo>
                <a:lnTo>
                  <a:pt x="20427" y="0"/>
                </a:lnTo>
                <a:lnTo>
                  <a:pt x="16988" y="237"/>
                </a:lnTo>
                <a:lnTo>
                  <a:pt x="16531" y="308"/>
                </a:lnTo>
                <a:lnTo>
                  <a:pt x="13463" y="1009"/>
                </a:lnTo>
                <a:lnTo>
                  <a:pt x="12942" y="1183"/>
                </a:lnTo>
                <a:lnTo>
                  <a:pt x="10245" y="2358"/>
                </a:lnTo>
                <a:lnTo>
                  <a:pt x="9716" y="2650"/>
                </a:lnTo>
                <a:lnTo>
                  <a:pt x="7382" y="4298"/>
                </a:lnTo>
                <a:lnTo>
                  <a:pt x="6909" y="4716"/>
                </a:lnTo>
                <a:lnTo>
                  <a:pt x="4984" y="6806"/>
                </a:lnTo>
                <a:lnTo>
                  <a:pt x="4614" y="7319"/>
                </a:lnTo>
                <a:lnTo>
                  <a:pt x="3147" y="9843"/>
                </a:lnTo>
                <a:lnTo>
                  <a:pt x="2902" y="10363"/>
                </a:lnTo>
                <a:lnTo>
                  <a:pt x="1893" y="13313"/>
                </a:lnTo>
                <a:lnTo>
                  <a:pt x="1775" y="13794"/>
                </a:lnTo>
                <a:lnTo>
                  <a:pt x="1215" y="17161"/>
                </a:lnTo>
                <a:lnTo>
                  <a:pt x="1215" y="18124"/>
                </a:lnTo>
                <a:lnTo>
                  <a:pt x="1522" y="19038"/>
                </a:lnTo>
                <a:lnTo>
                  <a:pt x="2106" y="19804"/>
                </a:lnTo>
                <a:lnTo>
                  <a:pt x="2902" y="20340"/>
                </a:lnTo>
                <a:lnTo>
                  <a:pt x="3833" y="20592"/>
                </a:lnTo>
                <a:lnTo>
                  <a:pt x="10245" y="21247"/>
                </a:lnTo>
                <a:lnTo>
                  <a:pt x="11183" y="21192"/>
                </a:lnTo>
                <a:lnTo>
                  <a:pt x="12051" y="20852"/>
                </a:lnTo>
                <a:lnTo>
                  <a:pt x="12776" y="20253"/>
                </a:lnTo>
                <a:lnTo>
                  <a:pt x="13273" y="19456"/>
                </a:lnTo>
                <a:lnTo>
                  <a:pt x="13494" y="18542"/>
                </a:lnTo>
                <a:lnTo>
                  <a:pt x="13657" y="16522"/>
                </a:lnTo>
                <a:lnTo>
                  <a:pt x="14031" y="15079"/>
                </a:lnTo>
                <a:lnTo>
                  <a:pt x="14608" y="13899"/>
                </a:lnTo>
                <a:lnTo>
                  <a:pt x="15382" y="12929"/>
                </a:lnTo>
                <a:lnTo>
                  <a:pt x="16360" y="12136"/>
                </a:lnTo>
                <a:lnTo>
                  <a:pt x="17493" y="11570"/>
                </a:lnTo>
                <a:lnTo>
                  <a:pt x="18863" y="11209"/>
                </a:lnTo>
                <a:lnTo>
                  <a:pt x="20493" y="11083"/>
                </a:lnTo>
                <a:lnTo>
                  <a:pt x="22028" y="11203"/>
                </a:lnTo>
                <a:lnTo>
                  <a:pt x="23316" y="11541"/>
                </a:lnTo>
                <a:lnTo>
                  <a:pt x="24420" y="12083"/>
                </a:lnTo>
                <a:lnTo>
                  <a:pt x="25345" y="12803"/>
                </a:lnTo>
                <a:lnTo>
                  <a:pt x="26129" y="13715"/>
                </a:lnTo>
                <a:lnTo>
                  <a:pt x="26649" y="14642"/>
                </a:lnTo>
                <a:lnTo>
                  <a:pt x="26976" y="15698"/>
                </a:lnTo>
                <a:lnTo>
                  <a:pt x="27087" y="16897"/>
                </a:lnTo>
                <a:lnTo>
                  <a:pt x="26959" y="18163"/>
                </a:lnTo>
                <a:lnTo>
                  <a:pt x="26549" y="19531"/>
                </a:lnTo>
                <a:lnTo>
                  <a:pt x="25839" y="21008"/>
                </a:lnTo>
                <a:lnTo>
                  <a:pt x="24736" y="22707"/>
                </a:lnTo>
                <a:lnTo>
                  <a:pt x="23145" y="24611"/>
                </a:lnTo>
                <a:lnTo>
                  <a:pt x="20868" y="26940"/>
                </a:lnTo>
                <a:lnTo>
                  <a:pt x="13999" y="32959"/>
                </a:lnTo>
                <a:lnTo>
                  <a:pt x="14007" y="32951"/>
                </a:lnTo>
                <a:lnTo>
                  <a:pt x="9298" y="37060"/>
                </a:lnTo>
                <a:lnTo>
                  <a:pt x="9109" y="37241"/>
                </a:lnTo>
                <a:lnTo>
                  <a:pt x="5655" y="40829"/>
                </a:lnTo>
                <a:lnTo>
                  <a:pt x="5395" y="41137"/>
                </a:lnTo>
                <a:close/>
                <a:moveTo>
                  <a:pt x="7560" y="15015"/>
                </a:moveTo>
                <a:lnTo>
                  <a:pt x="8393" y="12583"/>
                </a:lnTo>
                <a:lnTo>
                  <a:pt x="9564" y="10567"/>
                </a:lnTo>
                <a:lnTo>
                  <a:pt x="10580" y="9464"/>
                </a:lnTo>
                <a:lnTo>
                  <a:pt x="9787" y="10458"/>
                </a:lnTo>
                <a:lnTo>
                  <a:pt x="9440" y="11002"/>
                </a:lnTo>
                <a:lnTo>
                  <a:pt x="8589" y="12745"/>
                </a:lnTo>
                <a:lnTo>
                  <a:pt x="8384" y="13305"/>
                </a:lnTo>
                <a:lnTo>
                  <a:pt x="7927" y="15062"/>
                </a:lnTo>
                <a:lnTo>
                  <a:pt x="7559" y="15024"/>
                </a:lnTo>
                <a:lnTo>
                  <a:pt x="7560" y="15015"/>
                </a:lnTo>
                <a:close/>
                <a:moveTo>
                  <a:pt x="6464" y="50688"/>
                </a:moveTo>
                <a:lnTo>
                  <a:pt x="7881" y="47787"/>
                </a:lnTo>
                <a:lnTo>
                  <a:pt x="10049" y="44798"/>
                </a:lnTo>
                <a:lnTo>
                  <a:pt x="11204" y="43598"/>
                </a:lnTo>
                <a:lnTo>
                  <a:pt x="10560" y="44347"/>
                </a:lnTo>
                <a:lnTo>
                  <a:pt x="10371" y="44591"/>
                </a:lnTo>
                <a:lnTo>
                  <a:pt x="9188" y="46287"/>
                </a:lnTo>
                <a:lnTo>
                  <a:pt x="8786" y="47107"/>
                </a:lnTo>
                <a:lnTo>
                  <a:pt x="8660" y="48014"/>
                </a:lnTo>
                <a:lnTo>
                  <a:pt x="8817" y="48921"/>
                </a:lnTo>
                <a:lnTo>
                  <a:pt x="9243" y="49734"/>
                </a:lnTo>
                <a:lnTo>
                  <a:pt x="9890" y="50380"/>
                </a:lnTo>
                <a:lnTo>
                  <a:pt x="10710" y="50790"/>
                </a:lnTo>
                <a:lnTo>
                  <a:pt x="11617" y="50932"/>
                </a:lnTo>
                <a:lnTo>
                  <a:pt x="33574" y="50932"/>
                </a:lnTo>
                <a:lnTo>
                  <a:pt x="33574" y="51011"/>
                </a:lnTo>
                <a:lnTo>
                  <a:pt x="6375" y="51011"/>
                </a:lnTo>
                <a:lnTo>
                  <a:pt x="6464" y="50688"/>
                </a:lnTo>
                <a:close/>
                <a:moveTo>
                  <a:pt x="17799" y="37498"/>
                </a:moveTo>
                <a:lnTo>
                  <a:pt x="12875" y="41862"/>
                </a:lnTo>
                <a:lnTo>
                  <a:pt x="13324" y="41396"/>
                </a:lnTo>
                <a:lnTo>
                  <a:pt x="17799" y="37498"/>
                </a:lnTo>
                <a:close/>
                <a:moveTo>
                  <a:pt x="17895" y="37407"/>
                </a:moveTo>
                <a:lnTo>
                  <a:pt x="18532" y="36848"/>
                </a:lnTo>
                <a:lnTo>
                  <a:pt x="17895" y="37413"/>
                </a:lnTo>
                <a:lnTo>
                  <a:pt x="17895" y="37407"/>
                </a:lnTo>
                <a:close/>
                <a:moveTo>
                  <a:pt x="29630" y="26034"/>
                </a:moveTo>
                <a:lnTo>
                  <a:pt x="30900" y="24078"/>
                </a:lnTo>
                <a:lnTo>
                  <a:pt x="31089" y="23739"/>
                </a:lnTo>
                <a:lnTo>
                  <a:pt x="31996" y="21838"/>
                </a:lnTo>
                <a:lnTo>
                  <a:pt x="32170" y="21405"/>
                </a:lnTo>
                <a:lnTo>
                  <a:pt x="32714" y="19551"/>
                </a:lnTo>
                <a:lnTo>
                  <a:pt x="32817" y="19015"/>
                </a:lnTo>
                <a:lnTo>
                  <a:pt x="32998" y="17217"/>
                </a:lnTo>
                <a:lnTo>
                  <a:pt x="33006" y="16649"/>
                </a:lnTo>
                <a:lnTo>
                  <a:pt x="32840" y="14866"/>
                </a:lnTo>
                <a:lnTo>
                  <a:pt x="32722" y="14275"/>
                </a:lnTo>
                <a:lnTo>
                  <a:pt x="32225" y="12642"/>
                </a:lnTo>
                <a:lnTo>
                  <a:pt x="31981" y="12067"/>
                </a:lnTo>
                <a:lnTo>
                  <a:pt x="31152" y="10576"/>
                </a:lnTo>
                <a:lnTo>
                  <a:pt x="30805" y="10079"/>
                </a:lnTo>
                <a:lnTo>
                  <a:pt x="29745" y="8845"/>
                </a:lnTo>
                <a:lnTo>
                  <a:pt x="30158" y="9160"/>
                </a:lnTo>
                <a:lnTo>
                  <a:pt x="31633" y="10860"/>
                </a:lnTo>
                <a:lnTo>
                  <a:pt x="32663" y="12706"/>
                </a:lnTo>
                <a:lnTo>
                  <a:pt x="33287" y="14771"/>
                </a:lnTo>
                <a:lnTo>
                  <a:pt x="33494" y="17059"/>
                </a:lnTo>
                <a:lnTo>
                  <a:pt x="33241" y="19495"/>
                </a:lnTo>
                <a:lnTo>
                  <a:pt x="32487" y="21890"/>
                </a:lnTo>
                <a:lnTo>
                  <a:pt x="31084" y="24448"/>
                </a:lnTo>
                <a:lnTo>
                  <a:pt x="28858" y="27296"/>
                </a:lnTo>
                <a:lnTo>
                  <a:pt x="25208" y="30961"/>
                </a:lnTo>
                <a:lnTo>
                  <a:pt x="25182" y="30984"/>
                </a:lnTo>
                <a:lnTo>
                  <a:pt x="27469" y="28652"/>
                </a:lnTo>
                <a:lnTo>
                  <a:pt x="27635" y="28471"/>
                </a:lnTo>
                <a:lnTo>
                  <a:pt x="29425" y="26310"/>
                </a:lnTo>
                <a:lnTo>
                  <a:pt x="29630" y="26034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AS">
            <a:extLst xmlns:a="http://schemas.openxmlformats.org/drawingml/2006/main">
              <a:ext uri="{FF2B5EF4-FFF2-40B4-BE49-F238E27FC236}">
                <a16:creationId xmlns:a16="http://schemas.microsoft.com/office/drawing/2014/main" id="{EF814826-05AE-4DF4-8D65-EC7C751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06" y="1426395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4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7" y="49260"/>
                  <a:pt x="122598" y="48000"/>
                </a:cubicBezTo>
                <a:cubicBezTo>
                  <a:pt x="120470" y="47173"/>
                  <a:pt x="115763" y="45887"/>
                  <a:pt x="108477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40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9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7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4" y="9414"/>
                  <a:pt x="99288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6" y="38988"/>
                </a:cubicBezTo>
                <a:cubicBezTo>
                  <a:pt x="133113" y="41113"/>
                  <a:pt x="136521" y="43804"/>
                  <a:pt x="138722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4" y="66500"/>
                  <a:pt x="138397" y="70226"/>
                </a:cubicBezTo>
                <a:cubicBezTo>
                  <a:pt x="135980" y="73951"/>
                  <a:pt x="132508" y="76849"/>
                  <a:pt x="127982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3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F45C2-E2F4-4F5C-A4F5-63D4B26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" y="1424728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54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1617C-8639-4723-A7B5-0560EA1F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0" y="1423387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0" y="24585"/>
                </a:lnTo>
                <a:lnTo>
                  <a:pt x="50554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0" y="54371"/>
                </a:lnTo>
                <a:lnTo>
                  <a:pt x="49143" y="55311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47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45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43" y="32975"/>
                </a:lnTo>
                <a:lnTo>
                  <a:pt x="10229" y="31084"/>
                </a:lnTo>
                <a:lnTo>
                  <a:pt x="9515" y="29112"/>
                </a:lnTo>
                <a:lnTo>
                  <a:pt x="9080" y="26994"/>
                </a:lnTo>
                <a:lnTo>
                  <a:pt x="8934" y="24755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53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44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072" y="75350"/>
                </a:lnTo>
                <a:lnTo>
                  <a:pt x="11748" y="73109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3">
            <a:extLst xmlns:a="http://schemas.openxmlformats.org/drawingml/2006/main">
              <a:ext uri="{FF2B5EF4-FFF2-40B4-BE49-F238E27FC236}">
                <a16:creationId xmlns:a16="http://schemas.microsoft.com/office/drawing/2014/main" id="{4C879447-C9DD-4737-9DDC-F7A4DB9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64" y="1477225"/>
            <a:ext cx="33642" cy="52425"/>
          </a:xfrm>
          <a:custGeom xmlns:a="http://schemas.openxmlformats.org/drawingml/2006/main">
            <a:pathLst>
              <a:path w="33642" h="52425">
                <a:moveTo>
                  <a:pt x="0" y="37917"/>
                </a:moveTo>
                <a:lnTo>
                  <a:pt x="6308" y="37076"/>
                </a:lnTo>
                <a:cubicBezTo>
                  <a:pt x="7032" y="40650"/>
                  <a:pt x="8264" y="43226"/>
                  <a:pt x="10005" y="44803"/>
                </a:cubicBezTo>
                <a:cubicBezTo>
                  <a:pt x="11745" y="46380"/>
                  <a:pt x="13866" y="47168"/>
                  <a:pt x="16365" y="47168"/>
                </a:cubicBezTo>
                <a:cubicBezTo>
                  <a:pt x="19332" y="47168"/>
                  <a:pt x="21838" y="46142"/>
                  <a:pt x="23882" y="44090"/>
                </a:cubicBezTo>
                <a:cubicBezTo>
                  <a:pt x="25926" y="42038"/>
                  <a:pt x="26948" y="39496"/>
                  <a:pt x="26948" y="36464"/>
                </a:cubicBezTo>
                <a:cubicBezTo>
                  <a:pt x="26948" y="33572"/>
                  <a:pt x="26002" y="31187"/>
                  <a:pt x="24110" y="29309"/>
                </a:cubicBezTo>
                <a:cubicBezTo>
                  <a:pt x="22218" y="27432"/>
                  <a:pt x="19811" y="26493"/>
                  <a:pt x="16891" y="26493"/>
                </a:cubicBezTo>
                <a:cubicBezTo>
                  <a:pt x="15699" y="26493"/>
                  <a:pt x="14216" y="26726"/>
                  <a:pt x="12440" y="27194"/>
                </a:cubicBezTo>
                <a:lnTo>
                  <a:pt x="13141" y="21657"/>
                </a:lnTo>
                <a:cubicBezTo>
                  <a:pt x="13562" y="21704"/>
                  <a:pt x="13901" y="21727"/>
                  <a:pt x="14158" y="21727"/>
                </a:cubicBezTo>
                <a:cubicBezTo>
                  <a:pt x="16844" y="21727"/>
                  <a:pt x="19262" y="21029"/>
                  <a:pt x="21412" y="19633"/>
                </a:cubicBezTo>
                <a:cubicBezTo>
                  <a:pt x="23561" y="18237"/>
                  <a:pt x="24636" y="16085"/>
                  <a:pt x="24636" y="13177"/>
                </a:cubicBezTo>
                <a:cubicBezTo>
                  <a:pt x="24636" y="10874"/>
                  <a:pt x="23853" y="8966"/>
                  <a:pt x="22288" y="7454"/>
                </a:cubicBezTo>
                <a:cubicBezTo>
                  <a:pt x="20722" y="5942"/>
                  <a:pt x="18702" y="5186"/>
                  <a:pt x="16225" y="5186"/>
                </a:cubicBezTo>
                <a:cubicBezTo>
                  <a:pt x="13772" y="5186"/>
                  <a:pt x="11728" y="5957"/>
                  <a:pt x="10093" y="7499"/>
                </a:cubicBezTo>
                <a:cubicBezTo>
                  <a:pt x="8457" y="9041"/>
                  <a:pt x="7406" y="11354"/>
                  <a:pt x="6939" y="14438"/>
                </a:cubicBezTo>
                <a:lnTo>
                  <a:pt x="631" y="13317"/>
                </a:lnTo>
                <a:cubicBezTo>
                  <a:pt x="1402" y="9088"/>
                  <a:pt x="3154" y="5811"/>
                  <a:pt x="5887" y="3487"/>
                </a:cubicBezTo>
                <a:cubicBezTo>
                  <a:pt x="8621" y="1162"/>
                  <a:pt x="12020" y="0"/>
                  <a:pt x="16085" y="0"/>
                </a:cubicBezTo>
                <a:cubicBezTo>
                  <a:pt x="18888" y="0"/>
                  <a:pt x="21470" y="600"/>
                  <a:pt x="23830" y="1799"/>
                </a:cubicBezTo>
                <a:cubicBezTo>
                  <a:pt x="26189" y="2999"/>
                  <a:pt x="27994" y="4635"/>
                  <a:pt x="29244" y="6709"/>
                </a:cubicBezTo>
                <a:cubicBezTo>
                  <a:pt x="30494" y="8781"/>
                  <a:pt x="31119" y="10982"/>
                  <a:pt x="31119" y="13312"/>
                </a:cubicBezTo>
                <a:cubicBezTo>
                  <a:pt x="31119" y="15525"/>
                  <a:pt x="30523" y="17540"/>
                  <a:pt x="29331" y="19357"/>
                </a:cubicBezTo>
                <a:cubicBezTo>
                  <a:pt x="28140" y="21174"/>
                  <a:pt x="26376" y="22618"/>
                  <a:pt x="24040" y="23689"/>
                </a:cubicBezTo>
                <a:cubicBezTo>
                  <a:pt x="27077" y="24390"/>
                  <a:pt x="29436" y="25845"/>
                  <a:pt x="31119" y="28052"/>
                </a:cubicBezTo>
                <a:cubicBezTo>
                  <a:pt x="32801" y="30260"/>
                  <a:pt x="33642" y="33023"/>
                  <a:pt x="33642" y="36340"/>
                </a:cubicBezTo>
                <a:cubicBezTo>
                  <a:pt x="33642" y="40826"/>
                  <a:pt x="32006" y="44628"/>
                  <a:pt x="28736" y="47747"/>
                </a:cubicBezTo>
                <a:cubicBezTo>
                  <a:pt x="25465" y="50866"/>
                  <a:pt x="21330" y="52425"/>
                  <a:pt x="16330" y="52425"/>
                </a:cubicBezTo>
                <a:cubicBezTo>
                  <a:pt x="11821" y="52425"/>
                  <a:pt x="8078" y="51078"/>
                  <a:pt x="5099" y="48385"/>
                </a:cubicBezTo>
                <a:cubicBezTo>
                  <a:pt x="2120" y="45692"/>
                  <a:pt x="421" y="42203"/>
                  <a:pt x="0" y="37917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9ED2F-FF0B-4D59-9DEC-1030C33E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05" y="1474446"/>
            <a:ext cx="39150" cy="57817"/>
          </a:xfrm>
          <a:custGeom xmlns:a="http://schemas.openxmlformats.org/drawingml/2006/main">
            <a:pathLst>
              <a:path w="39150" h="57817">
                <a:moveTo>
                  <a:pt x="2540" y="37627"/>
                </a:moveTo>
                <a:lnTo>
                  <a:pt x="1625" y="37903"/>
                </a:lnTo>
                <a:lnTo>
                  <a:pt x="844" y="38456"/>
                </a:lnTo>
                <a:lnTo>
                  <a:pt x="284" y="39221"/>
                </a:lnTo>
                <a:lnTo>
                  <a:pt x="0" y="40128"/>
                </a:lnTo>
                <a:lnTo>
                  <a:pt x="16" y="41082"/>
                </a:lnTo>
                <a:lnTo>
                  <a:pt x="568" y="44102"/>
                </a:lnTo>
                <a:lnTo>
                  <a:pt x="710" y="44615"/>
                </a:lnTo>
                <a:lnTo>
                  <a:pt x="1727" y="47344"/>
                </a:lnTo>
                <a:lnTo>
                  <a:pt x="1980" y="47856"/>
                </a:lnTo>
                <a:lnTo>
                  <a:pt x="3478" y="50293"/>
                </a:lnTo>
                <a:lnTo>
                  <a:pt x="3817" y="50743"/>
                </a:lnTo>
                <a:lnTo>
                  <a:pt x="5789" y="52888"/>
                </a:lnTo>
                <a:lnTo>
                  <a:pt x="6207" y="53259"/>
                </a:lnTo>
                <a:lnTo>
                  <a:pt x="8557" y="55002"/>
                </a:lnTo>
                <a:lnTo>
                  <a:pt x="9054" y="55302"/>
                </a:lnTo>
                <a:lnTo>
                  <a:pt x="11688" y="56548"/>
                </a:lnTo>
                <a:lnTo>
                  <a:pt x="12216" y="56737"/>
                </a:lnTo>
                <a:lnTo>
                  <a:pt x="15142" y="57486"/>
                </a:lnTo>
                <a:lnTo>
                  <a:pt x="15647" y="57565"/>
                </a:lnTo>
                <a:lnTo>
                  <a:pt x="18849" y="57817"/>
                </a:lnTo>
                <a:lnTo>
                  <a:pt x="19315" y="57817"/>
                </a:lnTo>
                <a:lnTo>
                  <a:pt x="22864" y="57526"/>
                </a:lnTo>
                <a:lnTo>
                  <a:pt x="23392" y="57439"/>
                </a:lnTo>
                <a:lnTo>
                  <a:pt x="26618" y="56571"/>
                </a:lnTo>
                <a:lnTo>
                  <a:pt x="27170" y="56358"/>
                </a:lnTo>
                <a:lnTo>
                  <a:pt x="30080" y="54915"/>
                </a:lnTo>
                <a:lnTo>
                  <a:pt x="30585" y="54592"/>
                </a:lnTo>
                <a:lnTo>
                  <a:pt x="33171" y="52573"/>
                </a:lnTo>
                <a:lnTo>
                  <a:pt x="33582" y="52178"/>
                </a:lnTo>
                <a:lnTo>
                  <a:pt x="35703" y="49741"/>
                </a:lnTo>
                <a:lnTo>
                  <a:pt x="36050" y="49252"/>
                </a:lnTo>
                <a:lnTo>
                  <a:pt x="37564" y="46555"/>
                </a:lnTo>
                <a:lnTo>
                  <a:pt x="37809" y="45979"/>
                </a:lnTo>
                <a:lnTo>
                  <a:pt x="38724" y="43030"/>
                </a:lnTo>
                <a:lnTo>
                  <a:pt x="38842" y="42438"/>
                </a:lnTo>
                <a:lnTo>
                  <a:pt x="39142" y="39236"/>
                </a:lnTo>
                <a:lnTo>
                  <a:pt x="39150" y="38763"/>
                </a:lnTo>
                <a:lnTo>
                  <a:pt x="38992" y="36405"/>
                </a:lnTo>
                <a:lnTo>
                  <a:pt x="38937" y="35971"/>
                </a:lnTo>
                <a:lnTo>
                  <a:pt x="38463" y="33826"/>
                </a:lnTo>
                <a:lnTo>
                  <a:pt x="38321" y="33353"/>
                </a:lnTo>
                <a:lnTo>
                  <a:pt x="37541" y="31405"/>
                </a:lnTo>
                <a:lnTo>
                  <a:pt x="37304" y="30932"/>
                </a:lnTo>
                <a:lnTo>
                  <a:pt x="36208" y="29197"/>
                </a:lnTo>
                <a:lnTo>
                  <a:pt x="35884" y="28763"/>
                </a:lnTo>
                <a:lnTo>
                  <a:pt x="34512" y="27264"/>
                </a:lnTo>
                <a:lnTo>
                  <a:pt x="34102" y="26902"/>
                </a:lnTo>
                <a:lnTo>
                  <a:pt x="32700" y="25846"/>
                </a:lnTo>
                <a:lnTo>
                  <a:pt x="32982" y="25577"/>
                </a:lnTo>
                <a:lnTo>
                  <a:pt x="33290" y="25237"/>
                </a:lnTo>
                <a:lnTo>
                  <a:pt x="34276" y="23960"/>
                </a:lnTo>
                <a:lnTo>
                  <a:pt x="34520" y="23589"/>
                </a:lnTo>
                <a:lnTo>
                  <a:pt x="35293" y="22201"/>
                </a:lnTo>
                <a:lnTo>
                  <a:pt x="35474" y="21807"/>
                </a:lnTo>
                <a:lnTo>
                  <a:pt x="36026" y="20348"/>
                </a:lnTo>
                <a:lnTo>
                  <a:pt x="36153" y="19922"/>
                </a:lnTo>
                <a:lnTo>
                  <a:pt x="36484" y="18392"/>
                </a:lnTo>
                <a:lnTo>
                  <a:pt x="36547" y="17966"/>
                </a:lnTo>
                <a:lnTo>
                  <a:pt x="36657" y="16357"/>
                </a:lnTo>
                <a:lnTo>
                  <a:pt x="36657" y="15955"/>
                </a:lnTo>
                <a:lnTo>
                  <a:pt x="36539" y="14251"/>
                </a:lnTo>
                <a:lnTo>
                  <a:pt x="36484" y="13841"/>
                </a:lnTo>
                <a:lnTo>
                  <a:pt x="36137" y="12177"/>
                </a:lnTo>
                <a:lnTo>
                  <a:pt x="36026" y="11791"/>
                </a:lnTo>
                <a:lnTo>
                  <a:pt x="35443" y="10174"/>
                </a:lnTo>
                <a:lnTo>
                  <a:pt x="35285" y="9811"/>
                </a:lnTo>
                <a:lnTo>
                  <a:pt x="34473" y="8249"/>
                </a:lnTo>
                <a:lnTo>
                  <a:pt x="34268" y="7902"/>
                </a:lnTo>
                <a:lnTo>
                  <a:pt x="33235" y="6443"/>
                </a:lnTo>
                <a:lnTo>
                  <a:pt x="32959" y="6104"/>
                </a:lnTo>
                <a:lnTo>
                  <a:pt x="31728" y="4803"/>
                </a:lnTo>
                <a:lnTo>
                  <a:pt x="31413" y="4519"/>
                </a:lnTo>
                <a:lnTo>
                  <a:pt x="29969" y="3383"/>
                </a:lnTo>
                <a:lnTo>
                  <a:pt x="29646" y="3163"/>
                </a:lnTo>
                <a:lnTo>
                  <a:pt x="27998" y="2193"/>
                </a:lnTo>
                <a:lnTo>
                  <a:pt x="27674" y="2027"/>
                </a:lnTo>
                <a:lnTo>
                  <a:pt x="25884" y="1246"/>
                </a:lnTo>
                <a:lnTo>
                  <a:pt x="25545" y="1120"/>
                </a:lnTo>
                <a:lnTo>
                  <a:pt x="23676" y="560"/>
                </a:lnTo>
                <a:lnTo>
                  <a:pt x="23329" y="481"/>
                </a:lnTo>
                <a:lnTo>
                  <a:pt x="21373" y="150"/>
                </a:lnTo>
                <a:lnTo>
                  <a:pt x="21034" y="110"/>
                </a:lnTo>
                <a:lnTo>
                  <a:pt x="18999" y="0"/>
                </a:lnTo>
                <a:lnTo>
                  <a:pt x="18613" y="0"/>
                </a:lnTo>
                <a:lnTo>
                  <a:pt x="15726" y="221"/>
                </a:lnTo>
                <a:lnTo>
                  <a:pt x="15245" y="292"/>
                </a:lnTo>
                <a:lnTo>
                  <a:pt x="12595" y="939"/>
                </a:lnTo>
                <a:lnTo>
                  <a:pt x="12082" y="1112"/>
                </a:lnTo>
                <a:lnTo>
                  <a:pt x="9685" y="2193"/>
                </a:lnTo>
                <a:lnTo>
                  <a:pt x="9204" y="2469"/>
                </a:lnTo>
                <a:lnTo>
                  <a:pt x="7051" y="3975"/>
                </a:lnTo>
                <a:lnTo>
                  <a:pt x="6625" y="4338"/>
                </a:lnTo>
                <a:lnTo>
                  <a:pt x="4779" y="6238"/>
                </a:lnTo>
                <a:lnTo>
                  <a:pt x="4432" y="6672"/>
                </a:lnTo>
                <a:lnTo>
                  <a:pt x="2950" y="8928"/>
                </a:lnTo>
                <a:lnTo>
                  <a:pt x="2705" y="9385"/>
                </a:lnTo>
                <a:lnTo>
                  <a:pt x="1585" y="11996"/>
                </a:lnTo>
                <a:lnTo>
                  <a:pt x="1435" y="12429"/>
                </a:lnTo>
                <a:lnTo>
                  <a:pt x="686" y="15387"/>
                </a:lnTo>
                <a:lnTo>
                  <a:pt x="599" y="16349"/>
                </a:lnTo>
                <a:lnTo>
                  <a:pt x="836" y="17296"/>
                </a:lnTo>
                <a:lnTo>
                  <a:pt x="1357" y="18108"/>
                </a:lnTo>
                <a:lnTo>
                  <a:pt x="2122" y="18707"/>
                </a:lnTo>
                <a:lnTo>
                  <a:pt x="3028" y="19031"/>
                </a:lnTo>
                <a:lnTo>
                  <a:pt x="9275" y="20143"/>
                </a:lnTo>
                <a:lnTo>
                  <a:pt x="10182" y="20158"/>
                </a:lnTo>
                <a:lnTo>
                  <a:pt x="11049" y="19906"/>
                </a:lnTo>
                <a:lnTo>
                  <a:pt x="11799" y="19401"/>
                </a:lnTo>
                <a:lnTo>
                  <a:pt x="12366" y="18684"/>
                </a:lnTo>
                <a:lnTo>
                  <a:pt x="12682" y="17840"/>
                </a:lnTo>
                <a:lnTo>
                  <a:pt x="13093" y="15910"/>
                </a:lnTo>
                <a:lnTo>
                  <a:pt x="13614" y="14464"/>
                </a:lnTo>
                <a:lnTo>
                  <a:pt x="14235" y="13362"/>
                </a:lnTo>
                <a:lnTo>
                  <a:pt x="14947" y="12532"/>
                </a:lnTo>
                <a:lnTo>
                  <a:pt x="15790" y="11875"/>
                </a:lnTo>
                <a:lnTo>
                  <a:pt x="16707" y="11424"/>
                </a:lnTo>
                <a:lnTo>
                  <a:pt x="17727" y="11147"/>
                </a:lnTo>
                <a:lnTo>
                  <a:pt x="18973" y="11045"/>
                </a:lnTo>
                <a:lnTo>
                  <a:pt x="20238" y="11147"/>
                </a:lnTo>
                <a:lnTo>
                  <a:pt x="21253" y="11420"/>
                </a:lnTo>
                <a:lnTo>
                  <a:pt x="22140" y="11866"/>
                </a:lnTo>
                <a:lnTo>
                  <a:pt x="22891" y="12460"/>
                </a:lnTo>
                <a:lnTo>
                  <a:pt x="23526" y="13213"/>
                </a:lnTo>
                <a:lnTo>
                  <a:pt x="23967" y="14033"/>
                </a:lnTo>
                <a:lnTo>
                  <a:pt x="24221" y="14910"/>
                </a:lnTo>
                <a:lnTo>
                  <a:pt x="24321" y="15997"/>
                </a:lnTo>
                <a:lnTo>
                  <a:pt x="24184" y="17393"/>
                </a:lnTo>
                <a:lnTo>
                  <a:pt x="23817" y="18460"/>
                </a:lnTo>
                <a:lnTo>
                  <a:pt x="23274" y="19259"/>
                </a:lnTo>
                <a:lnTo>
                  <a:pt x="22429" y="19974"/>
                </a:lnTo>
                <a:lnTo>
                  <a:pt x="21214" y="20646"/>
                </a:lnTo>
                <a:lnTo>
                  <a:pt x="19900" y="21139"/>
                </a:lnTo>
                <a:lnTo>
                  <a:pt x="18446" y="21444"/>
                </a:lnTo>
                <a:lnTo>
                  <a:pt x="16950" y="21547"/>
                </a:lnTo>
                <a:lnTo>
                  <a:pt x="16136" y="21483"/>
                </a:lnTo>
                <a:lnTo>
                  <a:pt x="15245" y="21554"/>
                </a:lnTo>
                <a:lnTo>
                  <a:pt x="14417" y="21893"/>
                </a:lnTo>
                <a:lnTo>
                  <a:pt x="13723" y="22461"/>
                </a:lnTo>
                <a:lnTo>
                  <a:pt x="13234" y="23203"/>
                </a:lnTo>
                <a:lnTo>
                  <a:pt x="12989" y="24070"/>
                </a:lnTo>
                <a:lnTo>
                  <a:pt x="12295" y="29544"/>
                </a:lnTo>
                <a:lnTo>
                  <a:pt x="12327" y="30482"/>
                </a:lnTo>
                <a:lnTo>
                  <a:pt x="12650" y="31358"/>
                </a:lnTo>
                <a:lnTo>
                  <a:pt x="13234" y="32091"/>
                </a:lnTo>
                <a:lnTo>
                  <a:pt x="14015" y="32612"/>
                </a:lnTo>
                <a:lnTo>
                  <a:pt x="14914" y="32856"/>
                </a:lnTo>
                <a:lnTo>
                  <a:pt x="15852" y="32809"/>
                </a:lnTo>
                <a:lnTo>
                  <a:pt x="18082" y="32328"/>
                </a:lnTo>
                <a:lnTo>
                  <a:pt x="19643" y="32191"/>
                </a:lnTo>
                <a:lnTo>
                  <a:pt x="21161" y="32319"/>
                </a:lnTo>
                <a:lnTo>
                  <a:pt x="22496" y="32689"/>
                </a:lnTo>
                <a:lnTo>
                  <a:pt x="23646" y="33286"/>
                </a:lnTo>
                <a:lnTo>
                  <a:pt x="24682" y="34131"/>
                </a:lnTo>
                <a:lnTo>
                  <a:pt x="25525" y="35147"/>
                </a:lnTo>
                <a:lnTo>
                  <a:pt x="26106" y="36261"/>
                </a:lnTo>
                <a:lnTo>
                  <a:pt x="26475" y="37566"/>
                </a:lnTo>
                <a:lnTo>
                  <a:pt x="26603" y="39093"/>
                </a:lnTo>
                <a:lnTo>
                  <a:pt x="26458" y="40751"/>
                </a:lnTo>
                <a:lnTo>
                  <a:pt x="26067" y="42114"/>
                </a:lnTo>
                <a:lnTo>
                  <a:pt x="25390" y="43402"/>
                </a:lnTo>
                <a:lnTo>
                  <a:pt x="24430" y="44573"/>
                </a:lnTo>
                <a:lnTo>
                  <a:pt x="23288" y="45523"/>
                </a:lnTo>
                <a:lnTo>
                  <a:pt x="22027" y="46196"/>
                </a:lnTo>
                <a:lnTo>
                  <a:pt x="20649" y="46599"/>
                </a:lnTo>
                <a:lnTo>
                  <a:pt x="19094" y="46738"/>
                </a:lnTo>
                <a:lnTo>
                  <a:pt x="17817" y="46631"/>
                </a:lnTo>
                <a:lnTo>
                  <a:pt x="16728" y="46338"/>
                </a:lnTo>
                <a:lnTo>
                  <a:pt x="15730" y="45852"/>
                </a:lnTo>
                <a:lnTo>
                  <a:pt x="14834" y="45179"/>
                </a:lnTo>
                <a:lnTo>
                  <a:pt x="14040" y="44280"/>
                </a:lnTo>
                <a:lnTo>
                  <a:pt x="13273" y="42968"/>
                </a:lnTo>
                <a:lnTo>
                  <a:pt x="12616" y="41288"/>
                </a:lnTo>
                <a:lnTo>
                  <a:pt x="12027" y="38992"/>
                </a:lnTo>
                <a:lnTo>
                  <a:pt x="11696" y="38195"/>
                </a:lnTo>
                <a:lnTo>
                  <a:pt x="11152" y="37533"/>
                </a:lnTo>
                <a:lnTo>
                  <a:pt x="10442" y="37060"/>
                </a:lnTo>
                <a:lnTo>
                  <a:pt x="9630" y="36799"/>
                </a:lnTo>
                <a:lnTo>
                  <a:pt x="8770" y="36791"/>
                </a:lnTo>
                <a:lnTo>
                  <a:pt x="2540" y="37627"/>
                </a:lnTo>
                <a:close/>
                <a:moveTo>
                  <a:pt x="7863" y="45364"/>
                </a:moveTo>
                <a:lnTo>
                  <a:pt x="8060" y="45782"/>
                </a:lnTo>
                <a:lnTo>
                  <a:pt x="9070" y="47502"/>
                </a:lnTo>
                <a:lnTo>
                  <a:pt x="9409" y="47967"/>
                </a:lnTo>
                <a:lnTo>
                  <a:pt x="10173" y="48832"/>
                </a:lnTo>
                <a:lnTo>
                  <a:pt x="9929" y="48650"/>
                </a:lnTo>
                <a:lnTo>
                  <a:pt x="8369" y="46953"/>
                </a:lnTo>
                <a:lnTo>
                  <a:pt x="7155" y="44977"/>
                </a:lnTo>
                <a:lnTo>
                  <a:pt x="6443" y="43068"/>
                </a:lnTo>
                <a:lnTo>
                  <a:pt x="6956" y="42999"/>
                </a:lnTo>
                <a:lnTo>
                  <a:pt x="7043" y="43266"/>
                </a:lnTo>
                <a:lnTo>
                  <a:pt x="7863" y="45364"/>
                </a:lnTo>
                <a:close/>
                <a:moveTo>
                  <a:pt x="32225" y="42076"/>
                </a:moveTo>
                <a:lnTo>
                  <a:pt x="32335" y="41523"/>
                </a:lnTo>
                <a:lnTo>
                  <a:pt x="32525" y="39363"/>
                </a:lnTo>
                <a:lnTo>
                  <a:pt x="32525" y="38850"/>
                </a:lnTo>
                <a:lnTo>
                  <a:pt x="32343" y="36791"/>
                </a:lnTo>
                <a:lnTo>
                  <a:pt x="32249" y="36239"/>
                </a:lnTo>
                <a:lnTo>
                  <a:pt x="31720" y="34378"/>
                </a:lnTo>
                <a:lnTo>
                  <a:pt x="31492" y="33810"/>
                </a:lnTo>
                <a:lnTo>
                  <a:pt x="30616" y="32130"/>
                </a:lnTo>
                <a:lnTo>
                  <a:pt x="30277" y="31618"/>
                </a:lnTo>
                <a:lnTo>
                  <a:pt x="29859" y="31111"/>
                </a:lnTo>
                <a:lnTo>
                  <a:pt x="30351" y="31482"/>
                </a:lnTo>
                <a:lnTo>
                  <a:pt x="31343" y="32564"/>
                </a:lnTo>
                <a:lnTo>
                  <a:pt x="32157" y="33869"/>
                </a:lnTo>
                <a:lnTo>
                  <a:pt x="32731" y="35300"/>
                </a:lnTo>
                <a:lnTo>
                  <a:pt x="33107" y="37010"/>
                </a:lnTo>
                <a:lnTo>
                  <a:pt x="33235" y="38922"/>
                </a:lnTo>
                <a:lnTo>
                  <a:pt x="32980" y="41578"/>
                </a:lnTo>
                <a:lnTo>
                  <a:pt x="32263" y="43909"/>
                </a:lnTo>
                <a:lnTo>
                  <a:pt x="31035" y="46096"/>
                </a:lnTo>
                <a:lnTo>
                  <a:pt x="29312" y="48075"/>
                </a:lnTo>
                <a:lnTo>
                  <a:pt x="29027" y="48299"/>
                </a:lnTo>
                <a:lnTo>
                  <a:pt x="30159" y="46918"/>
                </a:lnTo>
                <a:lnTo>
                  <a:pt x="30490" y="46421"/>
                </a:lnTo>
                <a:lnTo>
                  <a:pt x="31436" y="44623"/>
                </a:lnTo>
                <a:lnTo>
                  <a:pt x="31657" y="44055"/>
                </a:lnTo>
                <a:lnTo>
                  <a:pt x="32225" y="42076"/>
                </a:lnTo>
                <a:close/>
                <a:moveTo>
                  <a:pt x="22373" y="26526"/>
                </a:moveTo>
                <a:lnTo>
                  <a:pt x="23487" y="26113"/>
                </a:lnTo>
                <a:lnTo>
                  <a:pt x="23823" y="25961"/>
                </a:lnTo>
                <a:lnTo>
                  <a:pt x="23755" y="26239"/>
                </a:lnTo>
                <a:lnTo>
                  <a:pt x="23821" y="26920"/>
                </a:lnTo>
                <a:lnTo>
                  <a:pt x="22493" y="26547"/>
                </a:lnTo>
                <a:lnTo>
                  <a:pt x="22373" y="26526"/>
                </a:lnTo>
                <a:close/>
                <a:moveTo>
                  <a:pt x="30033" y="18337"/>
                </a:moveTo>
                <a:lnTo>
                  <a:pt x="30230" y="16310"/>
                </a:lnTo>
                <a:lnTo>
                  <a:pt x="30238" y="15758"/>
                </a:lnTo>
                <a:lnTo>
                  <a:pt x="30088" y="14117"/>
                </a:lnTo>
                <a:lnTo>
                  <a:pt x="29985" y="13549"/>
                </a:lnTo>
                <a:lnTo>
                  <a:pt x="29551" y="12059"/>
                </a:lnTo>
                <a:lnTo>
                  <a:pt x="29315" y="11483"/>
                </a:lnTo>
                <a:lnTo>
                  <a:pt x="28589" y="10134"/>
                </a:lnTo>
                <a:lnTo>
                  <a:pt x="28486" y="9982"/>
                </a:lnTo>
                <a:lnTo>
                  <a:pt x="28514" y="10011"/>
                </a:lnTo>
                <a:lnTo>
                  <a:pt x="29309" y="11135"/>
                </a:lnTo>
                <a:lnTo>
                  <a:pt x="29944" y="12361"/>
                </a:lnTo>
                <a:lnTo>
                  <a:pt x="30392" y="13601"/>
                </a:lnTo>
                <a:lnTo>
                  <a:pt x="30653" y="14856"/>
                </a:lnTo>
                <a:lnTo>
                  <a:pt x="30737" y="16150"/>
                </a:lnTo>
                <a:lnTo>
                  <a:pt x="30653" y="17369"/>
                </a:lnTo>
                <a:lnTo>
                  <a:pt x="30414" y="18480"/>
                </a:lnTo>
                <a:lnTo>
                  <a:pt x="30027" y="19503"/>
                </a:lnTo>
                <a:lnTo>
                  <a:pt x="29467" y="20509"/>
                </a:lnTo>
                <a:lnTo>
                  <a:pt x="29300" y="20725"/>
                </a:lnTo>
                <a:lnTo>
                  <a:pt x="29891" y="19007"/>
                </a:lnTo>
                <a:lnTo>
                  <a:pt x="30033" y="18337"/>
                </a:lnTo>
                <a:close/>
                <a:moveTo>
                  <a:pt x="7552" y="13827"/>
                </a:moveTo>
                <a:lnTo>
                  <a:pt x="7255" y="13774"/>
                </a:lnTo>
                <a:lnTo>
                  <a:pt x="8033" y="11967"/>
                </a:lnTo>
                <a:lnTo>
                  <a:pt x="9222" y="10157"/>
                </a:lnTo>
                <a:lnTo>
                  <a:pt x="9342" y="10034"/>
                </a:lnTo>
                <a:lnTo>
                  <a:pt x="9227" y="10198"/>
                </a:lnTo>
                <a:lnTo>
                  <a:pt x="8336" y="11775"/>
                </a:lnTo>
                <a:lnTo>
                  <a:pt x="8131" y="12224"/>
                </a:lnTo>
                <a:lnTo>
                  <a:pt x="7552" y="13827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p2c">
            <a:extLst xmlns:a="http://schemas.openxmlformats.org/drawingml/2006/main">
              <a:ext uri="{FF2B5EF4-FFF2-40B4-BE49-F238E27FC236}">
                <a16:creationId xmlns:a16="http://schemas.microsoft.com/office/drawing/2014/main" id="{ACD340C3-C5E8-4975-86BD-AE63C74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6" y="1427477"/>
            <a:ext cx="170104" cy="101718"/>
          </a:xfrm>
          <a:custGeom xmlns:a="http://schemas.openxmlformats.org/drawingml/2006/main">
            <a:pathLst>
              <a:path w="170104" h="101718">
                <a:moveTo>
                  <a:pt x="0" y="101718"/>
                </a:moveTo>
                <a:lnTo>
                  <a:pt x="0" y="22183"/>
                </a:lnTo>
                <a:lnTo>
                  <a:pt x="8873" y="22183"/>
                </a:lnTo>
                <a:lnTo>
                  <a:pt x="8873" y="29702"/>
                </a:lnTo>
                <a:cubicBezTo>
                  <a:pt x="10965" y="26763"/>
                  <a:pt x="13328" y="24558"/>
                  <a:pt x="15961" y="23090"/>
                </a:cubicBezTo>
                <a:cubicBezTo>
                  <a:pt x="18594" y="21620"/>
                  <a:pt x="21786" y="20885"/>
                  <a:pt x="25538" y="20885"/>
                </a:cubicBezTo>
                <a:cubicBezTo>
                  <a:pt x="30443" y="20885"/>
                  <a:pt x="34772" y="22147"/>
                  <a:pt x="38523" y="24672"/>
                </a:cubicBezTo>
                <a:cubicBezTo>
                  <a:pt x="42274" y="27197"/>
                  <a:pt x="45106" y="30759"/>
                  <a:pt x="47018" y="35358"/>
                </a:cubicBezTo>
                <a:cubicBezTo>
                  <a:pt x="48929" y="39957"/>
                  <a:pt x="49885" y="44998"/>
                  <a:pt x="49885" y="50480"/>
                </a:cubicBezTo>
                <a:cubicBezTo>
                  <a:pt x="49885" y="56360"/>
                  <a:pt x="48830" y="61653"/>
                  <a:pt x="46720" y="66360"/>
                </a:cubicBezTo>
                <a:cubicBezTo>
                  <a:pt x="44610" y="71068"/>
                  <a:pt x="41544" y="74675"/>
                  <a:pt x="37522" y="77182"/>
                </a:cubicBezTo>
                <a:cubicBezTo>
                  <a:pt x="33500" y="79688"/>
                  <a:pt x="29271" y="80942"/>
                  <a:pt x="24834" y="80942"/>
                </a:cubicBezTo>
                <a:cubicBezTo>
                  <a:pt x="21588" y="80942"/>
                  <a:pt x="18675" y="80257"/>
                  <a:pt x="16096" y="78886"/>
                </a:cubicBezTo>
                <a:cubicBezTo>
                  <a:pt x="13517" y="77515"/>
                  <a:pt x="11398" y="75784"/>
                  <a:pt x="9739" y="73692"/>
                </a:cubicBezTo>
                <a:lnTo>
                  <a:pt x="9739" y="101718"/>
                </a:lnTo>
                <a:lnTo>
                  <a:pt x="0" y="101718"/>
                </a:lnTo>
                <a:moveTo>
                  <a:pt x="8819" y="51265"/>
                </a:moveTo>
                <a:cubicBezTo>
                  <a:pt x="8819" y="58650"/>
                  <a:pt x="10316" y="64108"/>
                  <a:pt x="13310" y="67639"/>
                </a:cubicBezTo>
                <a:cubicBezTo>
                  <a:pt x="16304" y="71169"/>
                  <a:pt x="19929" y="72934"/>
                  <a:pt x="24185" y="72934"/>
                </a:cubicBezTo>
                <a:cubicBezTo>
                  <a:pt x="28514" y="72934"/>
                  <a:pt x="32220" y="71106"/>
                  <a:pt x="35304" y="67449"/>
                </a:cubicBezTo>
                <a:cubicBezTo>
                  <a:pt x="38388" y="63793"/>
                  <a:pt x="39930" y="58127"/>
                  <a:pt x="39930" y="50453"/>
                </a:cubicBezTo>
                <a:cubicBezTo>
                  <a:pt x="39930" y="43140"/>
                  <a:pt x="38424" y="37664"/>
                  <a:pt x="35412" y="34026"/>
                </a:cubicBezTo>
                <a:cubicBezTo>
                  <a:pt x="32400" y="30387"/>
                  <a:pt x="28802" y="28568"/>
                  <a:pt x="24618" y="28568"/>
                </a:cubicBezTo>
                <a:cubicBezTo>
                  <a:pt x="20470" y="28568"/>
                  <a:pt x="16800" y="30504"/>
                  <a:pt x="13608" y="34377"/>
                </a:cubicBezTo>
                <a:cubicBezTo>
                  <a:pt x="10415" y="38250"/>
                  <a:pt x="8819" y="43880"/>
                  <a:pt x="8819" y="51265"/>
                </a:cubicBezTo>
                <a:close/>
                <a:moveTo>
                  <a:pt x="109995" y="70229"/>
                </a:moveTo>
                <a:lnTo>
                  <a:pt x="109995" y="79643"/>
                </a:lnTo>
                <a:lnTo>
                  <a:pt x="57567" y="79643"/>
                </a:lnTo>
                <a:cubicBezTo>
                  <a:pt x="57494" y="77297"/>
                  <a:pt x="57873" y="75039"/>
                  <a:pt x="58703" y="72872"/>
                </a:cubicBezTo>
                <a:cubicBezTo>
                  <a:pt x="60037" y="69297"/>
                  <a:pt x="62175" y="65777"/>
                  <a:pt x="65114" y="62311"/>
                </a:cubicBezTo>
                <a:cubicBezTo>
                  <a:pt x="68054" y="58844"/>
                  <a:pt x="72301" y="54836"/>
                  <a:pt x="77856" y="50288"/>
                </a:cubicBezTo>
                <a:cubicBezTo>
                  <a:pt x="86477" y="43212"/>
                  <a:pt x="92302" y="37616"/>
                  <a:pt x="95332" y="33498"/>
                </a:cubicBezTo>
                <a:cubicBezTo>
                  <a:pt x="98362" y="29380"/>
                  <a:pt x="99877" y="25487"/>
                  <a:pt x="99877" y="21818"/>
                </a:cubicBezTo>
                <a:cubicBezTo>
                  <a:pt x="99877" y="17970"/>
                  <a:pt x="98497" y="14724"/>
                  <a:pt x="95738" y="12081"/>
                </a:cubicBezTo>
                <a:cubicBezTo>
                  <a:pt x="92979" y="9437"/>
                  <a:pt x="89381" y="8116"/>
                  <a:pt x="84944" y="8116"/>
                </a:cubicBezTo>
                <a:cubicBezTo>
                  <a:pt x="80255" y="8116"/>
                  <a:pt x="76504" y="9523"/>
                  <a:pt x="73690" y="12336"/>
                </a:cubicBezTo>
                <a:cubicBezTo>
                  <a:pt x="70877" y="15150"/>
                  <a:pt x="69452" y="19045"/>
                  <a:pt x="69416" y="24023"/>
                </a:cubicBezTo>
                <a:lnTo>
                  <a:pt x="59406" y="22941"/>
                </a:lnTo>
                <a:cubicBezTo>
                  <a:pt x="60092" y="15474"/>
                  <a:pt x="62671" y="9784"/>
                  <a:pt x="67143" y="5870"/>
                </a:cubicBezTo>
                <a:cubicBezTo>
                  <a:pt x="71616" y="1957"/>
                  <a:pt x="77622" y="0"/>
                  <a:pt x="85160" y="0"/>
                </a:cubicBezTo>
                <a:cubicBezTo>
                  <a:pt x="92771" y="0"/>
                  <a:pt x="98795" y="2110"/>
                  <a:pt x="103232" y="6329"/>
                </a:cubicBezTo>
                <a:cubicBezTo>
                  <a:pt x="107668" y="10548"/>
                  <a:pt x="109887" y="15777"/>
                  <a:pt x="109887" y="22016"/>
                </a:cubicBezTo>
                <a:cubicBezTo>
                  <a:pt x="109887" y="25189"/>
                  <a:pt x="109237" y="28308"/>
                  <a:pt x="107939" y="31374"/>
                </a:cubicBezTo>
                <a:cubicBezTo>
                  <a:pt x="106640" y="34439"/>
                  <a:pt x="104485" y="37666"/>
                  <a:pt x="101473" y="41056"/>
                </a:cubicBezTo>
                <a:cubicBezTo>
                  <a:pt x="98461" y="44445"/>
                  <a:pt x="93457" y="49093"/>
                  <a:pt x="86459" y="54998"/>
                </a:cubicBezTo>
                <a:cubicBezTo>
                  <a:pt x="80616" y="59895"/>
                  <a:pt x="76864" y="63217"/>
                  <a:pt x="75205" y="64964"/>
                </a:cubicBezTo>
                <a:cubicBezTo>
                  <a:pt x="73546" y="66710"/>
                  <a:pt x="72175" y="68465"/>
                  <a:pt x="71093" y="70229"/>
                </a:cubicBezTo>
                <a:lnTo>
                  <a:pt x="109995" y="70229"/>
                </a:lnTo>
                <a:close/>
                <a:moveTo>
                  <a:pt x="160528" y="58542"/>
                </a:moveTo>
                <a:lnTo>
                  <a:pt x="170104" y="59841"/>
                </a:lnTo>
                <a:cubicBezTo>
                  <a:pt x="169058" y="66442"/>
                  <a:pt x="166380" y="71609"/>
                  <a:pt x="162070" y="75342"/>
                </a:cubicBezTo>
                <a:cubicBezTo>
                  <a:pt x="157759" y="79075"/>
                  <a:pt x="152466" y="80942"/>
                  <a:pt x="146190" y="80942"/>
                </a:cubicBezTo>
                <a:cubicBezTo>
                  <a:pt x="138326" y="80942"/>
                  <a:pt x="132005" y="78372"/>
                  <a:pt x="127226" y="73232"/>
                </a:cubicBezTo>
                <a:cubicBezTo>
                  <a:pt x="122446" y="68092"/>
                  <a:pt x="120057" y="60724"/>
                  <a:pt x="120057" y="51130"/>
                </a:cubicBezTo>
                <a:cubicBezTo>
                  <a:pt x="120057" y="44926"/>
                  <a:pt x="121085" y="39497"/>
                  <a:pt x="123141" y="34844"/>
                </a:cubicBezTo>
                <a:cubicBezTo>
                  <a:pt x="125197" y="30191"/>
                  <a:pt x="128326" y="26701"/>
                  <a:pt x="132528" y="24375"/>
                </a:cubicBezTo>
                <a:cubicBezTo>
                  <a:pt x="136730" y="22048"/>
                  <a:pt x="141302" y="20885"/>
                  <a:pt x="146244" y="20885"/>
                </a:cubicBezTo>
                <a:cubicBezTo>
                  <a:pt x="152484" y="20885"/>
                  <a:pt x="157588" y="22454"/>
                  <a:pt x="161556" y="25592"/>
                </a:cubicBezTo>
                <a:cubicBezTo>
                  <a:pt x="165523" y="28729"/>
                  <a:pt x="168066" y="33184"/>
                  <a:pt x="169185" y="38956"/>
                </a:cubicBezTo>
                <a:lnTo>
                  <a:pt x="159716" y="40471"/>
                </a:lnTo>
                <a:cubicBezTo>
                  <a:pt x="158814" y="36629"/>
                  <a:pt x="157218" y="33739"/>
                  <a:pt x="154928" y="31801"/>
                </a:cubicBezTo>
                <a:cubicBezTo>
                  <a:pt x="152637" y="29862"/>
                  <a:pt x="149869" y="28892"/>
                  <a:pt x="146623" y="28892"/>
                </a:cubicBezTo>
                <a:cubicBezTo>
                  <a:pt x="141717" y="28892"/>
                  <a:pt x="137731" y="30651"/>
                  <a:pt x="134665" y="34168"/>
                </a:cubicBezTo>
                <a:cubicBezTo>
                  <a:pt x="131599" y="37685"/>
                  <a:pt x="130066" y="43248"/>
                  <a:pt x="130066" y="50859"/>
                </a:cubicBezTo>
                <a:cubicBezTo>
                  <a:pt x="130066" y="58578"/>
                  <a:pt x="131545" y="64187"/>
                  <a:pt x="134503" y="67686"/>
                </a:cubicBezTo>
                <a:cubicBezTo>
                  <a:pt x="137461" y="71185"/>
                  <a:pt x="141320" y="72934"/>
                  <a:pt x="146082" y="72934"/>
                </a:cubicBezTo>
                <a:cubicBezTo>
                  <a:pt x="149905" y="72934"/>
                  <a:pt x="153097" y="71757"/>
                  <a:pt x="155658" y="69404"/>
                </a:cubicBezTo>
                <a:cubicBezTo>
                  <a:pt x="158219" y="67050"/>
                  <a:pt x="159842" y="63430"/>
                  <a:pt x="160528" y="58542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A3F80-B973-420A-A6CA-42585A9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4" y="1445218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15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73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48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03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13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64" y="18292"/>
                </a:lnTo>
                <a:lnTo>
                  <a:pt x="20898" y="16097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4" y="32329"/>
                </a:lnTo>
                <a:lnTo>
                  <a:pt x="39511" y="37489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56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9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38" y="56571"/>
                </a:lnTo>
                <a:lnTo>
                  <a:pt x="48030" y="56224"/>
                </a:lnTo>
                <a:lnTo>
                  <a:pt x="50144" y="53330"/>
                </a:lnTo>
                <a:lnTo>
                  <a:pt x="50364" y="52967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37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93"/>
                </a:lnTo>
                <a:lnTo>
                  <a:pt x="14756" y="4341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7" y="54728"/>
                </a:lnTo>
                <a:lnTo>
                  <a:pt x="38768" y="56548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57" y="59727"/>
                </a:lnTo>
                <a:lnTo>
                  <a:pt x="23828" y="59418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7F1B2-5E5C-474F-84E6-8AAB343B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5" y="1424413"/>
            <a:ext cx="58157" cy="85271"/>
          </a:xfrm>
          <a:custGeom xmlns:a="http://schemas.openxmlformats.org/drawingml/2006/main">
            <a:pathLst>
              <a:path w="58157" h="85271">
                <a:moveTo>
                  <a:pt x="8289" y="63070"/>
                </a:moveTo>
                <a:lnTo>
                  <a:pt x="8155" y="63228"/>
                </a:lnTo>
                <a:lnTo>
                  <a:pt x="6104" y="65830"/>
                </a:lnTo>
                <a:lnTo>
                  <a:pt x="5970" y="66020"/>
                </a:lnTo>
                <a:lnTo>
                  <a:pt x="4219" y="68638"/>
                </a:lnTo>
                <a:lnTo>
                  <a:pt x="4093" y="68851"/>
                </a:lnTo>
                <a:lnTo>
                  <a:pt x="2642" y="71493"/>
                </a:lnTo>
                <a:lnTo>
                  <a:pt x="2516" y="71745"/>
                </a:lnTo>
                <a:lnTo>
                  <a:pt x="1372" y="74403"/>
                </a:lnTo>
                <a:lnTo>
                  <a:pt x="1230" y="74797"/>
                </a:lnTo>
                <a:lnTo>
                  <a:pt x="331" y="78094"/>
                </a:lnTo>
                <a:lnTo>
                  <a:pt x="244" y="78536"/>
                </a:lnTo>
                <a:lnTo>
                  <a:pt x="47" y="80239"/>
                </a:lnTo>
                <a:lnTo>
                  <a:pt x="32" y="80531"/>
                </a:lnTo>
                <a:lnTo>
                  <a:pt x="0" y="82266"/>
                </a:lnTo>
                <a:lnTo>
                  <a:pt x="134" y="83189"/>
                </a:lnTo>
                <a:lnTo>
                  <a:pt x="552" y="84025"/>
                </a:lnTo>
                <a:lnTo>
                  <a:pt x="1207" y="84695"/>
                </a:lnTo>
                <a:lnTo>
                  <a:pt x="2035" y="85121"/>
                </a:lnTo>
                <a:lnTo>
                  <a:pt x="2958" y="85271"/>
                </a:lnTo>
                <a:lnTo>
                  <a:pt x="55199" y="85271"/>
                </a:lnTo>
                <a:lnTo>
                  <a:pt x="56114" y="85129"/>
                </a:lnTo>
                <a:lnTo>
                  <a:pt x="56934" y="84703"/>
                </a:lnTo>
                <a:lnTo>
                  <a:pt x="57589" y="84049"/>
                </a:lnTo>
                <a:lnTo>
                  <a:pt x="58007" y="83228"/>
                </a:lnTo>
                <a:lnTo>
                  <a:pt x="58157" y="82313"/>
                </a:lnTo>
                <a:lnTo>
                  <a:pt x="58157" y="72984"/>
                </a:lnTo>
                <a:lnTo>
                  <a:pt x="58007" y="72069"/>
                </a:lnTo>
                <a:lnTo>
                  <a:pt x="57589" y="71248"/>
                </a:lnTo>
                <a:lnTo>
                  <a:pt x="56934" y="70594"/>
                </a:lnTo>
                <a:lnTo>
                  <a:pt x="56114" y="70176"/>
                </a:lnTo>
                <a:lnTo>
                  <a:pt x="55199" y="70026"/>
                </a:lnTo>
                <a:lnTo>
                  <a:pt x="22455" y="70026"/>
                </a:lnTo>
                <a:lnTo>
                  <a:pt x="22672" y="69775"/>
                </a:lnTo>
                <a:lnTo>
                  <a:pt x="26532" y="66156"/>
                </a:lnTo>
                <a:lnTo>
                  <a:pt x="33668" y="60026"/>
                </a:lnTo>
                <a:lnTo>
                  <a:pt x="33700" y="60002"/>
                </a:lnTo>
                <a:lnTo>
                  <a:pt x="42675" y="52107"/>
                </a:lnTo>
                <a:lnTo>
                  <a:pt x="42809" y="51973"/>
                </a:lnTo>
                <a:lnTo>
                  <a:pt x="48803" y="45964"/>
                </a:lnTo>
                <a:lnTo>
                  <a:pt x="48976" y="45774"/>
                </a:lnTo>
                <a:lnTo>
                  <a:pt x="51066" y="43266"/>
                </a:lnTo>
                <a:lnTo>
                  <a:pt x="51193" y="43109"/>
                </a:lnTo>
                <a:lnTo>
                  <a:pt x="52967" y="40664"/>
                </a:lnTo>
                <a:lnTo>
                  <a:pt x="53093" y="40467"/>
                </a:lnTo>
                <a:lnTo>
                  <a:pt x="54544" y="38085"/>
                </a:lnTo>
                <a:lnTo>
                  <a:pt x="54678" y="37840"/>
                </a:lnTo>
                <a:lnTo>
                  <a:pt x="55806" y="35514"/>
                </a:lnTo>
                <a:lnTo>
                  <a:pt x="55925" y="35246"/>
                </a:lnTo>
                <a:lnTo>
                  <a:pt x="56776" y="32943"/>
                </a:lnTo>
                <a:lnTo>
                  <a:pt x="56863" y="32667"/>
                </a:lnTo>
                <a:lnTo>
                  <a:pt x="57470" y="30348"/>
                </a:lnTo>
                <a:lnTo>
                  <a:pt x="57526" y="30056"/>
                </a:lnTo>
                <a:lnTo>
                  <a:pt x="57896" y="27714"/>
                </a:lnTo>
                <a:lnTo>
                  <a:pt x="57928" y="27406"/>
                </a:lnTo>
                <a:lnTo>
                  <a:pt x="58046" y="25048"/>
                </a:lnTo>
                <a:lnTo>
                  <a:pt x="58046" y="24764"/>
                </a:lnTo>
                <a:lnTo>
                  <a:pt x="57944" y="22477"/>
                </a:lnTo>
                <a:lnTo>
                  <a:pt x="57912" y="22193"/>
                </a:lnTo>
                <a:lnTo>
                  <a:pt x="57604" y="20001"/>
                </a:lnTo>
                <a:lnTo>
                  <a:pt x="57549" y="19709"/>
                </a:lnTo>
                <a:lnTo>
                  <a:pt x="57029" y="17611"/>
                </a:lnTo>
                <a:lnTo>
                  <a:pt x="56942" y="17319"/>
                </a:lnTo>
                <a:lnTo>
                  <a:pt x="56216" y="15316"/>
                </a:lnTo>
                <a:lnTo>
                  <a:pt x="56090" y="15024"/>
                </a:lnTo>
                <a:lnTo>
                  <a:pt x="55160" y="13116"/>
                </a:lnTo>
                <a:lnTo>
                  <a:pt x="55002" y="12840"/>
                </a:lnTo>
                <a:lnTo>
                  <a:pt x="53866" y="11026"/>
                </a:lnTo>
                <a:lnTo>
                  <a:pt x="53685" y="10773"/>
                </a:lnTo>
                <a:lnTo>
                  <a:pt x="52344" y="9062"/>
                </a:lnTo>
                <a:lnTo>
                  <a:pt x="52147" y="8841"/>
                </a:lnTo>
                <a:lnTo>
                  <a:pt x="50593" y="7216"/>
                </a:lnTo>
                <a:lnTo>
                  <a:pt x="50380" y="7011"/>
                </a:lnTo>
                <a:lnTo>
                  <a:pt x="48645" y="5529"/>
                </a:lnTo>
                <a:lnTo>
                  <a:pt x="48393" y="5339"/>
                </a:lnTo>
                <a:lnTo>
                  <a:pt x="46508" y="4054"/>
                </a:lnTo>
                <a:lnTo>
                  <a:pt x="46240" y="3896"/>
                </a:lnTo>
                <a:lnTo>
                  <a:pt x="44213" y="2808"/>
                </a:lnTo>
                <a:lnTo>
                  <a:pt x="43937" y="2681"/>
                </a:lnTo>
                <a:lnTo>
                  <a:pt x="41760" y="1790"/>
                </a:lnTo>
                <a:lnTo>
                  <a:pt x="41484" y="1696"/>
                </a:lnTo>
                <a:lnTo>
                  <a:pt x="39157" y="1002"/>
                </a:lnTo>
                <a:lnTo>
                  <a:pt x="38897" y="939"/>
                </a:lnTo>
                <a:lnTo>
                  <a:pt x="36421" y="450"/>
                </a:lnTo>
                <a:lnTo>
                  <a:pt x="36176" y="410"/>
                </a:lnTo>
                <a:lnTo>
                  <a:pt x="33550" y="110"/>
                </a:lnTo>
                <a:lnTo>
                  <a:pt x="33329" y="95"/>
                </a:lnTo>
                <a:lnTo>
                  <a:pt x="30553" y="0"/>
                </a:lnTo>
                <a:lnTo>
                  <a:pt x="30356" y="0"/>
                </a:lnTo>
                <a:lnTo>
                  <a:pt x="27611" y="87"/>
                </a:lnTo>
                <a:lnTo>
                  <a:pt x="27398" y="103"/>
                </a:lnTo>
                <a:lnTo>
                  <a:pt x="24796" y="379"/>
                </a:lnTo>
                <a:lnTo>
                  <a:pt x="24559" y="410"/>
                </a:lnTo>
                <a:lnTo>
                  <a:pt x="22106" y="868"/>
                </a:lnTo>
                <a:lnTo>
                  <a:pt x="21854" y="923"/>
                </a:lnTo>
                <a:lnTo>
                  <a:pt x="19543" y="1562"/>
                </a:lnTo>
                <a:lnTo>
                  <a:pt x="19283" y="1648"/>
                </a:lnTo>
                <a:lnTo>
                  <a:pt x="17106" y="2476"/>
                </a:lnTo>
                <a:lnTo>
                  <a:pt x="16846" y="2587"/>
                </a:lnTo>
                <a:lnTo>
                  <a:pt x="14811" y="3596"/>
                </a:lnTo>
                <a:lnTo>
                  <a:pt x="14551" y="3738"/>
                </a:lnTo>
                <a:lnTo>
                  <a:pt x="12666" y="4929"/>
                </a:lnTo>
                <a:lnTo>
                  <a:pt x="12414" y="5111"/>
                </a:lnTo>
                <a:lnTo>
                  <a:pt x="10671" y="6483"/>
                </a:lnTo>
                <a:lnTo>
                  <a:pt x="10434" y="6688"/>
                </a:lnTo>
                <a:lnTo>
                  <a:pt x="8849" y="8234"/>
                </a:lnTo>
                <a:lnTo>
                  <a:pt x="8628" y="8470"/>
                </a:lnTo>
                <a:lnTo>
                  <a:pt x="7224" y="10182"/>
                </a:lnTo>
                <a:lnTo>
                  <a:pt x="7035" y="10442"/>
                </a:lnTo>
                <a:lnTo>
                  <a:pt x="5805" y="12319"/>
                </a:lnTo>
                <a:lnTo>
                  <a:pt x="5647" y="12587"/>
                </a:lnTo>
                <a:lnTo>
                  <a:pt x="4598" y="14630"/>
                </a:lnTo>
                <a:lnTo>
                  <a:pt x="4480" y="14890"/>
                </a:lnTo>
                <a:lnTo>
                  <a:pt x="3604" y="17098"/>
                </a:lnTo>
                <a:lnTo>
                  <a:pt x="3517" y="17359"/>
                </a:lnTo>
                <a:lnTo>
                  <a:pt x="2816" y="19733"/>
                </a:lnTo>
                <a:lnTo>
                  <a:pt x="2760" y="19969"/>
                </a:lnTo>
                <a:lnTo>
                  <a:pt x="2240" y="22509"/>
                </a:lnTo>
                <a:lnTo>
                  <a:pt x="2200" y="22729"/>
                </a:lnTo>
                <a:lnTo>
                  <a:pt x="1853" y="25442"/>
                </a:lnTo>
                <a:lnTo>
                  <a:pt x="1885" y="26381"/>
                </a:lnTo>
                <a:lnTo>
                  <a:pt x="2208" y="27264"/>
                </a:lnTo>
                <a:lnTo>
                  <a:pt x="2792" y="27998"/>
                </a:lnTo>
                <a:lnTo>
                  <a:pt x="3581" y="28510"/>
                </a:lnTo>
                <a:lnTo>
                  <a:pt x="4488" y="28755"/>
                </a:lnTo>
                <a:lnTo>
                  <a:pt x="14464" y="29780"/>
                </a:lnTo>
                <a:lnTo>
                  <a:pt x="15403" y="29725"/>
                </a:lnTo>
                <a:lnTo>
                  <a:pt x="16270" y="29378"/>
                </a:lnTo>
                <a:lnTo>
                  <a:pt x="16996" y="28779"/>
                </a:lnTo>
                <a:lnTo>
                  <a:pt x="17493" y="27990"/>
                </a:lnTo>
                <a:lnTo>
                  <a:pt x="17714" y="27075"/>
                </a:lnTo>
                <a:lnTo>
                  <a:pt x="17974" y="23848"/>
                </a:lnTo>
                <a:lnTo>
                  <a:pt x="18647" y="21241"/>
                </a:lnTo>
                <a:lnTo>
                  <a:pt x="19688" y="19096"/>
                </a:lnTo>
                <a:lnTo>
                  <a:pt x="21136" y="17289"/>
                </a:lnTo>
                <a:lnTo>
                  <a:pt x="22907" y="15862"/>
                </a:lnTo>
                <a:lnTo>
                  <a:pt x="24989" y="14818"/>
                </a:lnTo>
                <a:lnTo>
                  <a:pt x="27423" y="14174"/>
                </a:lnTo>
                <a:lnTo>
                  <a:pt x="30235" y="13954"/>
                </a:lnTo>
                <a:lnTo>
                  <a:pt x="32903" y="14160"/>
                </a:lnTo>
                <a:lnTo>
                  <a:pt x="35202" y="14767"/>
                </a:lnTo>
                <a:lnTo>
                  <a:pt x="37213" y="15750"/>
                </a:lnTo>
                <a:lnTo>
                  <a:pt x="38931" y="17091"/>
                </a:lnTo>
                <a:lnTo>
                  <a:pt x="40375" y="18768"/>
                </a:lnTo>
                <a:lnTo>
                  <a:pt x="41346" y="20519"/>
                </a:lnTo>
                <a:lnTo>
                  <a:pt x="41936" y="22466"/>
                </a:lnTo>
                <a:lnTo>
                  <a:pt x="42142" y="24659"/>
                </a:lnTo>
                <a:lnTo>
                  <a:pt x="41923" y="26881"/>
                </a:lnTo>
                <a:lnTo>
                  <a:pt x="41206" y="29305"/>
                </a:lnTo>
                <a:lnTo>
                  <a:pt x="39986" y="31854"/>
                </a:lnTo>
                <a:lnTo>
                  <a:pt x="38196" y="34606"/>
                </a:lnTo>
                <a:lnTo>
                  <a:pt x="35589" y="37743"/>
                </a:lnTo>
                <a:lnTo>
                  <a:pt x="31949" y="41458"/>
                </a:lnTo>
                <a:lnTo>
                  <a:pt x="27177" y="45829"/>
                </a:lnTo>
                <a:lnTo>
                  <a:pt x="21263" y="50830"/>
                </a:lnTo>
                <a:lnTo>
                  <a:pt x="21231" y="50861"/>
                </a:lnTo>
                <a:lnTo>
                  <a:pt x="13904" y="57250"/>
                </a:lnTo>
                <a:lnTo>
                  <a:pt x="13770" y="57376"/>
                </a:lnTo>
                <a:lnTo>
                  <a:pt x="10836" y="60270"/>
                </a:lnTo>
                <a:lnTo>
                  <a:pt x="10726" y="60381"/>
                </a:lnTo>
                <a:lnTo>
                  <a:pt x="8289" y="63070"/>
                </a:lnTo>
                <a:close/>
                <a:moveTo>
                  <a:pt x="6892" y="76530"/>
                </a:moveTo>
                <a:lnTo>
                  <a:pt x="7903" y="74195"/>
                </a:lnTo>
                <a:lnTo>
                  <a:pt x="9212" y="71812"/>
                </a:lnTo>
                <a:lnTo>
                  <a:pt x="10850" y="69363"/>
                </a:lnTo>
                <a:lnTo>
                  <a:pt x="12738" y="66973"/>
                </a:lnTo>
                <a:lnTo>
                  <a:pt x="15111" y="64363"/>
                </a:lnTo>
                <a:lnTo>
                  <a:pt x="14993" y="64474"/>
                </a:lnTo>
                <a:lnTo>
                  <a:pt x="17844" y="61668"/>
                </a:lnTo>
                <a:lnTo>
                  <a:pt x="25119" y="55317"/>
                </a:lnTo>
                <a:lnTo>
                  <a:pt x="25088" y="55349"/>
                </a:lnTo>
                <a:lnTo>
                  <a:pt x="31003" y="50341"/>
                </a:lnTo>
                <a:lnTo>
                  <a:pt x="31089" y="50262"/>
                </a:lnTo>
                <a:lnTo>
                  <a:pt x="35963" y="45806"/>
                </a:lnTo>
                <a:lnTo>
                  <a:pt x="36082" y="45688"/>
                </a:lnTo>
                <a:lnTo>
                  <a:pt x="39915" y="41784"/>
                </a:lnTo>
                <a:lnTo>
                  <a:pt x="40080" y="41602"/>
                </a:lnTo>
                <a:lnTo>
                  <a:pt x="42864" y="38243"/>
                </a:lnTo>
                <a:lnTo>
                  <a:pt x="43069" y="37967"/>
                </a:lnTo>
                <a:lnTo>
                  <a:pt x="45049" y="34922"/>
                </a:lnTo>
                <a:lnTo>
                  <a:pt x="45238" y="34583"/>
                </a:lnTo>
                <a:lnTo>
                  <a:pt x="46650" y="31626"/>
                </a:lnTo>
                <a:lnTo>
                  <a:pt x="46823" y="31184"/>
                </a:lnTo>
                <a:lnTo>
                  <a:pt x="47667" y="28305"/>
                </a:lnTo>
                <a:lnTo>
                  <a:pt x="47778" y="27769"/>
                </a:lnTo>
                <a:lnTo>
                  <a:pt x="48062" y="24977"/>
                </a:lnTo>
                <a:lnTo>
                  <a:pt x="48062" y="24401"/>
                </a:lnTo>
                <a:lnTo>
                  <a:pt x="47801" y="21633"/>
                </a:lnTo>
                <a:lnTo>
                  <a:pt x="47691" y="21050"/>
                </a:lnTo>
                <a:lnTo>
                  <a:pt x="46918" y="18502"/>
                </a:lnTo>
                <a:lnTo>
                  <a:pt x="46673" y="17926"/>
                </a:lnTo>
                <a:lnTo>
                  <a:pt x="45380" y="15608"/>
                </a:lnTo>
                <a:lnTo>
                  <a:pt x="45033" y="15111"/>
                </a:lnTo>
                <a:lnTo>
                  <a:pt x="43235" y="13021"/>
                </a:lnTo>
                <a:lnTo>
                  <a:pt x="42809" y="12619"/>
                </a:lnTo>
                <a:lnTo>
                  <a:pt x="40593" y="10884"/>
                </a:lnTo>
                <a:lnTo>
                  <a:pt x="40072" y="10560"/>
                </a:lnTo>
                <a:lnTo>
                  <a:pt x="37541" y="9322"/>
                </a:lnTo>
                <a:lnTo>
                  <a:pt x="36989" y="9117"/>
                </a:lnTo>
                <a:lnTo>
                  <a:pt x="34142" y="8376"/>
                </a:lnTo>
                <a:lnTo>
                  <a:pt x="33629" y="8289"/>
                </a:lnTo>
                <a:lnTo>
                  <a:pt x="30466" y="8037"/>
                </a:lnTo>
                <a:lnTo>
                  <a:pt x="30001" y="8037"/>
                </a:lnTo>
                <a:lnTo>
                  <a:pt x="26673" y="8305"/>
                </a:lnTo>
                <a:lnTo>
                  <a:pt x="26152" y="8391"/>
                </a:lnTo>
                <a:lnTo>
                  <a:pt x="23171" y="9180"/>
                </a:lnTo>
                <a:lnTo>
                  <a:pt x="22611" y="9393"/>
                </a:lnTo>
                <a:lnTo>
                  <a:pt x="19977" y="10710"/>
                </a:lnTo>
                <a:lnTo>
                  <a:pt x="19441" y="11049"/>
                </a:lnTo>
                <a:lnTo>
                  <a:pt x="17169" y="12895"/>
                </a:lnTo>
                <a:lnTo>
                  <a:pt x="16712" y="13344"/>
                </a:lnTo>
                <a:lnTo>
                  <a:pt x="14874" y="15647"/>
                </a:lnTo>
                <a:lnTo>
                  <a:pt x="14527" y="16199"/>
                </a:lnTo>
                <a:lnTo>
                  <a:pt x="13202" y="18904"/>
                </a:lnTo>
                <a:lnTo>
                  <a:pt x="12997" y="19464"/>
                </a:lnTo>
                <a:lnTo>
                  <a:pt x="12185" y="22580"/>
                </a:lnTo>
                <a:lnTo>
                  <a:pt x="12106" y="23076"/>
                </a:lnTo>
                <a:lnTo>
                  <a:pt x="12064" y="23588"/>
                </a:lnTo>
                <a:lnTo>
                  <a:pt x="8134" y="23185"/>
                </a:lnTo>
                <a:lnTo>
                  <a:pt x="8516" y="21320"/>
                </a:lnTo>
                <a:lnTo>
                  <a:pt x="9142" y="19179"/>
                </a:lnTo>
                <a:lnTo>
                  <a:pt x="9912" y="17231"/>
                </a:lnTo>
                <a:lnTo>
                  <a:pt x="10815" y="15472"/>
                </a:lnTo>
                <a:lnTo>
                  <a:pt x="11909" y="13792"/>
                </a:lnTo>
                <a:lnTo>
                  <a:pt x="13079" y="12373"/>
                </a:lnTo>
                <a:lnTo>
                  <a:pt x="14500" y="10988"/>
                </a:lnTo>
                <a:lnTo>
                  <a:pt x="15922" y="9868"/>
                </a:lnTo>
                <a:lnTo>
                  <a:pt x="17579" y="8826"/>
                </a:lnTo>
                <a:lnTo>
                  <a:pt x="19329" y="7958"/>
                </a:lnTo>
                <a:lnTo>
                  <a:pt x="21303" y="7211"/>
                </a:lnTo>
                <a:lnTo>
                  <a:pt x="23234" y="6679"/>
                </a:lnTo>
                <a:lnTo>
                  <a:pt x="25567" y="6246"/>
                </a:lnTo>
                <a:lnTo>
                  <a:pt x="27896" y="5999"/>
                </a:lnTo>
                <a:lnTo>
                  <a:pt x="30447" y="5911"/>
                </a:lnTo>
                <a:lnTo>
                  <a:pt x="32986" y="6005"/>
                </a:lnTo>
                <a:lnTo>
                  <a:pt x="35389" y="6272"/>
                </a:lnTo>
                <a:lnTo>
                  <a:pt x="37668" y="6729"/>
                </a:lnTo>
                <a:lnTo>
                  <a:pt x="39663" y="7326"/>
                </a:lnTo>
                <a:lnTo>
                  <a:pt x="41509" y="8075"/>
                </a:lnTo>
                <a:lnTo>
                  <a:pt x="43306" y="9030"/>
                </a:lnTo>
                <a:lnTo>
                  <a:pt x="44921" y="10131"/>
                </a:lnTo>
                <a:lnTo>
                  <a:pt x="46410" y="11396"/>
                </a:lnTo>
                <a:lnTo>
                  <a:pt x="47750" y="12791"/>
                </a:lnTo>
                <a:lnTo>
                  <a:pt x="48955" y="14327"/>
                </a:lnTo>
                <a:lnTo>
                  <a:pt x="49925" y="15876"/>
                </a:lnTo>
                <a:lnTo>
                  <a:pt x="50726" y="17518"/>
                </a:lnTo>
                <a:lnTo>
                  <a:pt x="51317" y="19153"/>
                </a:lnTo>
                <a:lnTo>
                  <a:pt x="51775" y="20996"/>
                </a:lnTo>
                <a:lnTo>
                  <a:pt x="52044" y="22915"/>
                </a:lnTo>
                <a:lnTo>
                  <a:pt x="52132" y="24870"/>
                </a:lnTo>
                <a:lnTo>
                  <a:pt x="52021" y="26948"/>
                </a:lnTo>
                <a:lnTo>
                  <a:pt x="51701" y="29018"/>
                </a:lnTo>
                <a:lnTo>
                  <a:pt x="51174" y="31035"/>
                </a:lnTo>
                <a:lnTo>
                  <a:pt x="50422" y="33068"/>
                </a:lnTo>
                <a:lnTo>
                  <a:pt x="49421" y="35134"/>
                </a:lnTo>
                <a:lnTo>
                  <a:pt x="48133" y="37247"/>
                </a:lnTo>
                <a:lnTo>
                  <a:pt x="46483" y="39532"/>
                </a:lnTo>
                <a:lnTo>
                  <a:pt x="44559" y="41840"/>
                </a:lnTo>
                <a:lnTo>
                  <a:pt x="38695" y="47727"/>
                </a:lnTo>
                <a:lnTo>
                  <a:pt x="29788" y="55562"/>
                </a:lnTo>
                <a:lnTo>
                  <a:pt x="29820" y="55538"/>
                </a:lnTo>
                <a:lnTo>
                  <a:pt x="22651" y="61690"/>
                </a:lnTo>
                <a:lnTo>
                  <a:pt x="22556" y="61777"/>
                </a:lnTo>
                <a:lnTo>
                  <a:pt x="18510" y="65570"/>
                </a:lnTo>
                <a:lnTo>
                  <a:pt x="18297" y="65799"/>
                </a:lnTo>
                <a:lnTo>
                  <a:pt x="16034" y="68417"/>
                </a:lnTo>
                <a:lnTo>
                  <a:pt x="15844" y="68662"/>
                </a:lnTo>
                <a:lnTo>
                  <a:pt x="14007" y="71296"/>
                </a:lnTo>
                <a:lnTo>
                  <a:pt x="13605" y="72116"/>
                </a:lnTo>
                <a:lnTo>
                  <a:pt x="13478" y="73031"/>
                </a:lnTo>
                <a:lnTo>
                  <a:pt x="13636" y="73930"/>
                </a:lnTo>
                <a:lnTo>
                  <a:pt x="14054" y="74742"/>
                </a:lnTo>
                <a:lnTo>
                  <a:pt x="14709" y="75389"/>
                </a:lnTo>
                <a:lnTo>
                  <a:pt x="15529" y="75799"/>
                </a:lnTo>
                <a:lnTo>
                  <a:pt x="16436" y="75941"/>
                </a:lnTo>
                <a:lnTo>
                  <a:pt x="52242" y="75941"/>
                </a:lnTo>
                <a:lnTo>
                  <a:pt x="52242" y="79356"/>
                </a:lnTo>
                <a:lnTo>
                  <a:pt x="6123" y="79356"/>
                </a:lnTo>
                <a:lnTo>
                  <a:pt x="6892" y="7653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F8E9F-1230-4B14-BC03-0618533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41" y="1445218"/>
            <a:ext cx="55759" cy="65759"/>
          </a:xfrm>
          <a:custGeom xmlns:a="http://schemas.openxmlformats.org/drawingml/2006/main">
            <a:pathLst>
              <a:path w="55759" h="65759">
                <a:moveTo>
                  <a:pt x="53298" y="23684"/>
                </a:moveTo>
                <a:lnTo>
                  <a:pt x="54087" y="23076"/>
                </a:lnTo>
                <a:lnTo>
                  <a:pt x="54623" y="22248"/>
                </a:lnTo>
                <a:lnTo>
                  <a:pt x="54860" y="21286"/>
                </a:lnTo>
                <a:lnTo>
                  <a:pt x="54765" y="20300"/>
                </a:lnTo>
                <a:lnTo>
                  <a:pt x="53661" y="16215"/>
                </a:lnTo>
                <a:lnTo>
                  <a:pt x="53503" y="15758"/>
                </a:lnTo>
                <a:lnTo>
                  <a:pt x="51871" y="12161"/>
                </a:lnTo>
                <a:lnTo>
                  <a:pt x="51603" y="11688"/>
                </a:lnTo>
                <a:lnTo>
                  <a:pt x="49434" y="8589"/>
                </a:lnTo>
                <a:lnTo>
                  <a:pt x="49063" y="8155"/>
                </a:lnTo>
                <a:lnTo>
                  <a:pt x="46366" y="5544"/>
                </a:lnTo>
                <a:lnTo>
                  <a:pt x="45924" y="5197"/>
                </a:lnTo>
                <a:lnTo>
                  <a:pt x="42746" y="3131"/>
                </a:lnTo>
                <a:lnTo>
                  <a:pt x="42249" y="2871"/>
                </a:lnTo>
                <a:lnTo>
                  <a:pt x="38653" y="1396"/>
                </a:lnTo>
                <a:lnTo>
                  <a:pt x="38164" y="1246"/>
                </a:lnTo>
                <a:lnTo>
                  <a:pt x="34134" y="363"/>
                </a:lnTo>
                <a:lnTo>
                  <a:pt x="33700" y="300"/>
                </a:lnTo>
                <a:lnTo>
                  <a:pt x="29244" y="8"/>
                </a:lnTo>
                <a:lnTo>
                  <a:pt x="28873" y="0"/>
                </a:lnTo>
                <a:lnTo>
                  <a:pt x="25245" y="221"/>
                </a:lnTo>
                <a:lnTo>
                  <a:pt x="24883" y="268"/>
                </a:lnTo>
                <a:lnTo>
                  <a:pt x="21397" y="915"/>
                </a:lnTo>
                <a:lnTo>
                  <a:pt x="21026" y="1009"/>
                </a:lnTo>
                <a:lnTo>
                  <a:pt x="17682" y="2098"/>
                </a:lnTo>
                <a:lnTo>
                  <a:pt x="17327" y="2240"/>
                </a:lnTo>
                <a:lnTo>
                  <a:pt x="14117" y="3762"/>
                </a:lnTo>
                <a:lnTo>
                  <a:pt x="13747" y="3975"/>
                </a:lnTo>
                <a:lnTo>
                  <a:pt x="10805" y="5931"/>
                </a:lnTo>
                <a:lnTo>
                  <a:pt x="10418" y="6238"/>
                </a:lnTo>
                <a:lnTo>
                  <a:pt x="7879" y="8628"/>
                </a:lnTo>
                <a:lnTo>
                  <a:pt x="7548" y="8999"/>
                </a:lnTo>
                <a:lnTo>
                  <a:pt x="5410" y="11822"/>
                </a:lnTo>
                <a:lnTo>
                  <a:pt x="5158" y="12216"/>
                </a:lnTo>
                <a:lnTo>
                  <a:pt x="3423" y="15482"/>
                </a:lnTo>
                <a:lnTo>
                  <a:pt x="3257" y="15836"/>
                </a:lnTo>
                <a:lnTo>
                  <a:pt x="1916" y="19464"/>
                </a:lnTo>
                <a:lnTo>
                  <a:pt x="1814" y="19788"/>
                </a:lnTo>
                <a:lnTo>
                  <a:pt x="852" y="23700"/>
                </a:lnTo>
                <a:lnTo>
                  <a:pt x="797" y="23999"/>
                </a:lnTo>
                <a:lnTo>
                  <a:pt x="221" y="28203"/>
                </a:lnTo>
                <a:lnTo>
                  <a:pt x="197" y="28479"/>
                </a:lnTo>
                <a:lnTo>
                  <a:pt x="0" y="32974"/>
                </a:lnTo>
                <a:lnTo>
                  <a:pt x="0" y="33195"/>
                </a:lnTo>
                <a:lnTo>
                  <a:pt x="110" y="36673"/>
                </a:lnTo>
                <a:lnTo>
                  <a:pt x="126" y="36878"/>
                </a:lnTo>
                <a:lnTo>
                  <a:pt x="457" y="40151"/>
                </a:lnTo>
                <a:lnTo>
                  <a:pt x="497" y="40380"/>
                </a:lnTo>
                <a:lnTo>
                  <a:pt x="1049" y="43448"/>
                </a:lnTo>
                <a:lnTo>
                  <a:pt x="1112" y="43692"/>
                </a:lnTo>
                <a:lnTo>
                  <a:pt x="1893" y="46555"/>
                </a:lnTo>
                <a:lnTo>
                  <a:pt x="1980" y="46823"/>
                </a:lnTo>
                <a:lnTo>
                  <a:pt x="2981" y="49465"/>
                </a:lnTo>
                <a:lnTo>
                  <a:pt x="3107" y="49749"/>
                </a:lnTo>
                <a:lnTo>
                  <a:pt x="4330" y="52194"/>
                </a:lnTo>
                <a:lnTo>
                  <a:pt x="4495" y="52470"/>
                </a:lnTo>
                <a:lnTo>
                  <a:pt x="5947" y="54702"/>
                </a:lnTo>
                <a:lnTo>
                  <a:pt x="6144" y="54978"/>
                </a:lnTo>
                <a:lnTo>
                  <a:pt x="7824" y="57005"/>
                </a:lnTo>
                <a:lnTo>
                  <a:pt x="8044" y="57242"/>
                </a:lnTo>
                <a:lnTo>
                  <a:pt x="9898" y="59040"/>
                </a:lnTo>
                <a:lnTo>
                  <a:pt x="10142" y="59253"/>
                </a:lnTo>
                <a:lnTo>
                  <a:pt x="12146" y="60814"/>
                </a:lnTo>
                <a:lnTo>
                  <a:pt x="12414" y="60996"/>
                </a:lnTo>
                <a:lnTo>
                  <a:pt x="14559" y="62321"/>
                </a:lnTo>
                <a:lnTo>
                  <a:pt x="14843" y="62478"/>
                </a:lnTo>
                <a:lnTo>
                  <a:pt x="17138" y="63559"/>
                </a:lnTo>
                <a:lnTo>
                  <a:pt x="17430" y="63677"/>
                </a:lnTo>
                <a:lnTo>
                  <a:pt x="19867" y="64521"/>
                </a:lnTo>
                <a:lnTo>
                  <a:pt x="20158" y="64600"/>
                </a:lnTo>
                <a:lnTo>
                  <a:pt x="22737" y="65199"/>
                </a:lnTo>
                <a:lnTo>
                  <a:pt x="23021" y="65255"/>
                </a:lnTo>
                <a:lnTo>
                  <a:pt x="25742" y="65617"/>
                </a:lnTo>
                <a:lnTo>
                  <a:pt x="26002" y="65633"/>
                </a:lnTo>
                <a:lnTo>
                  <a:pt x="28873" y="65759"/>
                </a:lnTo>
                <a:lnTo>
                  <a:pt x="29110" y="65759"/>
                </a:lnTo>
                <a:lnTo>
                  <a:pt x="31405" y="65673"/>
                </a:lnTo>
                <a:lnTo>
                  <a:pt x="31641" y="65649"/>
                </a:lnTo>
                <a:lnTo>
                  <a:pt x="33850" y="65389"/>
                </a:lnTo>
                <a:lnTo>
                  <a:pt x="34102" y="65349"/>
                </a:lnTo>
                <a:lnTo>
                  <a:pt x="36216" y="64915"/>
                </a:lnTo>
                <a:lnTo>
                  <a:pt x="36476" y="64852"/>
                </a:lnTo>
                <a:lnTo>
                  <a:pt x="38495" y="64237"/>
                </a:lnTo>
                <a:lnTo>
                  <a:pt x="38755" y="64150"/>
                </a:lnTo>
                <a:lnTo>
                  <a:pt x="40687" y="63362"/>
                </a:lnTo>
                <a:lnTo>
                  <a:pt x="40940" y="63243"/>
                </a:lnTo>
                <a:lnTo>
                  <a:pt x="42785" y="62289"/>
                </a:lnTo>
                <a:lnTo>
                  <a:pt x="43140" y="62068"/>
                </a:lnTo>
                <a:lnTo>
                  <a:pt x="46547" y="59623"/>
                </a:lnTo>
                <a:lnTo>
                  <a:pt x="46957" y="59261"/>
                </a:lnTo>
                <a:lnTo>
                  <a:pt x="49875" y="56209"/>
                </a:lnTo>
                <a:lnTo>
                  <a:pt x="50223" y="55759"/>
                </a:lnTo>
                <a:lnTo>
                  <a:pt x="52533" y="52171"/>
                </a:lnTo>
                <a:lnTo>
                  <a:pt x="52778" y="51697"/>
                </a:lnTo>
                <a:lnTo>
                  <a:pt x="54473" y="47565"/>
                </a:lnTo>
                <a:lnTo>
                  <a:pt x="54592" y="47218"/>
                </a:lnTo>
                <a:lnTo>
                  <a:pt x="55215" y="44954"/>
                </a:lnTo>
                <a:lnTo>
                  <a:pt x="55262" y="44741"/>
                </a:lnTo>
                <a:lnTo>
                  <a:pt x="55727" y="42336"/>
                </a:lnTo>
                <a:lnTo>
                  <a:pt x="55759" y="41374"/>
                </a:lnTo>
                <a:lnTo>
                  <a:pt x="55475" y="40459"/>
                </a:lnTo>
                <a:lnTo>
                  <a:pt x="54915" y="39678"/>
                </a:lnTo>
                <a:lnTo>
                  <a:pt x="54126" y="39118"/>
                </a:lnTo>
                <a:lnTo>
                  <a:pt x="53212" y="38842"/>
                </a:lnTo>
                <a:lnTo>
                  <a:pt x="43661" y="37604"/>
                </a:lnTo>
                <a:lnTo>
                  <a:pt x="42777" y="37620"/>
                </a:lnTo>
                <a:lnTo>
                  <a:pt x="41941" y="37896"/>
                </a:lnTo>
                <a:lnTo>
                  <a:pt x="41224" y="38416"/>
                </a:lnTo>
                <a:lnTo>
                  <a:pt x="40687" y="39118"/>
                </a:lnTo>
                <a:lnTo>
                  <a:pt x="40388" y="39946"/>
                </a:lnTo>
                <a:lnTo>
                  <a:pt x="39727" y="43192"/>
                </a:lnTo>
                <a:lnTo>
                  <a:pt x="38863" y="45627"/>
                </a:lnTo>
                <a:lnTo>
                  <a:pt x="37742" y="47614"/>
                </a:lnTo>
                <a:lnTo>
                  <a:pt x="36424" y="49123"/>
                </a:lnTo>
                <a:lnTo>
                  <a:pt x="34832" y="50326"/>
                </a:lnTo>
                <a:lnTo>
                  <a:pt x="33112" y="51159"/>
                </a:lnTo>
                <a:lnTo>
                  <a:pt x="31127" y="51679"/>
                </a:lnTo>
                <a:lnTo>
                  <a:pt x="28858" y="51862"/>
                </a:lnTo>
                <a:lnTo>
                  <a:pt x="27414" y="51790"/>
                </a:lnTo>
                <a:lnTo>
                  <a:pt x="26170" y="51606"/>
                </a:lnTo>
                <a:lnTo>
                  <a:pt x="23702" y="50816"/>
                </a:lnTo>
                <a:lnTo>
                  <a:pt x="21547" y="49522"/>
                </a:lnTo>
                <a:lnTo>
                  <a:pt x="19584" y="47637"/>
                </a:lnTo>
                <a:lnTo>
                  <a:pt x="18804" y="46573"/>
                </a:lnTo>
                <a:lnTo>
                  <a:pt x="18091" y="45302"/>
                </a:lnTo>
                <a:lnTo>
                  <a:pt x="17444" y="43776"/>
                </a:lnTo>
                <a:lnTo>
                  <a:pt x="16919" y="42093"/>
                </a:lnTo>
                <a:lnTo>
                  <a:pt x="16149" y="37832"/>
                </a:lnTo>
                <a:lnTo>
                  <a:pt x="15892" y="32832"/>
                </a:lnTo>
                <a:lnTo>
                  <a:pt x="16157" y="27879"/>
                </a:lnTo>
                <a:lnTo>
                  <a:pt x="16478" y="25740"/>
                </a:lnTo>
                <a:lnTo>
                  <a:pt x="16912" y="23838"/>
                </a:lnTo>
                <a:lnTo>
                  <a:pt x="17481" y="22069"/>
                </a:lnTo>
                <a:lnTo>
                  <a:pt x="18142" y="20568"/>
                </a:lnTo>
                <a:lnTo>
                  <a:pt x="18925" y="19221"/>
                </a:lnTo>
                <a:lnTo>
                  <a:pt x="19706" y="18194"/>
                </a:lnTo>
                <a:lnTo>
                  <a:pt x="21773" y="16265"/>
                </a:lnTo>
                <a:lnTo>
                  <a:pt x="23988" y="14971"/>
                </a:lnTo>
                <a:lnTo>
                  <a:pt x="26598" y="14154"/>
                </a:lnTo>
                <a:lnTo>
                  <a:pt x="27878" y="13970"/>
                </a:lnTo>
                <a:lnTo>
                  <a:pt x="29398" y="13896"/>
                </a:lnTo>
                <a:lnTo>
                  <a:pt x="31276" y="14042"/>
                </a:lnTo>
                <a:lnTo>
                  <a:pt x="32914" y="14456"/>
                </a:lnTo>
                <a:lnTo>
                  <a:pt x="34431" y="15151"/>
                </a:lnTo>
                <a:lnTo>
                  <a:pt x="35780" y="16110"/>
                </a:lnTo>
                <a:lnTo>
                  <a:pt x="36982" y="17354"/>
                </a:lnTo>
                <a:lnTo>
                  <a:pt x="37999" y="18886"/>
                </a:lnTo>
                <a:lnTo>
                  <a:pt x="38890" y="20852"/>
                </a:lnTo>
                <a:lnTo>
                  <a:pt x="39639" y="23376"/>
                </a:lnTo>
                <a:lnTo>
                  <a:pt x="40120" y="24315"/>
                </a:lnTo>
                <a:lnTo>
                  <a:pt x="40893" y="25032"/>
                </a:lnTo>
                <a:lnTo>
                  <a:pt x="41870" y="25427"/>
                </a:lnTo>
                <a:lnTo>
                  <a:pt x="42927" y="25450"/>
                </a:lnTo>
                <a:lnTo>
                  <a:pt x="52360" y="23991"/>
                </a:lnTo>
                <a:lnTo>
                  <a:pt x="53298" y="23684"/>
                </a:lnTo>
                <a:close/>
                <a:moveTo>
                  <a:pt x="48931" y="45503"/>
                </a:moveTo>
                <a:lnTo>
                  <a:pt x="47398" y="49224"/>
                </a:lnTo>
                <a:lnTo>
                  <a:pt x="45399" y="52327"/>
                </a:lnTo>
                <a:lnTo>
                  <a:pt x="42873" y="54984"/>
                </a:lnTo>
                <a:lnTo>
                  <a:pt x="39840" y="57153"/>
                </a:lnTo>
                <a:lnTo>
                  <a:pt x="38349" y="57927"/>
                </a:lnTo>
                <a:lnTo>
                  <a:pt x="36681" y="58608"/>
                </a:lnTo>
                <a:lnTo>
                  <a:pt x="34941" y="59136"/>
                </a:lnTo>
                <a:lnTo>
                  <a:pt x="33096" y="59520"/>
                </a:lnTo>
                <a:lnTo>
                  <a:pt x="31123" y="59760"/>
                </a:lnTo>
                <a:lnTo>
                  <a:pt x="29005" y="59840"/>
                </a:lnTo>
                <a:lnTo>
                  <a:pt x="26375" y="59731"/>
                </a:lnTo>
                <a:lnTo>
                  <a:pt x="23903" y="59401"/>
                </a:lnTo>
                <a:lnTo>
                  <a:pt x="21649" y="58877"/>
                </a:lnTo>
                <a:lnTo>
                  <a:pt x="19545" y="58149"/>
                </a:lnTo>
                <a:lnTo>
                  <a:pt x="17516" y="57194"/>
                </a:lnTo>
                <a:lnTo>
                  <a:pt x="15680" y="56067"/>
                </a:lnTo>
                <a:lnTo>
                  <a:pt x="13865" y="54652"/>
                </a:lnTo>
                <a:lnTo>
                  <a:pt x="12288" y="53121"/>
                </a:lnTo>
                <a:lnTo>
                  <a:pt x="10821" y="51352"/>
                </a:lnTo>
                <a:lnTo>
                  <a:pt x="9540" y="49382"/>
                </a:lnTo>
                <a:lnTo>
                  <a:pt x="8436" y="47180"/>
                </a:lnTo>
                <a:lnTo>
                  <a:pt x="7557" y="44854"/>
                </a:lnTo>
                <a:lnTo>
                  <a:pt x="6846" y="42254"/>
                </a:lnTo>
                <a:lnTo>
                  <a:pt x="6346" y="39521"/>
                </a:lnTo>
                <a:lnTo>
                  <a:pt x="6023" y="36408"/>
                </a:lnTo>
                <a:lnTo>
                  <a:pt x="5919" y="33132"/>
                </a:lnTo>
                <a:lnTo>
                  <a:pt x="6098" y="28880"/>
                </a:lnTo>
                <a:lnTo>
                  <a:pt x="6631" y="24989"/>
                </a:lnTo>
                <a:lnTo>
                  <a:pt x="7507" y="21397"/>
                </a:lnTo>
                <a:lnTo>
                  <a:pt x="8721" y="18113"/>
                </a:lnTo>
                <a:lnTo>
                  <a:pt x="10270" y="15204"/>
                </a:lnTo>
                <a:lnTo>
                  <a:pt x="12110" y="12767"/>
                </a:lnTo>
                <a:lnTo>
                  <a:pt x="14290" y="10716"/>
                </a:lnTo>
                <a:lnTo>
                  <a:pt x="16826" y="9025"/>
                </a:lnTo>
                <a:lnTo>
                  <a:pt x="19729" y="7648"/>
                </a:lnTo>
                <a:lnTo>
                  <a:pt x="22670" y="6701"/>
                </a:lnTo>
                <a:lnTo>
                  <a:pt x="25776" y="6117"/>
                </a:lnTo>
                <a:lnTo>
                  <a:pt x="29036" y="5919"/>
                </a:lnTo>
                <a:lnTo>
                  <a:pt x="33083" y="6184"/>
                </a:lnTo>
                <a:lnTo>
                  <a:pt x="36669" y="6977"/>
                </a:lnTo>
                <a:lnTo>
                  <a:pt x="39737" y="8233"/>
                </a:lnTo>
                <a:lnTo>
                  <a:pt x="42472" y="10011"/>
                </a:lnTo>
                <a:lnTo>
                  <a:pt x="44730" y="12190"/>
                </a:lnTo>
                <a:lnTo>
                  <a:pt x="46601" y="14862"/>
                </a:lnTo>
                <a:lnTo>
                  <a:pt x="48013" y="17973"/>
                </a:lnTo>
                <a:lnTo>
                  <a:pt x="48196" y="18652"/>
                </a:lnTo>
                <a:lnTo>
                  <a:pt x="44573" y="19212"/>
                </a:lnTo>
                <a:lnTo>
                  <a:pt x="44505" y="18983"/>
                </a:lnTo>
                <a:lnTo>
                  <a:pt x="44363" y="18605"/>
                </a:lnTo>
                <a:lnTo>
                  <a:pt x="43306" y="16254"/>
                </a:lnTo>
                <a:lnTo>
                  <a:pt x="43069" y="15836"/>
                </a:lnTo>
                <a:lnTo>
                  <a:pt x="41752" y="13841"/>
                </a:lnTo>
                <a:lnTo>
                  <a:pt x="41413" y="13423"/>
                </a:lnTo>
                <a:lnTo>
                  <a:pt x="39828" y="11791"/>
                </a:lnTo>
                <a:lnTo>
                  <a:pt x="39410" y="11428"/>
                </a:lnTo>
                <a:lnTo>
                  <a:pt x="37612" y="10158"/>
                </a:lnTo>
                <a:lnTo>
                  <a:pt x="37138" y="9882"/>
                </a:lnTo>
                <a:lnTo>
                  <a:pt x="35159" y="8975"/>
                </a:lnTo>
                <a:lnTo>
                  <a:pt x="34646" y="8794"/>
                </a:lnTo>
                <a:lnTo>
                  <a:pt x="32493" y="8249"/>
                </a:lnTo>
                <a:lnTo>
                  <a:pt x="31996" y="8171"/>
                </a:lnTo>
                <a:lnTo>
                  <a:pt x="29654" y="7989"/>
                </a:lnTo>
                <a:lnTo>
                  <a:pt x="29291" y="7981"/>
                </a:lnTo>
                <a:lnTo>
                  <a:pt x="27501" y="8060"/>
                </a:lnTo>
                <a:lnTo>
                  <a:pt x="27209" y="8092"/>
                </a:lnTo>
                <a:lnTo>
                  <a:pt x="25506" y="8336"/>
                </a:lnTo>
                <a:lnTo>
                  <a:pt x="25048" y="8439"/>
                </a:lnTo>
                <a:lnTo>
                  <a:pt x="21901" y="9425"/>
                </a:lnTo>
                <a:lnTo>
                  <a:pt x="21286" y="9701"/>
                </a:lnTo>
                <a:lnTo>
                  <a:pt x="18479" y="11341"/>
                </a:lnTo>
                <a:lnTo>
                  <a:pt x="17958" y="11735"/>
                </a:lnTo>
                <a:lnTo>
                  <a:pt x="15497" y="14030"/>
                </a:lnTo>
                <a:lnTo>
                  <a:pt x="15158" y="14401"/>
                </a:lnTo>
                <a:lnTo>
                  <a:pt x="14086" y="15813"/>
                </a:lnTo>
                <a:lnTo>
                  <a:pt x="13881" y="16120"/>
                </a:lnTo>
                <a:lnTo>
                  <a:pt x="12950" y="17721"/>
                </a:lnTo>
                <a:lnTo>
                  <a:pt x="12800" y="18013"/>
                </a:lnTo>
                <a:lnTo>
                  <a:pt x="12011" y="19811"/>
                </a:lnTo>
                <a:lnTo>
                  <a:pt x="11909" y="20087"/>
                </a:lnTo>
                <a:lnTo>
                  <a:pt x="11262" y="22067"/>
                </a:lnTo>
                <a:lnTo>
                  <a:pt x="11191" y="22319"/>
                </a:lnTo>
                <a:lnTo>
                  <a:pt x="10694" y="24488"/>
                </a:lnTo>
                <a:lnTo>
                  <a:pt x="10655" y="24717"/>
                </a:lnTo>
                <a:lnTo>
                  <a:pt x="10292" y="27083"/>
                </a:lnTo>
                <a:lnTo>
                  <a:pt x="10268" y="27359"/>
                </a:lnTo>
                <a:lnTo>
                  <a:pt x="9977" y="32667"/>
                </a:lnTo>
                <a:lnTo>
                  <a:pt x="9977" y="32982"/>
                </a:lnTo>
                <a:lnTo>
                  <a:pt x="10253" y="38353"/>
                </a:lnTo>
                <a:lnTo>
                  <a:pt x="10300" y="38724"/>
                </a:lnTo>
                <a:lnTo>
                  <a:pt x="11128" y="43314"/>
                </a:lnTo>
                <a:lnTo>
                  <a:pt x="11215" y="43661"/>
                </a:lnTo>
                <a:lnTo>
                  <a:pt x="11838" y="45664"/>
                </a:lnTo>
                <a:lnTo>
                  <a:pt x="11933" y="45932"/>
                </a:lnTo>
                <a:lnTo>
                  <a:pt x="12698" y="47730"/>
                </a:lnTo>
                <a:lnTo>
                  <a:pt x="12840" y="48030"/>
                </a:lnTo>
                <a:lnTo>
                  <a:pt x="13739" y="49631"/>
                </a:lnTo>
                <a:lnTo>
                  <a:pt x="13936" y="49939"/>
                </a:lnTo>
                <a:lnTo>
                  <a:pt x="14969" y="51350"/>
                </a:lnTo>
                <a:lnTo>
                  <a:pt x="15300" y="51721"/>
                </a:lnTo>
                <a:lnTo>
                  <a:pt x="17682" y="54008"/>
                </a:lnTo>
                <a:lnTo>
                  <a:pt x="18203" y="54418"/>
                </a:lnTo>
                <a:lnTo>
                  <a:pt x="20923" y="56051"/>
                </a:lnTo>
                <a:lnTo>
                  <a:pt x="21546" y="56335"/>
                </a:lnTo>
                <a:lnTo>
                  <a:pt x="24599" y="57313"/>
                </a:lnTo>
                <a:lnTo>
                  <a:pt x="25064" y="57423"/>
                </a:lnTo>
                <a:lnTo>
                  <a:pt x="26720" y="57668"/>
                </a:lnTo>
                <a:lnTo>
                  <a:pt x="27012" y="57699"/>
                </a:lnTo>
                <a:lnTo>
                  <a:pt x="28755" y="57778"/>
                </a:lnTo>
                <a:lnTo>
                  <a:pt x="29126" y="57770"/>
                </a:lnTo>
                <a:lnTo>
                  <a:pt x="31862" y="57549"/>
                </a:lnTo>
                <a:lnTo>
                  <a:pt x="32383" y="57462"/>
                </a:lnTo>
                <a:lnTo>
                  <a:pt x="34883" y="56808"/>
                </a:lnTo>
                <a:lnTo>
                  <a:pt x="35419" y="56611"/>
                </a:lnTo>
                <a:lnTo>
                  <a:pt x="37683" y="55514"/>
                </a:lnTo>
                <a:lnTo>
                  <a:pt x="38180" y="55215"/>
                </a:lnTo>
                <a:lnTo>
                  <a:pt x="40214" y="53677"/>
                </a:lnTo>
                <a:lnTo>
                  <a:pt x="40656" y="53267"/>
                </a:lnTo>
                <a:lnTo>
                  <a:pt x="42399" y="51279"/>
                </a:lnTo>
                <a:lnTo>
                  <a:pt x="42746" y="50782"/>
                </a:lnTo>
                <a:lnTo>
                  <a:pt x="44134" y="48322"/>
                </a:lnTo>
                <a:lnTo>
                  <a:pt x="44347" y="47856"/>
                </a:lnTo>
                <a:lnTo>
                  <a:pt x="45388" y="44923"/>
                </a:lnTo>
                <a:lnTo>
                  <a:pt x="45498" y="44520"/>
                </a:lnTo>
                <a:lnTo>
                  <a:pt x="45638" y="43826"/>
                </a:lnTo>
                <a:lnTo>
                  <a:pt x="49259" y="44296"/>
                </a:lnTo>
                <a:lnTo>
                  <a:pt x="48931" y="4550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AS">
            <a:extLst xmlns:a="http://schemas.openxmlformats.org/drawingml/2006/main">
              <a:ext uri="{FF2B5EF4-FFF2-40B4-BE49-F238E27FC236}">
                <a16:creationId xmlns:a16="http://schemas.microsoft.com/office/drawing/2014/main" id="{2084BB78-6D81-4777-B348-28657325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32" y="1558891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3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6" y="49260"/>
                  <a:pt x="122598" y="48000"/>
                </a:cubicBezTo>
                <a:cubicBezTo>
                  <a:pt x="120470" y="47173"/>
                  <a:pt x="115763" y="45887"/>
                  <a:pt x="108476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39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8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6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3" y="9414"/>
                  <a:pt x="99287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5" y="38988"/>
                </a:cubicBezTo>
                <a:cubicBezTo>
                  <a:pt x="133112" y="41113"/>
                  <a:pt x="136521" y="43804"/>
                  <a:pt x="138721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3" y="66500"/>
                  <a:pt x="138397" y="70226"/>
                </a:cubicBezTo>
                <a:cubicBezTo>
                  <a:pt x="135980" y="73951"/>
                  <a:pt x="132508" y="76849"/>
                  <a:pt x="127981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2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EF82E-DF56-4E68-8E0D-4B34C024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79" y="1557225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62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F0629-E260-4A77-84CF-6064871E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46" y="1555884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1" y="24588"/>
                </a:lnTo>
                <a:lnTo>
                  <a:pt x="50562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39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52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28" y="32954"/>
                </a:lnTo>
                <a:lnTo>
                  <a:pt x="10237" y="31107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9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100" y="75369"/>
                </a:lnTo>
                <a:lnTo>
                  <a:pt x="11747" y="73107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2">
            <a:extLst xmlns:a="http://schemas.openxmlformats.org/drawingml/2006/main">
              <a:ext uri="{FF2B5EF4-FFF2-40B4-BE49-F238E27FC236}">
                <a16:creationId xmlns:a16="http://schemas.microsoft.com/office/drawing/2014/main" id="{32B81820-C87A-4AAA-A3D0-80335A4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02" y="1609721"/>
            <a:ext cx="34004" cy="51584"/>
          </a:xfrm>
          <a:custGeom xmlns:a="http://schemas.openxmlformats.org/drawingml/2006/main">
            <a:pathLst>
              <a:path w="34004" h="51584">
                <a:moveTo>
                  <a:pt x="34004" y="45486"/>
                </a:moveTo>
                <a:lnTo>
                  <a:pt x="34004" y="51584"/>
                </a:lnTo>
                <a:lnTo>
                  <a:pt x="47" y="51584"/>
                </a:lnTo>
                <a:cubicBezTo>
                  <a:pt x="0" y="50064"/>
                  <a:pt x="245" y="48602"/>
                  <a:pt x="783" y="47198"/>
                </a:cubicBezTo>
                <a:cubicBezTo>
                  <a:pt x="1647" y="44883"/>
                  <a:pt x="3031" y="42603"/>
                  <a:pt x="4935" y="40358"/>
                </a:cubicBezTo>
                <a:cubicBezTo>
                  <a:pt x="6839" y="38112"/>
                  <a:pt x="9590" y="35517"/>
                  <a:pt x="13188" y="32571"/>
                </a:cubicBezTo>
                <a:cubicBezTo>
                  <a:pt x="18772" y="27988"/>
                  <a:pt x="22545" y="24363"/>
                  <a:pt x="24507" y="21696"/>
                </a:cubicBezTo>
                <a:cubicBezTo>
                  <a:pt x="26469" y="19029"/>
                  <a:pt x="27451" y="16508"/>
                  <a:pt x="27451" y="14131"/>
                </a:cubicBezTo>
                <a:cubicBezTo>
                  <a:pt x="27451" y="11639"/>
                  <a:pt x="26557" y="9537"/>
                  <a:pt x="24770" y="7825"/>
                </a:cubicBezTo>
                <a:cubicBezTo>
                  <a:pt x="22983" y="6113"/>
                  <a:pt x="20652" y="5257"/>
                  <a:pt x="17779" y="5257"/>
                </a:cubicBezTo>
                <a:cubicBezTo>
                  <a:pt x="14742" y="5257"/>
                  <a:pt x="12312" y="6168"/>
                  <a:pt x="10490" y="7990"/>
                </a:cubicBezTo>
                <a:cubicBezTo>
                  <a:pt x="8667" y="9812"/>
                  <a:pt x="7745" y="12335"/>
                  <a:pt x="7721" y="15559"/>
                </a:cubicBezTo>
                <a:lnTo>
                  <a:pt x="1238" y="14858"/>
                </a:lnTo>
                <a:cubicBezTo>
                  <a:pt x="1682" y="10022"/>
                  <a:pt x="3352" y="6337"/>
                  <a:pt x="6249" y="3802"/>
                </a:cubicBezTo>
                <a:cubicBezTo>
                  <a:pt x="9146" y="1267"/>
                  <a:pt x="13036" y="0"/>
                  <a:pt x="17919" y="0"/>
                </a:cubicBezTo>
                <a:cubicBezTo>
                  <a:pt x="22848" y="0"/>
                  <a:pt x="26750" y="1366"/>
                  <a:pt x="29623" y="4099"/>
                </a:cubicBezTo>
                <a:cubicBezTo>
                  <a:pt x="32497" y="6832"/>
                  <a:pt x="33934" y="10218"/>
                  <a:pt x="33934" y="14259"/>
                </a:cubicBezTo>
                <a:cubicBezTo>
                  <a:pt x="33934" y="16315"/>
                  <a:pt x="33513" y="18335"/>
                  <a:pt x="32672" y="20321"/>
                </a:cubicBezTo>
                <a:cubicBezTo>
                  <a:pt x="31831" y="22306"/>
                  <a:pt x="30435" y="24396"/>
                  <a:pt x="28484" y="26591"/>
                </a:cubicBezTo>
                <a:cubicBezTo>
                  <a:pt x="26534" y="28787"/>
                  <a:pt x="23292" y="31797"/>
                  <a:pt x="18760" y="35622"/>
                </a:cubicBezTo>
                <a:cubicBezTo>
                  <a:pt x="14975" y="38793"/>
                  <a:pt x="12546" y="40945"/>
                  <a:pt x="11471" y="42076"/>
                </a:cubicBezTo>
                <a:cubicBezTo>
                  <a:pt x="10396" y="43207"/>
                  <a:pt x="9508" y="44344"/>
                  <a:pt x="8808" y="45486"/>
                </a:cubicBezTo>
                <a:lnTo>
                  <a:pt x="34004" y="4548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3B1C8-66F2-4B3F-A2EB-968C360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371" y="1606942"/>
            <a:ext cx="39489" cy="56926"/>
          </a:xfrm>
          <a:custGeom xmlns:a="http://schemas.openxmlformats.org/drawingml/2006/main">
            <a:pathLst>
              <a:path w="39489" h="56926">
                <a:moveTo>
                  <a:pt x="5395" y="41137"/>
                </a:moveTo>
                <a:lnTo>
                  <a:pt x="2958" y="44489"/>
                </a:lnTo>
                <a:lnTo>
                  <a:pt x="2689" y="44931"/>
                </a:lnTo>
                <a:lnTo>
                  <a:pt x="1025" y="48338"/>
                </a:lnTo>
                <a:lnTo>
                  <a:pt x="828" y="48858"/>
                </a:lnTo>
                <a:lnTo>
                  <a:pt x="252" y="50980"/>
                </a:lnTo>
                <a:lnTo>
                  <a:pt x="150" y="51563"/>
                </a:lnTo>
                <a:lnTo>
                  <a:pt x="0" y="53772"/>
                </a:lnTo>
                <a:lnTo>
                  <a:pt x="95" y="54734"/>
                </a:lnTo>
                <a:lnTo>
                  <a:pt x="497" y="55609"/>
                </a:lnTo>
                <a:lnTo>
                  <a:pt x="1151" y="56311"/>
                </a:lnTo>
                <a:lnTo>
                  <a:pt x="2003" y="56768"/>
                </a:lnTo>
                <a:lnTo>
                  <a:pt x="2958" y="56926"/>
                </a:lnTo>
                <a:lnTo>
                  <a:pt x="36531" y="56926"/>
                </a:lnTo>
                <a:lnTo>
                  <a:pt x="37446" y="56784"/>
                </a:lnTo>
                <a:lnTo>
                  <a:pt x="38274" y="56358"/>
                </a:lnTo>
                <a:lnTo>
                  <a:pt x="38929" y="55704"/>
                </a:lnTo>
                <a:lnTo>
                  <a:pt x="39347" y="54884"/>
                </a:lnTo>
                <a:lnTo>
                  <a:pt x="39489" y="53969"/>
                </a:lnTo>
                <a:lnTo>
                  <a:pt x="39489" y="47975"/>
                </a:lnTo>
                <a:lnTo>
                  <a:pt x="39347" y="47060"/>
                </a:lnTo>
                <a:lnTo>
                  <a:pt x="38929" y="46232"/>
                </a:lnTo>
                <a:lnTo>
                  <a:pt x="38274" y="45577"/>
                </a:lnTo>
                <a:lnTo>
                  <a:pt x="37446" y="45159"/>
                </a:lnTo>
                <a:lnTo>
                  <a:pt x="36531" y="45017"/>
                </a:lnTo>
                <a:lnTo>
                  <a:pt x="18233" y="45017"/>
                </a:lnTo>
                <a:lnTo>
                  <a:pt x="23423" y="40411"/>
                </a:lnTo>
                <a:lnTo>
                  <a:pt x="23416" y="40419"/>
                </a:lnTo>
                <a:lnTo>
                  <a:pt x="29181" y="35340"/>
                </a:lnTo>
                <a:lnTo>
                  <a:pt x="29323" y="35206"/>
                </a:lnTo>
                <a:lnTo>
                  <a:pt x="33171" y="31342"/>
                </a:lnTo>
                <a:lnTo>
                  <a:pt x="33408" y="31081"/>
                </a:lnTo>
                <a:lnTo>
                  <a:pt x="35892" y="27895"/>
                </a:lnTo>
                <a:lnTo>
                  <a:pt x="36153" y="27501"/>
                </a:lnTo>
                <a:lnTo>
                  <a:pt x="37809" y="24472"/>
                </a:lnTo>
                <a:lnTo>
                  <a:pt x="38038" y="23944"/>
                </a:lnTo>
                <a:lnTo>
                  <a:pt x="38976" y="20971"/>
                </a:lnTo>
                <a:lnTo>
                  <a:pt x="39094" y="20379"/>
                </a:lnTo>
                <a:lnTo>
                  <a:pt x="39410" y="17359"/>
                </a:lnTo>
                <a:lnTo>
                  <a:pt x="39410" y="16783"/>
                </a:lnTo>
                <a:lnTo>
                  <a:pt x="39142" y="13904"/>
                </a:lnTo>
                <a:lnTo>
                  <a:pt x="39031" y="13321"/>
                </a:lnTo>
                <a:lnTo>
                  <a:pt x="38235" y="10686"/>
                </a:lnTo>
                <a:lnTo>
                  <a:pt x="37982" y="10103"/>
                </a:lnTo>
                <a:lnTo>
                  <a:pt x="36649" y="7713"/>
                </a:lnTo>
                <a:lnTo>
                  <a:pt x="36302" y="7216"/>
                </a:lnTo>
                <a:lnTo>
                  <a:pt x="34433" y="5063"/>
                </a:lnTo>
                <a:lnTo>
                  <a:pt x="34000" y="4653"/>
                </a:lnTo>
                <a:lnTo>
                  <a:pt x="31673" y="2879"/>
                </a:lnTo>
                <a:lnTo>
                  <a:pt x="31137" y="2555"/>
                </a:lnTo>
                <a:lnTo>
                  <a:pt x="28432" y="1286"/>
                </a:lnTo>
                <a:lnTo>
                  <a:pt x="27887" y="1096"/>
                </a:lnTo>
                <a:lnTo>
                  <a:pt x="24804" y="331"/>
                </a:lnTo>
                <a:lnTo>
                  <a:pt x="24315" y="252"/>
                </a:lnTo>
                <a:lnTo>
                  <a:pt x="20845" y="0"/>
                </a:lnTo>
                <a:lnTo>
                  <a:pt x="20427" y="0"/>
                </a:lnTo>
                <a:lnTo>
                  <a:pt x="16988" y="237"/>
                </a:lnTo>
                <a:lnTo>
                  <a:pt x="16531" y="308"/>
                </a:lnTo>
                <a:lnTo>
                  <a:pt x="13463" y="1009"/>
                </a:lnTo>
                <a:lnTo>
                  <a:pt x="12942" y="1183"/>
                </a:lnTo>
                <a:lnTo>
                  <a:pt x="10245" y="2358"/>
                </a:lnTo>
                <a:lnTo>
                  <a:pt x="9716" y="2650"/>
                </a:lnTo>
                <a:lnTo>
                  <a:pt x="7382" y="4298"/>
                </a:lnTo>
                <a:lnTo>
                  <a:pt x="6909" y="4716"/>
                </a:lnTo>
                <a:lnTo>
                  <a:pt x="4984" y="6806"/>
                </a:lnTo>
                <a:lnTo>
                  <a:pt x="4614" y="7319"/>
                </a:lnTo>
                <a:lnTo>
                  <a:pt x="3147" y="9843"/>
                </a:lnTo>
                <a:lnTo>
                  <a:pt x="2902" y="10363"/>
                </a:lnTo>
                <a:lnTo>
                  <a:pt x="1893" y="13313"/>
                </a:lnTo>
                <a:lnTo>
                  <a:pt x="1775" y="13794"/>
                </a:lnTo>
                <a:lnTo>
                  <a:pt x="1215" y="17161"/>
                </a:lnTo>
                <a:lnTo>
                  <a:pt x="1215" y="18124"/>
                </a:lnTo>
                <a:lnTo>
                  <a:pt x="1522" y="19038"/>
                </a:lnTo>
                <a:lnTo>
                  <a:pt x="2106" y="19804"/>
                </a:lnTo>
                <a:lnTo>
                  <a:pt x="2902" y="20340"/>
                </a:lnTo>
                <a:lnTo>
                  <a:pt x="3833" y="20592"/>
                </a:lnTo>
                <a:lnTo>
                  <a:pt x="10245" y="21247"/>
                </a:lnTo>
                <a:lnTo>
                  <a:pt x="11183" y="21192"/>
                </a:lnTo>
                <a:lnTo>
                  <a:pt x="12051" y="20852"/>
                </a:lnTo>
                <a:lnTo>
                  <a:pt x="12776" y="20253"/>
                </a:lnTo>
                <a:lnTo>
                  <a:pt x="13273" y="19456"/>
                </a:lnTo>
                <a:lnTo>
                  <a:pt x="13494" y="18542"/>
                </a:lnTo>
                <a:lnTo>
                  <a:pt x="13657" y="16522"/>
                </a:lnTo>
                <a:lnTo>
                  <a:pt x="14031" y="15079"/>
                </a:lnTo>
                <a:lnTo>
                  <a:pt x="14608" y="13899"/>
                </a:lnTo>
                <a:lnTo>
                  <a:pt x="15382" y="12929"/>
                </a:lnTo>
                <a:lnTo>
                  <a:pt x="16360" y="12136"/>
                </a:lnTo>
                <a:lnTo>
                  <a:pt x="17493" y="11570"/>
                </a:lnTo>
                <a:lnTo>
                  <a:pt x="18863" y="11209"/>
                </a:lnTo>
                <a:lnTo>
                  <a:pt x="20493" y="11083"/>
                </a:lnTo>
                <a:lnTo>
                  <a:pt x="22028" y="11203"/>
                </a:lnTo>
                <a:lnTo>
                  <a:pt x="23316" y="11541"/>
                </a:lnTo>
                <a:lnTo>
                  <a:pt x="24415" y="12080"/>
                </a:lnTo>
                <a:lnTo>
                  <a:pt x="25363" y="12823"/>
                </a:lnTo>
                <a:lnTo>
                  <a:pt x="26129" y="13715"/>
                </a:lnTo>
                <a:lnTo>
                  <a:pt x="26649" y="14642"/>
                </a:lnTo>
                <a:lnTo>
                  <a:pt x="26976" y="15698"/>
                </a:lnTo>
                <a:lnTo>
                  <a:pt x="27087" y="16897"/>
                </a:lnTo>
                <a:lnTo>
                  <a:pt x="26959" y="18163"/>
                </a:lnTo>
                <a:lnTo>
                  <a:pt x="26549" y="19531"/>
                </a:lnTo>
                <a:lnTo>
                  <a:pt x="25839" y="21008"/>
                </a:lnTo>
                <a:lnTo>
                  <a:pt x="24736" y="22707"/>
                </a:lnTo>
                <a:lnTo>
                  <a:pt x="23145" y="24611"/>
                </a:lnTo>
                <a:lnTo>
                  <a:pt x="20868" y="26940"/>
                </a:lnTo>
                <a:lnTo>
                  <a:pt x="13999" y="32959"/>
                </a:lnTo>
                <a:lnTo>
                  <a:pt x="14007" y="32951"/>
                </a:lnTo>
                <a:lnTo>
                  <a:pt x="9298" y="37060"/>
                </a:lnTo>
                <a:lnTo>
                  <a:pt x="9109" y="37241"/>
                </a:lnTo>
                <a:lnTo>
                  <a:pt x="5655" y="40829"/>
                </a:lnTo>
                <a:lnTo>
                  <a:pt x="5395" y="41137"/>
                </a:lnTo>
                <a:close/>
                <a:moveTo>
                  <a:pt x="7560" y="15015"/>
                </a:moveTo>
                <a:lnTo>
                  <a:pt x="8393" y="12583"/>
                </a:lnTo>
                <a:lnTo>
                  <a:pt x="9564" y="10567"/>
                </a:lnTo>
                <a:lnTo>
                  <a:pt x="10580" y="9464"/>
                </a:lnTo>
                <a:lnTo>
                  <a:pt x="9787" y="10458"/>
                </a:lnTo>
                <a:lnTo>
                  <a:pt x="9440" y="11002"/>
                </a:lnTo>
                <a:lnTo>
                  <a:pt x="8589" y="12745"/>
                </a:lnTo>
                <a:lnTo>
                  <a:pt x="8384" y="13305"/>
                </a:lnTo>
                <a:lnTo>
                  <a:pt x="7927" y="15062"/>
                </a:lnTo>
                <a:lnTo>
                  <a:pt x="7559" y="15024"/>
                </a:lnTo>
                <a:lnTo>
                  <a:pt x="7560" y="15015"/>
                </a:lnTo>
                <a:close/>
                <a:moveTo>
                  <a:pt x="6464" y="50688"/>
                </a:moveTo>
                <a:lnTo>
                  <a:pt x="7881" y="47787"/>
                </a:lnTo>
                <a:lnTo>
                  <a:pt x="10049" y="44798"/>
                </a:lnTo>
                <a:lnTo>
                  <a:pt x="11204" y="43598"/>
                </a:lnTo>
                <a:lnTo>
                  <a:pt x="10560" y="44347"/>
                </a:lnTo>
                <a:lnTo>
                  <a:pt x="10371" y="44591"/>
                </a:lnTo>
                <a:lnTo>
                  <a:pt x="9188" y="46287"/>
                </a:lnTo>
                <a:lnTo>
                  <a:pt x="8786" y="47107"/>
                </a:lnTo>
                <a:lnTo>
                  <a:pt x="8660" y="48014"/>
                </a:lnTo>
                <a:lnTo>
                  <a:pt x="8817" y="48921"/>
                </a:lnTo>
                <a:lnTo>
                  <a:pt x="9243" y="49734"/>
                </a:lnTo>
                <a:lnTo>
                  <a:pt x="9890" y="50380"/>
                </a:lnTo>
                <a:lnTo>
                  <a:pt x="10710" y="50790"/>
                </a:lnTo>
                <a:lnTo>
                  <a:pt x="11617" y="50932"/>
                </a:lnTo>
                <a:lnTo>
                  <a:pt x="33574" y="50932"/>
                </a:lnTo>
                <a:lnTo>
                  <a:pt x="33574" y="51011"/>
                </a:lnTo>
                <a:lnTo>
                  <a:pt x="6375" y="51011"/>
                </a:lnTo>
                <a:lnTo>
                  <a:pt x="6464" y="50688"/>
                </a:lnTo>
                <a:close/>
                <a:moveTo>
                  <a:pt x="17799" y="37498"/>
                </a:moveTo>
                <a:lnTo>
                  <a:pt x="12875" y="41862"/>
                </a:lnTo>
                <a:lnTo>
                  <a:pt x="13324" y="41396"/>
                </a:lnTo>
                <a:lnTo>
                  <a:pt x="17799" y="37498"/>
                </a:lnTo>
                <a:close/>
                <a:moveTo>
                  <a:pt x="17895" y="37407"/>
                </a:moveTo>
                <a:lnTo>
                  <a:pt x="18468" y="36905"/>
                </a:lnTo>
                <a:lnTo>
                  <a:pt x="17895" y="37413"/>
                </a:lnTo>
                <a:lnTo>
                  <a:pt x="17895" y="37407"/>
                </a:lnTo>
                <a:close/>
                <a:moveTo>
                  <a:pt x="29630" y="26034"/>
                </a:moveTo>
                <a:lnTo>
                  <a:pt x="30900" y="24078"/>
                </a:lnTo>
                <a:lnTo>
                  <a:pt x="31089" y="23739"/>
                </a:lnTo>
                <a:lnTo>
                  <a:pt x="31996" y="21838"/>
                </a:lnTo>
                <a:lnTo>
                  <a:pt x="32170" y="21405"/>
                </a:lnTo>
                <a:lnTo>
                  <a:pt x="32714" y="19551"/>
                </a:lnTo>
                <a:lnTo>
                  <a:pt x="32817" y="19015"/>
                </a:lnTo>
                <a:lnTo>
                  <a:pt x="32998" y="17217"/>
                </a:lnTo>
                <a:lnTo>
                  <a:pt x="33006" y="16649"/>
                </a:lnTo>
                <a:lnTo>
                  <a:pt x="32840" y="14866"/>
                </a:lnTo>
                <a:lnTo>
                  <a:pt x="32722" y="14275"/>
                </a:lnTo>
                <a:lnTo>
                  <a:pt x="32225" y="12642"/>
                </a:lnTo>
                <a:lnTo>
                  <a:pt x="31981" y="12067"/>
                </a:lnTo>
                <a:lnTo>
                  <a:pt x="31152" y="10576"/>
                </a:lnTo>
                <a:lnTo>
                  <a:pt x="30805" y="10079"/>
                </a:lnTo>
                <a:lnTo>
                  <a:pt x="29745" y="8845"/>
                </a:lnTo>
                <a:lnTo>
                  <a:pt x="30158" y="9160"/>
                </a:lnTo>
                <a:lnTo>
                  <a:pt x="31633" y="10860"/>
                </a:lnTo>
                <a:lnTo>
                  <a:pt x="32663" y="12706"/>
                </a:lnTo>
                <a:lnTo>
                  <a:pt x="33287" y="14771"/>
                </a:lnTo>
                <a:lnTo>
                  <a:pt x="33494" y="17059"/>
                </a:lnTo>
                <a:lnTo>
                  <a:pt x="33241" y="19495"/>
                </a:lnTo>
                <a:lnTo>
                  <a:pt x="32487" y="21890"/>
                </a:lnTo>
                <a:lnTo>
                  <a:pt x="31084" y="24448"/>
                </a:lnTo>
                <a:lnTo>
                  <a:pt x="28858" y="27296"/>
                </a:lnTo>
                <a:lnTo>
                  <a:pt x="25208" y="30961"/>
                </a:lnTo>
                <a:lnTo>
                  <a:pt x="25182" y="30984"/>
                </a:lnTo>
                <a:lnTo>
                  <a:pt x="27469" y="28652"/>
                </a:lnTo>
                <a:lnTo>
                  <a:pt x="27635" y="28471"/>
                </a:lnTo>
                <a:lnTo>
                  <a:pt x="29425" y="26310"/>
                </a:lnTo>
                <a:lnTo>
                  <a:pt x="29630" y="26034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AS">
            <a:extLst xmlns:a="http://schemas.openxmlformats.org/drawingml/2006/main">
              <a:ext uri="{FF2B5EF4-FFF2-40B4-BE49-F238E27FC236}">
                <a16:creationId xmlns:a16="http://schemas.microsoft.com/office/drawing/2014/main" id="{90F146BE-AAE2-4F9C-BB05-0B2959B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806" y="1558891"/>
            <a:ext cx="142022" cy="82024"/>
          </a:xfrm>
          <a:custGeom xmlns:a="http://schemas.openxmlformats.org/drawingml/2006/main">
            <a:pathLst>
              <a:path w="142022" h="82024">
                <a:moveTo>
                  <a:pt x="0" y="80725"/>
                </a:moveTo>
                <a:lnTo>
                  <a:pt x="30461" y="1407"/>
                </a:lnTo>
                <a:lnTo>
                  <a:pt x="41769" y="1407"/>
                </a:lnTo>
                <a:lnTo>
                  <a:pt x="74233" y="80725"/>
                </a:lnTo>
                <a:lnTo>
                  <a:pt x="62275" y="80725"/>
                </a:lnTo>
                <a:lnTo>
                  <a:pt x="53023" y="56703"/>
                </a:lnTo>
                <a:lnTo>
                  <a:pt x="19857" y="56703"/>
                </a:lnTo>
                <a:lnTo>
                  <a:pt x="11146" y="80725"/>
                </a:lnTo>
                <a:lnTo>
                  <a:pt x="0" y="80725"/>
                </a:lnTo>
                <a:moveTo>
                  <a:pt x="22887" y="48154"/>
                </a:moveTo>
                <a:lnTo>
                  <a:pt x="49777" y="48154"/>
                </a:lnTo>
                <a:lnTo>
                  <a:pt x="41499" y="26167"/>
                </a:lnTo>
                <a:cubicBezTo>
                  <a:pt x="38974" y="19504"/>
                  <a:pt x="37098" y="13992"/>
                  <a:pt x="35872" y="9631"/>
                </a:cubicBezTo>
                <a:cubicBezTo>
                  <a:pt x="34862" y="14783"/>
                  <a:pt x="33437" y="19869"/>
                  <a:pt x="31598" y="24889"/>
                </a:cubicBezTo>
                <a:lnTo>
                  <a:pt x="22887" y="48154"/>
                </a:lnTo>
                <a:close/>
                <a:moveTo>
                  <a:pt x="78881" y="55188"/>
                </a:moveTo>
                <a:lnTo>
                  <a:pt x="88782" y="54322"/>
                </a:lnTo>
                <a:cubicBezTo>
                  <a:pt x="89251" y="58290"/>
                  <a:pt x="90342" y="61545"/>
                  <a:pt x="92055" y="64088"/>
                </a:cubicBezTo>
                <a:cubicBezTo>
                  <a:pt x="93769" y="66631"/>
                  <a:pt x="96429" y="68687"/>
                  <a:pt x="100036" y="70256"/>
                </a:cubicBezTo>
                <a:cubicBezTo>
                  <a:pt x="103643" y="71825"/>
                  <a:pt x="107701" y="72610"/>
                  <a:pt x="112210" y="72610"/>
                </a:cubicBezTo>
                <a:cubicBezTo>
                  <a:pt x="116214" y="72610"/>
                  <a:pt x="119748" y="72014"/>
                  <a:pt x="122814" y="70824"/>
                </a:cubicBezTo>
                <a:cubicBezTo>
                  <a:pt x="125880" y="69634"/>
                  <a:pt x="128162" y="68002"/>
                  <a:pt x="129659" y="65928"/>
                </a:cubicBezTo>
                <a:cubicBezTo>
                  <a:pt x="131156" y="63854"/>
                  <a:pt x="131904" y="61596"/>
                  <a:pt x="131904" y="59154"/>
                </a:cubicBezTo>
                <a:cubicBezTo>
                  <a:pt x="131904" y="56677"/>
                  <a:pt x="131183" y="54514"/>
                  <a:pt x="129740" y="52665"/>
                </a:cubicBezTo>
                <a:cubicBezTo>
                  <a:pt x="128297" y="50815"/>
                  <a:pt x="125917" y="49260"/>
                  <a:pt x="122598" y="48000"/>
                </a:cubicBezTo>
                <a:cubicBezTo>
                  <a:pt x="120470" y="47173"/>
                  <a:pt x="115763" y="45887"/>
                  <a:pt x="108477" y="44142"/>
                </a:cubicBezTo>
                <a:cubicBezTo>
                  <a:pt x="101190" y="42397"/>
                  <a:pt x="96086" y="40747"/>
                  <a:pt x="93165" y="39193"/>
                </a:cubicBezTo>
                <a:cubicBezTo>
                  <a:pt x="89377" y="37205"/>
                  <a:pt x="86555" y="34739"/>
                  <a:pt x="84697" y="31794"/>
                </a:cubicBezTo>
                <a:cubicBezTo>
                  <a:pt x="82840" y="28848"/>
                  <a:pt x="81911" y="25551"/>
                  <a:pt x="81911" y="21901"/>
                </a:cubicBezTo>
                <a:cubicBezTo>
                  <a:pt x="81911" y="17889"/>
                  <a:pt x="83047" y="14140"/>
                  <a:pt x="85319" y="10652"/>
                </a:cubicBezTo>
                <a:cubicBezTo>
                  <a:pt x="87592" y="7164"/>
                  <a:pt x="90910" y="4517"/>
                  <a:pt x="95275" y="2710"/>
                </a:cubicBezTo>
                <a:cubicBezTo>
                  <a:pt x="99639" y="903"/>
                  <a:pt x="104491" y="0"/>
                  <a:pt x="109829" y="0"/>
                </a:cubicBezTo>
                <a:cubicBezTo>
                  <a:pt x="115709" y="0"/>
                  <a:pt x="120894" y="947"/>
                  <a:pt x="125384" y="2841"/>
                </a:cubicBezTo>
                <a:cubicBezTo>
                  <a:pt x="129875" y="4734"/>
                  <a:pt x="133329" y="7521"/>
                  <a:pt x="135746" y="11200"/>
                </a:cubicBezTo>
                <a:cubicBezTo>
                  <a:pt x="138162" y="14879"/>
                  <a:pt x="139461" y="19045"/>
                  <a:pt x="139641" y="23698"/>
                </a:cubicBezTo>
                <a:lnTo>
                  <a:pt x="129578" y="24456"/>
                </a:lnTo>
                <a:cubicBezTo>
                  <a:pt x="129037" y="19495"/>
                  <a:pt x="127206" y="15748"/>
                  <a:pt x="124086" y="13215"/>
                </a:cubicBezTo>
                <a:cubicBezTo>
                  <a:pt x="120966" y="10681"/>
                  <a:pt x="116358" y="9414"/>
                  <a:pt x="110262" y="9414"/>
                </a:cubicBezTo>
                <a:cubicBezTo>
                  <a:pt x="103914" y="9414"/>
                  <a:pt x="99288" y="10575"/>
                  <a:pt x="96384" y="12896"/>
                </a:cubicBezTo>
                <a:cubicBezTo>
                  <a:pt x="93480" y="15215"/>
                  <a:pt x="92028" y="18013"/>
                  <a:pt x="92028" y="21287"/>
                </a:cubicBezTo>
                <a:cubicBezTo>
                  <a:pt x="92028" y="24129"/>
                  <a:pt x="93056" y="26467"/>
                  <a:pt x="95112" y="28302"/>
                </a:cubicBezTo>
                <a:cubicBezTo>
                  <a:pt x="97132" y="30137"/>
                  <a:pt x="102408" y="32018"/>
                  <a:pt x="110938" y="33943"/>
                </a:cubicBezTo>
                <a:cubicBezTo>
                  <a:pt x="119469" y="35867"/>
                  <a:pt x="125321" y="37549"/>
                  <a:pt x="128496" y="38988"/>
                </a:cubicBezTo>
                <a:cubicBezTo>
                  <a:pt x="133113" y="41113"/>
                  <a:pt x="136521" y="43804"/>
                  <a:pt x="138722" y="47062"/>
                </a:cubicBezTo>
                <a:cubicBezTo>
                  <a:pt x="140922" y="50319"/>
                  <a:pt x="142022" y="54072"/>
                  <a:pt x="142022" y="58319"/>
                </a:cubicBezTo>
                <a:cubicBezTo>
                  <a:pt x="142022" y="62531"/>
                  <a:pt x="140814" y="66500"/>
                  <a:pt x="138397" y="70226"/>
                </a:cubicBezTo>
                <a:cubicBezTo>
                  <a:pt x="135980" y="73951"/>
                  <a:pt x="132508" y="76849"/>
                  <a:pt x="127982" y="78920"/>
                </a:cubicBezTo>
                <a:cubicBezTo>
                  <a:pt x="123455" y="80989"/>
                  <a:pt x="118360" y="82024"/>
                  <a:pt x="112697" y="82024"/>
                </a:cubicBezTo>
                <a:cubicBezTo>
                  <a:pt x="105519" y="82024"/>
                  <a:pt x="99504" y="80978"/>
                  <a:pt x="94653" y="78886"/>
                </a:cubicBezTo>
                <a:cubicBezTo>
                  <a:pt x="89801" y="76794"/>
                  <a:pt x="85996" y="73647"/>
                  <a:pt x="83236" y="69444"/>
                </a:cubicBezTo>
                <a:cubicBezTo>
                  <a:pt x="80477" y="65242"/>
                  <a:pt x="79025" y="60490"/>
                  <a:pt x="78881" y="55188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61ACB-4E0B-4F21-94C3-673C701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53" y="1557225"/>
            <a:ext cx="79876" cy="84956"/>
          </a:xfrm>
          <a:custGeom xmlns:a="http://schemas.openxmlformats.org/drawingml/2006/main">
            <a:pathLst>
              <a:path w="79876" h="84956">
                <a:moveTo>
                  <a:pt x="22800" y="49434"/>
                </a:moveTo>
                <a:lnTo>
                  <a:pt x="22919" y="50372"/>
                </a:lnTo>
                <a:lnTo>
                  <a:pt x="23329" y="51224"/>
                </a:lnTo>
                <a:lnTo>
                  <a:pt x="23983" y="51902"/>
                </a:lnTo>
                <a:lnTo>
                  <a:pt x="24827" y="52344"/>
                </a:lnTo>
                <a:lnTo>
                  <a:pt x="25758" y="52494"/>
                </a:lnTo>
                <a:lnTo>
                  <a:pt x="52557" y="52494"/>
                </a:lnTo>
                <a:lnTo>
                  <a:pt x="53488" y="52344"/>
                </a:lnTo>
                <a:lnTo>
                  <a:pt x="54331" y="51902"/>
                </a:lnTo>
                <a:lnTo>
                  <a:pt x="54986" y="51224"/>
                </a:lnTo>
                <a:lnTo>
                  <a:pt x="55396" y="50364"/>
                </a:lnTo>
                <a:lnTo>
                  <a:pt x="55507" y="49426"/>
                </a:lnTo>
                <a:lnTo>
                  <a:pt x="55325" y="48495"/>
                </a:lnTo>
                <a:lnTo>
                  <a:pt x="47076" y="26610"/>
                </a:lnTo>
                <a:lnTo>
                  <a:pt x="47084" y="26649"/>
                </a:lnTo>
                <a:lnTo>
                  <a:pt x="43830" y="17662"/>
                </a:lnTo>
                <a:lnTo>
                  <a:pt x="41516" y="10371"/>
                </a:lnTo>
                <a:lnTo>
                  <a:pt x="41082" y="9519"/>
                </a:lnTo>
                <a:lnTo>
                  <a:pt x="40404" y="8849"/>
                </a:lnTo>
                <a:lnTo>
                  <a:pt x="39544" y="8431"/>
                </a:lnTo>
                <a:lnTo>
                  <a:pt x="38590" y="8305"/>
                </a:lnTo>
                <a:lnTo>
                  <a:pt x="37651" y="8494"/>
                </a:lnTo>
                <a:lnTo>
                  <a:pt x="36823" y="8975"/>
                </a:lnTo>
                <a:lnTo>
                  <a:pt x="36192" y="9693"/>
                </a:lnTo>
                <a:lnTo>
                  <a:pt x="35821" y="10576"/>
                </a:lnTo>
                <a:lnTo>
                  <a:pt x="34024" y="18046"/>
                </a:lnTo>
                <a:lnTo>
                  <a:pt x="31626" y="25450"/>
                </a:lnTo>
                <a:lnTo>
                  <a:pt x="31673" y="25324"/>
                </a:lnTo>
                <a:lnTo>
                  <a:pt x="22990" y="48503"/>
                </a:lnTo>
                <a:lnTo>
                  <a:pt x="22800" y="49434"/>
                </a:lnTo>
                <a:close/>
                <a:moveTo>
                  <a:pt x="37209" y="27398"/>
                </a:moveTo>
                <a:lnTo>
                  <a:pt x="37257" y="27272"/>
                </a:lnTo>
                <a:lnTo>
                  <a:pt x="39034" y="21784"/>
                </a:lnTo>
                <a:lnTo>
                  <a:pt x="41523" y="28660"/>
                </a:lnTo>
                <a:lnTo>
                  <a:pt x="41539" y="28700"/>
                </a:lnTo>
                <a:lnTo>
                  <a:pt x="48279" y="46579"/>
                </a:lnTo>
                <a:lnTo>
                  <a:pt x="30024" y="46579"/>
                </a:lnTo>
                <a:lnTo>
                  <a:pt x="37209" y="27398"/>
                </a:lnTo>
                <a:close/>
                <a:moveTo>
                  <a:pt x="64135" y="84821"/>
                </a:moveTo>
                <a:lnTo>
                  <a:pt x="65010" y="84956"/>
                </a:lnTo>
                <a:lnTo>
                  <a:pt x="76927" y="84956"/>
                </a:lnTo>
                <a:lnTo>
                  <a:pt x="77873" y="84798"/>
                </a:lnTo>
                <a:lnTo>
                  <a:pt x="78717" y="84348"/>
                </a:lnTo>
                <a:lnTo>
                  <a:pt x="79380" y="83646"/>
                </a:lnTo>
                <a:lnTo>
                  <a:pt x="79782" y="82771"/>
                </a:lnTo>
                <a:lnTo>
                  <a:pt x="79876" y="81817"/>
                </a:lnTo>
                <a:lnTo>
                  <a:pt x="79664" y="80878"/>
                </a:lnTo>
                <a:lnTo>
                  <a:pt x="47312" y="1838"/>
                </a:lnTo>
                <a:lnTo>
                  <a:pt x="46871" y="1088"/>
                </a:lnTo>
                <a:lnTo>
                  <a:pt x="46224" y="505"/>
                </a:lnTo>
                <a:lnTo>
                  <a:pt x="45435" y="126"/>
                </a:lnTo>
                <a:lnTo>
                  <a:pt x="44576" y="0"/>
                </a:lnTo>
                <a:lnTo>
                  <a:pt x="33306" y="0"/>
                </a:lnTo>
                <a:lnTo>
                  <a:pt x="32430" y="134"/>
                </a:lnTo>
                <a:lnTo>
                  <a:pt x="31634" y="521"/>
                </a:lnTo>
                <a:lnTo>
                  <a:pt x="30987" y="1128"/>
                </a:lnTo>
                <a:lnTo>
                  <a:pt x="30545" y="1901"/>
                </a:lnTo>
                <a:lnTo>
                  <a:pt x="197" y="80941"/>
                </a:lnTo>
                <a:lnTo>
                  <a:pt x="0" y="81872"/>
                </a:lnTo>
                <a:lnTo>
                  <a:pt x="110" y="82810"/>
                </a:lnTo>
                <a:lnTo>
                  <a:pt x="521" y="83670"/>
                </a:lnTo>
                <a:lnTo>
                  <a:pt x="1175" y="84356"/>
                </a:lnTo>
                <a:lnTo>
                  <a:pt x="2019" y="84806"/>
                </a:lnTo>
                <a:lnTo>
                  <a:pt x="2958" y="84956"/>
                </a:lnTo>
                <a:lnTo>
                  <a:pt x="14054" y="84956"/>
                </a:lnTo>
                <a:lnTo>
                  <a:pt x="14945" y="84821"/>
                </a:lnTo>
                <a:lnTo>
                  <a:pt x="15758" y="84419"/>
                </a:lnTo>
                <a:lnTo>
                  <a:pt x="16404" y="83796"/>
                </a:lnTo>
                <a:lnTo>
                  <a:pt x="16838" y="83008"/>
                </a:lnTo>
                <a:lnTo>
                  <a:pt x="24815" y="61019"/>
                </a:lnTo>
                <a:lnTo>
                  <a:pt x="53759" y="61019"/>
                </a:lnTo>
                <a:lnTo>
                  <a:pt x="62250" y="83063"/>
                </a:lnTo>
                <a:lnTo>
                  <a:pt x="62683" y="83828"/>
                </a:lnTo>
                <a:lnTo>
                  <a:pt x="63330" y="84435"/>
                </a:lnTo>
                <a:lnTo>
                  <a:pt x="64135" y="84821"/>
                </a:lnTo>
                <a:close/>
                <a:moveTo>
                  <a:pt x="67041" y="79041"/>
                </a:moveTo>
                <a:lnTo>
                  <a:pt x="58551" y="56997"/>
                </a:lnTo>
                <a:lnTo>
                  <a:pt x="58109" y="56224"/>
                </a:lnTo>
                <a:lnTo>
                  <a:pt x="57462" y="55625"/>
                </a:lnTo>
                <a:lnTo>
                  <a:pt x="56666" y="55238"/>
                </a:lnTo>
                <a:lnTo>
                  <a:pt x="55791" y="55104"/>
                </a:lnTo>
                <a:lnTo>
                  <a:pt x="22737" y="55104"/>
                </a:lnTo>
                <a:lnTo>
                  <a:pt x="21846" y="55238"/>
                </a:lnTo>
                <a:lnTo>
                  <a:pt x="21042" y="55641"/>
                </a:lnTo>
                <a:lnTo>
                  <a:pt x="20395" y="56264"/>
                </a:lnTo>
                <a:lnTo>
                  <a:pt x="19961" y="57052"/>
                </a:lnTo>
                <a:lnTo>
                  <a:pt x="11985" y="79041"/>
                </a:lnTo>
                <a:lnTo>
                  <a:pt x="7259" y="79041"/>
                </a:lnTo>
                <a:lnTo>
                  <a:pt x="35339" y="5915"/>
                </a:lnTo>
                <a:lnTo>
                  <a:pt x="42591" y="5915"/>
                </a:lnTo>
                <a:lnTo>
                  <a:pt x="72521" y="79041"/>
                </a:lnTo>
                <a:lnTo>
                  <a:pt x="67041" y="7904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245DC-3B59-4F50-BAC9-4195214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20" y="1555884"/>
            <a:ext cx="68811" cy="87645"/>
          </a:xfrm>
          <a:custGeom xmlns:a="http://schemas.openxmlformats.org/drawingml/2006/main">
            <a:pathLst>
              <a:path w="68811" h="87645">
                <a:moveTo>
                  <a:pt x="2689" y="55002"/>
                </a:moveTo>
                <a:lnTo>
                  <a:pt x="1790" y="55223"/>
                </a:lnTo>
                <a:lnTo>
                  <a:pt x="1002" y="55720"/>
                </a:lnTo>
                <a:lnTo>
                  <a:pt x="410" y="56429"/>
                </a:lnTo>
                <a:lnTo>
                  <a:pt x="63" y="57289"/>
                </a:lnTo>
                <a:lnTo>
                  <a:pt x="0" y="58220"/>
                </a:lnTo>
                <a:lnTo>
                  <a:pt x="355" y="62076"/>
                </a:lnTo>
                <a:lnTo>
                  <a:pt x="418" y="62471"/>
                </a:lnTo>
                <a:lnTo>
                  <a:pt x="1262" y="66122"/>
                </a:lnTo>
                <a:lnTo>
                  <a:pt x="1380" y="66524"/>
                </a:lnTo>
                <a:lnTo>
                  <a:pt x="2713" y="69971"/>
                </a:lnTo>
                <a:lnTo>
                  <a:pt x="2894" y="70357"/>
                </a:lnTo>
                <a:lnTo>
                  <a:pt x="4708" y="73599"/>
                </a:lnTo>
                <a:lnTo>
                  <a:pt x="4945" y="73954"/>
                </a:lnTo>
                <a:lnTo>
                  <a:pt x="7201" y="76895"/>
                </a:lnTo>
                <a:lnTo>
                  <a:pt x="7500" y="77227"/>
                </a:lnTo>
                <a:lnTo>
                  <a:pt x="10142" y="79774"/>
                </a:lnTo>
                <a:lnTo>
                  <a:pt x="10489" y="80058"/>
                </a:lnTo>
                <a:lnTo>
                  <a:pt x="13526" y="82211"/>
                </a:lnTo>
                <a:lnTo>
                  <a:pt x="13888" y="82432"/>
                </a:lnTo>
                <a:lnTo>
                  <a:pt x="17319" y="84191"/>
                </a:lnTo>
                <a:lnTo>
                  <a:pt x="17674" y="84348"/>
                </a:lnTo>
                <a:lnTo>
                  <a:pt x="21515" y="85713"/>
                </a:lnTo>
                <a:lnTo>
                  <a:pt x="21854" y="85815"/>
                </a:lnTo>
                <a:lnTo>
                  <a:pt x="26129" y="86793"/>
                </a:lnTo>
                <a:lnTo>
                  <a:pt x="26420" y="86840"/>
                </a:lnTo>
                <a:lnTo>
                  <a:pt x="31137" y="87424"/>
                </a:lnTo>
                <a:lnTo>
                  <a:pt x="31389" y="87448"/>
                </a:lnTo>
                <a:lnTo>
                  <a:pt x="36531" y="87645"/>
                </a:lnTo>
                <a:lnTo>
                  <a:pt x="36784" y="87645"/>
                </a:lnTo>
                <a:lnTo>
                  <a:pt x="40908" y="87448"/>
                </a:lnTo>
                <a:lnTo>
                  <a:pt x="41208" y="87416"/>
                </a:lnTo>
                <a:lnTo>
                  <a:pt x="45120" y="86840"/>
                </a:lnTo>
                <a:lnTo>
                  <a:pt x="45435" y="86777"/>
                </a:lnTo>
                <a:lnTo>
                  <a:pt x="49134" y="85807"/>
                </a:lnTo>
                <a:lnTo>
                  <a:pt x="49457" y="85697"/>
                </a:lnTo>
                <a:lnTo>
                  <a:pt x="52951" y="84340"/>
                </a:lnTo>
                <a:lnTo>
                  <a:pt x="53275" y="84191"/>
                </a:lnTo>
                <a:lnTo>
                  <a:pt x="56461" y="82487"/>
                </a:lnTo>
                <a:lnTo>
                  <a:pt x="56792" y="82274"/>
                </a:lnTo>
                <a:lnTo>
                  <a:pt x="59584" y="80263"/>
                </a:lnTo>
                <a:lnTo>
                  <a:pt x="59915" y="79987"/>
                </a:lnTo>
                <a:lnTo>
                  <a:pt x="62313" y="77660"/>
                </a:lnTo>
                <a:lnTo>
                  <a:pt x="62605" y="77329"/>
                </a:lnTo>
                <a:lnTo>
                  <a:pt x="64608" y="74695"/>
                </a:lnTo>
                <a:lnTo>
                  <a:pt x="64837" y="74340"/>
                </a:lnTo>
                <a:lnTo>
                  <a:pt x="66414" y="71509"/>
                </a:lnTo>
                <a:lnTo>
                  <a:pt x="66595" y="71130"/>
                </a:lnTo>
                <a:lnTo>
                  <a:pt x="67723" y="68204"/>
                </a:lnTo>
                <a:lnTo>
                  <a:pt x="67849" y="67786"/>
                </a:lnTo>
                <a:lnTo>
                  <a:pt x="68528" y="64773"/>
                </a:lnTo>
                <a:lnTo>
                  <a:pt x="68591" y="64340"/>
                </a:lnTo>
                <a:lnTo>
                  <a:pt x="68811" y="61232"/>
                </a:lnTo>
                <a:lnTo>
                  <a:pt x="68811" y="60822"/>
                </a:lnTo>
                <a:lnTo>
                  <a:pt x="68606" y="57731"/>
                </a:lnTo>
                <a:lnTo>
                  <a:pt x="68551" y="57313"/>
                </a:lnTo>
                <a:lnTo>
                  <a:pt x="67936" y="54410"/>
                </a:lnTo>
                <a:lnTo>
                  <a:pt x="67810" y="53984"/>
                </a:lnTo>
                <a:lnTo>
                  <a:pt x="66785" y="51264"/>
                </a:lnTo>
                <a:lnTo>
                  <a:pt x="66587" y="50846"/>
                </a:lnTo>
                <a:lnTo>
                  <a:pt x="65152" y="48314"/>
                </a:lnTo>
                <a:lnTo>
                  <a:pt x="64884" y="47927"/>
                </a:lnTo>
                <a:lnTo>
                  <a:pt x="63015" y="45593"/>
                </a:lnTo>
                <a:lnTo>
                  <a:pt x="62699" y="45262"/>
                </a:lnTo>
                <a:lnTo>
                  <a:pt x="60381" y="43140"/>
                </a:lnTo>
                <a:lnTo>
                  <a:pt x="60065" y="42888"/>
                </a:lnTo>
                <a:lnTo>
                  <a:pt x="57289" y="40979"/>
                </a:lnTo>
                <a:lnTo>
                  <a:pt x="56989" y="40798"/>
                </a:lnTo>
                <a:lnTo>
                  <a:pt x="53764" y="39102"/>
                </a:lnTo>
                <a:lnTo>
                  <a:pt x="53464" y="38960"/>
                </a:lnTo>
                <a:lnTo>
                  <a:pt x="50593" y="37840"/>
                </a:lnTo>
                <a:lnTo>
                  <a:pt x="50404" y="37769"/>
                </a:lnTo>
                <a:lnTo>
                  <a:pt x="46524" y="36555"/>
                </a:lnTo>
                <a:lnTo>
                  <a:pt x="46366" y="36508"/>
                </a:lnTo>
                <a:lnTo>
                  <a:pt x="35616" y="33810"/>
                </a:lnTo>
                <a:lnTo>
                  <a:pt x="35608" y="33810"/>
                </a:lnTo>
                <a:lnTo>
                  <a:pt x="29943" y="32402"/>
                </a:lnTo>
                <a:lnTo>
                  <a:pt x="25593" y="31045"/>
                </a:lnTo>
                <a:lnTo>
                  <a:pt x="22615" y="29795"/>
                </a:lnTo>
                <a:lnTo>
                  <a:pt x="21061" y="28775"/>
                </a:lnTo>
                <a:lnTo>
                  <a:pt x="20183" y="27814"/>
                </a:lnTo>
                <a:lnTo>
                  <a:pt x="19531" y="26692"/>
                </a:lnTo>
                <a:lnTo>
                  <a:pt x="19161" y="25507"/>
                </a:lnTo>
                <a:lnTo>
                  <a:pt x="19020" y="24054"/>
                </a:lnTo>
                <a:lnTo>
                  <a:pt x="19217" y="22375"/>
                </a:lnTo>
                <a:lnTo>
                  <a:pt x="19787" y="20841"/>
                </a:lnTo>
                <a:lnTo>
                  <a:pt x="20746" y="19420"/>
                </a:lnTo>
                <a:lnTo>
                  <a:pt x="22196" y="18018"/>
                </a:lnTo>
                <a:lnTo>
                  <a:pt x="24166" y="16815"/>
                </a:lnTo>
                <a:lnTo>
                  <a:pt x="26768" y="15913"/>
                </a:lnTo>
                <a:lnTo>
                  <a:pt x="30125" y="15338"/>
                </a:lnTo>
                <a:lnTo>
                  <a:pt x="34201" y="15135"/>
                </a:lnTo>
                <a:lnTo>
                  <a:pt x="38121" y="15352"/>
                </a:lnTo>
                <a:lnTo>
                  <a:pt x="41401" y="15984"/>
                </a:lnTo>
                <a:lnTo>
                  <a:pt x="44045" y="16980"/>
                </a:lnTo>
                <a:lnTo>
                  <a:pt x="46098" y="18295"/>
                </a:lnTo>
                <a:lnTo>
                  <a:pt x="47743" y="19977"/>
                </a:lnTo>
                <a:lnTo>
                  <a:pt x="49026" y="22053"/>
                </a:lnTo>
                <a:lnTo>
                  <a:pt x="49960" y="24585"/>
                </a:lnTo>
                <a:lnTo>
                  <a:pt x="50554" y="27856"/>
                </a:lnTo>
                <a:lnTo>
                  <a:pt x="50838" y="28676"/>
                </a:lnTo>
                <a:lnTo>
                  <a:pt x="51335" y="29378"/>
                </a:lnTo>
                <a:lnTo>
                  <a:pt x="52021" y="29906"/>
                </a:lnTo>
                <a:lnTo>
                  <a:pt x="52825" y="30214"/>
                </a:lnTo>
                <a:lnTo>
                  <a:pt x="53693" y="30277"/>
                </a:lnTo>
                <a:lnTo>
                  <a:pt x="63717" y="29512"/>
                </a:lnTo>
                <a:lnTo>
                  <a:pt x="64632" y="29299"/>
                </a:lnTo>
                <a:lnTo>
                  <a:pt x="65428" y="28802"/>
                </a:lnTo>
                <a:lnTo>
                  <a:pt x="66035" y="28085"/>
                </a:lnTo>
                <a:lnTo>
                  <a:pt x="66382" y="27209"/>
                </a:lnTo>
                <a:lnTo>
                  <a:pt x="66438" y="26271"/>
                </a:lnTo>
                <a:lnTo>
                  <a:pt x="66091" y="22879"/>
                </a:lnTo>
                <a:lnTo>
                  <a:pt x="66027" y="22501"/>
                </a:lnTo>
                <a:lnTo>
                  <a:pt x="65270" y="19291"/>
                </a:lnTo>
                <a:lnTo>
                  <a:pt x="65144" y="18897"/>
                </a:lnTo>
                <a:lnTo>
                  <a:pt x="63969" y="15876"/>
                </a:lnTo>
                <a:lnTo>
                  <a:pt x="63788" y="15505"/>
                </a:lnTo>
                <a:lnTo>
                  <a:pt x="62195" y="12658"/>
                </a:lnTo>
                <a:lnTo>
                  <a:pt x="61950" y="12303"/>
                </a:lnTo>
                <a:lnTo>
                  <a:pt x="59947" y="9716"/>
                </a:lnTo>
                <a:lnTo>
                  <a:pt x="59639" y="9377"/>
                </a:lnTo>
                <a:lnTo>
                  <a:pt x="57250" y="7130"/>
                </a:lnTo>
                <a:lnTo>
                  <a:pt x="56903" y="6846"/>
                </a:lnTo>
                <a:lnTo>
                  <a:pt x="54126" y="4929"/>
                </a:lnTo>
                <a:lnTo>
                  <a:pt x="53772" y="4716"/>
                </a:lnTo>
                <a:lnTo>
                  <a:pt x="50609" y="3139"/>
                </a:lnTo>
                <a:lnTo>
                  <a:pt x="50278" y="2997"/>
                </a:lnTo>
                <a:lnTo>
                  <a:pt x="46792" y="1759"/>
                </a:lnTo>
                <a:lnTo>
                  <a:pt x="46476" y="1672"/>
                </a:lnTo>
                <a:lnTo>
                  <a:pt x="42738" y="781"/>
                </a:lnTo>
                <a:lnTo>
                  <a:pt x="42446" y="733"/>
                </a:lnTo>
                <a:lnTo>
                  <a:pt x="38440" y="197"/>
                </a:lnTo>
                <a:lnTo>
                  <a:pt x="38172" y="181"/>
                </a:lnTo>
                <a:lnTo>
                  <a:pt x="33913" y="0"/>
                </a:lnTo>
                <a:lnTo>
                  <a:pt x="33660" y="0"/>
                </a:lnTo>
                <a:lnTo>
                  <a:pt x="29764" y="174"/>
                </a:lnTo>
                <a:lnTo>
                  <a:pt x="29488" y="197"/>
                </a:lnTo>
                <a:lnTo>
                  <a:pt x="25774" y="702"/>
                </a:lnTo>
                <a:lnTo>
                  <a:pt x="25490" y="749"/>
                </a:lnTo>
                <a:lnTo>
                  <a:pt x="21949" y="1593"/>
                </a:lnTo>
                <a:lnTo>
                  <a:pt x="21657" y="1680"/>
                </a:lnTo>
                <a:lnTo>
                  <a:pt x="18305" y="2863"/>
                </a:lnTo>
                <a:lnTo>
                  <a:pt x="17982" y="2997"/>
                </a:lnTo>
                <a:lnTo>
                  <a:pt x="14914" y="4503"/>
                </a:lnTo>
                <a:lnTo>
                  <a:pt x="14559" y="4708"/>
                </a:lnTo>
                <a:lnTo>
                  <a:pt x="11885" y="6530"/>
                </a:lnTo>
                <a:lnTo>
                  <a:pt x="11530" y="6814"/>
                </a:lnTo>
                <a:lnTo>
                  <a:pt x="9243" y="8944"/>
                </a:lnTo>
                <a:lnTo>
                  <a:pt x="8920" y="9291"/>
                </a:lnTo>
                <a:lnTo>
                  <a:pt x="7027" y="11735"/>
                </a:lnTo>
                <a:lnTo>
                  <a:pt x="6790" y="12098"/>
                </a:lnTo>
                <a:lnTo>
                  <a:pt x="5300" y="14748"/>
                </a:lnTo>
                <a:lnTo>
                  <a:pt x="5118" y="15135"/>
                </a:lnTo>
                <a:lnTo>
                  <a:pt x="4062" y="17879"/>
                </a:lnTo>
                <a:lnTo>
                  <a:pt x="3928" y="18297"/>
                </a:lnTo>
                <a:lnTo>
                  <a:pt x="3297" y="21144"/>
                </a:lnTo>
                <a:lnTo>
                  <a:pt x="3234" y="21578"/>
                </a:lnTo>
                <a:lnTo>
                  <a:pt x="3021" y="24528"/>
                </a:lnTo>
                <a:lnTo>
                  <a:pt x="3021" y="24930"/>
                </a:lnTo>
                <a:lnTo>
                  <a:pt x="3194" y="27588"/>
                </a:lnTo>
                <a:lnTo>
                  <a:pt x="3241" y="27990"/>
                </a:lnTo>
                <a:lnTo>
                  <a:pt x="3762" y="30514"/>
                </a:lnTo>
                <a:lnTo>
                  <a:pt x="3880" y="30924"/>
                </a:lnTo>
                <a:lnTo>
                  <a:pt x="4748" y="33321"/>
                </a:lnTo>
                <a:lnTo>
                  <a:pt x="4921" y="33708"/>
                </a:lnTo>
                <a:lnTo>
                  <a:pt x="6136" y="35971"/>
                </a:lnTo>
                <a:lnTo>
                  <a:pt x="6372" y="36342"/>
                </a:lnTo>
                <a:lnTo>
                  <a:pt x="7942" y="38448"/>
                </a:lnTo>
                <a:lnTo>
                  <a:pt x="8218" y="38771"/>
                </a:lnTo>
                <a:lnTo>
                  <a:pt x="10150" y="40703"/>
                </a:lnTo>
                <a:lnTo>
                  <a:pt x="10442" y="40964"/>
                </a:lnTo>
                <a:lnTo>
                  <a:pt x="12737" y="42714"/>
                </a:lnTo>
                <a:lnTo>
                  <a:pt x="13021" y="42904"/>
                </a:lnTo>
                <a:lnTo>
                  <a:pt x="15671" y="44481"/>
                </a:lnTo>
                <a:lnTo>
                  <a:pt x="15963" y="44623"/>
                </a:lnTo>
                <a:lnTo>
                  <a:pt x="18550" y="45806"/>
                </a:lnTo>
                <a:lnTo>
                  <a:pt x="18778" y="45893"/>
                </a:lnTo>
                <a:lnTo>
                  <a:pt x="22185" y="47107"/>
                </a:lnTo>
                <a:lnTo>
                  <a:pt x="22398" y="47178"/>
                </a:lnTo>
                <a:lnTo>
                  <a:pt x="31657" y="49718"/>
                </a:lnTo>
                <a:lnTo>
                  <a:pt x="31712" y="49734"/>
                </a:lnTo>
                <a:lnTo>
                  <a:pt x="40556" y="51974"/>
                </a:lnTo>
                <a:lnTo>
                  <a:pt x="45474" y="53494"/>
                </a:lnTo>
                <a:lnTo>
                  <a:pt x="47494" y="54373"/>
                </a:lnTo>
                <a:lnTo>
                  <a:pt x="49107" y="55283"/>
                </a:lnTo>
                <a:lnTo>
                  <a:pt x="50419" y="56285"/>
                </a:lnTo>
                <a:lnTo>
                  <a:pt x="51284" y="57210"/>
                </a:lnTo>
                <a:lnTo>
                  <a:pt x="51962" y="58250"/>
                </a:lnTo>
                <a:lnTo>
                  <a:pt x="52429" y="59342"/>
                </a:lnTo>
                <a:lnTo>
                  <a:pt x="52717" y="60547"/>
                </a:lnTo>
                <a:lnTo>
                  <a:pt x="52816" y="61875"/>
                </a:lnTo>
                <a:lnTo>
                  <a:pt x="52718" y="63188"/>
                </a:lnTo>
                <a:lnTo>
                  <a:pt x="52406" y="64479"/>
                </a:lnTo>
                <a:lnTo>
                  <a:pt x="51894" y="65686"/>
                </a:lnTo>
                <a:lnTo>
                  <a:pt x="51151" y="66892"/>
                </a:lnTo>
                <a:lnTo>
                  <a:pt x="50190" y="68014"/>
                </a:lnTo>
                <a:lnTo>
                  <a:pt x="49007" y="69000"/>
                </a:lnTo>
                <a:lnTo>
                  <a:pt x="47468" y="69943"/>
                </a:lnTo>
                <a:lnTo>
                  <a:pt x="45667" y="70758"/>
                </a:lnTo>
                <a:lnTo>
                  <a:pt x="43566" y="71447"/>
                </a:lnTo>
                <a:lnTo>
                  <a:pt x="41223" y="71953"/>
                </a:lnTo>
                <a:lnTo>
                  <a:pt x="38878" y="72237"/>
                </a:lnTo>
                <a:lnTo>
                  <a:pt x="36179" y="72347"/>
                </a:lnTo>
                <a:lnTo>
                  <a:pt x="33175" y="72210"/>
                </a:lnTo>
                <a:lnTo>
                  <a:pt x="30343" y="71817"/>
                </a:lnTo>
                <a:lnTo>
                  <a:pt x="27697" y="71159"/>
                </a:lnTo>
                <a:lnTo>
                  <a:pt x="25198" y="70239"/>
                </a:lnTo>
                <a:lnTo>
                  <a:pt x="23007" y="69143"/>
                </a:lnTo>
                <a:lnTo>
                  <a:pt x="21152" y="67905"/>
                </a:lnTo>
                <a:lnTo>
                  <a:pt x="19671" y="66566"/>
                </a:lnTo>
                <a:lnTo>
                  <a:pt x="18551" y="65179"/>
                </a:lnTo>
                <a:lnTo>
                  <a:pt x="17578" y="63490"/>
                </a:lnTo>
                <a:lnTo>
                  <a:pt x="16777" y="61507"/>
                </a:lnTo>
                <a:lnTo>
                  <a:pt x="16172" y="59266"/>
                </a:lnTo>
                <a:lnTo>
                  <a:pt x="15734" y="56603"/>
                </a:lnTo>
                <a:lnTo>
                  <a:pt x="15458" y="55767"/>
                </a:lnTo>
                <a:lnTo>
                  <a:pt x="14953" y="55041"/>
                </a:lnTo>
                <a:lnTo>
                  <a:pt x="14259" y="54505"/>
                </a:lnTo>
                <a:lnTo>
                  <a:pt x="13431" y="54190"/>
                </a:lnTo>
                <a:lnTo>
                  <a:pt x="12556" y="54142"/>
                </a:lnTo>
                <a:lnTo>
                  <a:pt x="2689" y="55002"/>
                </a:lnTo>
                <a:close/>
                <a:moveTo>
                  <a:pt x="10426" y="60696"/>
                </a:moveTo>
                <a:lnTo>
                  <a:pt x="11128" y="63259"/>
                </a:lnTo>
                <a:lnTo>
                  <a:pt x="11239" y="63590"/>
                </a:lnTo>
                <a:lnTo>
                  <a:pt x="12169" y="65893"/>
                </a:lnTo>
                <a:lnTo>
                  <a:pt x="12343" y="66248"/>
                </a:lnTo>
                <a:lnTo>
                  <a:pt x="13510" y="68283"/>
                </a:lnTo>
                <a:lnTo>
                  <a:pt x="13770" y="68669"/>
                </a:lnTo>
                <a:lnTo>
                  <a:pt x="15229" y="70476"/>
                </a:lnTo>
                <a:lnTo>
                  <a:pt x="15553" y="70823"/>
                </a:lnTo>
                <a:lnTo>
                  <a:pt x="17367" y="72447"/>
                </a:lnTo>
                <a:lnTo>
                  <a:pt x="17698" y="72707"/>
                </a:lnTo>
                <a:lnTo>
                  <a:pt x="19867" y="74159"/>
                </a:lnTo>
                <a:lnTo>
                  <a:pt x="20182" y="74340"/>
                </a:lnTo>
                <a:lnTo>
                  <a:pt x="22698" y="75602"/>
                </a:lnTo>
                <a:lnTo>
                  <a:pt x="23006" y="75736"/>
                </a:lnTo>
                <a:lnTo>
                  <a:pt x="25782" y="76761"/>
                </a:lnTo>
                <a:lnTo>
                  <a:pt x="26097" y="76856"/>
                </a:lnTo>
                <a:lnTo>
                  <a:pt x="29047" y="77589"/>
                </a:lnTo>
                <a:lnTo>
                  <a:pt x="29346" y="77645"/>
                </a:lnTo>
                <a:lnTo>
                  <a:pt x="32462" y="78086"/>
                </a:lnTo>
                <a:lnTo>
                  <a:pt x="32738" y="78110"/>
                </a:lnTo>
                <a:lnTo>
                  <a:pt x="36026" y="78260"/>
                </a:lnTo>
                <a:lnTo>
                  <a:pt x="36271" y="78260"/>
                </a:lnTo>
                <a:lnTo>
                  <a:pt x="39173" y="78149"/>
                </a:lnTo>
                <a:lnTo>
                  <a:pt x="39426" y="78126"/>
                </a:lnTo>
                <a:lnTo>
                  <a:pt x="42154" y="77794"/>
                </a:lnTo>
                <a:lnTo>
                  <a:pt x="42423" y="77747"/>
                </a:lnTo>
                <a:lnTo>
                  <a:pt x="44978" y="77195"/>
                </a:lnTo>
                <a:lnTo>
                  <a:pt x="45262" y="77116"/>
                </a:lnTo>
                <a:lnTo>
                  <a:pt x="47644" y="76335"/>
                </a:lnTo>
                <a:lnTo>
                  <a:pt x="47943" y="76217"/>
                </a:lnTo>
                <a:lnTo>
                  <a:pt x="50088" y="75247"/>
                </a:lnTo>
                <a:lnTo>
                  <a:pt x="50420" y="75073"/>
                </a:lnTo>
                <a:lnTo>
                  <a:pt x="52273" y="73938"/>
                </a:lnTo>
                <a:lnTo>
                  <a:pt x="52620" y="73685"/>
                </a:lnTo>
                <a:lnTo>
                  <a:pt x="54182" y="72384"/>
                </a:lnTo>
                <a:lnTo>
                  <a:pt x="54521" y="72045"/>
                </a:lnTo>
                <a:lnTo>
                  <a:pt x="55791" y="70578"/>
                </a:lnTo>
                <a:lnTo>
                  <a:pt x="56067" y="70200"/>
                </a:lnTo>
                <a:lnTo>
                  <a:pt x="57045" y="68614"/>
                </a:lnTo>
                <a:lnTo>
                  <a:pt x="57250" y="68212"/>
                </a:lnTo>
                <a:lnTo>
                  <a:pt x="57951" y="66556"/>
                </a:lnTo>
                <a:lnTo>
                  <a:pt x="58101" y="66098"/>
                </a:lnTo>
                <a:lnTo>
                  <a:pt x="58519" y="64371"/>
                </a:lnTo>
                <a:lnTo>
                  <a:pt x="58590" y="63906"/>
                </a:lnTo>
                <a:lnTo>
                  <a:pt x="58732" y="62108"/>
                </a:lnTo>
                <a:lnTo>
                  <a:pt x="58732" y="61658"/>
                </a:lnTo>
                <a:lnTo>
                  <a:pt x="58598" y="59860"/>
                </a:lnTo>
                <a:lnTo>
                  <a:pt x="58527" y="59387"/>
                </a:lnTo>
                <a:lnTo>
                  <a:pt x="58117" y="57707"/>
                </a:lnTo>
                <a:lnTo>
                  <a:pt x="57959" y="57226"/>
                </a:lnTo>
                <a:lnTo>
                  <a:pt x="57289" y="55664"/>
                </a:lnTo>
                <a:lnTo>
                  <a:pt x="57045" y="55215"/>
                </a:lnTo>
                <a:lnTo>
                  <a:pt x="56106" y="53772"/>
                </a:lnTo>
                <a:lnTo>
                  <a:pt x="55783" y="53361"/>
                </a:lnTo>
                <a:lnTo>
                  <a:pt x="54529" y="52029"/>
                </a:lnTo>
                <a:lnTo>
                  <a:pt x="54166" y="51697"/>
                </a:lnTo>
                <a:lnTo>
                  <a:pt x="52565" y="50475"/>
                </a:lnTo>
                <a:lnTo>
                  <a:pt x="52234" y="50254"/>
                </a:lnTo>
                <a:lnTo>
                  <a:pt x="50278" y="49150"/>
                </a:lnTo>
                <a:lnTo>
                  <a:pt x="49994" y="49008"/>
                </a:lnTo>
                <a:lnTo>
                  <a:pt x="47683" y="48006"/>
                </a:lnTo>
                <a:lnTo>
                  <a:pt x="47383" y="47896"/>
                </a:lnTo>
                <a:lnTo>
                  <a:pt x="42281" y="46311"/>
                </a:lnTo>
                <a:lnTo>
                  <a:pt x="42131" y="46271"/>
                </a:lnTo>
                <a:lnTo>
                  <a:pt x="33164" y="44000"/>
                </a:lnTo>
                <a:lnTo>
                  <a:pt x="33227" y="44016"/>
                </a:lnTo>
                <a:lnTo>
                  <a:pt x="24115" y="41519"/>
                </a:lnTo>
                <a:lnTo>
                  <a:pt x="20860" y="40358"/>
                </a:lnTo>
                <a:lnTo>
                  <a:pt x="18597" y="39330"/>
                </a:lnTo>
                <a:lnTo>
                  <a:pt x="16158" y="37886"/>
                </a:lnTo>
                <a:lnTo>
                  <a:pt x="14176" y="36368"/>
                </a:lnTo>
                <a:lnTo>
                  <a:pt x="12548" y="34734"/>
                </a:lnTo>
                <a:lnTo>
                  <a:pt x="11228" y="32954"/>
                </a:lnTo>
                <a:lnTo>
                  <a:pt x="10237" y="31107"/>
                </a:lnTo>
                <a:lnTo>
                  <a:pt x="9519" y="29128"/>
                </a:lnTo>
                <a:lnTo>
                  <a:pt x="9080" y="26994"/>
                </a:lnTo>
                <a:lnTo>
                  <a:pt x="8934" y="24759"/>
                </a:lnTo>
                <a:lnTo>
                  <a:pt x="9117" y="22225"/>
                </a:lnTo>
                <a:lnTo>
                  <a:pt x="9653" y="19807"/>
                </a:lnTo>
                <a:lnTo>
                  <a:pt x="10569" y="17445"/>
                </a:lnTo>
                <a:lnTo>
                  <a:pt x="11835" y="15193"/>
                </a:lnTo>
                <a:lnTo>
                  <a:pt x="13450" y="13107"/>
                </a:lnTo>
                <a:lnTo>
                  <a:pt x="15392" y="11294"/>
                </a:lnTo>
                <a:lnTo>
                  <a:pt x="17715" y="9717"/>
                </a:lnTo>
                <a:lnTo>
                  <a:pt x="20445" y="8377"/>
                </a:lnTo>
                <a:lnTo>
                  <a:pt x="23485" y="7311"/>
                </a:lnTo>
                <a:lnTo>
                  <a:pt x="26693" y="6545"/>
                </a:lnTo>
                <a:lnTo>
                  <a:pt x="30157" y="6074"/>
                </a:lnTo>
                <a:lnTo>
                  <a:pt x="33793" y="5912"/>
                </a:lnTo>
                <a:lnTo>
                  <a:pt x="37796" y="6083"/>
                </a:lnTo>
                <a:lnTo>
                  <a:pt x="41535" y="6576"/>
                </a:lnTo>
                <a:lnTo>
                  <a:pt x="44931" y="7377"/>
                </a:lnTo>
                <a:lnTo>
                  <a:pt x="48136" y="8515"/>
                </a:lnTo>
                <a:lnTo>
                  <a:pt x="50894" y="9891"/>
                </a:lnTo>
                <a:lnTo>
                  <a:pt x="53344" y="11575"/>
                </a:lnTo>
                <a:lnTo>
                  <a:pt x="55440" y="13547"/>
                </a:lnTo>
                <a:lnTo>
                  <a:pt x="57152" y="15766"/>
                </a:lnTo>
                <a:lnTo>
                  <a:pt x="58534" y="18229"/>
                </a:lnTo>
                <a:lnTo>
                  <a:pt x="59567" y="20884"/>
                </a:lnTo>
                <a:lnTo>
                  <a:pt x="60228" y="23686"/>
                </a:lnTo>
                <a:lnTo>
                  <a:pt x="60244" y="23849"/>
                </a:lnTo>
                <a:lnTo>
                  <a:pt x="55894" y="24178"/>
                </a:lnTo>
                <a:lnTo>
                  <a:pt x="55727" y="23274"/>
                </a:lnTo>
                <a:lnTo>
                  <a:pt x="55601" y="22785"/>
                </a:lnTo>
                <a:lnTo>
                  <a:pt x="54473" y="19725"/>
                </a:lnTo>
                <a:lnTo>
                  <a:pt x="54213" y="19188"/>
                </a:lnTo>
                <a:lnTo>
                  <a:pt x="52604" y="16586"/>
                </a:lnTo>
                <a:lnTo>
                  <a:pt x="52202" y="16073"/>
                </a:lnTo>
                <a:lnTo>
                  <a:pt x="50112" y="13936"/>
                </a:lnTo>
                <a:lnTo>
                  <a:pt x="49592" y="13510"/>
                </a:lnTo>
                <a:lnTo>
                  <a:pt x="46981" y="11838"/>
                </a:lnTo>
                <a:lnTo>
                  <a:pt x="46429" y="11562"/>
                </a:lnTo>
                <a:lnTo>
                  <a:pt x="43266" y="10363"/>
                </a:lnTo>
                <a:lnTo>
                  <a:pt x="42777" y="10229"/>
                </a:lnTo>
                <a:lnTo>
                  <a:pt x="39055" y="9511"/>
                </a:lnTo>
                <a:lnTo>
                  <a:pt x="38661" y="9456"/>
                </a:lnTo>
                <a:lnTo>
                  <a:pt x="34386" y="9220"/>
                </a:lnTo>
                <a:lnTo>
                  <a:pt x="34071" y="9220"/>
                </a:lnTo>
                <a:lnTo>
                  <a:pt x="29654" y="9440"/>
                </a:lnTo>
                <a:lnTo>
                  <a:pt x="29291" y="9480"/>
                </a:lnTo>
                <a:lnTo>
                  <a:pt x="25513" y="10127"/>
                </a:lnTo>
                <a:lnTo>
                  <a:pt x="25048" y="10245"/>
                </a:lnTo>
                <a:lnTo>
                  <a:pt x="21909" y="11333"/>
                </a:lnTo>
                <a:lnTo>
                  <a:pt x="21341" y="11609"/>
                </a:lnTo>
                <a:lnTo>
                  <a:pt x="18849" y="13131"/>
                </a:lnTo>
                <a:lnTo>
                  <a:pt x="18337" y="13518"/>
                </a:lnTo>
                <a:lnTo>
                  <a:pt x="16436" y="15348"/>
                </a:lnTo>
                <a:lnTo>
                  <a:pt x="16042" y="15821"/>
                </a:lnTo>
                <a:lnTo>
                  <a:pt x="14685" y="17832"/>
                </a:lnTo>
                <a:lnTo>
                  <a:pt x="14362" y="18455"/>
                </a:lnTo>
                <a:lnTo>
                  <a:pt x="13549" y="20639"/>
                </a:lnTo>
                <a:lnTo>
                  <a:pt x="13384" y="21334"/>
                </a:lnTo>
                <a:lnTo>
                  <a:pt x="13108" y="23700"/>
                </a:lnTo>
                <a:lnTo>
                  <a:pt x="13100" y="24315"/>
                </a:lnTo>
                <a:lnTo>
                  <a:pt x="13297" y="26349"/>
                </a:lnTo>
                <a:lnTo>
                  <a:pt x="13415" y="26949"/>
                </a:lnTo>
                <a:lnTo>
                  <a:pt x="13991" y="28794"/>
                </a:lnTo>
                <a:lnTo>
                  <a:pt x="14259" y="29402"/>
                </a:lnTo>
                <a:lnTo>
                  <a:pt x="15221" y="31058"/>
                </a:lnTo>
                <a:lnTo>
                  <a:pt x="15600" y="31570"/>
                </a:lnTo>
                <a:lnTo>
                  <a:pt x="16941" y="33037"/>
                </a:lnTo>
                <a:lnTo>
                  <a:pt x="17501" y="33518"/>
                </a:lnTo>
                <a:lnTo>
                  <a:pt x="19622" y="34899"/>
                </a:lnTo>
                <a:lnTo>
                  <a:pt x="20095" y="35151"/>
                </a:lnTo>
                <a:lnTo>
                  <a:pt x="23431" y="36555"/>
                </a:lnTo>
                <a:lnTo>
                  <a:pt x="23692" y="36649"/>
                </a:lnTo>
                <a:lnTo>
                  <a:pt x="28242" y="38069"/>
                </a:lnTo>
                <a:lnTo>
                  <a:pt x="28416" y="38116"/>
                </a:lnTo>
                <a:lnTo>
                  <a:pt x="34181" y="39552"/>
                </a:lnTo>
                <a:lnTo>
                  <a:pt x="34173" y="39544"/>
                </a:lnTo>
                <a:lnTo>
                  <a:pt x="44848" y="42230"/>
                </a:lnTo>
                <a:lnTo>
                  <a:pt x="48587" y="43403"/>
                </a:lnTo>
                <a:lnTo>
                  <a:pt x="51134" y="44404"/>
                </a:lnTo>
                <a:lnTo>
                  <a:pt x="54083" y="45954"/>
                </a:lnTo>
                <a:lnTo>
                  <a:pt x="56547" y="47653"/>
                </a:lnTo>
                <a:lnTo>
                  <a:pt x="58552" y="49480"/>
                </a:lnTo>
                <a:lnTo>
                  <a:pt x="60104" y="51419"/>
                </a:lnTo>
                <a:lnTo>
                  <a:pt x="61328" y="53566"/>
                </a:lnTo>
                <a:lnTo>
                  <a:pt x="62195" y="55867"/>
                </a:lnTo>
                <a:lnTo>
                  <a:pt x="62722" y="58355"/>
                </a:lnTo>
                <a:lnTo>
                  <a:pt x="62898" y="60997"/>
                </a:lnTo>
                <a:lnTo>
                  <a:pt x="62707" y="63690"/>
                </a:lnTo>
                <a:lnTo>
                  <a:pt x="62125" y="66276"/>
                </a:lnTo>
                <a:lnTo>
                  <a:pt x="61158" y="68792"/>
                </a:lnTo>
                <a:lnTo>
                  <a:pt x="59767" y="71288"/>
                </a:lnTo>
                <a:lnTo>
                  <a:pt x="58034" y="73567"/>
                </a:lnTo>
                <a:lnTo>
                  <a:pt x="55969" y="75578"/>
                </a:lnTo>
                <a:lnTo>
                  <a:pt x="53458" y="77387"/>
                </a:lnTo>
                <a:lnTo>
                  <a:pt x="50649" y="78889"/>
                </a:lnTo>
                <a:lnTo>
                  <a:pt x="47453" y="80129"/>
                </a:lnTo>
                <a:lnTo>
                  <a:pt x="44079" y="81014"/>
                </a:lnTo>
                <a:lnTo>
                  <a:pt x="40516" y="81546"/>
                </a:lnTo>
                <a:lnTo>
                  <a:pt x="36620" y="81725"/>
                </a:lnTo>
                <a:lnTo>
                  <a:pt x="31788" y="81547"/>
                </a:lnTo>
                <a:lnTo>
                  <a:pt x="27339" y="80996"/>
                </a:lnTo>
                <a:lnTo>
                  <a:pt x="23294" y="80070"/>
                </a:lnTo>
                <a:lnTo>
                  <a:pt x="19817" y="78828"/>
                </a:lnTo>
                <a:lnTo>
                  <a:pt x="16810" y="77286"/>
                </a:lnTo>
                <a:lnTo>
                  <a:pt x="14072" y="75350"/>
                </a:lnTo>
                <a:lnTo>
                  <a:pt x="11748" y="73109"/>
                </a:lnTo>
                <a:lnTo>
                  <a:pt x="9750" y="70496"/>
                </a:lnTo>
                <a:lnTo>
                  <a:pt x="8166" y="67665"/>
                </a:lnTo>
                <a:lnTo>
                  <a:pt x="6983" y="64608"/>
                </a:lnTo>
                <a:lnTo>
                  <a:pt x="6228" y="61339"/>
                </a:lnTo>
                <a:lnTo>
                  <a:pt x="6163" y="60636"/>
                </a:lnTo>
                <a:lnTo>
                  <a:pt x="10343" y="60271"/>
                </a:lnTo>
                <a:lnTo>
                  <a:pt x="10363" y="60396"/>
                </a:lnTo>
                <a:lnTo>
                  <a:pt x="10426" y="60696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4">
            <a:extLst xmlns:a="http://schemas.openxmlformats.org/drawingml/2006/main">
              <a:ext uri="{FF2B5EF4-FFF2-40B4-BE49-F238E27FC236}">
                <a16:creationId xmlns:a16="http://schemas.microsoft.com/office/drawing/2014/main" id="{D787D3C9-D054-4F98-BB16-1D743612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61" y="1609932"/>
            <a:ext cx="35534" cy="51374"/>
          </a:xfrm>
          <a:custGeom xmlns:a="http://schemas.openxmlformats.org/drawingml/2006/main">
            <a:pathLst>
              <a:path w="35534" h="51374">
                <a:moveTo>
                  <a:pt x="22288" y="51374"/>
                </a:moveTo>
                <a:lnTo>
                  <a:pt x="22288" y="39038"/>
                </a:lnTo>
                <a:lnTo>
                  <a:pt x="0" y="39038"/>
                </a:lnTo>
                <a:lnTo>
                  <a:pt x="0" y="33221"/>
                </a:lnTo>
                <a:lnTo>
                  <a:pt x="23444" y="0"/>
                </a:lnTo>
                <a:lnTo>
                  <a:pt x="28595" y="0"/>
                </a:lnTo>
                <a:lnTo>
                  <a:pt x="28595" y="33221"/>
                </a:lnTo>
                <a:lnTo>
                  <a:pt x="35534" y="33221"/>
                </a:lnTo>
                <a:lnTo>
                  <a:pt x="35534" y="39038"/>
                </a:lnTo>
                <a:lnTo>
                  <a:pt x="28595" y="39038"/>
                </a:lnTo>
                <a:lnTo>
                  <a:pt x="28595" y="51374"/>
                </a:lnTo>
                <a:lnTo>
                  <a:pt x="22288" y="51374"/>
                </a:lnTo>
                <a:moveTo>
                  <a:pt x="22288" y="33221"/>
                </a:moveTo>
                <a:lnTo>
                  <a:pt x="22288" y="10184"/>
                </a:lnTo>
                <a:lnTo>
                  <a:pt x="6203" y="33221"/>
                </a:lnTo>
                <a:lnTo>
                  <a:pt x="22288" y="33221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DBD80-7056-4E8D-9412-721CCD6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91" y="1607147"/>
            <a:ext cx="41058" cy="56721"/>
          </a:xfrm>
          <a:custGeom xmlns:a="http://schemas.openxmlformats.org/drawingml/2006/main">
            <a:pathLst>
              <a:path w="41058" h="56721">
                <a:moveTo>
                  <a:pt x="32154" y="142"/>
                </a:moveTo>
                <a:lnTo>
                  <a:pt x="31239" y="0"/>
                </a:lnTo>
                <a:lnTo>
                  <a:pt x="26144" y="0"/>
                </a:lnTo>
                <a:lnTo>
                  <a:pt x="25214" y="150"/>
                </a:lnTo>
                <a:lnTo>
                  <a:pt x="24386" y="584"/>
                </a:lnTo>
                <a:lnTo>
                  <a:pt x="23723" y="1254"/>
                </a:lnTo>
                <a:lnTo>
                  <a:pt x="536" y="34173"/>
                </a:lnTo>
                <a:lnTo>
                  <a:pt x="142" y="34985"/>
                </a:lnTo>
                <a:lnTo>
                  <a:pt x="0" y="35877"/>
                </a:lnTo>
                <a:lnTo>
                  <a:pt x="0" y="41602"/>
                </a:lnTo>
                <a:lnTo>
                  <a:pt x="142" y="42517"/>
                </a:lnTo>
                <a:lnTo>
                  <a:pt x="568" y="43337"/>
                </a:lnTo>
                <a:lnTo>
                  <a:pt x="1222" y="43992"/>
                </a:lnTo>
                <a:lnTo>
                  <a:pt x="2043" y="44410"/>
                </a:lnTo>
                <a:lnTo>
                  <a:pt x="2958" y="44560"/>
                </a:lnTo>
                <a:lnTo>
                  <a:pt x="22043" y="44560"/>
                </a:lnTo>
                <a:lnTo>
                  <a:pt x="22043" y="53764"/>
                </a:lnTo>
                <a:lnTo>
                  <a:pt x="22193" y="54678"/>
                </a:lnTo>
                <a:lnTo>
                  <a:pt x="22611" y="55499"/>
                </a:lnTo>
                <a:lnTo>
                  <a:pt x="23266" y="56153"/>
                </a:lnTo>
                <a:lnTo>
                  <a:pt x="24086" y="56579"/>
                </a:lnTo>
                <a:lnTo>
                  <a:pt x="25001" y="56721"/>
                </a:lnTo>
                <a:lnTo>
                  <a:pt x="31239" y="56721"/>
                </a:lnTo>
                <a:lnTo>
                  <a:pt x="32154" y="56579"/>
                </a:lnTo>
                <a:lnTo>
                  <a:pt x="32974" y="56153"/>
                </a:lnTo>
                <a:lnTo>
                  <a:pt x="33629" y="55499"/>
                </a:lnTo>
                <a:lnTo>
                  <a:pt x="34055" y="54678"/>
                </a:lnTo>
                <a:lnTo>
                  <a:pt x="34197" y="53764"/>
                </a:lnTo>
                <a:lnTo>
                  <a:pt x="34197" y="44560"/>
                </a:lnTo>
                <a:lnTo>
                  <a:pt x="38101" y="44560"/>
                </a:lnTo>
                <a:lnTo>
                  <a:pt x="39016" y="44410"/>
                </a:lnTo>
                <a:lnTo>
                  <a:pt x="39844" y="43992"/>
                </a:lnTo>
                <a:lnTo>
                  <a:pt x="40498" y="43337"/>
                </a:lnTo>
                <a:lnTo>
                  <a:pt x="40916" y="42517"/>
                </a:lnTo>
                <a:lnTo>
                  <a:pt x="41058" y="41602"/>
                </a:lnTo>
                <a:lnTo>
                  <a:pt x="41058" y="35877"/>
                </a:lnTo>
                <a:lnTo>
                  <a:pt x="40916" y="34962"/>
                </a:lnTo>
                <a:lnTo>
                  <a:pt x="40498" y="34142"/>
                </a:lnTo>
                <a:lnTo>
                  <a:pt x="39844" y="33487"/>
                </a:lnTo>
                <a:lnTo>
                  <a:pt x="39016" y="33061"/>
                </a:lnTo>
                <a:lnTo>
                  <a:pt x="38101" y="32919"/>
                </a:lnTo>
                <a:lnTo>
                  <a:pt x="34197" y="32919"/>
                </a:lnTo>
                <a:lnTo>
                  <a:pt x="34197" y="2958"/>
                </a:lnTo>
                <a:lnTo>
                  <a:pt x="34055" y="2043"/>
                </a:lnTo>
                <a:lnTo>
                  <a:pt x="33629" y="1215"/>
                </a:lnTo>
                <a:lnTo>
                  <a:pt x="32974" y="560"/>
                </a:lnTo>
                <a:lnTo>
                  <a:pt x="32154" y="142"/>
                </a:lnTo>
                <a:close/>
                <a:moveTo>
                  <a:pt x="28282" y="35877"/>
                </a:moveTo>
                <a:lnTo>
                  <a:pt x="28424" y="36791"/>
                </a:lnTo>
                <a:lnTo>
                  <a:pt x="28850" y="37612"/>
                </a:lnTo>
                <a:lnTo>
                  <a:pt x="29504" y="38266"/>
                </a:lnTo>
                <a:lnTo>
                  <a:pt x="30324" y="38692"/>
                </a:lnTo>
                <a:lnTo>
                  <a:pt x="30629" y="38739"/>
                </a:lnTo>
                <a:lnTo>
                  <a:pt x="30324" y="38787"/>
                </a:lnTo>
                <a:lnTo>
                  <a:pt x="29504" y="39205"/>
                </a:lnTo>
                <a:lnTo>
                  <a:pt x="28850" y="39859"/>
                </a:lnTo>
                <a:lnTo>
                  <a:pt x="28424" y="40687"/>
                </a:lnTo>
                <a:lnTo>
                  <a:pt x="28282" y="41602"/>
                </a:lnTo>
                <a:lnTo>
                  <a:pt x="28282" y="50806"/>
                </a:lnTo>
                <a:lnTo>
                  <a:pt x="27958" y="50806"/>
                </a:lnTo>
                <a:lnTo>
                  <a:pt x="27958" y="41602"/>
                </a:lnTo>
                <a:lnTo>
                  <a:pt x="27816" y="40687"/>
                </a:lnTo>
                <a:lnTo>
                  <a:pt x="27398" y="39859"/>
                </a:lnTo>
                <a:lnTo>
                  <a:pt x="26744" y="39205"/>
                </a:lnTo>
                <a:lnTo>
                  <a:pt x="25916" y="38787"/>
                </a:lnTo>
                <a:lnTo>
                  <a:pt x="25611" y="38739"/>
                </a:lnTo>
                <a:lnTo>
                  <a:pt x="25916" y="38692"/>
                </a:lnTo>
                <a:lnTo>
                  <a:pt x="26744" y="38266"/>
                </a:lnTo>
                <a:lnTo>
                  <a:pt x="27398" y="37612"/>
                </a:lnTo>
                <a:lnTo>
                  <a:pt x="27816" y="36791"/>
                </a:lnTo>
                <a:lnTo>
                  <a:pt x="27958" y="35877"/>
                </a:lnTo>
                <a:lnTo>
                  <a:pt x="27958" y="12966"/>
                </a:lnTo>
                <a:lnTo>
                  <a:pt x="27769" y="11917"/>
                </a:lnTo>
                <a:lnTo>
                  <a:pt x="27217" y="11010"/>
                </a:lnTo>
                <a:lnTo>
                  <a:pt x="26381" y="10347"/>
                </a:lnTo>
                <a:lnTo>
                  <a:pt x="25364" y="10032"/>
                </a:lnTo>
                <a:lnTo>
                  <a:pt x="24750" y="10068"/>
                </a:lnTo>
                <a:lnTo>
                  <a:pt x="27675" y="5915"/>
                </a:lnTo>
                <a:lnTo>
                  <a:pt x="28282" y="5915"/>
                </a:lnTo>
                <a:lnTo>
                  <a:pt x="28282" y="35877"/>
                </a:lnTo>
                <a:close/>
                <a:moveTo>
                  <a:pt x="6217" y="36389"/>
                </a:moveTo>
                <a:lnTo>
                  <a:pt x="6294" y="36823"/>
                </a:lnTo>
                <a:lnTo>
                  <a:pt x="6719" y="37635"/>
                </a:lnTo>
                <a:lnTo>
                  <a:pt x="7374" y="38282"/>
                </a:lnTo>
                <a:lnTo>
                  <a:pt x="8093" y="38645"/>
                </a:lnTo>
                <a:lnTo>
                  <a:pt x="5915" y="38645"/>
                </a:lnTo>
                <a:lnTo>
                  <a:pt x="5915" y="36818"/>
                </a:lnTo>
                <a:lnTo>
                  <a:pt x="6217" y="36389"/>
                </a:lnTo>
                <a:close/>
                <a:moveTo>
                  <a:pt x="22043" y="32919"/>
                </a:moveTo>
                <a:lnTo>
                  <a:pt x="14748" y="32919"/>
                </a:lnTo>
                <a:lnTo>
                  <a:pt x="22043" y="22412"/>
                </a:lnTo>
                <a:lnTo>
                  <a:pt x="22043" y="32919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p2c">
            <a:extLst xmlns:a="http://schemas.openxmlformats.org/drawingml/2006/main">
              <a:ext uri="{FF2B5EF4-FFF2-40B4-BE49-F238E27FC236}">
                <a16:creationId xmlns:a16="http://schemas.microsoft.com/office/drawing/2014/main" id="{5BCF9F1F-7D01-44BC-BCD7-AD1EE0D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56" y="1559974"/>
            <a:ext cx="170104" cy="101718"/>
          </a:xfrm>
          <a:custGeom xmlns:a="http://schemas.openxmlformats.org/drawingml/2006/main">
            <a:pathLst>
              <a:path w="170104" h="101718">
                <a:moveTo>
                  <a:pt x="0" y="101718"/>
                </a:moveTo>
                <a:lnTo>
                  <a:pt x="0" y="22183"/>
                </a:lnTo>
                <a:lnTo>
                  <a:pt x="8873" y="22183"/>
                </a:lnTo>
                <a:lnTo>
                  <a:pt x="8873" y="29702"/>
                </a:lnTo>
                <a:cubicBezTo>
                  <a:pt x="10965" y="26763"/>
                  <a:pt x="13328" y="24558"/>
                  <a:pt x="15961" y="23090"/>
                </a:cubicBezTo>
                <a:cubicBezTo>
                  <a:pt x="18594" y="21620"/>
                  <a:pt x="21786" y="20885"/>
                  <a:pt x="25538" y="20885"/>
                </a:cubicBezTo>
                <a:cubicBezTo>
                  <a:pt x="30443" y="20885"/>
                  <a:pt x="34772" y="22147"/>
                  <a:pt x="38523" y="24672"/>
                </a:cubicBezTo>
                <a:cubicBezTo>
                  <a:pt x="42274" y="27197"/>
                  <a:pt x="45106" y="30759"/>
                  <a:pt x="47018" y="35358"/>
                </a:cubicBezTo>
                <a:cubicBezTo>
                  <a:pt x="48929" y="39957"/>
                  <a:pt x="49885" y="44998"/>
                  <a:pt x="49885" y="50480"/>
                </a:cubicBezTo>
                <a:cubicBezTo>
                  <a:pt x="49885" y="56360"/>
                  <a:pt x="48830" y="61653"/>
                  <a:pt x="46720" y="66360"/>
                </a:cubicBezTo>
                <a:cubicBezTo>
                  <a:pt x="44610" y="71068"/>
                  <a:pt x="41544" y="74675"/>
                  <a:pt x="37522" y="77182"/>
                </a:cubicBezTo>
                <a:cubicBezTo>
                  <a:pt x="33500" y="79688"/>
                  <a:pt x="29271" y="80942"/>
                  <a:pt x="24834" y="80942"/>
                </a:cubicBezTo>
                <a:cubicBezTo>
                  <a:pt x="21588" y="80942"/>
                  <a:pt x="18675" y="80257"/>
                  <a:pt x="16096" y="78886"/>
                </a:cubicBezTo>
                <a:cubicBezTo>
                  <a:pt x="13517" y="77515"/>
                  <a:pt x="11398" y="75784"/>
                  <a:pt x="9739" y="73692"/>
                </a:cubicBezTo>
                <a:lnTo>
                  <a:pt x="9739" y="101718"/>
                </a:lnTo>
                <a:lnTo>
                  <a:pt x="0" y="101718"/>
                </a:lnTo>
                <a:moveTo>
                  <a:pt x="8819" y="51265"/>
                </a:moveTo>
                <a:cubicBezTo>
                  <a:pt x="8819" y="58650"/>
                  <a:pt x="10316" y="64108"/>
                  <a:pt x="13310" y="67639"/>
                </a:cubicBezTo>
                <a:cubicBezTo>
                  <a:pt x="16304" y="71169"/>
                  <a:pt x="19929" y="72934"/>
                  <a:pt x="24185" y="72934"/>
                </a:cubicBezTo>
                <a:cubicBezTo>
                  <a:pt x="28514" y="72934"/>
                  <a:pt x="32220" y="71106"/>
                  <a:pt x="35304" y="67449"/>
                </a:cubicBezTo>
                <a:cubicBezTo>
                  <a:pt x="38388" y="63793"/>
                  <a:pt x="39930" y="58127"/>
                  <a:pt x="39930" y="50453"/>
                </a:cubicBezTo>
                <a:cubicBezTo>
                  <a:pt x="39930" y="43140"/>
                  <a:pt x="38424" y="37664"/>
                  <a:pt x="35412" y="34026"/>
                </a:cubicBezTo>
                <a:cubicBezTo>
                  <a:pt x="32400" y="30387"/>
                  <a:pt x="28802" y="28568"/>
                  <a:pt x="24618" y="28568"/>
                </a:cubicBezTo>
                <a:cubicBezTo>
                  <a:pt x="20470" y="28568"/>
                  <a:pt x="16800" y="30504"/>
                  <a:pt x="13608" y="34377"/>
                </a:cubicBezTo>
                <a:cubicBezTo>
                  <a:pt x="10415" y="38250"/>
                  <a:pt x="8819" y="43880"/>
                  <a:pt x="8819" y="51265"/>
                </a:cubicBezTo>
                <a:close/>
                <a:moveTo>
                  <a:pt x="109995" y="70229"/>
                </a:moveTo>
                <a:lnTo>
                  <a:pt x="109995" y="79643"/>
                </a:lnTo>
                <a:lnTo>
                  <a:pt x="57567" y="79643"/>
                </a:lnTo>
                <a:cubicBezTo>
                  <a:pt x="57494" y="77297"/>
                  <a:pt x="57873" y="75039"/>
                  <a:pt x="58703" y="72872"/>
                </a:cubicBezTo>
                <a:cubicBezTo>
                  <a:pt x="60037" y="69297"/>
                  <a:pt x="62175" y="65777"/>
                  <a:pt x="65114" y="62311"/>
                </a:cubicBezTo>
                <a:cubicBezTo>
                  <a:pt x="68054" y="58844"/>
                  <a:pt x="72301" y="54836"/>
                  <a:pt x="77856" y="50288"/>
                </a:cubicBezTo>
                <a:cubicBezTo>
                  <a:pt x="86477" y="43212"/>
                  <a:pt x="92302" y="37616"/>
                  <a:pt x="95332" y="33498"/>
                </a:cubicBezTo>
                <a:cubicBezTo>
                  <a:pt x="98362" y="29380"/>
                  <a:pt x="99877" y="25487"/>
                  <a:pt x="99877" y="21818"/>
                </a:cubicBezTo>
                <a:cubicBezTo>
                  <a:pt x="99877" y="17970"/>
                  <a:pt x="98497" y="14724"/>
                  <a:pt x="95738" y="12081"/>
                </a:cubicBezTo>
                <a:cubicBezTo>
                  <a:pt x="92979" y="9437"/>
                  <a:pt x="89381" y="8116"/>
                  <a:pt x="84944" y="8116"/>
                </a:cubicBezTo>
                <a:cubicBezTo>
                  <a:pt x="80255" y="8116"/>
                  <a:pt x="76504" y="9523"/>
                  <a:pt x="73690" y="12336"/>
                </a:cubicBezTo>
                <a:cubicBezTo>
                  <a:pt x="70877" y="15150"/>
                  <a:pt x="69452" y="19045"/>
                  <a:pt x="69416" y="24023"/>
                </a:cubicBezTo>
                <a:lnTo>
                  <a:pt x="59406" y="22941"/>
                </a:lnTo>
                <a:cubicBezTo>
                  <a:pt x="60092" y="15474"/>
                  <a:pt x="62671" y="9784"/>
                  <a:pt x="67143" y="5870"/>
                </a:cubicBezTo>
                <a:cubicBezTo>
                  <a:pt x="71616" y="1957"/>
                  <a:pt x="77622" y="0"/>
                  <a:pt x="85160" y="0"/>
                </a:cubicBezTo>
                <a:cubicBezTo>
                  <a:pt x="92771" y="0"/>
                  <a:pt x="98795" y="2110"/>
                  <a:pt x="103232" y="6329"/>
                </a:cubicBezTo>
                <a:cubicBezTo>
                  <a:pt x="107668" y="10548"/>
                  <a:pt x="109887" y="15777"/>
                  <a:pt x="109887" y="22016"/>
                </a:cubicBezTo>
                <a:cubicBezTo>
                  <a:pt x="109887" y="25189"/>
                  <a:pt x="109237" y="28308"/>
                  <a:pt x="107939" y="31374"/>
                </a:cubicBezTo>
                <a:cubicBezTo>
                  <a:pt x="106640" y="34439"/>
                  <a:pt x="104485" y="37666"/>
                  <a:pt x="101473" y="41056"/>
                </a:cubicBezTo>
                <a:cubicBezTo>
                  <a:pt x="98461" y="44445"/>
                  <a:pt x="93457" y="49093"/>
                  <a:pt x="86459" y="54998"/>
                </a:cubicBezTo>
                <a:cubicBezTo>
                  <a:pt x="80616" y="59895"/>
                  <a:pt x="76864" y="63217"/>
                  <a:pt x="75205" y="64964"/>
                </a:cubicBezTo>
                <a:cubicBezTo>
                  <a:pt x="73546" y="66710"/>
                  <a:pt x="72175" y="68465"/>
                  <a:pt x="71093" y="70229"/>
                </a:cubicBezTo>
                <a:lnTo>
                  <a:pt x="109995" y="70229"/>
                </a:lnTo>
                <a:close/>
                <a:moveTo>
                  <a:pt x="160528" y="58542"/>
                </a:moveTo>
                <a:lnTo>
                  <a:pt x="170104" y="59841"/>
                </a:lnTo>
                <a:cubicBezTo>
                  <a:pt x="169058" y="66442"/>
                  <a:pt x="166380" y="71609"/>
                  <a:pt x="162070" y="75342"/>
                </a:cubicBezTo>
                <a:cubicBezTo>
                  <a:pt x="157759" y="79075"/>
                  <a:pt x="152466" y="80942"/>
                  <a:pt x="146190" y="80942"/>
                </a:cubicBezTo>
                <a:cubicBezTo>
                  <a:pt x="138326" y="80942"/>
                  <a:pt x="132005" y="78372"/>
                  <a:pt x="127226" y="73232"/>
                </a:cubicBezTo>
                <a:cubicBezTo>
                  <a:pt x="122446" y="68092"/>
                  <a:pt x="120057" y="60724"/>
                  <a:pt x="120057" y="51130"/>
                </a:cubicBezTo>
                <a:cubicBezTo>
                  <a:pt x="120057" y="44926"/>
                  <a:pt x="121085" y="39497"/>
                  <a:pt x="123141" y="34844"/>
                </a:cubicBezTo>
                <a:cubicBezTo>
                  <a:pt x="125197" y="30191"/>
                  <a:pt x="128326" y="26701"/>
                  <a:pt x="132528" y="24375"/>
                </a:cubicBezTo>
                <a:cubicBezTo>
                  <a:pt x="136730" y="22048"/>
                  <a:pt x="141302" y="20885"/>
                  <a:pt x="146244" y="20885"/>
                </a:cubicBezTo>
                <a:cubicBezTo>
                  <a:pt x="152484" y="20885"/>
                  <a:pt x="157588" y="22454"/>
                  <a:pt x="161556" y="25592"/>
                </a:cubicBezTo>
                <a:cubicBezTo>
                  <a:pt x="165523" y="28729"/>
                  <a:pt x="168066" y="33184"/>
                  <a:pt x="169185" y="38956"/>
                </a:cubicBezTo>
                <a:lnTo>
                  <a:pt x="159716" y="40471"/>
                </a:lnTo>
                <a:cubicBezTo>
                  <a:pt x="158814" y="36629"/>
                  <a:pt x="157218" y="33739"/>
                  <a:pt x="154928" y="31801"/>
                </a:cubicBezTo>
                <a:cubicBezTo>
                  <a:pt x="152637" y="29862"/>
                  <a:pt x="149869" y="28892"/>
                  <a:pt x="146623" y="28892"/>
                </a:cubicBezTo>
                <a:cubicBezTo>
                  <a:pt x="141717" y="28892"/>
                  <a:pt x="137731" y="30651"/>
                  <a:pt x="134665" y="34168"/>
                </a:cubicBezTo>
                <a:cubicBezTo>
                  <a:pt x="131599" y="37685"/>
                  <a:pt x="130066" y="43248"/>
                  <a:pt x="130066" y="50859"/>
                </a:cubicBezTo>
                <a:cubicBezTo>
                  <a:pt x="130066" y="58578"/>
                  <a:pt x="131545" y="64187"/>
                  <a:pt x="134503" y="67686"/>
                </a:cubicBezTo>
                <a:cubicBezTo>
                  <a:pt x="137461" y="71185"/>
                  <a:pt x="141320" y="72934"/>
                  <a:pt x="146082" y="72934"/>
                </a:cubicBezTo>
                <a:cubicBezTo>
                  <a:pt x="149905" y="72934"/>
                  <a:pt x="153097" y="71757"/>
                  <a:pt x="155658" y="69404"/>
                </a:cubicBezTo>
                <a:cubicBezTo>
                  <a:pt x="158219" y="67050"/>
                  <a:pt x="159842" y="63430"/>
                  <a:pt x="160528" y="58542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B353DA-7853-468C-BB36-48F7010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4" y="1577714"/>
            <a:ext cx="55617" cy="86407"/>
          </a:xfrm>
          <a:custGeom xmlns:a="http://schemas.openxmlformats.org/drawingml/2006/main">
            <a:pathLst>
              <a:path w="55617" h="86407">
                <a:moveTo>
                  <a:pt x="10781" y="45940"/>
                </a:moveTo>
                <a:lnTo>
                  <a:pt x="11554" y="47715"/>
                </a:lnTo>
                <a:lnTo>
                  <a:pt x="11696" y="48006"/>
                </a:lnTo>
                <a:lnTo>
                  <a:pt x="12603" y="49592"/>
                </a:lnTo>
                <a:lnTo>
                  <a:pt x="12800" y="49891"/>
                </a:lnTo>
                <a:lnTo>
                  <a:pt x="13849" y="51303"/>
                </a:lnTo>
                <a:lnTo>
                  <a:pt x="14149" y="51650"/>
                </a:lnTo>
                <a:lnTo>
                  <a:pt x="16507" y="53961"/>
                </a:lnTo>
                <a:lnTo>
                  <a:pt x="16988" y="54347"/>
                </a:lnTo>
                <a:lnTo>
                  <a:pt x="19575" y="55996"/>
                </a:lnTo>
                <a:lnTo>
                  <a:pt x="20190" y="56295"/>
                </a:lnTo>
                <a:lnTo>
                  <a:pt x="23013" y="57281"/>
                </a:lnTo>
                <a:lnTo>
                  <a:pt x="23510" y="57407"/>
                </a:lnTo>
                <a:lnTo>
                  <a:pt x="25017" y="57660"/>
                </a:lnTo>
                <a:lnTo>
                  <a:pt x="25340" y="57691"/>
                </a:lnTo>
                <a:lnTo>
                  <a:pt x="26902" y="57778"/>
                </a:lnTo>
                <a:lnTo>
                  <a:pt x="27217" y="57778"/>
                </a:lnTo>
                <a:lnTo>
                  <a:pt x="28802" y="57691"/>
                </a:lnTo>
                <a:lnTo>
                  <a:pt x="29133" y="57652"/>
                </a:lnTo>
                <a:lnTo>
                  <a:pt x="30663" y="57399"/>
                </a:lnTo>
                <a:lnTo>
                  <a:pt x="31168" y="57265"/>
                </a:lnTo>
                <a:lnTo>
                  <a:pt x="34055" y="56240"/>
                </a:lnTo>
                <a:lnTo>
                  <a:pt x="34662" y="55940"/>
                </a:lnTo>
                <a:lnTo>
                  <a:pt x="37320" y="54229"/>
                </a:lnTo>
                <a:lnTo>
                  <a:pt x="37793" y="53850"/>
                </a:lnTo>
                <a:lnTo>
                  <a:pt x="40214" y="51453"/>
                </a:lnTo>
                <a:lnTo>
                  <a:pt x="40514" y="51106"/>
                </a:lnTo>
                <a:lnTo>
                  <a:pt x="41594" y="49647"/>
                </a:lnTo>
                <a:lnTo>
                  <a:pt x="41792" y="49347"/>
                </a:lnTo>
                <a:lnTo>
                  <a:pt x="42722" y="47699"/>
                </a:lnTo>
                <a:lnTo>
                  <a:pt x="42872" y="47407"/>
                </a:lnTo>
                <a:lnTo>
                  <a:pt x="43661" y="45569"/>
                </a:lnTo>
                <a:lnTo>
                  <a:pt x="43763" y="45301"/>
                </a:lnTo>
                <a:lnTo>
                  <a:pt x="44410" y="43274"/>
                </a:lnTo>
                <a:lnTo>
                  <a:pt x="44473" y="43030"/>
                </a:lnTo>
                <a:lnTo>
                  <a:pt x="44978" y="40822"/>
                </a:lnTo>
                <a:lnTo>
                  <a:pt x="45025" y="40601"/>
                </a:lnTo>
                <a:lnTo>
                  <a:pt x="45380" y="38203"/>
                </a:lnTo>
                <a:lnTo>
                  <a:pt x="45412" y="37919"/>
                </a:lnTo>
                <a:lnTo>
                  <a:pt x="45696" y="32556"/>
                </a:lnTo>
                <a:lnTo>
                  <a:pt x="45696" y="32233"/>
                </a:lnTo>
                <a:lnTo>
                  <a:pt x="45420" y="27107"/>
                </a:lnTo>
                <a:lnTo>
                  <a:pt x="45372" y="26712"/>
                </a:lnTo>
                <a:lnTo>
                  <a:pt x="44528" y="22272"/>
                </a:lnTo>
                <a:lnTo>
                  <a:pt x="44434" y="21917"/>
                </a:lnTo>
                <a:lnTo>
                  <a:pt x="43803" y="19953"/>
                </a:lnTo>
                <a:lnTo>
                  <a:pt x="43700" y="19693"/>
                </a:lnTo>
                <a:lnTo>
                  <a:pt x="42927" y="17903"/>
                </a:lnTo>
                <a:lnTo>
                  <a:pt x="42785" y="17619"/>
                </a:lnTo>
                <a:lnTo>
                  <a:pt x="41878" y="16002"/>
                </a:lnTo>
                <a:lnTo>
                  <a:pt x="41689" y="15710"/>
                </a:lnTo>
                <a:lnTo>
                  <a:pt x="40632" y="14267"/>
                </a:lnTo>
                <a:lnTo>
                  <a:pt x="40348" y="13928"/>
                </a:lnTo>
                <a:lnTo>
                  <a:pt x="37982" y="11538"/>
                </a:lnTo>
                <a:lnTo>
                  <a:pt x="37517" y="11152"/>
                </a:lnTo>
                <a:lnTo>
                  <a:pt x="34938" y="9456"/>
                </a:lnTo>
                <a:lnTo>
                  <a:pt x="34323" y="9141"/>
                </a:lnTo>
                <a:lnTo>
                  <a:pt x="31523" y="8123"/>
                </a:lnTo>
                <a:lnTo>
                  <a:pt x="31011" y="7981"/>
                </a:lnTo>
                <a:lnTo>
                  <a:pt x="29528" y="7729"/>
                </a:lnTo>
                <a:lnTo>
                  <a:pt x="29189" y="7690"/>
                </a:lnTo>
                <a:lnTo>
                  <a:pt x="27651" y="7603"/>
                </a:lnTo>
                <a:lnTo>
                  <a:pt x="27312" y="7611"/>
                </a:lnTo>
                <a:lnTo>
                  <a:pt x="25790" y="7697"/>
                </a:lnTo>
                <a:lnTo>
                  <a:pt x="25427" y="7737"/>
                </a:lnTo>
                <a:lnTo>
                  <a:pt x="23944" y="8013"/>
                </a:lnTo>
                <a:lnTo>
                  <a:pt x="23416" y="8163"/>
                </a:lnTo>
                <a:lnTo>
                  <a:pt x="20584" y="9243"/>
                </a:lnTo>
                <a:lnTo>
                  <a:pt x="19977" y="9567"/>
                </a:lnTo>
                <a:lnTo>
                  <a:pt x="17327" y="11373"/>
                </a:lnTo>
                <a:lnTo>
                  <a:pt x="16878" y="11751"/>
                </a:lnTo>
                <a:lnTo>
                  <a:pt x="14401" y="14291"/>
                </a:lnTo>
                <a:lnTo>
                  <a:pt x="14125" y="14606"/>
                </a:lnTo>
                <a:lnTo>
                  <a:pt x="13013" y="16144"/>
                </a:lnTo>
                <a:lnTo>
                  <a:pt x="12832" y="16420"/>
                </a:lnTo>
                <a:lnTo>
                  <a:pt x="11862" y="18116"/>
                </a:lnTo>
                <a:lnTo>
                  <a:pt x="11720" y="18384"/>
                </a:lnTo>
                <a:lnTo>
                  <a:pt x="10907" y="20245"/>
                </a:lnTo>
                <a:lnTo>
                  <a:pt x="10805" y="20505"/>
                </a:lnTo>
                <a:lnTo>
                  <a:pt x="10134" y="22532"/>
                </a:lnTo>
                <a:lnTo>
                  <a:pt x="10063" y="22777"/>
                </a:lnTo>
                <a:lnTo>
                  <a:pt x="9543" y="24969"/>
                </a:lnTo>
                <a:lnTo>
                  <a:pt x="9496" y="25190"/>
                </a:lnTo>
                <a:lnTo>
                  <a:pt x="9125" y="27540"/>
                </a:lnTo>
                <a:lnTo>
                  <a:pt x="9101" y="27745"/>
                </a:lnTo>
                <a:lnTo>
                  <a:pt x="8873" y="30261"/>
                </a:lnTo>
                <a:lnTo>
                  <a:pt x="8865" y="30443"/>
                </a:lnTo>
                <a:lnTo>
                  <a:pt x="8794" y="33124"/>
                </a:lnTo>
                <a:lnTo>
                  <a:pt x="8794" y="33361"/>
                </a:lnTo>
                <a:lnTo>
                  <a:pt x="9070" y="38527"/>
                </a:lnTo>
                <a:lnTo>
                  <a:pt x="9117" y="38921"/>
                </a:lnTo>
                <a:lnTo>
                  <a:pt x="9961" y="43361"/>
                </a:lnTo>
                <a:lnTo>
                  <a:pt x="10048" y="43724"/>
                </a:lnTo>
                <a:lnTo>
                  <a:pt x="10679" y="45672"/>
                </a:lnTo>
                <a:lnTo>
                  <a:pt x="10781" y="45940"/>
                </a:lnTo>
                <a:close/>
                <a:moveTo>
                  <a:pt x="14982" y="28377"/>
                </a:moveTo>
                <a:lnTo>
                  <a:pt x="15329" y="26179"/>
                </a:lnTo>
                <a:lnTo>
                  <a:pt x="15767" y="24341"/>
                </a:lnTo>
                <a:lnTo>
                  <a:pt x="16373" y="22509"/>
                </a:lnTo>
                <a:lnTo>
                  <a:pt x="17084" y="20895"/>
                </a:lnTo>
                <a:lnTo>
                  <a:pt x="17892" y="19483"/>
                </a:lnTo>
                <a:lnTo>
                  <a:pt x="18764" y="18292"/>
                </a:lnTo>
                <a:lnTo>
                  <a:pt x="20898" y="16097"/>
                </a:lnTo>
                <a:lnTo>
                  <a:pt x="23011" y="14654"/>
                </a:lnTo>
                <a:lnTo>
                  <a:pt x="25277" y="13783"/>
                </a:lnTo>
                <a:lnTo>
                  <a:pt x="26287" y="13595"/>
                </a:lnTo>
                <a:lnTo>
                  <a:pt x="27505" y="13520"/>
                </a:lnTo>
                <a:lnTo>
                  <a:pt x="28695" y="13587"/>
                </a:lnTo>
                <a:lnTo>
                  <a:pt x="29774" y="13777"/>
                </a:lnTo>
                <a:lnTo>
                  <a:pt x="31978" y="14587"/>
                </a:lnTo>
                <a:lnTo>
                  <a:pt x="34013" y="15931"/>
                </a:lnTo>
                <a:lnTo>
                  <a:pt x="35975" y="17913"/>
                </a:lnTo>
                <a:lnTo>
                  <a:pt x="36800" y="19045"/>
                </a:lnTo>
                <a:lnTo>
                  <a:pt x="37586" y="20442"/>
                </a:lnTo>
                <a:lnTo>
                  <a:pt x="38201" y="21865"/>
                </a:lnTo>
                <a:lnTo>
                  <a:pt x="38756" y="23585"/>
                </a:lnTo>
                <a:lnTo>
                  <a:pt x="39523" y="27624"/>
                </a:lnTo>
                <a:lnTo>
                  <a:pt x="39784" y="32326"/>
                </a:lnTo>
                <a:lnTo>
                  <a:pt x="39511" y="37489"/>
                </a:lnTo>
                <a:lnTo>
                  <a:pt x="39195" y="39584"/>
                </a:lnTo>
                <a:lnTo>
                  <a:pt x="38725" y="41644"/>
                </a:lnTo>
                <a:lnTo>
                  <a:pt x="38191" y="43317"/>
                </a:lnTo>
                <a:lnTo>
                  <a:pt x="37512" y="44900"/>
                </a:lnTo>
                <a:lnTo>
                  <a:pt x="36722" y="46288"/>
                </a:lnTo>
                <a:lnTo>
                  <a:pt x="35896" y="47409"/>
                </a:lnTo>
                <a:lnTo>
                  <a:pt x="33837" y="49441"/>
                </a:lnTo>
                <a:lnTo>
                  <a:pt x="31741" y="50791"/>
                </a:lnTo>
                <a:lnTo>
                  <a:pt x="29456" y="51602"/>
                </a:lnTo>
                <a:lnTo>
                  <a:pt x="28340" y="51792"/>
                </a:lnTo>
                <a:lnTo>
                  <a:pt x="27060" y="51862"/>
                </a:lnTo>
                <a:lnTo>
                  <a:pt x="25787" y="51791"/>
                </a:lnTo>
                <a:lnTo>
                  <a:pt x="24694" y="51608"/>
                </a:lnTo>
                <a:lnTo>
                  <a:pt x="22455" y="50820"/>
                </a:lnTo>
                <a:lnTo>
                  <a:pt x="20416" y="49515"/>
                </a:lnTo>
                <a:lnTo>
                  <a:pt x="18472" y="47610"/>
                </a:lnTo>
                <a:lnTo>
                  <a:pt x="17628" y="46473"/>
                </a:lnTo>
                <a:lnTo>
                  <a:pt x="16941" y="45267"/>
                </a:lnTo>
                <a:lnTo>
                  <a:pt x="16268" y="43728"/>
                </a:lnTo>
                <a:lnTo>
                  <a:pt x="15745" y="42113"/>
                </a:lnTo>
                <a:lnTo>
                  <a:pt x="14966" y="38009"/>
                </a:lnTo>
                <a:lnTo>
                  <a:pt x="14705" y="33129"/>
                </a:lnTo>
                <a:lnTo>
                  <a:pt x="14779" y="30612"/>
                </a:lnTo>
                <a:lnTo>
                  <a:pt x="14982" y="28377"/>
                </a:lnTo>
                <a:close/>
                <a:moveTo>
                  <a:pt x="2958" y="1293"/>
                </a:moveTo>
                <a:lnTo>
                  <a:pt x="2043" y="1435"/>
                </a:lnTo>
                <a:lnTo>
                  <a:pt x="1215" y="1853"/>
                </a:lnTo>
                <a:lnTo>
                  <a:pt x="560" y="2508"/>
                </a:lnTo>
                <a:lnTo>
                  <a:pt x="142" y="3336"/>
                </a:lnTo>
                <a:lnTo>
                  <a:pt x="0" y="4251"/>
                </a:lnTo>
                <a:lnTo>
                  <a:pt x="0" y="83449"/>
                </a:lnTo>
                <a:lnTo>
                  <a:pt x="142" y="84364"/>
                </a:lnTo>
                <a:lnTo>
                  <a:pt x="560" y="85184"/>
                </a:lnTo>
                <a:lnTo>
                  <a:pt x="1215" y="85839"/>
                </a:lnTo>
                <a:lnTo>
                  <a:pt x="2043" y="86265"/>
                </a:lnTo>
                <a:lnTo>
                  <a:pt x="2958" y="86407"/>
                </a:lnTo>
                <a:lnTo>
                  <a:pt x="12658" y="86407"/>
                </a:lnTo>
                <a:lnTo>
                  <a:pt x="13573" y="86265"/>
                </a:lnTo>
                <a:lnTo>
                  <a:pt x="14401" y="85839"/>
                </a:lnTo>
                <a:lnTo>
                  <a:pt x="15056" y="85184"/>
                </a:lnTo>
                <a:lnTo>
                  <a:pt x="15474" y="84364"/>
                </a:lnTo>
                <a:lnTo>
                  <a:pt x="15616" y="83449"/>
                </a:lnTo>
                <a:lnTo>
                  <a:pt x="15616" y="62182"/>
                </a:lnTo>
                <a:lnTo>
                  <a:pt x="15647" y="62202"/>
                </a:lnTo>
                <a:lnTo>
                  <a:pt x="17485" y="63299"/>
                </a:lnTo>
                <a:lnTo>
                  <a:pt x="17785" y="63449"/>
                </a:lnTo>
                <a:lnTo>
                  <a:pt x="19772" y="64348"/>
                </a:lnTo>
                <a:lnTo>
                  <a:pt x="20127" y="64482"/>
                </a:lnTo>
                <a:lnTo>
                  <a:pt x="22240" y="65120"/>
                </a:lnTo>
                <a:lnTo>
                  <a:pt x="22603" y="65207"/>
                </a:lnTo>
                <a:lnTo>
                  <a:pt x="24843" y="65586"/>
                </a:lnTo>
                <a:lnTo>
                  <a:pt x="25182" y="65625"/>
                </a:lnTo>
                <a:lnTo>
                  <a:pt x="27548" y="65751"/>
                </a:lnTo>
                <a:lnTo>
                  <a:pt x="27919" y="65751"/>
                </a:lnTo>
                <a:lnTo>
                  <a:pt x="31192" y="65515"/>
                </a:lnTo>
                <a:lnTo>
                  <a:pt x="31618" y="65460"/>
                </a:lnTo>
                <a:lnTo>
                  <a:pt x="34812" y="64758"/>
                </a:lnTo>
                <a:lnTo>
                  <a:pt x="35222" y="64632"/>
                </a:lnTo>
                <a:lnTo>
                  <a:pt x="38337" y="63464"/>
                </a:lnTo>
                <a:lnTo>
                  <a:pt x="38700" y="63299"/>
                </a:lnTo>
                <a:lnTo>
                  <a:pt x="41744" y="61658"/>
                </a:lnTo>
                <a:lnTo>
                  <a:pt x="42099" y="61437"/>
                </a:lnTo>
                <a:lnTo>
                  <a:pt x="44923" y="59363"/>
                </a:lnTo>
                <a:lnTo>
                  <a:pt x="45270" y="59063"/>
                </a:lnTo>
                <a:lnTo>
                  <a:pt x="47738" y="56571"/>
                </a:lnTo>
                <a:lnTo>
                  <a:pt x="48030" y="56232"/>
                </a:lnTo>
                <a:lnTo>
                  <a:pt x="50144" y="53330"/>
                </a:lnTo>
                <a:lnTo>
                  <a:pt x="50364" y="52975"/>
                </a:lnTo>
                <a:lnTo>
                  <a:pt x="52123" y="49655"/>
                </a:lnTo>
                <a:lnTo>
                  <a:pt x="52273" y="49323"/>
                </a:lnTo>
                <a:lnTo>
                  <a:pt x="53653" y="45696"/>
                </a:lnTo>
                <a:lnTo>
                  <a:pt x="53756" y="45380"/>
                </a:lnTo>
                <a:lnTo>
                  <a:pt x="54742" y="41531"/>
                </a:lnTo>
                <a:lnTo>
                  <a:pt x="54805" y="41224"/>
                </a:lnTo>
                <a:lnTo>
                  <a:pt x="55396" y="37162"/>
                </a:lnTo>
                <a:lnTo>
                  <a:pt x="55420" y="36870"/>
                </a:lnTo>
                <a:lnTo>
                  <a:pt x="55617" y="32588"/>
                </a:lnTo>
                <a:lnTo>
                  <a:pt x="55617" y="32320"/>
                </a:lnTo>
                <a:lnTo>
                  <a:pt x="55444" y="28305"/>
                </a:lnTo>
                <a:lnTo>
                  <a:pt x="55420" y="28029"/>
                </a:lnTo>
                <a:lnTo>
                  <a:pt x="54884" y="24181"/>
                </a:lnTo>
                <a:lnTo>
                  <a:pt x="54828" y="23889"/>
                </a:lnTo>
                <a:lnTo>
                  <a:pt x="53929" y="20206"/>
                </a:lnTo>
                <a:lnTo>
                  <a:pt x="53843" y="19914"/>
                </a:lnTo>
                <a:lnTo>
                  <a:pt x="52596" y="16389"/>
                </a:lnTo>
                <a:lnTo>
                  <a:pt x="52462" y="16073"/>
                </a:lnTo>
                <a:lnTo>
                  <a:pt x="50861" y="12824"/>
                </a:lnTo>
                <a:lnTo>
                  <a:pt x="50648" y="12469"/>
                </a:lnTo>
                <a:lnTo>
                  <a:pt x="48708" y="9614"/>
                </a:lnTo>
                <a:lnTo>
                  <a:pt x="48432" y="9267"/>
                </a:lnTo>
                <a:lnTo>
                  <a:pt x="46145" y="6798"/>
                </a:lnTo>
                <a:lnTo>
                  <a:pt x="45806" y="6491"/>
                </a:lnTo>
                <a:lnTo>
                  <a:pt x="43172" y="4409"/>
                </a:lnTo>
                <a:lnTo>
                  <a:pt x="42801" y="4156"/>
                </a:lnTo>
                <a:lnTo>
                  <a:pt x="39891" y="2508"/>
                </a:lnTo>
                <a:lnTo>
                  <a:pt x="39473" y="2311"/>
                </a:lnTo>
                <a:lnTo>
                  <a:pt x="36350" y="1136"/>
                </a:lnTo>
                <a:lnTo>
                  <a:pt x="35916" y="1009"/>
                </a:lnTo>
                <a:lnTo>
                  <a:pt x="32572" y="300"/>
                </a:lnTo>
                <a:lnTo>
                  <a:pt x="32154" y="244"/>
                </a:lnTo>
                <a:lnTo>
                  <a:pt x="28597" y="8"/>
                </a:lnTo>
                <a:lnTo>
                  <a:pt x="28250" y="0"/>
                </a:lnTo>
                <a:lnTo>
                  <a:pt x="25553" y="142"/>
                </a:lnTo>
                <a:lnTo>
                  <a:pt x="25222" y="174"/>
                </a:lnTo>
                <a:lnTo>
                  <a:pt x="22729" y="584"/>
                </a:lnTo>
                <a:lnTo>
                  <a:pt x="22367" y="670"/>
                </a:lnTo>
                <a:lnTo>
                  <a:pt x="20087" y="1349"/>
                </a:lnTo>
                <a:lnTo>
                  <a:pt x="19693" y="1498"/>
                </a:lnTo>
                <a:lnTo>
                  <a:pt x="17619" y="2453"/>
                </a:lnTo>
                <a:lnTo>
                  <a:pt x="17264" y="2650"/>
                </a:lnTo>
                <a:lnTo>
                  <a:pt x="15348" y="3880"/>
                </a:lnTo>
                <a:lnTo>
                  <a:pt x="15056" y="4085"/>
                </a:lnTo>
                <a:lnTo>
                  <a:pt x="14756" y="4334"/>
                </a:lnTo>
                <a:lnTo>
                  <a:pt x="14756" y="4251"/>
                </a:lnTo>
                <a:lnTo>
                  <a:pt x="14606" y="3336"/>
                </a:lnTo>
                <a:lnTo>
                  <a:pt x="14188" y="2508"/>
                </a:lnTo>
                <a:lnTo>
                  <a:pt x="13534" y="1853"/>
                </a:lnTo>
                <a:lnTo>
                  <a:pt x="12713" y="1435"/>
                </a:lnTo>
                <a:lnTo>
                  <a:pt x="11799" y="1293"/>
                </a:lnTo>
                <a:lnTo>
                  <a:pt x="2958" y="1293"/>
                </a:lnTo>
                <a:close/>
                <a:moveTo>
                  <a:pt x="9022" y="12713"/>
                </a:moveTo>
                <a:lnTo>
                  <a:pt x="9551" y="13612"/>
                </a:lnTo>
                <a:lnTo>
                  <a:pt x="10347" y="14275"/>
                </a:lnTo>
                <a:lnTo>
                  <a:pt x="11333" y="14614"/>
                </a:lnTo>
                <a:lnTo>
                  <a:pt x="12374" y="14590"/>
                </a:lnTo>
                <a:lnTo>
                  <a:pt x="13344" y="14212"/>
                </a:lnTo>
                <a:lnTo>
                  <a:pt x="14117" y="13526"/>
                </a:lnTo>
                <a:lnTo>
                  <a:pt x="15627" y="11611"/>
                </a:lnTo>
                <a:lnTo>
                  <a:pt x="17165" y="10024"/>
                </a:lnTo>
                <a:lnTo>
                  <a:pt x="18702" y="8754"/>
                </a:lnTo>
                <a:lnTo>
                  <a:pt x="20273" y="7745"/>
                </a:lnTo>
                <a:lnTo>
                  <a:pt x="21961" y="6966"/>
                </a:lnTo>
                <a:lnTo>
                  <a:pt x="23874" y="6390"/>
                </a:lnTo>
                <a:lnTo>
                  <a:pt x="25987" y="6042"/>
                </a:lnTo>
                <a:lnTo>
                  <a:pt x="28356" y="5917"/>
                </a:lnTo>
                <a:lnTo>
                  <a:pt x="31541" y="6129"/>
                </a:lnTo>
                <a:lnTo>
                  <a:pt x="34468" y="6743"/>
                </a:lnTo>
                <a:lnTo>
                  <a:pt x="37196" y="7776"/>
                </a:lnTo>
                <a:lnTo>
                  <a:pt x="39674" y="9180"/>
                </a:lnTo>
                <a:lnTo>
                  <a:pt x="41966" y="10992"/>
                </a:lnTo>
                <a:lnTo>
                  <a:pt x="43944" y="13126"/>
                </a:lnTo>
                <a:lnTo>
                  <a:pt x="45649" y="15635"/>
                </a:lnTo>
                <a:lnTo>
                  <a:pt x="47086" y="18552"/>
                </a:lnTo>
                <a:lnTo>
                  <a:pt x="48206" y="21700"/>
                </a:lnTo>
                <a:lnTo>
                  <a:pt x="49045" y="25145"/>
                </a:lnTo>
                <a:lnTo>
                  <a:pt x="49532" y="28639"/>
                </a:lnTo>
                <a:lnTo>
                  <a:pt x="49704" y="32445"/>
                </a:lnTo>
                <a:lnTo>
                  <a:pt x="49518" y="36492"/>
                </a:lnTo>
                <a:lnTo>
                  <a:pt x="48973" y="40230"/>
                </a:lnTo>
                <a:lnTo>
                  <a:pt x="48082" y="43709"/>
                </a:lnTo>
                <a:lnTo>
                  <a:pt x="46820" y="47027"/>
                </a:lnTo>
                <a:lnTo>
                  <a:pt x="45243" y="50010"/>
                </a:lnTo>
                <a:lnTo>
                  <a:pt x="43375" y="52576"/>
                </a:lnTo>
                <a:lnTo>
                  <a:pt x="41237" y="54728"/>
                </a:lnTo>
                <a:lnTo>
                  <a:pt x="38768" y="56548"/>
                </a:lnTo>
                <a:lnTo>
                  <a:pt x="36082" y="57995"/>
                </a:lnTo>
                <a:lnTo>
                  <a:pt x="33334" y="59022"/>
                </a:lnTo>
                <a:lnTo>
                  <a:pt x="30567" y="59630"/>
                </a:lnTo>
                <a:lnTo>
                  <a:pt x="27656" y="59840"/>
                </a:lnTo>
                <a:lnTo>
                  <a:pt x="25662" y="59727"/>
                </a:lnTo>
                <a:lnTo>
                  <a:pt x="23774" y="59402"/>
                </a:lnTo>
                <a:lnTo>
                  <a:pt x="22023" y="58872"/>
                </a:lnTo>
                <a:lnTo>
                  <a:pt x="20324" y="58104"/>
                </a:lnTo>
                <a:lnTo>
                  <a:pt x="18761" y="57175"/>
                </a:lnTo>
                <a:lnTo>
                  <a:pt x="17378" y="56158"/>
                </a:lnTo>
                <a:lnTo>
                  <a:pt x="16074" y="54970"/>
                </a:lnTo>
                <a:lnTo>
                  <a:pt x="14874" y="53614"/>
                </a:lnTo>
                <a:lnTo>
                  <a:pt x="14078" y="52983"/>
                </a:lnTo>
                <a:lnTo>
                  <a:pt x="13116" y="52652"/>
                </a:lnTo>
                <a:lnTo>
                  <a:pt x="12098" y="52667"/>
                </a:lnTo>
                <a:lnTo>
                  <a:pt x="11152" y="53030"/>
                </a:lnTo>
                <a:lnTo>
                  <a:pt x="10379" y="53693"/>
                </a:lnTo>
                <a:lnTo>
                  <a:pt x="9874" y="54576"/>
                </a:lnTo>
                <a:lnTo>
                  <a:pt x="9701" y="55578"/>
                </a:lnTo>
                <a:lnTo>
                  <a:pt x="9701" y="80492"/>
                </a:lnTo>
                <a:lnTo>
                  <a:pt x="5915" y="80492"/>
                </a:lnTo>
                <a:lnTo>
                  <a:pt x="5915" y="7208"/>
                </a:lnTo>
                <a:lnTo>
                  <a:pt x="8841" y="7208"/>
                </a:lnTo>
                <a:lnTo>
                  <a:pt x="8841" y="11696"/>
                </a:lnTo>
                <a:lnTo>
                  <a:pt x="9022" y="1271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2417F-5B35-4892-BC7B-E04B846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55" y="1556909"/>
            <a:ext cx="58157" cy="85271"/>
          </a:xfrm>
          <a:custGeom xmlns:a="http://schemas.openxmlformats.org/drawingml/2006/main">
            <a:pathLst>
              <a:path w="58157" h="85271">
                <a:moveTo>
                  <a:pt x="8289" y="63070"/>
                </a:moveTo>
                <a:lnTo>
                  <a:pt x="8155" y="63228"/>
                </a:lnTo>
                <a:lnTo>
                  <a:pt x="6104" y="65830"/>
                </a:lnTo>
                <a:lnTo>
                  <a:pt x="5970" y="66020"/>
                </a:lnTo>
                <a:lnTo>
                  <a:pt x="4219" y="68638"/>
                </a:lnTo>
                <a:lnTo>
                  <a:pt x="4093" y="68851"/>
                </a:lnTo>
                <a:lnTo>
                  <a:pt x="2642" y="71493"/>
                </a:lnTo>
                <a:lnTo>
                  <a:pt x="2516" y="71745"/>
                </a:lnTo>
                <a:lnTo>
                  <a:pt x="1372" y="74403"/>
                </a:lnTo>
                <a:lnTo>
                  <a:pt x="1230" y="74797"/>
                </a:lnTo>
                <a:lnTo>
                  <a:pt x="331" y="78094"/>
                </a:lnTo>
                <a:lnTo>
                  <a:pt x="244" y="78536"/>
                </a:lnTo>
                <a:lnTo>
                  <a:pt x="47" y="80239"/>
                </a:lnTo>
                <a:lnTo>
                  <a:pt x="32" y="80531"/>
                </a:lnTo>
                <a:lnTo>
                  <a:pt x="0" y="82266"/>
                </a:lnTo>
                <a:lnTo>
                  <a:pt x="134" y="83189"/>
                </a:lnTo>
                <a:lnTo>
                  <a:pt x="552" y="84025"/>
                </a:lnTo>
                <a:lnTo>
                  <a:pt x="1207" y="84695"/>
                </a:lnTo>
                <a:lnTo>
                  <a:pt x="2035" y="85121"/>
                </a:lnTo>
                <a:lnTo>
                  <a:pt x="2958" y="85271"/>
                </a:lnTo>
                <a:lnTo>
                  <a:pt x="55199" y="85271"/>
                </a:lnTo>
                <a:lnTo>
                  <a:pt x="56114" y="85129"/>
                </a:lnTo>
                <a:lnTo>
                  <a:pt x="56934" y="84703"/>
                </a:lnTo>
                <a:lnTo>
                  <a:pt x="57589" y="84049"/>
                </a:lnTo>
                <a:lnTo>
                  <a:pt x="58007" y="83228"/>
                </a:lnTo>
                <a:lnTo>
                  <a:pt x="58157" y="82313"/>
                </a:lnTo>
                <a:lnTo>
                  <a:pt x="58157" y="72984"/>
                </a:lnTo>
                <a:lnTo>
                  <a:pt x="58007" y="72069"/>
                </a:lnTo>
                <a:lnTo>
                  <a:pt x="57589" y="71248"/>
                </a:lnTo>
                <a:lnTo>
                  <a:pt x="56934" y="70594"/>
                </a:lnTo>
                <a:lnTo>
                  <a:pt x="56114" y="70176"/>
                </a:lnTo>
                <a:lnTo>
                  <a:pt x="55199" y="70026"/>
                </a:lnTo>
                <a:lnTo>
                  <a:pt x="22455" y="70026"/>
                </a:lnTo>
                <a:lnTo>
                  <a:pt x="22672" y="69775"/>
                </a:lnTo>
                <a:lnTo>
                  <a:pt x="26532" y="66156"/>
                </a:lnTo>
                <a:lnTo>
                  <a:pt x="33668" y="60026"/>
                </a:lnTo>
                <a:lnTo>
                  <a:pt x="33700" y="60002"/>
                </a:lnTo>
                <a:lnTo>
                  <a:pt x="42675" y="52107"/>
                </a:lnTo>
                <a:lnTo>
                  <a:pt x="42809" y="51973"/>
                </a:lnTo>
                <a:lnTo>
                  <a:pt x="48803" y="45964"/>
                </a:lnTo>
                <a:lnTo>
                  <a:pt x="48976" y="45767"/>
                </a:lnTo>
                <a:lnTo>
                  <a:pt x="51066" y="43266"/>
                </a:lnTo>
                <a:lnTo>
                  <a:pt x="51193" y="43109"/>
                </a:lnTo>
                <a:lnTo>
                  <a:pt x="52967" y="40664"/>
                </a:lnTo>
                <a:lnTo>
                  <a:pt x="53093" y="40467"/>
                </a:lnTo>
                <a:lnTo>
                  <a:pt x="54544" y="38085"/>
                </a:lnTo>
                <a:lnTo>
                  <a:pt x="54678" y="37840"/>
                </a:lnTo>
                <a:lnTo>
                  <a:pt x="55806" y="35514"/>
                </a:lnTo>
                <a:lnTo>
                  <a:pt x="55925" y="35246"/>
                </a:lnTo>
                <a:lnTo>
                  <a:pt x="56776" y="32943"/>
                </a:lnTo>
                <a:lnTo>
                  <a:pt x="56863" y="32667"/>
                </a:lnTo>
                <a:lnTo>
                  <a:pt x="57470" y="30348"/>
                </a:lnTo>
                <a:lnTo>
                  <a:pt x="57526" y="30056"/>
                </a:lnTo>
                <a:lnTo>
                  <a:pt x="57896" y="27714"/>
                </a:lnTo>
                <a:lnTo>
                  <a:pt x="57928" y="27406"/>
                </a:lnTo>
                <a:lnTo>
                  <a:pt x="58046" y="25048"/>
                </a:lnTo>
                <a:lnTo>
                  <a:pt x="58046" y="24764"/>
                </a:lnTo>
                <a:lnTo>
                  <a:pt x="57944" y="22477"/>
                </a:lnTo>
                <a:lnTo>
                  <a:pt x="57912" y="22193"/>
                </a:lnTo>
                <a:lnTo>
                  <a:pt x="57604" y="20001"/>
                </a:lnTo>
                <a:lnTo>
                  <a:pt x="57549" y="19709"/>
                </a:lnTo>
                <a:lnTo>
                  <a:pt x="57029" y="17611"/>
                </a:lnTo>
                <a:lnTo>
                  <a:pt x="56942" y="17319"/>
                </a:lnTo>
                <a:lnTo>
                  <a:pt x="56216" y="15316"/>
                </a:lnTo>
                <a:lnTo>
                  <a:pt x="56090" y="15024"/>
                </a:lnTo>
                <a:lnTo>
                  <a:pt x="55160" y="13116"/>
                </a:lnTo>
                <a:lnTo>
                  <a:pt x="55002" y="12840"/>
                </a:lnTo>
                <a:lnTo>
                  <a:pt x="53866" y="11026"/>
                </a:lnTo>
                <a:lnTo>
                  <a:pt x="53685" y="10773"/>
                </a:lnTo>
                <a:lnTo>
                  <a:pt x="52344" y="9062"/>
                </a:lnTo>
                <a:lnTo>
                  <a:pt x="52147" y="8841"/>
                </a:lnTo>
                <a:lnTo>
                  <a:pt x="50593" y="7216"/>
                </a:lnTo>
                <a:lnTo>
                  <a:pt x="50380" y="7011"/>
                </a:lnTo>
                <a:lnTo>
                  <a:pt x="48645" y="5529"/>
                </a:lnTo>
                <a:lnTo>
                  <a:pt x="48393" y="5339"/>
                </a:lnTo>
                <a:lnTo>
                  <a:pt x="46508" y="4054"/>
                </a:lnTo>
                <a:lnTo>
                  <a:pt x="46240" y="3896"/>
                </a:lnTo>
                <a:lnTo>
                  <a:pt x="44213" y="2808"/>
                </a:lnTo>
                <a:lnTo>
                  <a:pt x="43937" y="2681"/>
                </a:lnTo>
                <a:lnTo>
                  <a:pt x="41760" y="1790"/>
                </a:lnTo>
                <a:lnTo>
                  <a:pt x="41484" y="1696"/>
                </a:lnTo>
                <a:lnTo>
                  <a:pt x="39157" y="1002"/>
                </a:lnTo>
                <a:lnTo>
                  <a:pt x="38897" y="939"/>
                </a:lnTo>
                <a:lnTo>
                  <a:pt x="36421" y="450"/>
                </a:lnTo>
                <a:lnTo>
                  <a:pt x="36176" y="410"/>
                </a:lnTo>
                <a:lnTo>
                  <a:pt x="33550" y="110"/>
                </a:lnTo>
                <a:lnTo>
                  <a:pt x="33329" y="95"/>
                </a:lnTo>
                <a:lnTo>
                  <a:pt x="30553" y="0"/>
                </a:lnTo>
                <a:lnTo>
                  <a:pt x="30356" y="0"/>
                </a:lnTo>
                <a:lnTo>
                  <a:pt x="27611" y="87"/>
                </a:lnTo>
                <a:lnTo>
                  <a:pt x="27398" y="103"/>
                </a:lnTo>
                <a:lnTo>
                  <a:pt x="24796" y="379"/>
                </a:lnTo>
                <a:lnTo>
                  <a:pt x="24559" y="410"/>
                </a:lnTo>
                <a:lnTo>
                  <a:pt x="22106" y="868"/>
                </a:lnTo>
                <a:lnTo>
                  <a:pt x="21854" y="923"/>
                </a:lnTo>
                <a:lnTo>
                  <a:pt x="19543" y="1562"/>
                </a:lnTo>
                <a:lnTo>
                  <a:pt x="19283" y="1648"/>
                </a:lnTo>
                <a:lnTo>
                  <a:pt x="17106" y="2476"/>
                </a:lnTo>
                <a:lnTo>
                  <a:pt x="16846" y="2587"/>
                </a:lnTo>
                <a:lnTo>
                  <a:pt x="14811" y="3596"/>
                </a:lnTo>
                <a:lnTo>
                  <a:pt x="14551" y="3738"/>
                </a:lnTo>
                <a:lnTo>
                  <a:pt x="12666" y="4929"/>
                </a:lnTo>
                <a:lnTo>
                  <a:pt x="12414" y="5111"/>
                </a:lnTo>
                <a:lnTo>
                  <a:pt x="10671" y="6483"/>
                </a:lnTo>
                <a:lnTo>
                  <a:pt x="10434" y="6688"/>
                </a:lnTo>
                <a:lnTo>
                  <a:pt x="8849" y="8234"/>
                </a:lnTo>
                <a:lnTo>
                  <a:pt x="8628" y="8470"/>
                </a:lnTo>
                <a:lnTo>
                  <a:pt x="7224" y="10182"/>
                </a:lnTo>
                <a:lnTo>
                  <a:pt x="7035" y="10442"/>
                </a:lnTo>
                <a:lnTo>
                  <a:pt x="5805" y="12319"/>
                </a:lnTo>
                <a:lnTo>
                  <a:pt x="5647" y="12587"/>
                </a:lnTo>
                <a:lnTo>
                  <a:pt x="4598" y="14630"/>
                </a:lnTo>
                <a:lnTo>
                  <a:pt x="4480" y="14890"/>
                </a:lnTo>
                <a:lnTo>
                  <a:pt x="3604" y="17098"/>
                </a:lnTo>
                <a:lnTo>
                  <a:pt x="3517" y="17359"/>
                </a:lnTo>
                <a:lnTo>
                  <a:pt x="2816" y="19733"/>
                </a:lnTo>
                <a:lnTo>
                  <a:pt x="2760" y="19969"/>
                </a:lnTo>
                <a:lnTo>
                  <a:pt x="2240" y="22509"/>
                </a:lnTo>
                <a:lnTo>
                  <a:pt x="2200" y="22729"/>
                </a:lnTo>
                <a:lnTo>
                  <a:pt x="1853" y="25442"/>
                </a:lnTo>
                <a:lnTo>
                  <a:pt x="1885" y="26381"/>
                </a:lnTo>
                <a:lnTo>
                  <a:pt x="2208" y="27264"/>
                </a:lnTo>
                <a:lnTo>
                  <a:pt x="2792" y="27998"/>
                </a:lnTo>
                <a:lnTo>
                  <a:pt x="3581" y="28510"/>
                </a:lnTo>
                <a:lnTo>
                  <a:pt x="4488" y="28755"/>
                </a:lnTo>
                <a:lnTo>
                  <a:pt x="14464" y="29780"/>
                </a:lnTo>
                <a:lnTo>
                  <a:pt x="15403" y="29725"/>
                </a:lnTo>
                <a:lnTo>
                  <a:pt x="16270" y="29378"/>
                </a:lnTo>
                <a:lnTo>
                  <a:pt x="16996" y="28779"/>
                </a:lnTo>
                <a:lnTo>
                  <a:pt x="17493" y="27990"/>
                </a:lnTo>
                <a:lnTo>
                  <a:pt x="17714" y="27075"/>
                </a:lnTo>
                <a:lnTo>
                  <a:pt x="17974" y="23848"/>
                </a:lnTo>
                <a:lnTo>
                  <a:pt x="18647" y="21241"/>
                </a:lnTo>
                <a:lnTo>
                  <a:pt x="19688" y="19096"/>
                </a:lnTo>
                <a:lnTo>
                  <a:pt x="21136" y="17289"/>
                </a:lnTo>
                <a:lnTo>
                  <a:pt x="22907" y="15862"/>
                </a:lnTo>
                <a:lnTo>
                  <a:pt x="24989" y="14818"/>
                </a:lnTo>
                <a:lnTo>
                  <a:pt x="27423" y="14174"/>
                </a:lnTo>
                <a:lnTo>
                  <a:pt x="30235" y="13954"/>
                </a:lnTo>
                <a:lnTo>
                  <a:pt x="32903" y="14160"/>
                </a:lnTo>
                <a:lnTo>
                  <a:pt x="35202" y="14767"/>
                </a:lnTo>
                <a:lnTo>
                  <a:pt x="37213" y="15750"/>
                </a:lnTo>
                <a:lnTo>
                  <a:pt x="38931" y="17091"/>
                </a:lnTo>
                <a:lnTo>
                  <a:pt x="40375" y="18768"/>
                </a:lnTo>
                <a:lnTo>
                  <a:pt x="41346" y="20519"/>
                </a:lnTo>
                <a:lnTo>
                  <a:pt x="41936" y="22466"/>
                </a:lnTo>
                <a:lnTo>
                  <a:pt x="42142" y="24658"/>
                </a:lnTo>
                <a:lnTo>
                  <a:pt x="41922" y="26885"/>
                </a:lnTo>
                <a:lnTo>
                  <a:pt x="41206" y="29305"/>
                </a:lnTo>
                <a:lnTo>
                  <a:pt x="39986" y="31854"/>
                </a:lnTo>
                <a:lnTo>
                  <a:pt x="38196" y="34606"/>
                </a:lnTo>
                <a:lnTo>
                  <a:pt x="35589" y="37743"/>
                </a:lnTo>
                <a:lnTo>
                  <a:pt x="31949" y="41458"/>
                </a:lnTo>
                <a:lnTo>
                  <a:pt x="27177" y="45829"/>
                </a:lnTo>
                <a:lnTo>
                  <a:pt x="21263" y="50830"/>
                </a:lnTo>
                <a:lnTo>
                  <a:pt x="21231" y="50861"/>
                </a:lnTo>
                <a:lnTo>
                  <a:pt x="13904" y="57250"/>
                </a:lnTo>
                <a:lnTo>
                  <a:pt x="13770" y="57376"/>
                </a:lnTo>
                <a:lnTo>
                  <a:pt x="10836" y="60270"/>
                </a:lnTo>
                <a:lnTo>
                  <a:pt x="10726" y="60381"/>
                </a:lnTo>
                <a:lnTo>
                  <a:pt x="8289" y="63070"/>
                </a:lnTo>
                <a:close/>
                <a:moveTo>
                  <a:pt x="6892" y="76530"/>
                </a:moveTo>
                <a:lnTo>
                  <a:pt x="7903" y="74195"/>
                </a:lnTo>
                <a:lnTo>
                  <a:pt x="9212" y="71812"/>
                </a:lnTo>
                <a:lnTo>
                  <a:pt x="10850" y="69363"/>
                </a:lnTo>
                <a:lnTo>
                  <a:pt x="12738" y="66973"/>
                </a:lnTo>
                <a:lnTo>
                  <a:pt x="15111" y="64363"/>
                </a:lnTo>
                <a:lnTo>
                  <a:pt x="14993" y="64474"/>
                </a:lnTo>
                <a:lnTo>
                  <a:pt x="17914" y="61600"/>
                </a:lnTo>
                <a:lnTo>
                  <a:pt x="25119" y="55317"/>
                </a:lnTo>
                <a:lnTo>
                  <a:pt x="25088" y="55349"/>
                </a:lnTo>
                <a:lnTo>
                  <a:pt x="31003" y="50341"/>
                </a:lnTo>
                <a:lnTo>
                  <a:pt x="31089" y="50262"/>
                </a:lnTo>
                <a:lnTo>
                  <a:pt x="35963" y="45806"/>
                </a:lnTo>
                <a:lnTo>
                  <a:pt x="36082" y="45688"/>
                </a:lnTo>
                <a:lnTo>
                  <a:pt x="39915" y="41784"/>
                </a:lnTo>
                <a:lnTo>
                  <a:pt x="40080" y="41602"/>
                </a:lnTo>
                <a:lnTo>
                  <a:pt x="42864" y="38243"/>
                </a:lnTo>
                <a:lnTo>
                  <a:pt x="43069" y="37967"/>
                </a:lnTo>
                <a:lnTo>
                  <a:pt x="45049" y="34922"/>
                </a:lnTo>
                <a:lnTo>
                  <a:pt x="45238" y="34583"/>
                </a:lnTo>
                <a:lnTo>
                  <a:pt x="46650" y="31626"/>
                </a:lnTo>
                <a:lnTo>
                  <a:pt x="46823" y="31184"/>
                </a:lnTo>
                <a:lnTo>
                  <a:pt x="47667" y="28305"/>
                </a:lnTo>
                <a:lnTo>
                  <a:pt x="47778" y="27769"/>
                </a:lnTo>
                <a:lnTo>
                  <a:pt x="48062" y="24977"/>
                </a:lnTo>
                <a:lnTo>
                  <a:pt x="48062" y="24401"/>
                </a:lnTo>
                <a:lnTo>
                  <a:pt x="47801" y="21633"/>
                </a:lnTo>
                <a:lnTo>
                  <a:pt x="47691" y="21050"/>
                </a:lnTo>
                <a:lnTo>
                  <a:pt x="46918" y="18502"/>
                </a:lnTo>
                <a:lnTo>
                  <a:pt x="46673" y="17926"/>
                </a:lnTo>
                <a:lnTo>
                  <a:pt x="45380" y="15608"/>
                </a:lnTo>
                <a:lnTo>
                  <a:pt x="45033" y="15111"/>
                </a:lnTo>
                <a:lnTo>
                  <a:pt x="43235" y="13021"/>
                </a:lnTo>
                <a:lnTo>
                  <a:pt x="42809" y="12619"/>
                </a:lnTo>
                <a:lnTo>
                  <a:pt x="40593" y="10884"/>
                </a:lnTo>
                <a:lnTo>
                  <a:pt x="40072" y="10560"/>
                </a:lnTo>
                <a:lnTo>
                  <a:pt x="37541" y="9322"/>
                </a:lnTo>
                <a:lnTo>
                  <a:pt x="36989" y="9117"/>
                </a:lnTo>
                <a:lnTo>
                  <a:pt x="34142" y="8376"/>
                </a:lnTo>
                <a:lnTo>
                  <a:pt x="33629" y="8289"/>
                </a:lnTo>
                <a:lnTo>
                  <a:pt x="30466" y="8037"/>
                </a:lnTo>
                <a:lnTo>
                  <a:pt x="30001" y="8037"/>
                </a:lnTo>
                <a:lnTo>
                  <a:pt x="26673" y="8305"/>
                </a:lnTo>
                <a:lnTo>
                  <a:pt x="26152" y="8391"/>
                </a:lnTo>
                <a:lnTo>
                  <a:pt x="23171" y="9180"/>
                </a:lnTo>
                <a:lnTo>
                  <a:pt x="22611" y="9393"/>
                </a:lnTo>
                <a:lnTo>
                  <a:pt x="19977" y="10710"/>
                </a:lnTo>
                <a:lnTo>
                  <a:pt x="19441" y="11049"/>
                </a:lnTo>
                <a:lnTo>
                  <a:pt x="17169" y="12895"/>
                </a:lnTo>
                <a:lnTo>
                  <a:pt x="16712" y="13344"/>
                </a:lnTo>
                <a:lnTo>
                  <a:pt x="14874" y="15647"/>
                </a:lnTo>
                <a:lnTo>
                  <a:pt x="14527" y="16199"/>
                </a:lnTo>
                <a:lnTo>
                  <a:pt x="13202" y="18904"/>
                </a:lnTo>
                <a:lnTo>
                  <a:pt x="12997" y="19464"/>
                </a:lnTo>
                <a:lnTo>
                  <a:pt x="12185" y="22580"/>
                </a:lnTo>
                <a:lnTo>
                  <a:pt x="12106" y="23076"/>
                </a:lnTo>
                <a:lnTo>
                  <a:pt x="12064" y="23588"/>
                </a:lnTo>
                <a:lnTo>
                  <a:pt x="8134" y="23185"/>
                </a:lnTo>
                <a:lnTo>
                  <a:pt x="8516" y="21320"/>
                </a:lnTo>
                <a:lnTo>
                  <a:pt x="9142" y="19179"/>
                </a:lnTo>
                <a:lnTo>
                  <a:pt x="9912" y="17231"/>
                </a:lnTo>
                <a:lnTo>
                  <a:pt x="10815" y="15472"/>
                </a:lnTo>
                <a:lnTo>
                  <a:pt x="11909" y="13792"/>
                </a:lnTo>
                <a:lnTo>
                  <a:pt x="13079" y="12373"/>
                </a:lnTo>
                <a:lnTo>
                  <a:pt x="14500" y="10988"/>
                </a:lnTo>
                <a:lnTo>
                  <a:pt x="15922" y="9868"/>
                </a:lnTo>
                <a:lnTo>
                  <a:pt x="17579" y="8826"/>
                </a:lnTo>
                <a:lnTo>
                  <a:pt x="19329" y="7958"/>
                </a:lnTo>
                <a:lnTo>
                  <a:pt x="21303" y="7211"/>
                </a:lnTo>
                <a:lnTo>
                  <a:pt x="23318" y="6656"/>
                </a:lnTo>
                <a:lnTo>
                  <a:pt x="25563" y="6246"/>
                </a:lnTo>
                <a:lnTo>
                  <a:pt x="27896" y="5999"/>
                </a:lnTo>
                <a:lnTo>
                  <a:pt x="30447" y="5911"/>
                </a:lnTo>
                <a:lnTo>
                  <a:pt x="32986" y="6005"/>
                </a:lnTo>
                <a:lnTo>
                  <a:pt x="35389" y="6272"/>
                </a:lnTo>
                <a:lnTo>
                  <a:pt x="37668" y="6729"/>
                </a:lnTo>
                <a:lnTo>
                  <a:pt x="39663" y="7326"/>
                </a:lnTo>
                <a:lnTo>
                  <a:pt x="41509" y="8075"/>
                </a:lnTo>
                <a:lnTo>
                  <a:pt x="43306" y="9030"/>
                </a:lnTo>
                <a:lnTo>
                  <a:pt x="44921" y="10131"/>
                </a:lnTo>
                <a:lnTo>
                  <a:pt x="46410" y="11396"/>
                </a:lnTo>
                <a:lnTo>
                  <a:pt x="47750" y="12791"/>
                </a:lnTo>
                <a:lnTo>
                  <a:pt x="48932" y="14298"/>
                </a:lnTo>
                <a:lnTo>
                  <a:pt x="49926" y="15878"/>
                </a:lnTo>
                <a:lnTo>
                  <a:pt x="50726" y="17518"/>
                </a:lnTo>
                <a:lnTo>
                  <a:pt x="51317" y="19153"/>
                </a:lnTo>
                <a:lnTo>
                  <a:pt x="51775" y="20996"/>
                </a:lnTo>
                <a:lnTo>
                  <a:pt x="52044" y="22915"/>
                </a:lnTo>
                <a:lnTo>
                  <a:pt x="52132" y="24874"/>
                </a:lnTo>
                <a:lnTo>
                  <a:pt x="52021" y="26948"/>
                </a:lnTo>
                <a:lnTo>
                  <a:pt x="51701" y="29018"/>
                </a:lnTo>
                <a:lnTo>
                  <a:pt x="51174" y="31035"/>
                </a:lnTo>
                <a:lnTo>
                  <a:pt x="50422" y="33068"/>
                </a:lnTo>
                <a:lnTo>
                  <a:pt x="49421" y="35134"/>
                </a:lnTo>
                <a:lnTo>
                  <a:pt x="48133" y="37247"/>
                </a:lnTo>
                <a:lnTo>
                  <a:pt x="46483" y="39532"/>
                </a:lnTo>
                <a:lnTo>
                  <a:pt x="44559" y="41840"/>
                </a:lnTo>
                <a:lnTo>
                  <a:pt x="38695" y="47727"/>
                </a:lnTo>
                <a:lnTo>
                  <a:pt x="29788" y="55562"/>
                </a:lnTo>
                <a:lnTo>
                  <a:pt x="29820" y="55538"/>
                </a:lnTo>
                <a:lnTo>
                  <a:pt x="22651" y="61690"/>
                </a:lnTo>
                <a:lnTo>
                  <a:pt x="22556" y="61777"/>
                </a:lnTo>
                <a:lnTo>
                  <a:pt x="18510" y="65570"/>
                </a:lnTo>
                <a:lnTo>
                  <a:pt x="18297" y="65799"/>
                </a:lnTo>
                <a:lnTo>
                  <a:pt x="16034" y="68417"/>
                </a:lnTo>
                <a:lnTo>
                  <a:pt x="15844" y="68662"/>
                </a:lnTo>
                <a:lnTo>
                  <a:pt x="14007" y="71296"/>
                </a:lnTo>
                <a:lnTo>
                  <a:pt x="13605" y="72116"/>
                </a:lnTo>
                <a:lnTo>
                  <a:pt x="13478" y="73031"/>
                </a:lnTo>
                <a:lnTo>
                  <a:pt x="13636" y="73930"/>
                </a:lnTo>
                <a:lnTo>
                  <a:pt x="14054" y="74742"/>
                </a:lnTo>
                <a:lnTo>
                  <a:pt x="14709" y="75389"/>
                </a:lnTo>
                <a:lnTo>
                  <a:pt x="15529" y="75799"/>
                </a:lnTo>
                <a:lnTo>
                  <a:pt x="16436" y="75941"/>
                </a:lnTo>
                <a:lnTo>
                  <a:pt x="52242" y="75941"/>
                </a:lnTo>
                <a:lnTo>
                  <a:pt x="52242" y="79356"/>
                </a:lnTo>
                <a:lnTo>
                  <a:pt x="6123" y="79356"/>
                </a:lnTo>
                <a:lnTo>
                  <a:pt x="6892" y="76530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894E0-DDF2-4952-B7D7-F916DF6F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41" y="1577714"/>
            <a:ext cx="55759" cy="65759"/>
          </a:xfrm>
          <a:custGeom xmlns:a="http://schemas.openxmlformats.org/drawingml/2006/main">
            <a:pathLst>
              <a:path w="55759" h="65759">
                <a:moveTo>
                  <a:pt x="53298" y="23684"/>
                </a:moveTo>
                <a:lnTo>
                  <a:pt x="54087" y="23076"/>
                </a:lnTo>
                <a:lnTo>
                  <a:pt x="54623" y="22248"/>
                </a:lnTo>
                <a:lnTo>
                  <a:pt x="54860" y="21286"/>
                </a:lnTo>
                <a:lnTo>
                  <a:pt x="54765" y="20300"/>
                </a:lnTo>
                <a:lnTo>
                  <a:pt x="53661" y="16215"/>
                </a:lnTo>
                <a:lnTo>
                  <a:pt x="53503" y="15758"/>
                </a:lnTo>
                <a:lnTo>
                  <a:pt x="51871" y="12161"/>
                </a:lnTo>
                <a:lnTo>
                  <a:pt x="51603" y="11688"/>
                </a:lnTo>
                <a:lnTo>
                  <a:pt x="49434" y="8589"/>
                </a:lnTo>
                <a:lnTo>
                  <a:pt x="49063" y="8155"/>
                </a:lnTo>
                <a:lnTo>
                  <a:pt x="46366" y="5544"/>
                </a:lnTo>
                <a:lnTo>
                  <a:pt x="45924" y="5197"/>
                </a:lnTo>
                <a:lnTo>
                  <a:pt x="42746" y="3131"/>
                </a:lnTo>
                <a:lnTo>
                  <a:pt x="42249" y="2871"/>
                </a:lnTo>
                <a:lnTo>
                  <a:pt x="38653" y="1396"/>
                </a:lnTo>
                <a:lnTo>
                  <a:pt x="38164" y="1246"/>
                </a:lnTo>
                <a:lnTo>
                  <a:pt x="34134" y="363"/>
                </a:lnTo>
                <a:lnTo>
                  <a:pt x="33700" y="300"/>
                </a:lnTo>
                <a:lnTo>
                  <a:pt x="29244" y="8"/>
                </a:lnTo>
                <a:lnTo>
                  <a:pt x="28873" y="0"/>
                </a:lnTo>
                <a:lnTo>
                  <a:pt x="25245" y="221"/>
                </a:lnTo>
                <a:lnTo>
                  <a:pt x="24883" y="268"/>
                </a:lnTo>
                <a:lnTo>
                  <a:pt x="21397" y="915"/>
                </a:lnTo>
                <a:lnTo>
                  <a:pt x="21026" y="1009"/>
                </a:lnTo>
                <a:lnTo>
                  <a:pt x="17682" y="2098"/>
                </a:lnTo>
                <a:lnTo>
                  <a:pt x="17327" y="2240"/>
                </a:lnTo>
                <a:lnTo>
                  <a:pt x="14117" y="3762"/>
                </a:lnTo>
                <a:lnTo>
                  <a:pt x="13747" y="3975"/>
                </a:lnTo>
                <a:lnTo>
                  <a:pt x="10805" y="5931"/>
                </a:lnTo>
                <a:lnTo>
                  <a:pt x="10418" y="6238"/>
                </a:lnTo>
                <a:lnTo>
                  <a:pt x="7879" y="8628"/>
                </a:lnTo>
                <a:lnTo>
                  <a:pt x="7548" y="8999"/>
                </a:lnTo>
                <a:lnTo>
                  <a:pt x="5410" y="11822"/>
                </a:lnTo>
                <a:lnTo>
                  <a:pt x="5158" y="12216"/>
                </a:lnTo>
                <a:lnTo>
                  <a:pt x="3423" y="15474"/>
                </a:lnTo>
                <a:lnTo>
                  <a:pt x="3257" y="15836"/>
                </a:lnTo>
                <a:lnTo>
                  <a:pt x="1916" y="19464"/>
                </a:lnTo>
                <a:lnTo>
                  <a:pt x="1814" y="19788"/>
                </a:lnTo>
                <a:lnTo>
                  <a:pt x="852" y="23700"/>
                </a:lnTo>
                <a:lnTo>
                  <a:pt x="797" y="23999"/>
                </a:lnTo>
                <a:lnTo>
                  <a:pt x="221" y="28203"/>
                </a:lnTo>
                <a:lnTo>
                  <a:pt x="197" y="28479"/>
                </a:lnTo>
                <a:lnTo>
                  <a:pt x="0" y="32974"/>
                </a:lnTo>
                <a:lnTo>
                  <a:pt x="0" y="33195"/>
                </a:lnTo>
                <a:lnTo>
                  <a:pt x="110" y="36673"/>
                </a:lnTo>
                <a:lnTo>
                  <a:pt x="126" y="36878"/>
                </a:lnTo>
                <a:lnTo>
                  <a:pt x="457" y="40151"/>
                </a:lnTo>
                <a:lnTo>
                  <a:pt x="497" y="40380"/>
                </a:lnTo>
                <a:lnTo>
                  <a:pt x="1049" y="43448"/>
                </a:lnTo>
                <a:lnTo>
                  <a:pt x="1112" y="43692"/>
                </a:lnTo>
                <a:lnTo>
                  <a:pt x="1893" y="46555"/>
                </a:lnTo>
                <a:lnTo>
                  <a:pt x="1980" y="46823"/>
                </a:lnTo>
                <a:lnTo>
                  <a:pt x="2981" y="49473"/>
                </a:lnTo>
                <a:lnTo>
                  <a:pt x="3107" y="49749"/>
                </a:lnTo>
                <a:lnTo>
                  <a:pt x="4330" y="52194"/>
                </a:lnTo>
                <a:lnTo>
                  <a:pt x="4495" y="52470"/>
                </a:lnTo>
                <a:lnTo>
                  <a:pt x="5947" y="54702"/>
                </a:lnTo>
                <a:lnTo>
                  <a:pt x="6144" y="54978"/>
                </a:lnTo>
                <a:lnTo>
                  <a:pt x="7824" y="57005"/>
                </a:lnTo>
                <a:lnTo>
                  <a:pt x="8044" y="57242"/>
                </a:lnTo>
                <a:lnTo>
                  <a:pt x="9898" y="59040"/>
                </a:lnTo>
                <a:lnTo>
                  <a:pt x="10142" y="59253"/>
                </a:lnTo>
                <a:lnTo>
                  <a:pt x="12146" y="60814"/>
                </a:lnTo>
                <a:lnTo>
                  <a:pt x="12414" y="60996"/>
                </a:lnTo>
                <a:lnTo>
                  <a:pt x="14559" y="62321"/>
                </a:lnTo>
                <a:lnTo>
                  <a:pt x="14843" y="62478"/>
                </a:lnTo>
                <a:lnTo>
                  <a:pt x="17138" y="63559"/>
                </a:lnTo>
                <a:lnTo>
                  <a:pt x="17430" y="63677"/>
                </a:lnTo>
                <a:lnTo>
                  <a:pt x="19867" y="64521"/>
                </a:lnTo>
                <a:lnTo>
                  <a:pt x="20158" y="64600"/>
                </a:lnTo>
                <a:lnTo>
                  <a:pt x="22737" y="65199"/>
                </a:lnTo>
                <a:lnTo>
                  <a:pt x="23021" y="65255"/>
                </a:lnTo>
                <a:lnTo>
                  <a:pt x="25742" y="65617"/>
                </a:lnTo>
                <a:lnTo>
                  <a:pt x="26002" y="65641"/>
                </a:lnTo>
                <a:lnTo>
                  <a:pt x="28873" y="65759"/>
                </a:lnTo>
                <a:lnTo>
                  <a:pt x="29110" y="65759"/>
                </a:lnTo>
                <a:lnTo>
                  <a:pt x="31405" y="65673"/>
                </a:lnTo>
                <a:lnTo>
                  <a:pt x="31641" y="65649"/>
                </a:lnTo>
                <a:lnTo>
                  <a:pt x="33850" y="65389"/>
                </a:lnTo>
                <a:lnTo>
                  <a:pt x="34102" y="65349"/>
                </a:lnTo>
                <a:lnTo>
                  <a:pt x="36216" y="64915"/>
                </a:lnTo>
                <a:lnTo>
                  <a:pt x="36476" y="64852"/>
                </a:lnTo>
                <a:lnTo>
                  <a:pt x="38495" y="64237"/>
                </a:lnTo>
                <a:lnTo>
                  <a:pt x="38755" y="64150"/>
                </a:lnTo>
                <a:lnTo>
                  <a:pt x="40687" y="63362"/>
                </a:lnTo>
                <a:lnTo>
                  <a:pt x="40940" y="63243"/>
                </a:lnTo>
                <a:lnTo>
                  <a:pt x="42785" y="62289"/>
                </a:lnTo>
                <a:lnTo>
                  <a:pt x="43140" y="62068"/>
                </a:lnTo>
                <a:lnTo>
                  <a:pt x="46547" y="59623"/>
                </a:lnTo>
                <a:lnTo>
                  <a:pt x="46957" y="59261"/>
                </a:lnTo>
                <a:lnTo>
                  <a:pt x="49875" y="56209"/>
                </a:lnTo>
                <a:lnTo>
                  <a:pt x="50223" y="55759"/>
                </a:lnTo>
                <a:lnTo>
                  <a:pt x="52533" y="52171"/>
                </a:lnTo>
                <a:lnTo>
                  <a:pt x="52778" y="51697"/>
                </a:lnTo>
                <a:lnTo>
                  <a:pt x="54473" y="47565"/>
                </a:lnTo>
                <a:lnTo>
                  <a:pt x="54592" y="47218"/>
                </a:lnTo>
                <a:lnTo>
                  <a:pt x="55215" y="44954"/>
                </a:lnTo>
                <a:lnTo>
                  <a:pt x="55262" y="44741"/>
                </a:lnTo>
                <a:lnTo>
                  <a:pt x="55727" y="42336"/>
                </a:lnTo>
                <a:lnTo>
                  <a:pt x="55759" y="41374"/>
                </a:lnTo>
                <a:lnTo>
                  <a:pt x="55475" y="40459"/>
                </a:lnTo>
                <a:lnTo>
                  <a:pt x="54915" y="39678"/>
                </a:lnTo>
                <a:lnTo>
                  <a:pt x="54126" y="39118"/>
                </a:lnTo>
                <a:lnTo>
                  <a:pt x="53212" y="38842"/>
                </a:lnTo>
                <a:lnTo>
                  <a:pt x="43661" y="37604"/>
                </a:lnTo>
                <a:lnTo>
                  <a:pt x="42777" y="37620"/>
                </a:lnTo>
                <a:lnTo>
                  <a:pt x="41941" y="37896"/>
                </a:lnTo>
                <a:lnTo>
                  <a:pt x="41224" y="38416"/>
                </a:lnTo>
                <a:lnTo>
                  <a:pt x="40687" y="39118"/>
                </a:lnTo>
                <a:lnTo>
                  <a:pt x="40388" y="39946"/>
                </a:lnTo>
                <a:lnTo>
                  <a:pt x="39727" y="43192"/>
                </a:lnTo>
                <a:lnTo>
                  <a:pt x="38863" y="45627"/>
                </a:lnTo>
                <a:lnTo>
                  <a:pt x="37742" y="47614"/>
                </a:lnTo>
                <a:lnTo>
                  <a:pt x="36424" y="49123"/>
                </a:lnTo>
                <a:lnTo>
                  <a:pt x="34832" y="50326"/>
                </a:lnTo>
                <a:lnTo>
                  <a:pt x="33112" y="51159"/>
                </a:lnTo>
                <a:lnTo>
                  <a:pt x="31127" y="51679"/>
                </a:lnTo>
                <a:lnTo>
                  <a:pt x="28858" y="51862"/>
                </a:lnTo>
                <a:lnTo>
                  <a:pt x="27414" y="51790"/>
                </a:lnTo>
                <a:lnTo>
                  <a:pt x="26173" y="51607"/>
                </a:lnTo>
                <a:lnTo>
                  <a:pt x="23677" y="50801"/>
                </a:lnTo>
                <a:lnTo>
                  <a:pt x="21547" y="49522"/>
                </a:lnTo>
                <a:lnTo>
                  <a:pt x="19584" y="47637"/>
                </a:lnTo>
                <a:lnTo>
                  <a:pt x="18804" y="46573"/>
                </a:lnTo>
                <a:lnTo>
                  <a:pt x="18091" y="45302"/>
                </a:lnTo>
                <a:lnTo>
                  <a:pt x="17444" y="43776"/>
                </a:lnTo>
                <a:lnTo>
                  <a:pt x="16919" y="42093"/>
                </a:lnTo>
                <a:lnTo>
                  <a:pt x="16149" y="37832"/>
                </a:lnTo>
                <a:lnTo>
                  <a:pt x="15892" y="32832"/>
                </a:lnTo>
                <a:lnTo>
                  <a:pt x="16157" y="27879"/>
                </a:lnTo>
                <a:lnTo>
                  <a:pt x="16478" y="25740"/>
                </a:lnTo>
                <a:lnTo>
                  <a:pt x="16912" y="23838"/>
                </a:lnTo>
                <a:lnTo>
                  <a:pt x="17481" y="22069"/>
                </a:lnTo>
                <a:lnTo>
                  <a:pt x="18143" y="20565"/>
                </a:lnTo>
                <a:lnTo>
                  <a:pt x="18908" y="19244"/>
                </a:lnTo>
                <a:lnTo>
                  <a:pt x="19706" y="18194"/>
                </a:lnTo>
                <a:lnTo>
                  <a:pt x="21773" y="16265"/>
                </a:lnTo>
                <a:lnTo>
                  <a:pt x="23988" y="14971"/>
                </a:lnTo>
                <a:lnTo>
                  <a:pt x="26598" y="14154"/>
                </a:lnTo>
                <a:lnTo>
                  <a:pt x="27878" y="13970"/>
                </a:lnTo>
                <a:lnTo>
                  <a:pt x="29398" y="13896"/>
                </a:lnTo>
                <a:lnTo>
                  <a:pt x="31276" y="14042"/>
                </a:lnTo>
                <a:lnTo>
                  <a:pt x="32914" y="14456"/>
                </a:lnTo>
                <a:lnTo>
                  <a:pt x="34431" y="15151"/>
                </a:lnTo>
                <a:lnTo>
                  <a:pt x="35780" y="16110"/>
                </a:lnTo>
                <a:lnTo>
                  <a:pt x="36982" y="17354"/>
                </a:lnTo>
                <a:lnTo>
                  <a:pt x="37999" y="18886"/>
                </a:lnTo>
                <a:lnTo>
                  <a:pt x="38890" y="20852"/>
                </a:lnTo>
                <a:lnTo>
                  <a:pt x="39639" y="23376"/>
                </a:lnTo>
                <a:lnTo>
                  <a:pt x="40120" y="24315"/>
                </a:lnTo>
                <a:lnTo>
                  <a:pt x="40893" y="25032"/>
                </a:lnTo>
                <a:lnTo>
                  <a:pt x="41870" y="25427"/>
                </a:lnTo>
                <a:lnTo>
                  <a:pt x="42927" y="25450"/>
                </a:lnTo>
                <a:lnTo>
                  <a:pt x="52360" y="23991"/>
                </a:lnTo>
                <a:lnTo>
                  <a:pt x="53298" y="23684"/>
                </a:lnTo>
                <a:close/>
                <a:moveTo>
                  <a:pt x="48931" y="45503"/>
                </a:moveTo>
                <a:lnTo>
                  <a:pt x="47398" y="49224"/>
                </a:lnTo>
                <a:lnTo>
                  <a:pt x="45399" y="52327"/>
                </a:lnTo>
                <a:lnTo>
                  <a:pt x="42873" y="54984"/>
                </a:lnTo>
                <a:lnTo>
                  <a:pt x="39840" y="57153"/>
                </a:lnTo>
                <a:lnTo>
                  <a:pt x="38349" y="57927"/>
                </a:lnTo>
                <a:lnTo>
                  <a:pt x="36681" y="58608"/>
                </a:lnTo>
                <a:lnTo>
                  <a:pt x="34941" y="59136"/>
                </a:lnTo>
                <a:lnTo>
                  <a:pt x="33096" y="59520"/>
                </a:lnTo>
                <a:lnTo>
                  <a:pt x="31123" y="59760"/>
                </a:lnTo>
                <a:lnTo>
                  <a:pt x="29005" y="59840"/>
                </a:lnTo>
                <a:lnTo>
                  <a:pt x="26375" y="59731"/>
                </a:lnTo>
                <a:lnTo>
                  <a:pt x="23903" y="59401"/>
                </a:lnTo>
                <a:lnTo>
                  <a:pt x="21649" y="58877"/>
                </a:lnTo>
                <a:lnTo>
                  <a:pt x="19545" y="58149"/>
                </a:lnTo>
                <a:lnTo>
                  <a:pt x="17516" y="57194"/>
                </a:lnTo>
                <a:lnTo>
                  <a:pt x="15680" y="56067"/>
                </a:lnTo>
                <a:lnTo>
                  <a:pt x="13865" y="54652"/>
                </a:lnTo>
                <a:lnTo>
                  <a:pt x="12288" y="53121"/>
                </a:lnTo>
                <a:lnTo>
                  <a:pt x="10821" y="51352"/>
                </a:lnTo>
                <a:lnTo>
                  <a:pt x="9540" y="49382"/>
                </a:lnTo>
                <a:lnTo>
                  <a:pt x="8436" y="47180"/>
                </a:lnTo>
                <a:lnTo>
                  <a:pt x="7557" y="44854"/>
                </a:lnTo>
                <a:lnTo>
                  <a:pt x="6846" y="42254"/>
                </a:lnTo>
                <a:lnTo>
                  <a:pt x="6346" y="39521"/>
                </a:lnTo>
                <a:lnTo>
                  <a:pt x="6023" y="36408"/>
                </a:lnTo>
                <a:lnTo>
                  <a:pt x="5919" y="33132"/>
                </a:lnTo>
                <a:lnTo>
                  <a:pt x="6098" y="28880"/>
                </a:lnTo>
                <a:lnTo>
                  <a:pt x="6631" y="24989"/>
                </a:lnTo>
                <a:lnTo>
                  <a:pt x="7507" y="21397"/>
                </a:lnTo>
                <a:lnTo>
                  <a:pt x="8721" y="18113"/>
                </a:lnTo>
                <a:lnTo>
                  <a:pt x="10270" y="15204"/>
                </a:lnTo>
                <a:lnTo>
                  <a:pt x="12110" y="12767"/>
                </a:lnTo>
                <a:lnTo>
                  <a:pt x="14290" y="10716"/>
                </a:lnTo>
                <a:lnTo>
                  <a:pt x="16826" y="9025"/>
                </a:lnTo>
                <a:lnTo>
                  <a:pt x="19680" y="7672"/>
                </a:lnTo>
                <a:lnTo>
                  <a:pt x="22673" y="6700"/>
                </a:lnTo>
                <a:lnTo>
                  <a:pt x="25776" y="6117"/>
                </a:lnTo>
                <a:lnTo>
                  <a:pt x="29036" y="5919"/>
                </a:lnTo>
                <a:lnTo>
                  <a:pt x="33083" y="6184"/>
                </a:lnTo>
                <a:lnTo>
                  <a:pt x="36669" y="6977"/>
                </a:lnTo>
                <a:lnTo>
                  <a:pt x="39737" y="8233"/>
                </a:lnTo>
                <a:lnTo>
                  <a:pt x="42472" y="10011"/>
                </a:lnTo>
                <a:lnTo>
                  <a:pt x="44730" y="12190"/>
                </a:lnTo>
                <a:lnTo>
                  <a:pt x="46601" y="14862"/>
                </a:lnTo>
                <a:lnTo>
                  <a:pt x="48013" y="17973"/>
                </a:lnTo>
                <a:lnTo>
                  <a:pt x="48196" y="18652"/>
                </a:lnTo>
                <a:lnTo>
                  <a:pt x="44573" y="19212"/>
                </a:lnTo>
                <a:lnTo>
                  <a:pt x="44505" y="18983"/>
                </a:lnTo>
                <a:lnTo>
                  <a:pt x="44363" y="18605"/>
                </a:lnTo>
                <a:lnTo>
                  <a:pt x="43306" y="16254"/>
                </a:lnTo>
                <a:lnTo>
                  <a:pt x="43069" y="15836"/>
                </a:lnTo>
                <a:lnTo>
                  <a:pt x="41752" y="13841"/>
                </a:lnTo>
                <a:lnTo>
                  <a:pt x="41413" y="13423"/>
                </a:lnTo>
                <a:lnTo>
                  <a:pt x="39828" y="11791"/>
                </a:lnTo>
                <a:lnTo>
                  <a:pt x="39410" y="11428"/>
                </a:lnTo>
                <a:lnTo>
                  <a:pt x="37612" y="10158"/>
                </a:lnTo>
                <a:lnTo>
                  <a:pt x="37138" y="9882"/>
                </a:lnTo>
                <a:lnTo>
                  <a:pt x="35159" y="8975"/>
                </a:lnTo>
                <a:lnTo>
                  <a:pt x="34646" y="8794"/>
                </a:lnTo>
                <a:lnTo>
                  <a:pt x="32493" y="8249"/>
                </a:lnTo>
                <a:lnTo>
                  <a:pt x="31996" y="8171"/>
                </a:lnTo>
                <a:lnTo>
                  <a:pt x="29654" y="7989"/>
                </a:lnTo>
                <a:lnTo>
                  <a:pt x="29291" y="7981"/>
                </a:lnTo>
                <a:lnTo>
                  <a:pt x="27501" y="8060"/>
                </a:lnTo>
                <a:lnTo>
                  <a:pt x="27209" y="8092"/>
                </a:lnTo>
                <a:lnTo>
                  <a:pt x="25506" y="8336"/>
                </a:lnTo>
                <a:lnTo>
                  <a:pt x="25048" y="8439"/>
                </a:lnTo>
                <a:lnTo>
                  <a:pt x="21901" y="9425"/>
                </a:lnTo>
                <a:lnTo>
                  <a:pt x="21286" y="9701"/>
                </a:lnTo>
                <a:lnTo>
                  <a:pt x="18479" y="11341"/>
                </a:lnTo>
                <a:lnTo>
                  <a:pt x="17958" y="11735"/>
                </a:lnTo>
                <a:lnTo>
                  <a:pt x="15497" y="14030"/>
                </a:lnTo>
                <a:lnTo>
                  <a:pt x="15158" y="14401"/>
                </a:lnTo>
                <a:lnTo>
                  <a:pt x="14086" y="15813"/>
                </a:lnTo>
                <a:lnTo>
                  <a:pt x="13881" y="16120"/>
                </a:lnTo>
                <a:lnTo>
                  <a:pt x="12950" y="17721"/>
                </a:lnTo>
                <a:lnTo>
                  <a:pt x="12800" y="18013"/>
                </a:lnTo>
                <a:lnTo>
                  <a:pt x="12011" y="19811"/>
                </a:lnTo>
                <a:lnTo>
                  <a:pt x="11909" y="20087"/>
                </a:lnTo>
                <a:lnTo>
                  <a:pt x="11262" y="22067"/>
                </a:lnTo>
                <a:lnTo>
                  <a:pt x="11191" y="22319"/>
                </a:lnTo>
                <a:lnTo>
                  <a:pt x="10694" y="24488"/>
                </a:lnTo>
                <a:lnTo>
                  <a:pt x="10655" y="24717"/>
                </a:lnTo>
                <a:lnTo>
                  <a:pt x="10292" y="27083"/>
                </a:lnTo>
                <a:lnTo>
                  <a:pt x="10268" y="27359"/>
                </a:lnTo>
                <a:lnTo>
                  <a:pt x="9977" y="32667"/>
                </a:lnTo>
                <a:lnTo>
                  <a:pt x="9977" y="32982"/>
                </a:lnTo>
                <a:lnTo>
                  <a:pt x="10253" y="38353"/>
                </a:lnTo>
                <a:lnTo>
                  <a:pt x="10300" y="38724"/>
                </a:lnTo>
                <a:lnTo>
                  <a:pt x="11128" y="43314"/>
                </a:lnTo>
                <a:lnTo>
                  <a:pt x="11215" y="43661"/>
                </a:lnTo>
                <a:lnTo>
                  <a:pt x="11838" y="45664"/>
                </a:lnTo>
                <a:lnTo>
                  <a:pt x="11933" y="45932"/>
                </a:lnTo>
                <a:lnTo>
                  <a:pt x="12698" y="47730"/>
                </a:lnTo>
                <a:lnTo>
                  <a:pt x="12840" y="48030"/>
                </a:lnTo>
                <a:lnTo>
                  <a:pt x="13739" y="49631"/>
                </a:lnTo>
                <a:lnTo>
                  <a:pt x="13936" y="49939"/>
                </a:lnTo>
                <a:lnTo>
                  <a:pt x="14969" y="51342"/>
                </a:lnTo>
                <a:lnTo>
                  <a:pt x="15300" y="51721"/>
                </a:lnTo>
                <a:lnTo>
                  <a:pt x="17682" y="54008"/>
                </a:lnTo>
                <a:lnTo>
                  <a:pt x="18203" y="54418"/>
                </a:lnTo>
                <a:lnTo>
                  <a:pt x="20923" y="56051"/>
                </a:lnTo>
                <a:lnTo>
                  <a:pt x="21546" y="56335"/>
                </a:lnTo>
                <a:lnTo>
                  <a:pt x="24599" y="57313"/>
                </a:lnTo>
                <a:lnTo>
                  <a:pt x="25064" y="57423"/>
                </a:lnTo>
                <a:lnTo>
                  <a:pt x="26720" y="57668"/>
                </a:lnTo>
                <a:lnTo>
                  <a:pt x="27012" y="57699"/>
                </a:lnTo>
                <a:lnTo>
                  <a:pt x="28755" y="57778"/>
                </a:lnTo>
                <a:lnTo>
                  <a:pt x="29126" y="57770"/>
                </a:lnTo>
                <a:lnTo>
                  <a:pt x="31862" y="57549"/>
                </a:lnTo>
                <a:lnTo>
                  <a:pt x="32383" y="57462"/>
                </a:lnTo>
                <a:lnTo>
                  <a:pt x="34883" y="56808"/>
                </a:lnTo>
                <a:lnTo>
                  <a:pt x="35419" y="56611"/>
                </a:lnTo>
                <a:lnTo>
                  <a:pt x="37683" y="55514"/>
                </a:lnTo>
                <a:lnTo>
                  <a:pt x="38180" y="55215"/>
                </a:lnTo>
                <a:lnTo>
                  <a:pt x="40214" y="53677"/>
                </a:lnTo>
                <a:lnTo>
                  <a:pt x="40656" y="53267"/>
                </a:lnTo>
                <a:lnTo>
                  <a:pt x="42399" y="51279"/>
                </a:lnTo>
                <a:lnTo>
                  <a:pt x="42746" y="50782"/>
                </a:lnTo>
                <a:lnTo>
                  <a:pt x="44134" y="48322"/>
                </a:lnTo>
                <a:lnTo>
                  <a:pt x="44347" y="47856"/>
                </a:lnTo>
                <a:lnTo>
                  <a:pt x="45388" y="44923"/>
                </a:lnTo>
                <a:lnTo>
                  <a:pt x="45498" y="44520"/>
                </a:lnTo>
                <a:lnTo>
                  <a:pt x="45640" y="43821"/>
                </a:lnTo>
                <a:lnTo>
                  <a:pt x="49260" y="44294"/>
                </a:lnTo>
                <a:lnTo>
                  <a:pt x="48931" y="45503"/>
                </a:ln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6ECD2-B1F3-4BC9-A4BB-62B32ED7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2" y="982852"/>
            <a:ext cx="269725" cy="723999"/>
          </a:xfrm>
          <a:custGeom xmlns:a="http://schemas.openxmlformats.org/drawingml/2006/main">
            <a:pathLst>
              <a:path w="269725" h="723999">
                <a:moveTo>
                  <a:pt x="0" y="723999"/>
                </a:moveTo>
                <a:lnTo>
                  <a:pt x="269725" y="723999"/>
                </a:lnTo>
                <a:lnTo>
                  <a:pt x="269725" y="0"/>
                </a:lnTo>
                <a:lnTo>
                  <a:pt x="0" y="0"/>
                </a:lnTo>
                <a:lnTo>
                  <a:pt x="0" y="723999"/>
                </a:lnTo>
                <a:close/>
                <a:moveTo>
                  <a:pt x="259867" y="714141"/>
                </a:moveTo>
                <a:lnTo>
                  <a:pt x="9858" y="714141"/>
                </a:lnTo>
                <a:lnTo>
                  <a:pt x="9858" y="9858"/>
                </a:lnTo>
                <a:lnTo>
                  <a:pt x="259867" y="9858"/>
                </a:lnTo>
                <a:lnTo>
                  <a:pt x="259867" y="71414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582CE-1DD9-4275-BFCE-6D09865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72" y="983641"/>
            <a:ext cx="269725" cy="723999"/>
          </a:xfrm>
          <a:custGeom xmlns:a="http://schemas.openxmlformats.org/drawingml/2006/main">
            <a:pathLst>
              <a:path w="269725" h="723999">
                <a:moveTo>
                  <a:pt x="0" y="723999"/>
                </a:moveTo>
                <a:lnTo>
                  <a:pt x="269725" y="723999"/>
                </a:lnTo>
                <a:lnTo>
                  <a:pt x="269725" y="0"/>
                </a:lnTo>
                <a:lnTo>
                  <a:pt x="0" y="0"/>
                </a:lnTo>
                <a:lnTo>
                  <a:pt x="0" y="723999"/>
                </a:lnTo>
                <a:close/>
                <a:moveTo>
                  <a:pt x="259867" y="714141"/>
                </a:moveTo>
                <a:lnTo>
                  <a:pt x="9858" y="714141"/>
                </a:lnTo>
                <a:lnTo>
                  <a:pt x="9858" y="9858"/>
                </a:lnTo>
                <a:lnTo>
                  <a:pt x="259867" y="9858"/>
                </a:lnTo>
                <a:lnTo>
                  <a:pt x="259867" y="71414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B07A1-40B3-46C8-A91B-CDFEEDC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84" y="983246"/>
            <a:ext cx="269725" cy="723999"/>
          </a:xfrm>
          <a:custGeom xmlns:a="http://schemas.openxmlformats.org/drawingml/2006/main">
            <a:pathLst>
              <a:path w="269725" h="723999">
                <a:moveTo>
                  <a:pt x="0" y="723999"/>
                </a:moveTo>
                <a:lnTo>
                  <a:pt x="269725" y="723999"/>
                </a:lnTo>
                <a:lnTo>
                  <a:pt x="269725" y="0"/>
                </a:lnTo>
                <a:lnTo>
                  <a:pt x="0" y="0"/>
                </a:lnTo>
                <a:lnTo>
                  <a:pt x="0" y="723999"/>
                </a:lnTo>
                <a:close/>
                <a:moveTo>
                  <a:pt x="259867" y="714141"/>
                </a:moveTo>
                <a:lnTo>
                  <a:pt x="9858" y="714141"/>
                </a:lnTo>
                <a:lnTo>
                  <a:pt x="9858" y="9858"/>
                </a:lnTo>
                <a:lnTo>
                  <a:pt x="259867" y="9858"/>
                </a:lnTo>
                <a:lnTo>
                  <a:pt x="259867" y="71414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00CD-F5BA-4C36-9B04-99E7B8EC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2" y="982852"/>
            <a:ext cx="832441" cy="163649"/>
          </a:xfrm>
          <a:custGeom xmlns:a="http://schemas.openxmlformats.org/drawingml/2006/main">
            <a:pathLst>
              <a:path w="832441" h="163649">
                <a:moveTo>
                  <a:pt x="0" y="163649"/>
                </a:moveTo>
                <a:lnTo>
                  <a:pt x="832441" y="163649"/>
                </a:lnTo>
                <a:lnTo>
                  <a:pt x="832441" y="0"/>
                </a:lnTo>
                <a:lnTo>
                  <a:pt x="0" y="0"/>
                </a:lnTo>
                <a:lnTo>
                  <a:pt x="0" y="163649"/>
                </a:lnTo>
                <a:close/>
                <a:moveTo>
                  <a:pt x="822583" y="153791"/>
                </a:moveTo>
                <a:lnTo>
                  <a:pt x="9858" y="153791"/>
                </a:lnTo>
                <a:lnTo>
                  <a:pt x="9858" y="9858"/>
                </a:lnTo>
                <a:lnTo>
                  <a:pt x="822583" y="9858"/>
                </a:lnTo>
                <a:lnTo>
                  <a:pt x="822583" y="153791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89C7E-52AF-480B-9483-7C316F11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" y="1136643"/>
            <a:ext cx="832441" cy="141566"/>
          </a:xfrm>
          <a:custGeom xmlns:a="http://schemas.openxmlformats.org/drawingml/2006/main">
            <a:pathLst>
              <a:path w="832441" h="141566">
                <a:moveTo>
                  <a:pt x="0" y="141566"/>
                </a:moveTo>
                <a:lnTo>
                  <a:pt x="832441" y="141566"/>
                </a:lnTo>
                <a:lnTo>
                  <a:pt x="832441" y="0"/>
                </a:lnTo>
                <a:lnTo>
                  <a:pt x="0" y="0"/>
                </a:lnTo>
                <a:lnTo>
                  <a:pt x="0" y="141566"/>
                </a:lnTo>
                <a:close/>
                <a:moveTo>
                  <a:pt x="822583" y="131708"/>
                </a:moveTo>
                <a:lnTo>
                  <a:pt x="9858" y="131708"/>
                </a:lnTo>
                <a:lnTo>
                  <a:pt x="9858" y="9858"/>
                </a:lnTo>
                <a:lnTo>
                  <a:pt x="822583" y="9858"/>
                </a:lnTo>
                <a:lnTo>
                  <a:pt x="822583" y="131708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B611E-0DC6-4A97-A3D9-D1662E04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2" y="1268351"/>
            <a:ext cx="832441" cy="141566"/>
          </a:xfrm>
          <a:custGeom xmlns:a="http://schemas.openxmlformats.org/drawingml/2006/main">
            <a:pathLst>
              <a:path w="832441" h="141566">
                <a:moveTo>
                  <a:pt x="0" y="141566"/>
                </a:moveTo>
                <a:lnTo>
                  <a:pt x="832441" y="141566"/>
                </a:lnTo>
                <a:lnTo>
                  <a:pt x="832441" y="0"/>
                </a:lnTo>
                <a:lnTo>
                  <a:pt x="0" y="0"/>
                </a:lnTo>
                <a:lnTo>
                  <a:pt x="0" y="141566"/>
                </a:lnTo>
                <a:close/>
                <a:moveTo>
                  <a:pt x="822583" y="131708"/>
                </a:moveTo>
                <a:lnTo>
                  <a:pt x="9858" y="131708"/>
                </a:lnTo>
                <a:lnTo>
                  <a:pt x="9858" y="9858"/>
                </a:lnTo>
                <a:lnTo>
                  <a:pt x="822583" y="9858"/>
                </a:lnTo>
                <a:lnTo>
                  <a:pt x="822583" y="131708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BB6C7-1638-4D86-B8C8-1F426D99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2" y="1400058"/>
            <a:ext cx="832441" cy="141566"/>
          </a:xfrm>
          <a:custGeom xmlns:a="http://schemas.openxmlformats.org/drawingml/2006/main">
            <a:pathLst>
              <a:path w="832441" h="141566">
                <a:moveTo>
                  <a:pt x="0" y="141566"/>
                </a:moveTo>
                <a:lnTo>
                  <a:pt x="832441" y="141566"/>
                </a:lnTo>
                <a:lnTo>
                  <a:pt x="832441" y="0"/>
                </a:lnTo>
                <a:lnTo>
                  <a:pt x="0" y="0"/>
                </a:lnTo>
                <a:lnTo>
                  <a:pt x="0" y="141566"/>
                </a:lnTo>
                <a:close/>
                <a:moveTo>
                  <a:pt x="822583" y="131708"/>
                </a:moveTo>
                <a:lnTo>
                  <a:pt x="9858" y="131708"/>
                </a:lnTo>
                <a:lnTo>
                  <a:pt x="9858" y="9858"/>
                </a:lnTo>
                <a:lnTo>
                  <a:pt x="822583" y="9858"/>
                </a:lnTo>
                <a:lnTo>
                  <a:pt x="822583" y="131708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8C0E2-F1A6-41DB-890A-03E7CB3F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68" y="1531766"/>
            <a:ext cx="832441" cy="175085"/>
          </a:xfrm>
          <a:custGeom xmlns:a="http://schemas.openxmlformats.org/drawingml/2006/main">
            <a:pathLst>
              <a:path w="832441" h="175085">
                <a:moveTo>
                  <a:pt x="0" y="175085"/>
                </a:moveTo>
                <a:lnTo>
                  <a:pt x="832441" y="175085"/>
                </a:lnTo>
                <a:lnTo>
                  <a:pt x="832441" y="0"/>
                </a:lnTo>
                <a:lnTo>
                  <a:pt x="0" y="0"/>
                </a:lnTo>
                <a:lnTo>
                  <a:pt x="0" y="175085"/>
                </a:lnTo>
                <a:close/>
                <a:moveTo>
                  <a:pt x="822583" y="165226"/>
                </a:moveTo>
                <a:lnTo>
                  <a:pt x="9858" y="165226"/>
                </a:lnTo>
                <a:lnTo>
                  <a:pt x="9858" y="9858"/>
                </a:lnTo>
                <a:lnTo>
                  <a:pt x="822583" y="9858"/>
                </a:lnTo>
                <a:lnTo>
                  <a:pt x="822583" y="165226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u">
            <a:extLst xmlns:a="http://schemas.openxmlformats.org/drawingml/2006/main">
              <a:ext uri="{FF2B5EF4-FFF2-40B4-BE49-F238E27FC236}">
                <a16:creationId xmlns:a16="http://schemas.microsoft.com/office/drawing/2014/main" id="{35DE8645-BFA5-4BEC-A751-3C4558F0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57" y="879963"/>
            <a:ext cx="69039" cy="66827"/>
          </a:xfrm>
          <a:custGeom xmlns:a="http://schemas.openxmlformats.org/drawingml/2006/main">
            <a:pathLst>
              <a:path w="69039" h="66827">
                <a:moveTo>
                  <a:pt x="9705" y="0"/>
                </a:moveTo>
                <a:lnTo>
                  <a:pt x="27333" y="0"/>
                </a:lnTo>
                <a:lnTo>
                  <a:pt x="19287" y="38635"/>
                </a:lnTo>
                <a:cubicBezTo>
                  <a:pt x="18304" y="43262"/>
                  <a:pt x="17812" y="46149"/>
                  <a:pt x="17812" y="47295"/>
                </a:cubicBezTo>
                <a:cubicBezTo>
                  <a:pt x="17812" y="49179"/>
                  <a:pt x="18509" y="50796"/>
                  <a:pt x="19901" y="52148"/>
                </a:cubicBezTo>
                <a:cubicBezTo>
                  <a:pt x="21293" y="53499"/>
                  <a:pt x="23074" y="54174"/>
                  <a:pt x="25245" y="54174"/>
                </a:cubicBezTo>
                <a:cubicBezTo>
                  <a:pt x="26801" y="54174"/>
                  <a:pt x="28336" y="53878"/>
                  <a:pt x="29851" y="53286"/>
                </a:cubicBezTo>
                <a:cubicBezTo>
                  <a:pt x="31366" y="52692"/>
                  <a:pt x="32922" y="51792"/>
                  <a:pt x="34519" y="50585"/>
                </a:cubicBezTo>
                <a:cubicBezTo>
                  <a:pt x="36116" y="49377"/>
                  <a:pt x="37549" y="47996"/>
                  <a:pt x="38819" y="46441"/>
                </a:cubicBezTo>
                <a:cubicBezTo>
                  <a:pt x="40088" y="44886"/>
                  <a:pt x="41276" y="42841"/>
                  <a:pt x="42381" y="40305"/>
                </a:cubicBezTo>
                <a:cubicBezTo>
                  <a:pt x="43159" y="38422"/>
                  <a:pt x="43999" y="35352"/>
                  <a:pt x="44900" y="31093"/>
                </a:cubicBezTo>
                <a:lnTo>
                  <a:pt x="51410" y="0"/>
                </a:lnTo>
                <a:lnTo>
                  <a:pt x="69039" y="0"/>
                </a:lnTo>
                <a:lnTo>
                  <a:pt x="55403" y="65230"/>
                </a:lnTo>
                <a:lnTo>
                  <a:pt x="38942" y="65230"/>
                </a:lnTo>
                <a:lnTo>
                  <a:pt x="40784" y="56432"/>
                </a:lnTo>
                <a:cubicBezTo>
                  <a:pt x="33578" y="63362"/>
                  <a:pt x="25736" y="66827"/>
                  <a:pt x="17260" y="66827"/>
                </a:cubicBezTo>
                <a:cubicBezTo>
                  <a:pt x="11895" y="66827"/>
                  <a:pt x="7678" y="65287"/>
                  <a:pt x="4607" y="62205"/>
                </a:cubicBezTo>
                <a:cubicBezTo>
                  <a:pt x="1536" y="59123"/>
                  <a:pt x="0" y="54992"/>
                  <a:pt x="0" y="49813"/>
                </a:cubicBezTo>
                <a:cubicBezTo>
                  <a:pt x="0" y="47561"/>
                  <a:pt x="696" y="43078"/>
                  <a:pt x="2088" y="36362"/>
                </a:cubicBezTo>
                <a:lnTo>
                  <a:pt x="9705" y="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v">
            <a:extLst xmlns:a="http://schemas.openxmlformats.org/drawingml/2006/main">
              <a:ext uri="{FF2B5EF4-FFF2-40B4-BE49-F238E27FC236}">
                <a16:creationId xmlns:a16="http://schemas.microsoft.com/office/drawing/2014/main" id="{22009B5E-2522-4F53-8617-F59323CF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80" y="879963"/>
            <a:ext cx="68363" cy="65230"/>
          </a:xfrm>
          <a:custGeom xmlns:a="http://schemas.openxmlformats.org/drawingml/2006/main">
            <a:pathLst>
              <a:path w="68363" h="65230">
                <a:moveTo>
                  <a:pt x="28254" y="65230"/>
                </a:moveTo>
                <a:lnTo>
                  <a:pt x="13083" y="65230"/>
                </a:lnTo>
                <a:lnTo>
                  <a:pt x="0" y="0"/>
                </a:lnTo>
                <a:lnTo>
                  <a:pt x="17321" y="0"/>
                </a:lnTo>
                <a:lnTo>
                  <a:pt x="21928" y="28440"/>
                </a:lnTo>
                <a:cubicBezTo>
                  <a:pt x="23197" y="36135"/>
                  <a:pt x="23955" y="41232"/>
                  <a:pt x="24200" y="43733"/>
                </a:cubicBezTo>
                <a:cubicBezTo>
                  <a:pt x="24528" y="43108"/>
                  <a:pt x="25951" y="40489"/>
                  <a:pt x="28469" y="35874"/>
                </a:cubicBezTo>
                <a:cubicBezTo>
                  <a:pt x="30988" y="31260"/>
                  <a:pt x="32533" y="28475"/>
                  <a:pt x="33107" y="27519"/>
                </a:cubicBezTo>
                <a:lnTo>
                  <a:pt x="49322" y="0"/>
                </a:lnTo>
                <a:lnTo>
                  <a:pt x="68363" y="0"/>
                </a:lnTo>
                <a:lnTo>
                  <a:pt x="28254" y="65230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t">
            <a:extLst xmlns:a="http://schemas.openxmlformats.org/drawingml/2006/main">
              <a:ext uri="{FF2B5EF4-FFF2-40B4-BE49-F238E27FC236}">
                <a16:creationId xmlns:a16="http://schemas.microsoft.com/office/drawing/2014/main" id="{FCC3B12E-E513-4A99-867D-5418786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08" y="857359"/>
            <a:ext cx="39679" cy="89431"/>
          </a:xfrm>
          <a:custGeom xmlns:a="http://schemas.openxmlformats.org/drawingml/2006/main">
            <a:pathLst>
              <a:path w="39679" h="89431">
                <a:moveTo>
                  <a:pt x="0" y="35748"/>
                </a:moveTo>
                <a:lnTo>
                  <a:pt x="2703" y="22603"/>
                </a:lnTo>
                <a:lnTo>
                  <a:pt x="11375" y="22603"/>
                </a:lnTo>
                <a:lnTo>
                  <a:pt x="13517" y="12162"/>
                </a:lnTo>
                <a:lnTo>
                  <a:pt x="33659" y="0"/>
                </a:lnTo>
                <a:lnTo>
                  <a:pt x="29003" y="22603"/>
                </a:lnTo>
                <a:lnTo>
                  <a:pt x="39679" y="22603"/>
                </a:lnTo>
                <a:lnTo>
                  <a:pt x="36976" y="35748"/>
                </a:lnTo>
                <a:lnTo>
                  <a:pt x="26295" y="35748"/>
                </a:lnTo>
                <a:lnTo>
                  <a:pt x="20454" y="63088"/>
                </a:lnTo>
                <a:cubicBezTo>
                  <a:pt x="19430" y="68037"/>
                  <a:pt x="18918" y="70858"/>
                  <a:pt x="18918" y="71553"/>
                </a:cubicBezTo>
                <a:cubicBezTo>
                  <a:pt x="18918" y="72906"/>
                  <a:pt x="19348" y="73961"/>
                  <a:pt x="20208" y="74720"/>
                </a:cubicBezTo>
                <a:cubicBezTo>
                  <a:pt x="21068" y="75478"/>
                  <a:pt x="22624" y="75857"/>
                  <a:pt x="24876" y="75857"/>
                </a:cubicBezTo>
                <a:cubicBezTo>
                  <a:pt x="25654" y="75857"/>
                  <a:pt x="27599" y="75713"/>
                  <a:pt x="30711" y="75427"/>
                </a:cubicBezTo>
                <a:lnTo>
                  <a:pt x="27947" y="88510"/>
                </a:lnTo>
                <a:cubicBezTo>
                  <a:pt x="24917" y="89124"/>
                  <a:pt x="21805" y="89431"/>
                  <a:pt x="18611" y="89431"/>
                </a:cubicBezTo>
                <a:cubicBezTo>
                  <a:pt x="12387" y="89431"/>
                  <a:pt x="7862" y="88228"/>
                  <a:pt x="5037" y="85822"/>
                </a:cubicBezTo>
                <a:cubicBezTo>
                  <a:pt x="2211" y="83415"/>
                  <a:pt x="798" y="80073"/>
                  <a:pt x="798" y="75795"/>
                </a:cubicBezTo>
                <a:cubicBezTo>
                  <a:pt x="798" y="73789"/>
                  <a:pt x="1556" y="69161"/>
                  <a:pt x="3071" y="61912"/>
                </a:cubicBezTo>
                <a:lnTo>
                  <a:pt x="8762" y="35748"/>
                </a:lnTo>
                <a:lnTo>
                  <a:pt x="0" y="35748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60572-2D61-48FB-A7F6-35C98E9C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8984" y="439892"/>
            <a:ext cx="1378911" cy="1327805"/>
          </a:xfrm>
          <a:custGeom xmlns:a="http://schemas.openxmlformats.org/drawingml/2006/main">
            <a:pathLst>
              <a:path w="1378911" h="1327805">
                <a:moveTo>
                  <a:pt x="0" y="0"/>
                </a:moveTo>
                <a:lnTo>
                  <a:pt x="1378911" y="0"/>
                </a:lnTo>
                <a:lnTo>
                  <a:pt x="1378911" y="1327805"/>
                </a:lnTo>
                <a:lnTo>
                  <a:pt x="0" y="13278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3A6C2-5E90-4FA7-976D-C1675D3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675" y="433741"/>
            <a:ext cx="1390820" cy="1339950"/>
          </a:xfrm>
          <a:custGeom xmlns:a="http://schemas.openxmlformats.org/drawingml/2006/main">
            <a:pathLst>
              <a:path w="1390820" h="1339950">
                <a:moveTo>
                  <a:pt x="109231" y="11830"/>
                </a:moveTo>
                <a:lnTo>
                  <a:pt x="203871" y="11830"/>
                </a:lnTo>
                <a:lnTo>
                  <a:pt x="203871" y="0"/>
                </a:lnTo>
                <a:lnTo>
                  <a:pt x="109231" y="0"/>
                </a:lnTo>
                <a:lnTo>
                  <a:pt x="109231" y="11830"/>
                </a:lnTo>
                <a:close/>
                <a:moveTo>
                  <a:pt x="11830" y="32730"/>
                </a:moveTo>
                <a:lnTo>
                  <a:pt x="11830" y="11830"/>
                </a:lnTo>
                <a:lnTo>
                  <a:pt x="73741" y="11830"/>
                </a:lnTo>
                <a:lnTo>
                  <a:pt x="73741" y="0"/>
                </a:lnTo>
                <a:lnTo>
                  <a:pt x="0" y="0"/>
                </a:lnTo>
                <a:lnTo>
                  <a:pt x="0" y="32730"/>
                </a:lnTo>
                <a:lnTo>
                  <a:pt x="11830" y="32730"/>
                </a:lnTo>
                <a:close/>
                <a:moveTo>
                  <a:pt x="11830" y="68220"/>
                </a:moveTo>
                <a:lnTo>
                  <a:pt x="0" y="68220"/>
                </a:lnTo>
                <a:lnTo>
                  <a:pt x="0" y="162860"/>
                </a:lnTo>
                <a:lnTo>
                  <a:pt x="11830" y="162860"/>
                </a:lnTo>
                <a:lnTo>
                  <a:pt x="11830" y="68220"/>
                </a:lnTo>
                <a:close/>
                <a:moveTo>
                  <a:pt x="11830" y="198351"/>
                </a:moveTo>
                <a:lnTo>
                  <a:pt x="0" y="198351"/>
                </a:lnTo>
                <a:lnTo>
                  <a:pt x="0" y="292991"/>
                </a:lnTo>
                <a:lnTo>
                  <a:pt x="11830" y="292991"/>
                </a:lnTo>
                <a:lnTo>
                  <a:pt x="11830" y="198351"/>
                </a:lnTo>
                <a:close/>
                <a:moveTo>
                  <a:pt x="11830" y="423121"/>
                </a:moveTo>
                <a:lnTo>
                  <a:pt x="11830" y="328481"/>
                </a:lnTo>
                <a:lnTo>
                  <a:pt x="0" y="328481"/>
                </a:lnTo>
                <a:lnTo>
                  <a:pt x="0" y="423121"/>
                </a:lnTo>
                <a:lnTo>
                  <a:pt x="11830" y="423121"/>
                </a:lnTo>
                <a:close/>
                <a:moveTo>
                  <a:pt x="11830" y="458612"/>
                </a:moveTo>
                <a:lnTo>
                  <a:pt x="0" y="458612"/>
                </a:lnTo>
                <a:lnTo>
                  <a:pt x="0" y="553252"/>
                </a:lnTo>
                <a:lnTo>
                  <a:pt x="11830" y="553252"/>
                </a:lnTo>
                <a:lnTo>
                  <a:pt x="11830" y="458612"/>
                </a:lnTo>
                <a:close/>
                <a:moveTo>
                  <a:pt x="11830" y="588742"/>
                </a:moveTo>
                <a:lnTo>
                  <a:pt x="0" y="588742"/>
                </a:lnTo>
                <a:lnTo>
                  <a:pt x="0" y="683383"/>
                </a:lnTo>
                <a:lnTo>
                  <a:pt x="11830" y="683383"/>
                </a:lnTo>
                <a:lnTo>
                  <a:pt x="11830" y="588742"/>
                </a:lnTo>
                <a:close/>
                <a:moveTo>
                  <a:pt x="11830" y="813513"/>
                </a:moveTo>
                <a:lnTo>
                  <a:pt x="11830" y="718873"/>
                </a:lnTo>
                <a:lnTo>
                  <a:pt x="0" y="718873"/>
                </a:lnTo>
                <a:lnTo>
                  <a:pt x="0" y="813513"/>
                </a:lnTo>
                <a:lnTo>
                  <a:pt x="11830" y="813513"/>
                </a:lnTo>
                <a:close/>
                <a:moveTo>
                  <a:pt x="11830" y="849003"/>
                </a:moveTo>
                <a:lnTo>
                  <a:pt x="0" y="849003"/>
                </a:lnTo>
                <a:lnTo>
                  <a:pt x="0" y="943644"/>
                </a:lnTo>
                <a:lnTo>
                  <a:pt x="11830" y="943644"/>
                </a:lnTo>
                <a:lnTo>
                  <a:pt x="11830" y="849003"/>
                </a:lnTo>
                <a:close/>
                <a:moveTo>
                  <a:pt x="11830" y="979134"/>
                </a:moveTo>
                <a:lnTo>
                  <a:pt x="0" y="979134"/>
                </a:lnTo>
                <a:lnTo>
                  <a:pt x="0" y="1073774"/>
                </a:lnTo>
                <a:lnTo>
                  <a:pt x="11830" y="1073774"/>
                </a:lnTo>
                <a:lnTo>
                  <a:pt x="11830" y="979134"/>
                </a:lnTo>
                <a:close/>
                <a:moveTo>
                  <a:pt x="11830" y="1203905"/>
                </a:moveTo>
                <a:lnTo>
                  <a:pt x="11830" y="1109264"/>
                </a:lnTo>
                <a:lnTo>
                  <a:pt x="0" y="1109264"/>
                </a:lnTo>
                <a:lnTo>
                  <a:pt x="0" y="1203905"/>
                </a:lnTo>
                <a:lnTo>
                  <a:pt x="11830" y="1203905"/>
                </a:lnTo>
                <a:close/>
                <a:moveTo>
                  <a:pt x="84782" y="1339950"/>
                </a:moveTo>
                <a:lnTo>
                  <a:pt x="84782" y="1328120"/>
                </a:lnTo>
                <a:lnTo>
                  <a:pt x="11830" y="1328120"/>
                </a:lnTo>
                <a:lnTo>
                  <a:pt x="11830" y="1239395"/>
                </a:lnTo>
                <a:lnTo>
                  <a:pt x="0" y="1239395"/>
                </a:lnTo>
                <a:lnTo>
                  <a:pt x="0" y="1334035"/>
                </a:lnTo>
                <a:lnTo>
                  <a:pt x="5915" y="1334035"/>
                </a:lnTo>
                <a:lnTo>
                  <a:pt x="5915" y="1339950"/>
                </a:lnTo>
                <a:lnTo>
                  <a:pt x="84782" y="1339950"/>
                </a:lnTo>
                <a:close/>
                <a:moveTo>
                  <a:pt x="120272" y="1328120"/>
                </a:moveTo>
                <a:lnTo>
                  <a:pt x="120272" y="1339950"/>
                </a:lnTo>
                <a:lnTo>
                  <a:pt x="214913" y="1339950"/>
                </a:lnTo>
                <a:lnTo>
                  <a:pt x="214913" y="1328120"/>
                </a:lnTo>
                <a:lnTo>
                  <a:pt x="120272" y="1328120"/>
                </a:lnTo>
                <a:close/>
                <a:moveTo>
                  <a:pt x="334002" y="11830"/>
                </a:moveTo>
                <a:lnTo>
                  <a:pt x="334002" y="0"/>
                </a:lnTo>
                <a:lnTo>
                  <a:pt x="239361" y="0"/>
                </a:lnTo>
                <a:lnTo>
                  <a:pt x="239361" y="11830"/>
                </a:lnTo>
                <a:lnTo>
                  <a:pt x="334002" y="11830"/>
                </a:lnTo>
                <a:close/>
                <a:moveTo>
                  <a:pt x="369492" y="11830"/>
                </a:moveTo>
                <a:lnTo>
                  <a:pt x="464132" y="11830"/>
                </a:lnTo>
                <a:lnTo>
                  <a:pt x="464132" y="0"/>
                </a:lnTo>
                <a:lnTo>
                  <a:pt x="369492" y="0"/>
                </a:lnTo>
                <a:lnTo>
                  <a:pt x="369492" y="11830"/>
                </a:lnTo>
                <a:close/>
                <a:moveTo>
                  <a:pt x="594263" y="11830"/>
                </a:moveTo>
                <a:lnTo>
                  <a:pt x="594263" y="0"/>
                </a:lnTo>
                <a:lnTo>
                  <a:pt x="499622" y="0"/>
                </a:lnTo>
                <a:lnTo>
                  <a:pt x="499622" y="11830"/>
                </a:lnTo>
                <a:lnTo>
                  <a:pt x="594263" y="11830"/>
                </a:lnTo>
                <a:close/>
                <a:moveTo>
                  <a:pt x="724393" y="11830"/>
                </a:moveTo>
                <a:lnTo>
                  <a:pt x="724393" y="0"/>
                </a:lnTo>
                <a:lnTo>
                  <a:pt x="629753" y="0"/>
                </a:lnTo>
                <a:lnTo>
                  <a:pt x="629753" y="11830"/>
                </a:lnTo>
                <a:lnTo>
                  <a:pt x="724393" y="11830"/>
                </a:lnTo>
                <a:close/>
                <a:moveTo>
                  <a:pt x="759884" y="11830"/>
                </a:moveTo>
                <a:lnTo>
                  <a:pt x="854524" y="11830"/>
                </a:lnTo>
                <a:lnTo>
                  <a:pt x="854524" y="0"/>
                </a:lnTo>
                <a:lnTo>
                  <a:pt x="759884" y="0"/>
                </a:lnTo>
                <a:lnTo>
                  <a:pt x="759884" y="11830"/>
                </a:lnTo>
                <a:close/>
                <a:moveTo>
                  <a:pt x="984654" y="11830"/>
                </a:moveTo>
                <a:lnTo>
                  <a:pt x="984654" y="0"/>
                </a:lnTo>
                <a:lnTo>
                  <a:pt x="890014" y="0"/>
                </a:lnTo>
                <a:lnTo>
                  <a:pt x="890014" y="11830"/>
                </a:lnTo>
                <a:lnTo>
                  <a:pt x="984654" y="11830"/>
                </a:lnTo>
                <a:close/>
                <a:moveTo>
                  <a:pt x="1114785" y="11830"/>
                </a:moveTo>
                <a:lnTo>
                  <a:pt x="1114785" y="0"/>
                </a:lnTo>
                <a:lnTo>
                  <a:pt x="1020145" y="0"/>
                </a:lnTo>
                <a:lnTo>
                  <a:pt x="1020145" y="11830"/>
                </a:lnTo>
                <a:lnTo>
                  <a:pt x="1114785" y="11830"/>
                </a:lnTo>
                <a:close/>
                <a:moveTo>
                  <a:pt x="1150275" y="11830"/>
                </a:moveTo>
                <a:lnTo>
                  <a:pt x="1244916" y="11830"/>
                </a:lnTo>
                <a:lnTo>
                  <a:pt x="1244916" y="0"/>
                </a:lnTo>
                <a:lnTo>
                  <a:pt x="1150275" y="0"/>
                </a:lnTo>
                <a:lnTo>
                  <a:pt x="1150275" y="11830"/>
                </a:lnTo>
                <a:close/>
                <a:moveTo>
                  <a:pt x="345043" y="1328120"/>
                </a:moveTo>
                <a:lnTo>
                  <a:pt x="250403" y="1328120"/>
                </a:lnTo>
                <a:lnTo>
                  <a:pt x="250403" y="1339950"/>
                </a:lnTo>
                <a:lnTo>
                  <a:pt x="345043" y="1339950"/>
                </a:lnTo>
                <a:lnTo>
                  <a:pt x="345043" y="1328120"/>
                </a:lnTo>
                <a:close/>
                <a:moveTo>
                  <a:pt x="475174" y="1328120"/>
                </a:moveTo>
                <a:lnTo>
                  <a:pt x="380533" y="1328120"/>
                </a:lnTo>
                <a:lnTo>
                  <a:pt x="380533" y="1339950"/>
                </a:lnTo>
                <a:lnTo>
                  <a:pt x="475174" y="1339950"/>
                </a:lnTo>
                <a:lnTo>
                  <a:pt x="475174" y="1328120"/>
                </a:lnTo>
                <a:close/>
                <a:moveTo>
                  <a:pt x="510664" y="1328120"/>
                </a:moveTo>
                <a:lnTo>
                  <a:pt x="510664" y="1339950"/>
                </a:lnTo>
                <a:lnTo>
                  <a:pt x="605304" y="1339950"/>
                </a:lnTo>
                <a:lnTo>
                  <a:pt x="605304" y="1328120"/>
                </a:lnTo>
                <a:lnTo>
                  <a:pt x="510664" y="1328120"/>
                </a:lnTo>
                <a:close/>
                <a:moveTo>
                  <a:pt x="640794" y="1328120"/>
                </a:moveTo>
                <a:lnTo>
                  <a:pt x="640794" y="1339950"/>
                </a:lnTo>
                <a:lnTo>
                  <a:pt x="735435" y="1339950"/>
                </a:lnTo>
                <a:lnTo>
                  <a:pt x="735435" y="1328120"/>
                </a:lnTo>
                <a:lnTo>
                  <a:pt x="640794" y="1328120"/>
                </a:lnTo>
                <a:close/>
                <a:moveTo>
                  <a:pt x="865565" y="1328120"/>
                </a:moveTo>
                <a:lnTo>
                  <a:pt x="770925" y="1328120"/>
                </a:lnTo>
                <a:lnTo>
                  <a:pt x="770925" y="1339950"/>
                </a:lnTo>
                <a:lnTo>
                  <a:pt x="865565" y="1339950"/>
                </a:lnTo>
                <a:lnTo>
                  <a:pt x="865565" y="1328120"/>
                </a:lnTo>
                <a:close/>
                <a:moveTo>
                  <a:pt x="901055" y="1328120"/>
                </a:moveTo>
                <a:lnTo>
                  <a:pt x="901055" y="1339950"/>
                </a:lnTo>
                <a:lnTo>
                  <a:pt x="995696" y="1339950"/>
                </a:lnTo>
                <a:lnTo>
                  <a:pt x="995696" y="1328120"/>
                </a:lnTo>
                <a:lnTo>
                  <a:pt x="901055" y="1328120"/>
                </a:lnTo>
                <a:close/>
                <a:moveTo>
                  <a:pt x="1031186" y="1328120"/>
                </a:moveTo>
                <a:lnTo>
                  <a:pt x="1031186" y="1339950"/>
                </a:lnTo>
                <a:lnTo>
                  <a:pt x="1125826" y="1339950"/>
                </a:lnTo>
                <a:lnTo>
                  <a:pt x="1125826" y="1328120"/>
                </a:lnTo>
                <a:lnTo>
                  <a:pt x="1031186" y="1328120"/>
                </a:lnTo>
                <a:close/>
                <a:moveTo>
                  <a:pt x="1255957" y="1328120"/>
                </a:moveTo>
                <a:lnTo>
                  <a:pt x="1161317" y="1328120"/>
                </a:lnTo>
                <a:lnTo>
                  <a:pt x="1161317" y="1339950"/>
                </a:lnTo>
                <a:lnTo>
                  <a:pt x="1255957" y="1339950"/>
                </a:lnTo>
                <a:lnTo>
                  <a:pt x="1255957" y="1328120"/>
                </a:lnTo>
                <a:close/>
                <a:moveTo>
                  <a:pt x="1375046" y="11830"/>
                </a:moveTo>
                <a:lnTo>
                  <a:pt x="1375046" y="0"/>
                </a:lnTo>
                <a:lnTo>
                  <a:pt x="1280406" y="0"/>
                </a:lnTo>
                <a:lnTo>
                  <a:pt x="1280406" y="11830"/>
                </a:lnTo>
                <a:lnTo>
                  <a:pt x="1375046" y="11830"/>
                </a:lnTo>
                <a:close/>
                <a:moveTo>
                  <a:pt x="1378989" y="126187"/>
                </a:moveTo>
                <a:lnTo>
                  <a:pt x="1390820" y="126187"/>
                </a:lnTo>
                <a:lnTo>
                  <a:pt x="1390820" y="31547"/>
                </a:lnTo>
                <a:lnTo>
                  <a:pt x="1378989" y="31547"/>
                </a:lnTo>
                <a:lnTo>
                  <a:pt x="1378989" y="126187"/>
                </a:lnTo>
                <a:close/>
                <a:moveTo>
                  <a:pt x="1378989" y="161677"/>
                </a:moveTo>
                <a:lnTo>
                  <a:pt x="1378989" y="256318"/>
                </a:lnTo>
                <a:lnTo>
                  <a:pt x="1390820" y="256318"/>
                </a:lnTo>
                <a:lnTo>
                  <a:pt x="1390820" y="161677"/>
                </a:lnTo>
                <a:lnTo>
                  <a:pt x="1378989" y="161677"/>
                </a:lnTo>
                <a:close/>
                <a:moveTo>
                  <a:pt x="1378989" y="386448"/>
                </a:moveTo>
                <a:lnTo>
                  <a:pt x="1390820" y="386448"/>
                </a:lnTo>
                <a:lnTo>
                  <a:pt x="1390820" y="291808"/>
                </a:lnTo>
                <a:lnTo>
                  <a:pt x="1378989" y="291808"/>
                </a:lnTo>
                <a:lnTo>
                  <a:pt x="1378989" y="386448"/>
                </a:lnTo>
                <a:close/>
                <a:moveTo>
                  <a:pt x="1378989" y="516579"/>
                </a:moveTo>
                <a:lnTo>
                  <a:pt x="1390820" y="516579"/>
                </a:lnTo>
                <a:lnTo>
                  <a:pt x="1390820" y="421938"/>
                </a:lnTo>
                <a:lnTo>
                  <a:pt x="1378989" y="421938"/>
                </a:lnTo>
                <a:lnTo>
                  <a:pt x="1378989" y="516579"/>
                </a:lnTo>
                <a:close/>
                <a:moveTo>
                  <a:pt x="1378989" y="552069"/>
                </a:moveTo>
                <a:lnTo>
                  <a:pt x="1378989" y="646709"/>
                </a:lnTo>
                <a:lnTo>
                  <a:pt x="1390820" y="646709"/>
                </a:lnTo>
                <a:lnTo>
                  <a:pt x="1390820" y="552069"/>
                </a:lnTo>
                <a:lnTo>
                  <a:pt x="1378989" y="552069"/>
                </a:lnTo>
                <a:close/>
                <a:moveTo>
                  <a:pt x="1378989" y="776840"/>
                </a:moveTo>
                <a:lnTo>
                  <a:pt x="1390820" y="776840"/>
                </a:lnTo>
                <a:lnTo>
                  <a:pt x="1390820" y="682200"/>
                </a:lnTo>
                <a:lnTo>
                  <a:pt x="1378989" y="682200"/>
                </a:lnTo>
                <a:lnTo>
                  <a:pt x="1378989" y="776840"/>
                </a:lnTo>
                <a:close/>
                <a:moveTo>
                  <a:pt x="1378989" y="906970"/>
                </a:moveTo>
                <a:lnTo>
                  <a:pt x="1390820" y="906970"/>
                </a:lnTo>
                <a:lnTo>
                  <a:pt x="1390820" y="812330"/>
                </a:lnTo>
                <a:lnTo>
                  <a:pt x="1378989" y="812330"/>
                </a:lnTo>
                <a:lnTo>
                  <a:pt x="1378989" y="906970"/>
                </a:lnTo>
                <a:close/>
                <a:moveTo>
                  <a:pt x="1378989" y="942461"/>
                </a:moveTo>
                <a:lnTo>
                  <a:pt x="1378989" y="1037101"/>
                </a:lnTo>
                <a:lnTo>
                  <a:pt x="1390820" y="1037101"/>
                </a:lnTo>
                <a:lnTo>
                  <a:pt x="1390820" y="942461"/>
                </a:lnTo>
                <a:lnTo>
                  <a:pt x="1378989" y="942461"/>
                </a:lnTo>
                <a:close/>
                <a:moveTo>
                  <a:pt x="1378989" y="1167232"/>
                </a:moveTo>
                <a:lnTo>
                  <a:pt x="1390820" y="1167232"/>
                </a:lnTo>
                <a:lnTo>
                  <a:pt x="1390820" y="1072591"/>
                </a:lnTo>
                <a:lnTo>
                  <a:pt x="1378989" y="1072591"/>
                </a:lnTo>
                <a:lnTo>
                  <a:pt x="1378989" y="1167232"/>
                </a:lnTo>
                <a:close/>
                <a:moveTo>
                  <a:pt x="1378989" y="1297362"/>
                </a:moveTo>
                <a:lnTo>
                  <a:pt x="1390820" y="1297362"/>
                </a:lnTo>
                <a:lnTo>
                  <a:pt x="1390820" y="1202722"/>
                </a:lnTo>
                <a:lnTo>
                  <a:pt x="1378989" y="1202722"/>
                </a:lnTo>
                <a:lnTo>
                  <a:pt x="1378989" y="1297362"/>
                </a:lnTo>
                <a:close/>
                <a:moveTo>
                  <a:pt x="1390820" y="1339950"/>
                </a:moveTo>
                <a:lnTo>
                  <a:pt x="1390820" y="1332852"/>
                </a:lnTo>
                <a:lnTo>
                  <a:pt x="1380173" y="1332852"/>
                </a:lnTo>
                <a:lnTo>
                  <a:pt x="1384905" y="1328120"/>
                </a:lnTo>
                <a:lnTo>
                  <a:pt x="1378989" y="1328120"/>
                </a:lnTo>
                <a:lnTo>
                  <a:pt x="1291447" y="1328120"/>
                </a:lnTo>
                <a:lnTo>
                  <a:pt x="1291447" y="1339950"/>
                </a:lnTo>
                <a:lnTo>
                  <a:pt x="1390820" y="1339950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ASembedding">
            <a:extLst xmlns:a="http://schemas.openxmlformats.org/drawingml/2006/main">
              <a:ext uri="{FF2B5EF4-FFF2-40B4-BE49-F238E27FC236}">
                <a16:creationId xmlns:a16="http://schemas.microsoft.com/office/drawing/2014/main" id="{F4A72264-CBAF-481B-89E0-82618B29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48" y="543604"/>
            <a:ext cx="874420" cy="118176"/>
          </a:xfrm>
          <a:custGeom xmlns:a="http://schemas.openxmlformats.org/drawingml/2006/main">
            <a:pathLst>
              <a:path w="874420" h="118176">
                <a:moveTo>
                  <a:pt x="90352" y="91642"/>
                </a:moveTo>
                <a:lnTo>
                  <a:pt x="70574" y="91642"/>
                </a:lnTo>
                <a:lnTo>
                  <a:pt x="62712" y="71127"/>
                </a:lnTo>
                <a:lnTo>
                  <a:pt x="26719" y="71127"/>
                </a:lnTo>
                <a:lnTo>
                  <a:pt x="19287" y="91642"/>
                </a:lnTo>
                <a:lnTo>
                  <a:pt x="0" y="91642"/>
                </a:lnTo>
                <a:lnTo>
                  <a:pt x="35072" y="1597"/>
                </a:lnTo>
                <a:lnTo>
                  <a:pt x="54297" y="1597"/>
                </a:lnTo>
                <a:lnTo>
                  <a:pt x="90352" y="91642"/>
                </a:lnTo>
                <a:moveTo>
                  <a:pt x="56877" y="55894"/>
                </a:moveTo>
                <a:lnTo>
                  <a:pt x="44470" y="22603"/>
                </a:lnTo>
                <a:lnTo>
                  <a:pt x="32308" y="55894"/>
                </a:lnTo>
                <a:lnTo>
                  <a:pt x="56877" y="55894"/>
                </a:lnTo>
                <a:close/>
                <a:moveTo>
                  <a:pt x="95637" y="62405"/>
                </a:moveTo>
                <a:lnTo>
                  <a:pt x="113327" y="60685"/>
                </a:lnTo>
                <a:cubicBezTo>
                  <a:pt x="114391" y="66644"/>
                  <a:pt x="116551" y="71021"/>
                  <a:pt x="119807" y="73816"/>
                </a:cubicBezTo>
                <a:cubicBezTo>
                  <a:pt x="123062" y="76610"/>
                  <a:pt x="127454" y="78006"/>
                  <a:pt x="132982" y="78006"/>
                </a:cubicBezTo>
                <a:cubicBezTo>
                  <a:pt x="138837" y="78006"/>
                  <a:pt x="143249" y="76764"/>
                  <a:pt x="146218" y="74279"/>
                </a:cubicBezTo>
                <a:cubicBezTo>
                  <a:pt x="149187" y="71794"/>
                  <a:pt x="150671" y="68887"/>
                  <a:pt x="150671" y="65559"/>
                </a:cubicBezTo>
                <a:cubicBezTo>
                  <a:pt x="150671" y="63423"/>
                  <a:pt x="150047" y="61606"/>
                  <a:pt x="148798" y="60107"/>
                </a:cubicBezTo>
                <a:cubicBezTo>
                  <a:pt x="147549" y="58608"/>
                  <a:pt x="145369" y="57303"/>
                  <a:pt x="142256" y="56194"/>
                </a:cubicBezTo>
                <a:cubicBezTo>
                  <a:pt x="140127" y="55455"/>
                  <a:pt x="135275" y="54142"/>
                  <a:pt x="127699" y="52255"/>
                </a:cubicBezTo>
                <a:cubicBezTo>
                  <a:pt x="117954" y="49834"/>
                  <a:pt x="111115" y="46859"/>
                  <a:pt x="107184" y="43330"/>
                </a:cubicBezTo>
                <a:cubicBezTo>
                  <a:pt x="101656" y="38365"/>
                  <a:pt x="98892" y="32313"/>
                  <a:pt x="98892" y="25174"/>
                </a:cubicBezTo>
                <a:cubicBezTo>
                  <a:pt x="98892" y="20578"/>
                  <a:pt x="100192" y="16281"/>
                  <a:pt x="102793" y="12281"/>
                </a:cubicBezTo>
                <a:cubicBezTo>
                  <a:pt x="105393" y="8279"/>
                  <a:pt x="109140" y="5232"/>
                  <a:pt x="114033" y="3140"/>
                </a:cubicBezTo>
                <a:cubicBezTo>
                  <a:pt x="118926" y="1047"/>
                  <a:pt x="124833" y="0"/>
                  <a:pt x="131753" y="0"/>
                </a:cubicBezTo>
                <a:cubicBezTo>
                  <a:pt x="143055" y="0"/>
                  <a:pt x="151562" y="2489"/>
                  <a:pt x="157274" y="7467"/>
                </a:cubicBezTo>
                <a:cubicBezTo>
                  <a:pt x="162986" y="12443"/>
                  <a:pt x="165986" y="19086"/>
                  <a:pt x="166273" y="27394"/>
                </a:cubicBezTo>
                <a:lnTo>
                  <a:pt x="148092" y="28131"/>
                </a:lnTo>
                <a:cubicBezTo>
                  <a:pt x="147314" y="23504"/>
                  <a:pt x="145645" y="20177"/>
                  <a:pt x="143086" y="18150"/>
                </a:cubicBezTo>
                <a:cubicBezTo>
                  <a:pt x="140526" y="16123"/>
                  <a:pt x="136687" y="15110"/>
                  <a:pt x="131569" y="15110"/>
                </a:cubicBezTo>
                <a:cubicBezTo>
                  <a:pt x="126287" y="15110"/>
                  <a:pt x="122151" y="16196"/>
                  <a:pt x="119162" y="18367"/>
                </a:cubicBezTo>
                <a:cubicBezTo>
                  <a:pt x="117237" y="19759"/>
                  <a:pt x="116275" y="21623"/>
                  <a:pt x="116275" y="23959"/>
                </a:cubicBezTo>
                <a:cubicBezTo>
                  <a:pt x="116275" y="26089"/>
                  <a:pt x="117176" y="27912"/>
                  <a:pt x="118977" y="29427"/>
                </a:cubicBezTo>
                <a:cubicBezTo>
                  <a:pt x="121270" y="31353"/>
                  <a:pt x="126839" y="33362"/>
                  <a:pt x="135684" y="35454"/>
                </a:cubicBezTo>
                <a:cubicBezTo>
                  <a:pt x="144529" y="37546"/>
                  <a:pt x="151071" y="39711"/>
                  <a:pt x="155309" y="41948"/>
                </a:cubicBezTo>
                <a:cubicBezTo>
                  <a:pt x="159547" y="44183"/>
                  <a:pt x="162864" y="47239"/>
                  <a:pt x="165259" y="51117"/>
                </a:cubicBezTo>
                <a:cubicBezTo>
                  <a:pt x="167655" y="54993"/>
                  <a:pt x="168852" y="59782"/>
                  <a:pt x="168852" y="65486"/>
                </a:cubicBezTo>
                <a:cubicBezTo>
                  <a:pt x="168852" y="70654"/>
                  <a:pt x="167419" y="75495"/>
                  <a:pt x="164553" y="80008"/>
                </a:cubicBezTo>
                <a:cubicBezTo>
                  <a:pt x="161686" y="84522"/>
                  <a:pt x="157632" y="87875"/>
                  <a:pt x="152391" y="90070"/>
                </a:cubicBezTo>
                <a:cubicBezTo>
                  <a:pt x="147150" y="92265"/>
                  <a:pt x="140619" y="93362"/>
                  <a:pt x="132797" y="93362"/>
                </a:cubicBezTo>
                <a:cubicBezTo>
                  <a:pt x="121414" y="93362"/>
                  <a:pt x="112671" y="90726"/>
                  <a:pt x="106570" y="85454"/>
                </a:cubicBezTo>
                <a:cubicBezTo>
                  <a:pt x="100469" y="80182"/>
                  <a:pt x="96824" y="72499"/>
                  <a:pt x="95637" y="62405"/>
                </a:cubicBezTo>
                <a:close/>
                <a:moveTo>
                  <a:pt x="256985" y="70881"/>
                </a:moveTo>
                <a:lnTo>
                  <a:pt x="274183" y="73830"/>
                </a:lnTo>
                <a:cubicBezTo>
                  <a:pt x="271972" y="80115"/>
                  <a:pt x="268481" y="84901"/>
                  <a:pt x="263710" y="88187"/>
                </a:cubicBezTo>
                <a:cubicBezTo>
                  <a:pt x="258940" y="91473"/>
                  <a:pt x="252972" y="93116"/>
                  <a:pt x="245806" y="93116"/>
                </a:cubicBezTo>
                <a:cubicBezTo>
                  <a:pt x="234463" y="93116"/>
                  <a:pt x="226069" y="89410"/>
                  <a:pt x="220623" y="81999"/>
                </a:cubicBezTo>
                <a:cubicBezTo>
                  <a:pt x="216323" y="76061"/>
                  <a:pt x="214173" y="68568"/>
                  <a:pt x="214173" y="59518"/>
                </a:cubicBezTo>
                <a:cubicBezTo>
                  <a:pt x="214173" y="48708"/>
                  <a:pt x="216999" y="40242"/>
                  <a:pt x="222650" y="34120"/>
                </a:cubicBezTo>
                <a:cubicBezTo>
                  <a:pt x="228300" y="27998"/>
                  <a:pt x="235446" y="24937"/>
                  <a:pt x="244086" y="24937"/>
                </a:cubicBezTo>
                <a:cubicBezTo>
                  <a:pt x="253791" y="24937"/>
                  <a:pt x="261448" y="28142"/>
                  <a:pt x="267058" y="34550"/>
                </a:cubicBezTo>
                <a:cubicBezTo>
                  <a:pt x="272668" y="40958"/>
                  <a:pt x="275350" y="50776"/>
                  <a:pt x="275104" y="64002"/>
                </a:cubicBezTo>
                <a:lnTo>
                  <a:pt x="231863" y="64002"/>
                </a:lnTo>
                <a:cubicBezTo>
                  <a:pt x="231986" y="69121"/>
                  <a:pt x="233378" y="73103"/>
                  <a:pt x="236040" y="75949"/>
                </a:cubicBezTo>
                <a:cubicBezTo>
                  <a:pt x="238701" y="78795"/>
                  <a:pt x="242018" y="80218"/>
                  <a:pt x="245990" y="80218"/>
                </a:cubicBezTo>
                <a:cubicBezTo>
                  <a:pt x="248693" y="80218"/>
                  <a:pt x="250965" y="79480"/>
                  <a:pt x="252808" y="78006"/>
                </a:cubicBezTo>
                <a:cubicBezTo>
                  <a:pt x="254651" y="76532"/>
                  <a:pt x="256043" y="74157"/>
                  <a:pt x="256985" y="70881"/>
                </a:cubicBezTo>
                <a:moveTo>
                  <a:pt x="257967" y="53437"/>
                </a:moveTo>
                <a:cubicBezTo>
                  <a:pt x="257845" y="48462"/>
                  <a:pt x="256555" y="44680"/>
                  <a:pt x="254098" y="42090"/>
                </a:cubicBezTo>
                <a:cubicBezTo>
                  <a:pt x="251641" y="39500"/>
                  <a:pt x="248652" y="38205"/>
                  <a:pt x="245130" y="38205"/>
                </a:cubicBezTo>
                <a:cubicBezTo>
                  <a:pt x="241363" y="38205"/>
                  <a:pt x="238251" y="39571"/>
                  <a:pt x="235794" y="42303"/>
                </a:cubicBezTo>
                <a:cubicBezTo>
                  <a:pt x="233337" y="45036"/>
                  <a:pt x="232129" y="48748"/>
                  <a:pt x="232170" y="53437"/>
                </a:cubicBezTo>
                <a:lnTo>
                  <a:pt x="257967" y="53437"/>
                </a:lnTo>
                <a:close/>
                <a:moveTo>
                  <a:pt x="288112" y="26412"/>
                </a:moveTo>
                <a:lnTo>
                  <a:pt x="304020" y="26412"/>
                </a:lnTo>
                <a:lnTo>
                  <a:pt x="304020" y="35318"/>
                </a:lnTo>
                <a:cubicBezTo>
                  <a:pt x="309712" y="28398"/>
                  <a:pt x="316489" y="24937"/>
                  <a:pt x="324351" y="24937"/>
                </a:cubicBezTo>
                <a:cubicBezTo>
                  <a:pt x="328528" y="24937"/>
                  <a:pt x="332152" y="25801"/>
                  <a:pt x="335223" y="27529"/>
                </a:cubicBezTo>
                <a:cubicBezTo>
                  <a:pt x="338294" y="29256"/>
                  <a:pt x="340812" y="31869"/>
                  <a:pt x="342778" y="35366"/>
                </a:cubicBezTo>
                <a:cubicBezTo>
                  <a:pt x="345644" y="31869"/>
                  <a:pt x="348736" y="29256"/>
                  <a:pt x="352053" y="27529"/>
                </a:cubicBezTo>
                <a:cubicBezTo>
                  <a:pt x="355369" y="25801"/>
                  <a:pt x="358911" y="24937"/>
                  <a:pt x="362679" y="24937"/>
                </a:cubicBezTo>
                <a:cubicBezTo>
                  <a:pt x="367470" y="24937"/>
                  <a:pt x="371523" y="25910"/>
                  <a:pt x="374840" y="27855"/>
                </a:cubicBezTo>
                <a:cubicBezTo>
                  <a:pt x="378157" y="29800"/>
                  <a:pt x="380634" y="32656"/>
                  <a:pt x="382272" y="36423"/>
                </a:cubicBezTo>
                <a:cubicBezTo>
                  <a:pt x="383460" y="39208"/>
                  <a:pt x="384054" y="43712"/>
                  <a:pt x="384054" y="49936"/>
                </a:cubicBezTo>
                <a:lnTo>
                  <a:pt x="384054" y="91642"/>
                </a:lnTo>
                <a:lnTo>
                  <a:pt x="366794" y="91642"/>
                </a:lnTo>
                <a:lnTo>
                  <a:pt x="366794" y="54401"/>
                </a:lnTo>
                <a:cubicBezTo>
                  <a:pt x="366794" y="47939"/>
                  <a:pt x="366200" y="43767"/>
                  <a:pt x="365013" y="41886"/>
                </a:cubicBezTo>
                <a:cubicBezTo>
                  <a:pt x="363416" y="39432"/>
                  <a:pt x="360959" y="38205"/>
                  <a:pt x="357642" y="38205"/>
                </a:cubicBezTo>
                <a:cubicBezTo>
                  <a:pt x="355226" y="38205"/>
                  <a:pt x="352953" y="38941"/>
                  <a:pt x="350824" y="40414"/>
                </a:cubicBezTo>
                <a:cubicBezTo>
                  <a:pt x="348695" y="41886"/>
                  <a:pt x="347159" y="44043"/>
                  <a:pt x="346217" y="46886"/>
                </a:cubicBezTo>
                <a:cubicBezTo>
                  <a:pt x="345276" y="49728"/>
                  <a:pt x="344805" y="54217"/>
                  <a:pt x="344805" y="60353"/>
                </a:cubicBezTo>
                <a:lnTo>
                  <a:pt x="344805" y="91642"/>
                </a:lnTo>
                <a:lnTo>
                  <a:pt x="327545" y="91642"/>
                </a:lnTo>
                <a:lnTo>
                  <a:pt x="327545" y="55935"/>
                </a:lnTo>
                <a:cubicBezTo>
                  <a:pt x="327545" y="49595"/>
                  <a:pt x="327238" y="45506"/>
                  <a:pt x="326624" y="43665"/>
                </a:cubicBezTo>
                <a:cubicBezTo>
                  <a:pt x="326010" y="41824"/>
                  <a:pt x="325057" y="40454"/>
                  <a:pt x="323768" y="39554"/>
                </a:cubicBezTo>
                <a:cubicBezTo>
                  <a:pt x="322478" y="38654"/>
                  <a:pt x="320727" y="38205"/>
                  <a:pt x="318516" y="38205"/>
                </a:cubicBezTo>
                <a:cubicBezTo>
                  <a:pt x="315854" y="38205"/>
                  <a:pt x="313459" y="38921"/>
                  <a:pt x="311330" y="40353"/>
                </a:cubicBezTo>
                <a:cubicBezTo>
                  <a:pt x="309200" y="41783"/>
                  <a:pt x="307675" y="43848"/>
                  <a:pt x="306754" y="46548"/>
                </a:cubicBezTo>
                <a:cubicBezTo>
                  <a:pt x="305832" y="49249"/>
                  <a:pt x="305372" y="53727"/>
                  <a:pt x="305372" y="59985"/>
                </a:cubicBezTo>
                <a:lnTo>
                  <a:pt x="305372" y="91642"/>
                </a:lnTo>
                <a:lnTo>
                  <a:pt x="288112" y="91642"/>
                </a:lnTo>
                <a:lnTo>
                  <a:pt x="288112" y="26412"/>
                </a:lnTo>
                <a:close/>
                <a:moveTo>
                  <a:pt x="401050" y="91642"/>
                </a:moveTo>
                <a:lnTo>
                  <a:pt x="401050" y="1597"/>
                </a:lnTo>
                <a:lnTo>
                  <a:pt x="418310" y="1597"/>
                </a:lnTo>
                <a:lnTo>
                  <a:pt x="418310" y="34028"/>
                </a:lnTo>
                <a:cubicBezTo>
                  <a:pt x="423633" y="27968"/>
                  <a:pt x="429939" y="24937"/>
                  <a:pt x="437228" y="24937"/>
                </a:cubicBezTo>
                <a:cubicBezTo>
                  <a:pt x="445172" y="24937"/>
                  <a:pt x="451744" y="27814"/>
                  <a:pt x="456945" y="33567"/>
                </a:cubicBezTo>
                <a:cubicBezTo>
                  <a:pt x="462145" y="39321"/>
                  <a:pt x="464745" y="47582"/>
                  <a:pt x="464745" y="58351"/>
                </a:cubicBezTo>
                <a:cubicBezTo>
                  <a:pt x="464745" y="69489"/>
                  <a:pt x="462094" y="78068"/>
                  <a:pt x="456791" y="84087"/>
                </a:cubicBezTo>
                <a:cubicBezTo>
                  <a:pt x="451488" y="90107"/>
                  <a:pt x="445049" y="93116"/>
                  <a:pt x="437474" y="93116"/>
                </a:cubicBezTo>
                <a:cubicBezTo>
                  <a:pt x="433747" y="93116"/>
                  <a:pt x="430072" y="92185"/>
                  <a:pt x="426448" y="90321"/>
                </a:cubicBezTo>
                <a:cubicBezTo>
                  <a:pt x="422824" y="88458"/>
                  <a:pt x="419702" y="85705"/>
                  <a:pt x="417081" y="82060"/>
                </a:cubicBezTo>
                <a:lnTo>
                  <a:pt x="417081" y="91642"/>
                </a:lnTo>
                <a:lnTo>
                  <a:pt x="401050" y="91642"/>
                </a:lnTo>
                <a:moveTo>
                  <a:pt x="418187" y="57647"/>
                </a:moveTo>
                <a:cubicBezTo>
                  <a:pt x="418187" y="64393"/>
                  <a:pt x="419252" y="69381"/>
                  <a:pt x="421381" y="72611"/>
                </a:cubicBezTo>
                <a:cubicBezTo>
                  <a:pt x="424370" y="77191"/>
                  <a:pt x="428342" y="79480"/>
                  <a:pt x="433297" y="79480"/>
                </a:cubicBezTo>
                <a:cubicBezTo>
                  <a:pt x="437105" y="79480"/>
                  <a:pt x="440350" y="77855"/>
                  <a:pt x="443032" y="74605"/>
                </a:cubicBezTo>
                <a:cubicBezTo>
                  <a:pt x="445714" y="71355"/>
                  <a:pt x="447056" y="66234"/>
                  <a:pt x="447056" y="59242"/>
                </a:cubicBezTo>
                <a:cubicBezTo>
                  <a:pt x="447056" y="51799"/>
                  <a:pt x="445704" y="46433"/>
                  <a:pt x="443002" y="43141"/>
                </a:cubicBezTo>
                <a:cubicBezTo>
                  <a:pt x="440299" y="39850"/>
                  <a:pt x="436839" y="38205"/>
                  <a:pt x="432621" y="38205"/>
                </a:cubicBezTo>
                <a:cubicBezTo>
                  <a:pt x="428486" y="38205"/>
                  <a:pt x="425046" y="39810"/>
                  <a:pt x="422302" y="43021"/>
                </a:cubicBezTo>
                <a:cubicBezTo>
                  <a:pt x="419559" y="46230"/>
                  <a:pt x="418187" y="51105"/>
                  <a:pt x="418187" y="57647"/>
                </a:cubicBezTo>
                <a:close/>
                <a:moveTo>
                  <a:pt x="516457" y="70881"/>
                </a:moveTo>
                <a:lnTo>
                  <a:pt x="533656" y="73830"/>
                </a:lnTo>
                <a:cubicBezTo>
                  <a:pt x="531444" y="80115"/>
                  <a:pt x="527954" y="84901"/>
                  <a:pt x="523183" y="88187"/>
                </a:cubicBezTo>
                <a:cubicBezTo>
                  <a:pt x="518413" y="91473"/>
                  <a:pt x="512444" y="93116"/>
                  <a:pt x="505278" y="93116"/>
                </a:cubicBezTo>
                <a:cubicBezTo>
                  <a:pt x="493936" y="93116"/>
                  <a:pt x="485541" y="89410"/>
                  <a:pt x="480095" y="81999"/>
                </a:cubicBezTo>
                <a:cubicBezTo>
                  <a:pt x="475796" y="76061"/>
                  <a:pt x="473646" y="68568"/>
                  <a:pt x="473646" y="59518"/>
                </a:cubicBezTo>
                <a:cubicBezTo>
                  <a:pt x="473646" y="48708"/>
                  <a:pt x="476471" y="40242"/>
                  <a:pt x="482122" y="34120"/>
                </a:cubicBezTo>
                <a:cubicBezTo>
                  <a:pt x="487773" y="27998"/>
                  <a:pt x="494919" y="24937"/>
                  <a:pt x="503559" y="24937"/>
                </a:cubicBezTo>
                <a:cubicBezTo>
                  <a:pt x="513263" y="24937"/>
                  <a:pt x="520921" y="28142"/>
                  <a:pt x="526531" y="34550"/>
                </a:cubicBezTo>
                <a:cubicBezTo>
                  <a:pt x="532141" y="40958"/>
                  <a:pt x="534823" y="50776"/>
                  <a:pt x="534577" y="64002"/>
                </a:cubicBezTo>
                <a:lnTo>
                  <a:pt x="491336" y="64002"/>
                </a:lnTo>
                <a:cubicBezTo>
                  <a:pt x="491458" y="69121"/>
                  <a:pt x="492851" y="73103"/>
                  <a:pt x="495512" y="75949"/>
                </a:cubicBezTo>
                <a:cubicBezTo>
                  <a:pt x="498174" y="78795"/>
                  <a:pt x="501491" y="80218"/>
                  <a:pt x="505463" y="80218"/>
                </a:cubicBezTo>
                <a:cubicBezTo>
                  <a:pt x="508165" y="80218"/>
                  <a:pt x="510438" y="79480"/>
                  <a:pt x="512281" y="78006"/>
                </a:cubicBezTo>
                <a:cubicBezTo>
                  <a:pt x="514123" y="76532"/>
                  <a:pt x="515516" y="74157"/>
                  <a:pt x="516457" y="70881"/>
                </a:cubicBezTo>
                <a:moveTo>
                  <a:pt x="517440" y="53437"/>
                </a:moveTo>
                <a:cubicBezTo>
                  <a:pt x="517317" y="48462"/>
                  <a:pt x="516027" y="44680"/>
                  <a:pt x="513570" y="42090"/>
                </a:cubicBezTo>
                <a:cubicBezTo>
                  <a:pt x="511114" y="39500"/>
                  <a:pt x="508124" y="38205"/>
                  <a:pt x="504603" y="38205"/>
                </a:cubicBezTo>
                <a:cubicBezTo>
                  <a:pt x="500836" y="38205"/>
                  <a:pt x="497724" y="39571"/>
                  <a:pt x="495267" y="42303"/>
                </a:cubicBezTo>
                <a:cubicBezTo>
                  <a:pt x="492810" y="45036"/>
                  <a:pt x="491602" y="48748"/>
                  <a:pt x="491643" y="53437"/>
                </a:cubicBezTo>
                <a:lnTo>
                  <a:pt x="517440" y="53437"/>
                </a:lnTo>
                <a:close/>
                <a:moveTo>
                  <a:pt x="608700" y="91642"/>
                </a:moveTo>
                <a:lnTo>
                  <a:pt x="592669" y="91642"/>
                </a:lnTo>
                <a:lnTo>
                  <a:pt x="592669" y="82060"/>
                </a:lnTo>
                <a:cubicBezTo>
                  <a:pt x="590007" y="85786"/>
                  <a:pt x="586864" y="88561"/>
                  <a:pt x="583240" y="90383"/>
                </a:cubicBezTo>
                <a:cubicBezTo>
                  <a:pt x="579616" y="92205"/>
                  <a:pt x="575962" y="93116"/>
                  <a:pt x="572276" y="93116"/>
                </a:cubicBezTo>
                <a:cubicBezTo>
                  <a:pt x="564783" y="93116"/>
                  <a:pt x="558364" y="90096"/>
                  <a:pt x="553021" y="84056"/>
                </a:cubicBezTo>
                <a:cubicBezTo>
                  <a:pt x="547677" y="78017"/>
                  <a:pt x="545005" y="69591"/>
                  <a:pt x="545005" y="58781"/>
                </a:cubicBezTo>
                <a:cubicBezTo>
                  <a:pt x="545005" y="47725"/>
                  <a:pt x="547605" y="39321"/>
                  <a:pt x="552806" y="33567"/>
                </a:cubicBezTo>
                <a:cubicBezTo>
                  <a:pt x="558006" y="27814"/>
                  <a:pt x="564578" y="24937"/>
                  <a:pt x="572522" y="24937"/>
                </a:cubicBezTo>
                <a:cubicBezTo>
                  <a:pt x="579811" y="24937"/>
                  <a:pt x="586117" y="27968"/>
                  <a:pt x="591440" y="34028"/>
                </a:cubicBezTo>
                <a:lnTo>
                  <a:pt x="591440" y="1597"/>
                </a:lnTo>
                <a:lnTo>
                  <a:pt x="608700" y="1597"/>
                </a:lnTo>
                <a:lnTo>
                  <a:pt x="608700" y="91642"/>
                </a:lnTo>
                <a:moveTo>
                  <a:pt x="562633" y="57647"/>
                </a:moveTo>
                <a:cubicBezTo>
                  <a:pt x="562633" y="64598"/>
                  <a:pt x="563595" y="69627"/>
                  <a:pt x="565520" y="72734"/>
                </a:cubicBezTo>
                <a:cubicBezTo>
                  <a:pt x="568304" y="77231"/>
                  <a:pt x="572195" y="79480"/>
                  <a:pt x="577190" y="79480"/>
                </a:cubicBezTo>
                <a:cubicBezTo>
                  <a:pt x="581162" y="79480"/>
                  <a:pt x="584540" y="77794"/>
                  <a:pt x="587325" y="74421"/>
                </a:cubicBezTo>
                <a:cubicBezTo>
                  <a:pt x="590109" y="71048"/>
                  <a:pt x="591502" y="66008"/>
                  <a:pt x="591502" y="59303"/>
                </a:cubicBezTo>
                <a:cubicBezTo>
                  <a:pt x="591502" y="51820"/>
                  <a:pt x="590150" y="46433"/>
                  <a:pt x="587448" y="43141"/>
                </a:cubicBezTo>
                <a:cubicBezTo>
                  <a:pt x="584745" y="39850"/>
                  <a:pt x="581285" y="38205"/>
                  <a:pt x="577067" y="38205"/>
                </a:cubicBezTo>
                <a:cubicBezTo>
                  <a:pt x="572973" y="38205"/>
                  <a:pt x="569543" y="39830"/>
                  <a:pt x="566779" y="43080"/>
                </a:cubicBezTo>
                <a:cubicBezTo>
                  <a:pt x="564015" y="46330"/>
                  <a:pt x="562633" y="51186"/>
                  <a:pt x="562633" y="57647"/>
                </a:cubicBezTo>
                <a:close/>
                <a:moveTo>
                  <a:pt x="685595" y="91642"/>
                </a:moveTo>
                <a:lnTo>
                  <a:pt x="669564" y="91642"/>
                </a:lnTo>
                <a:lnTo>
                  <a:pt x="669564" y="82060"/>
                </a:lnTo>
                <a:cubicBezTo>
                  <a:pt x="666902" y="85786"/>
                  <a:pt x="663759" y="88561"/>
                  <a:pt x="660135" y="90383"/>
                </a:cubicBezTo>
                <a:cubicBezTo>
                  <a:pt x="656511" y="92205"/>
                  <a:pt x="652857" y="93116"/>
                  <a:pt x="649171" y="93116"/>
                </a:cubicBezTo>
                <a:cubicBezTo>
                  <a:pt x="641678" y="93116"/>
                  <a:pt x="635259" y="90096"/>
                  <a:pt x="629916" y="84056"/>
                </a:cubicBezTo>
                <a:cubicBezTo>
                  <a:pt x="624572" y="78017"/>
                  <a:pt x="621900" y="69591"/>
                  <a:pt x="621900" y="58781"/>
                </a:cubicBezTo>
                <a:cubicBezTo>
                  <a:pt x="621900" y="47725"/>
                  <a:pt x="624500" y="39321"/>
                  <a:pt x="629701" y="33567"/>
                </a:cubicBezTo>
                <a:cubicBezTo>
                  <a:pt x="634901" y="27814"/>
                  <a:pt x="641473" y="24937"/>
                  <a:pt x="649417" y="24937"/>
                </a:cubicBezTo>
                <a:cubicBezTo>
                  <a:pt x="656706" y="24937"/>
                  <a:pt x="663012" y="27968"/>
                  <a:pt x="668335" y="34028"/>
                </a:cubicBezTo>
                <a:lnTo>
                  <a:pt x="668335" y="1597"/>
                </a:lnTo>
                <a:lnTo>
                  <a:pt x="685595" y="1597"/>
                </a:lnTo>
                <a:lnTo>
                  <a:pt x="685595" y="91642"/>
                </a:lnTo>
                <a:moveTo>
                  <a:pt x="639528" y="57647"/>
                </a:moveTo>
                <a:cubicBezTo>
                  <a:pt x="639528" y="64598"/>
                  <a:pt x="640490" y="69627"/>
                  <a:pt x="642415" y="72734"/>
                </a:cubicBezTo>
                <a:cubicBezTo>
                  <a:pt x="645200" y="77231"/>
                  <a:pt x="649090" y="79480"/>
                  <a:pt x="654085" y="79480"/>
                </a:cubicBezTo>
                <a:cubicBezTo>
                  <a:pt x="658057" y="79480"/>
                  <a:pt x="661435" y="77794"/>
                  <a:pt x="664220" y="74421"/>
                </a:cubicBezTo>
                <a:cubicBezTo>
                  <a:pt x="667004" y="71048"/>
                  <a:pt x="668397" y="66008"/>
                  <a:pt x="668397" y="59303"/>
                </a:cubicBezTo>
                <a:cubicBezTo>
                  <a:pt x="668397" y="51820"/>
                  <a:pt x="667045" y="46433"/>
                  <a:pt x="664343" y="43141"/>
                </a:cubicBezTo>
                <a:cubicBezTo>
                  <a:pt x="661640" y="39850"/>
                  <a:pt x="658180" y="38205"/>
                  <a:pt x="653962" y="38205"/>
                </a:cubicBezTo>
                <a:cubicBezTo>
                  <a:pt x="649868" y="38205"/>
                  <a:pt x="646438" y="39830"/>
                  <a:pt x="643674" y="43080"/>
                </a:cubicBezTo>
                <a:cubicBezTo>
                  <a:pt x="640910" y="46330"/>
                  <a:pt x="639528" y="51186"/>
                  <a:pt x="639528" y="57647"/>
                </a:cubicBezTo>
                <a:close/>
                <a:moveTo>
                  <a:pt x="702665" y="17567"/>
                </a:moveTo>
                <a:lnTo>
                  <a:pt x="702665" y="1597"/>
                </a:lnTo>
                <a:lnTo>
                  <a:pt x="719925" y="1597"/>
                </a:lnTo>
                <a:lnTo>
                  <a:pt x="719925" y="17567"/>
                </a:lnTo>
                <a:lnTo>
                  <a:pt x="702665" y="17567"/>
                </a:lnTo>
                <a:moveTo>
                  <a:pt x="702665" y="91642"/>
                </a:moveTo>
                <a:lnTo>
                  <a:pt x="702665" y="26412"/>
                </a:lnTo>
                <a:lnTo>
                  <a:pt x="719925" y="26412"/>
                </a:lnTo>
                <a:lnTo>
                  <a:pt x="719925" y="91642"/>
                </a:lnTo>
                <a:lnTo>
                  <a:pt x="702665" y="91642"/>
                </a:lnTo>
                <a:close/>
                <a:moveTo>
                  <a:pt x="797095" y="91642"/>
                </a:moveTo>
                <a:lnTo>
                  <a:pt x="779835" y="91642"/>
                </a:lnTo>
                <a:lnTo>
                  <a:pt x="779835" y="58390"/>
                </a:lnTo>
                <a:cubicBezTo>
                  <a:pt x="779835" y="51354"/>
                  <a:pt x="779467" y="46804"/>
                  <a:pt x="778730" y="44738"/>
                </a:cubicBezTo>
                <a:cubicBezTo>
                  <a:pt x="777993" y="42673"/>
                  <a:pt x="776795" y="41068"/>
                  <a:pt x="775136" y="39923"/>
                </a:cubicBezTo>
                <a:cubicBezTo>
                  <a:pt x="773478" y="38777"/>
                  <a:pt x="771482" y="38205"/>
                  <a:pt x="769148" y="38205"/>
                </a:cubicBezTo>
                <a:cubicBezTo>
                  <a:pt x="766159" y="38205"/>
                  <a:pt x="763476" y="39023"/>
                  <a:pt x="761101" y="40660"/>
                </a:cubicBezTo>
                <a:cubicBezTo>
                  <a:pt x="758726" y="42295"/>
                  <a:pt x="757099" y="44463"/>
                  <a:pt x="756218" y="47163"/>
                </a:cubicBezTo>
                <a:cubicBezTo>
                  <a:pt x="755338" y="49861"/>
                  <a:pt x="754898" y="54851"/>
                  <a:pt x="754898" y="62132"/>
                </a:cubicBezTo>
                <a:lnTo>
                  <a:pt x="754898" y="91642"/>
                </a:lnTo>
                <a:lnTo>
                  <a:pt x="737638" y="91642"/>
                </a:lnTo>
                <a:lnTo>
                  <a:pt x="737638" y="26412"/>
                </a:lnTo>
                <a:lnTo>
                  <a:pt x="753669" y="26412"/>
                </a:lnTo>
                <a:lnTo>
                  <a:pt x="753669" y="35993"/>
                </a:lnTo>
                <a:cubicBezTo>
                  <a:pt x="759361" y="28623"/>
                  <a:pt x="766527" y="24937"/>
                  <a:pt x="775167" y="24937"/>
                </a:cubicBezTo>
                <a:cubicBezTo>
                  <a:pt x="778975" y="24937"/>
                  <a:pt x="782456" y="25623"/>
                  <a:pt x="785609" y="26995"/>
                </a:cubicBezTo>
                <a:cubicBezTo>
                  <a:pt x="788762" y="28367"/>
                  <a:pt x="791147" y="30117"/>
                  <a:pt x="792765" y="32247"/>
                </a:cubicBezTo>
                <a:cubicBezTo>
                  <a:pt x="794382" y="34376"/>
                  <a:pt x="795508" y="36792"/>
                  <a:pt x="796143" y="39495"/>
                </a:cubicBezTo>
                <a:cubicBezTo>
                  <a:pt x="796778" y="42197"/>
                  <a:pt x="797095" y="46067"/>
                  <a:pt x="797095" y="51103"/>
                </a:cubicBezTo>
                <a:lnTo>
                  <a:pt x="797095" y="91642"/>
                </a:lnTo>
                <a:close/>
                <a:moveTo>
                  <a:pt x="813059" y="95819"/>
                </a:moveTo>
                <a:lnTo>
                  <a:pt x="832776" y="98276"/>
                </a:lnTo>
                <a:cubicBezTo>
                  <a:pt x="833103" y="100591"/>
                  <a:pt x="833861" y="102182"/>
                  <a:pt x="835048" y="103049"/>
                </a:cubicBezTo>
                <a:cubicBezTo>
                  <a:pt x="836686" y="104289"/>
                  <a:pt x="839266" y="104909"/>
                  <a:pt x="842787" y="104909"/>
                </a:cubicBezTo>
                <a:cubicBezTo>
                  <a:pt x="847292" y="104909"/>
                  <a:pt x="850670" y="104229"/>
                  <a:pt x="852922" y="102867"/>
                </a:cubicBezTo>
                <a:cubicBezTo>
                  <a:pt x="854437" y="101960"/>
                  <a:pt x="855584" y="100496"/>
                  <a:pt x="856362" y="98475"/>
                </a:cubicBezTo>
                <a:cubicBezTo>
                  <a:pt x="856894" y="97032"/>
                  <a:pt x="857160" y="94372"/>
                  <a:pt x="857160" y="90496"/>
                </a:cubicBezTo>
                <a:lnTo>
                  <a:pt x="857160" y="80907"/>
                </a:lnTo>
                <a:cubicBezTo>
                  <a:pt x="852001" y="88064"/>
                  <a:pt x="845490" y="91642"/>
                  <a:pt x="837628" y="91642"/>
                </a:cubicBezTo>
                <a:cubicBezTo>
                  <a:pt x="828865" y="91642"/>
                  <a:pt x="821924" y="87936"/>
                  <a:pt x="816806" y="80525"/>
                </a:cubicBezTo>
                <a:cubicBezTo>
                  <a:pt x="812793" y="74669"/>
                  <a:pt x="810786" y="67380"/>
                  <a:pt x="810786" y="58658"/>
                </a:cubicBezTo>
                <a:cubicBezTo>
                  <a:pt x="810786" y="47725"/>
                  <a:pt x="813417" y="39372"/>
                  <a:pt x="818679" y="33598"/>
                </a:cubicBezTo>
                <a:cubicBezTo>
                  <a:pt x="823941" y="27824"/>
                  <a:pt x="830483" y="24937"/>
                  <a:pt x="838304" y="24937"/>
                </a:cubicBezTo>
                <a:cubicBezTo>
                  <a:pt x="846370" y="24937"/>
                  <a:pt x="853025" y="28496"/>
                  <a:pt x="858266" y="35613"/>
                </a:cubicBezTo>
                <a:lnTo>
                  <a:pt x="858266" y="26412"/>
                </a:lnTo>
                <a:lnTo>
                  <a:pt x="874420" y="26412"/>
                </a:lnTo>
                <a:lnTo>
                  <a:pt x="874420" y="84985"/>
                </a:lnTo>
                <a:cubicBezTo>
                  <a:pt x="874420" y="92689"/>
                  <a:pt x="873785" y="98446"/>
                  <a:pt x="872516" y="102257"/>
                </a:cubicBezTo>
                <a:cubicBezTo>
                  <a:pt x="871246" y="106067"/>
                  <a:pt x="869465" y="109058"/>
                  <a:pt x="867172" y="111230"/>
                </a:cubicBezTo>
                <a:cubicBezTo>
                  <a:pt x="864879" y="113403"/>
                  <a:pt x="861818" y="115103"/>
                  <a:pt x="857989" y="116332"/>
                </a:cubicBezTo>
                <a:cubicBezTo>
                  <a:pt x="854161" y="117562"/>
                  <a:pt x="849319" y="118176"/>
                  <a:pt x="843463" y="118176"/>
                </a:cubicBezTo>
                <a:cubicBezTo>
                  <a:pt x="832407" y="118176"/>
                  <a:pt x="824566" y="116267"/>
                  <a:pt x="819938" y="112447"/>
                </a:cubicBezTo>
                <a:cubicBezTo>
                  <a:pt x="815311" y="108629"/>
                  <a:pt x="812998" y="103788"/>
                  <a:pt x="812998" y="97924"/>
                </a:cubicBezTo>
                <a:cubicBezTo>
                  <a:pt x="812998" y="97346"/>
                  <a:pt x="813018" y="96644"/>
                  <a:pt x="813059" y="95819"/>
                </a:cubicBezTo>
                <a:moveTo>
                  <a:pt x="828476" y="57676"/>
                </a:moveTo>
                <a:cubicBezTo>
                  <a:pt x="828476" y="64575"/>
                  <a:pt x="829817" y="69627"/>
                  <a:pt x="832499" y="72831"/>
                </a:cubicBezTo>
                <a:cubicBezTo>
                  <a:pt x="835181" y="76036"/>
                  <a:pt x="838488" y="77638"/>
                  <a:pt x="842419" y="77638"/>
                </a:cubicBezTo>
                <a:cubicBezTo>
                  <a:pt x="846637" y="77638"/>
                  <a:pt x="850199" y="75995"/>
                  <a:pt x="853106" y="72709"/>
                </a:cubicBezTo>
                <a:cubicBezTo>
                  <a:pt x="856014" y="69423"/>
                  <a:pt x="857467" y="64555"/>
                  <a:pt x="857467" y="58105"/>
                </a:cubicBezTo>
                <a:cubicBezTo>
                  <a:pt x="857467" y="51370"/>
                  <a:pt x="856075" y="46369"/>
                  <a:pt x="853291" y="43103"/>
                </a:cubicBezTo>
                <a:cubicBezTo>
                  <a:pt x="850506" y="39837"/>
                  <a:pt x="846985" y="38205"/>
                  <a:pt x="842726" y="38205"/>
                </a:cubicBezTo>
                <a:cubicBezTo>
                  <a:pt x="838590" y="38205"/>
                  <a:pt x="835181" y="39807"/>
                  <a:pt x="832499" y="43011"/>
                </a:cubicBezTo>
                <a:cubicBezTo>
                  <a:pt x="829817" y="46215"/>
                  <a:pt x="828476" y="51103"/>
                  <a:pt x="828476" y="576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c2158626b477d"/>
          <a:stretch xmlns:a="http://schemas.openxmlformats.org/drawingml/2006/main"/>
        </p:blipFill>
        <p:spPr>
          <a:xfrm xmlns:a="http://schemas.openxmlformats.org/drawingml/2006/main">
            <a:off x="3937274" y="870383"/>
            <a:ext cx="821171" cy="369242"/>
          </a:xfrm>
          <a:prstGeom xmlns:a="http://schemas.openxmlformats.org/drawingml/2006/main" prst="rect">
            <a:avLst/>
          </a:prstGeom>
        </p:spPr>
      </p:pic>
      <p:pic>
        <p:nvPicPr>
          <p:cNvPr id="6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66afa30cf4b8a"/>
          <a:stretch xmlns:a="http://schemas.openxmlformats.org/drawingml/2006/main"/>
        </p:blipFill>
        <p:spPr>
          <a:xfrm xmlns:a="http://schemas.openxmlformats.org/drawingml/2006/main">
            <a:off x="3964633" y="1335151"/>
            <a:ext cx="803418" cy="337607"/>
          </a:xfrm>
          <a:prstGeom xmlns:a="http://schemas.openxmlformats.org/drawingml/2006/main" prst="rect">
            <a:avLst/>
          </a:prstGeom>
        </p:spPr>
      </p:pic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8E4FE-E12A-4D33-9961-39A7D020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011" y="1218830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13" y="65956"/>
                </a:moveTo>
                <a:lnTo>
                  <a:pt x="3265" y="68330"/>
                </a:lnTo>
                <a:lnTo>
                  <a:pt x="4219" y="70649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09" y="90035"/>
                </a:lnTo>
                <a:lnTo>
                  <a:pt x="23487" y="92937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8"/>
                </a:lnTo>
                <a:lnTo>
                  <a:pt x="34843" y="98450"/>
                </a:lnTo>
                <a:lnTo>
                  <a:pt x="37296" y="99238"/>
                </a:lnTo>
                <a:lnTo>
                  <a:pt x="39788" y="99917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23"/>
                </a:lnTo>
                <a:lnTo>
                  <a:pt x="52904" y="101486"/>
                </a:lnTo>
                <a:lnTo>
                  <a:pt x="55593" y="101423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17"/>
                </a:lnTo>
                <a:lnTo>
                  <a:pt x="68512" y="99238"/>
                </a:lnTo>
                <a:lnTo>
                  <a:pt x="70965" y="98450"/>
                </a:lnTo>
                <a:lnTo>
                  <a:pt x="73354" y="97558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37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08" y="72905"/>
                </a:lnTo>
                <a:lnTo>
                  <a:pt x="101589" y="70649"/>
                </a:lnTo>
                <a:lnTo>
                  <a:pt x="102551" y="68330"/>
                </a:lnTo>
                <a:lnTo>
                  <a:pt x="103395" y="65956"/>
                </a:lnTo>
                <a:lnTo>
                  <a:pt x="104120" y="63527"/>
                </a:lnTo>
                <a:lnTo>
                  <a:pt x="104720" y="61051"/>
                </a:lnTo>
                <a:lnTo>
                  <a:pt x="105193" y="58527"/>
                </a:lnTo>
                <a:lnTo>
                  <a:pt x="105532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32" y="45522"/>
                </a:lnTo>
                <a:lnTo>
                  <a:pt x="105193" y="42959"/>
                </a:lnTo>
                <a:lnTo>
                  <a:pt x="104720" y="40443"/>
                </a:lnTo>
                <a:lnTo>
                  <a:pt x="104120" y="37967"/>
                </a:lnTo>
                <a:lnTo>
                  <a:pt x="103395" y="35537"/>
                </a:lnTo>
                <a:lnTo>
                  <a:pt x="102551" y="33164"/>
                </a:lnTo>
                <a:lnTo>
                  <a:pt x="101589" y="30845"/>
                </a:lnTo>
                <a:lnTo>
                  <a:pt x="100508" y="28581"/>
                </a:lnTo>
                <a:lnTo>
                  <a:pt x="99278" y="26294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57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35"/>
                </a:lnTo>
                <a:lnTo>
                  <a:pt x="70965" y="3036"/>
                </a:lnTo>
                <a:lnTo>
                  <a:pt x="68512" y="2248"/>
                </a:lnTo>
                <a:lnTo>
                  <a:pt x="66020" y="1577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593" y="71"/>
                </a:lnTo>
                <a:lnTo>
                  <a:pt x="52904" y="0"/>
                </a:lnTo>
                <a:lnTo>
                  <a:pt x="50215" y="71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88" y="1577"/>
                </a:lnTo>
                <a:lnTo>
                  <a:pt x="37296" y="2248"/>
                </a:lnTo>
                <a:lnTo>
                  <a:pt x="34843" y="3036"/>
                </a:lnTo>
                <a:lnTo>
                  <a:pt x="32454" y="3935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57"/>
                </a:lnTo>
                <a:lnTo>
                  <a:pt x="19409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94"/>
                </a:lnTo>
                <a:lnTo>
                  <a:pt x="5300" y="28581"/>
                </a:lnTo>
                <a:lnTo>
                  <a:pt x="4219" y="30845"/>
                </a:lnTo>
                <a:lnTo>
                  <a:pt x="3265" y="33164"/>
                </a:lnTo>
                <a:lnTo>
                  <a:pt x="2413" y="35537"/>
                </a:lnTo>
                <a:lnTo>
                  <a:pt x="1688" y="37967"/>
                </a:lnTo>
                <a:lnTo>
                  <a:pt x="1088" y="40443"/>
                </a:lnTo>
                <a:lnTo>
                  <a:pt x="615" y="42959"/>
                </a:lnTo>
                <a:lnTo>
                  <a:pt x="276" y="45522"/>
                </a:lnTo>
                <a:lnTo>
                  <a:pt x="63" y="48117"/>
                </a:lnTo>
                <a:lnTo>
                  <a:pt x="0" y="50743"/>
                </a:lnTo>
                <a:lnTo>
                  <a:pt x="63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51"/>
                </a:lnTo>
                <a:lnTo>
                  <a:pt x="1688" y="63527"/>
                </a:lnTo>
                <a:lnTo>
                  <a:pt x="2413" y="65956"/>
                </a:lnTo>
                <a:close/>
                <a:moveTo>
                  <a:pt x="18136" y="45811"/>
                </a:moveTo>
                <a:lnTo>
                  <a:pt x="18431" y="44238"/>
                </a:lnTo>
                <a:lnTo>
                  <a:pt x="18814" y="42650"/>
                </a:lnTo>
                <a:lnTo>
                  <a:pt x="19290" y="41052"/>
                </a:lnTo>
                <a:lnTo>
                  <a:pt x="19839" y="39512"/>
                </a:lnTo>
                <a:lnTo>
                  <a:pt x="20434" y="38076"/>
                </a:lnTo>
                <a:lnTo>
                  <a:pt x="21178" y="36517"/>
                </a:lnTo>
                <a:lnTo>
                  <a:pt x="21802" y="35354"/>
                </a:lnTo>
                <a:lnTo>
                  <a:pt x="23643" y="32474"/>
                </a:lnTo>
                <a:lnTo>
                  <a:pt x="25634" y="29937"/>
                </a:lnTo>
                <a:lnTo>
                  <a:pt x="27861" y="27605"/>
                </a:lnTo>
                <a:lnTo>
                  <a:pt x="30344" y="25454"/>
                </a:lnTo>
                <a:lnTo>
                  <a:pt x="33039" y="23532"/>
                </a:lnTo>
                <a:lnTo>
                  <a:pt x="36140" y="21743"/>
                </a:lnTo>
                <a:lnTo>
                  <a:pt x="37502" y="21082"/>
                </a:lnTo>
                <a:lnTo>
                  <a:pt x="39180" y="20362"/>
                </a:lnTo>
                <a:lnTo>
                  <a:pt x="40602" y="19828"/>
                </a:lnTo>
                <a:lnTo>
                  <a:pt x="42204" y="19308"/>
                </a:lnTo>
                <a:lnTo>
                  <a:pt x="43970" y="18828"/>
                </a:lnTo>
                <a:lnTo>
                  <a:pt x="45776" y="18434"/>
                </a:lnTo>
                <a:lnTo>
                  <a:pt x="47435" y="18150"/>
                </a:lnTo>
                <a:lnTo>
                  <a:pt x="49282" y="17925"/>
                </a:lnTo>
                <a:lnTo>
                  <a:pt x="51162" y="17793"/>
                </a:lnTo>
                <a:lnTo>
                  <a:pt x="52904" y="17750"/>
                </a:lnTo>
                <a:lnTo>
                  <a:pt x="54646" y="17793"/>
                </a:lnTo>
                <a:lnTo>
                  <a:pt x="56526" y="17925"/>
                </a:lnTo>
                <a:lnTo>
                  <a:pt x="58373" y="18150"/>
                </a:lnTo>
                <a:lnTo>
                  <a:pt x="60032" y="18434"/>
                </a:lnTo>
                <a:lnTo>
                  <a:pt x="61838" y="18828"/>
                </a:lnTo>
                <a:lnTo>
                  <a:pt x="63604" y="19308"/>
                </a:lnTo>
                <a:lnTo>
                  <a:pt x="65206" y="19828"/>
                </a:lnTo>
                <a:lnTo>
                  <a:pt x="66628" y="20362"/>
                </a:lnTo>
                <a:lnTo>
                  <a:pt x="68306" y="21082"/>
                </a:lnTo>
                <a:lnTo>
                  <a:pt x="69715" y="21766"/>
                </a:lnTo>
                <a:lnTo>
                  <a:pt x="72766" y="23530"/>
                </a:lnTo>
                <a:lnTo>
                  <a:pt x="75464" y="25454"/>
                </a:lnTo>
                <a:lnTo>
                  <a:pt x="77947" y="27605"/>
                </a:lnTo>
                <a:lnTo>
                  <a:pt x="80174" y="29937"/>
                </a:lnTo>
                <a:lnTo>
                  <a:pt x="82202" y="32522"/>
                </a:lnTo>
                <a:lnTo>
                  <a:pt x="84003" y="35349"/>
                </a:lnTo>
                <a:lnTo>
                  <a:pt x="84692" y="36631"/>
                </a:lnTo>
                <a:lnTo>
                  <a:pt x="85368" y="38063"/>
                </a:lnTo>
                <a:lnTo>
                  <a:pt x="85969" y="39512"/>
                </a:lnTo>
                <a:lnTo>
                  <a:pt x="86518" y="41052"/>
                </a:lnTo>
                <a:lnTo>
                  <a:pt x="86994" y="42650"/>
                </a:lnTo>
                <a:lnTo>
                  <a:pt x="87377" y="44238"/>
                </a:lnTo>
                <a:lnTo>
                  <a:pt x="87672" y="45811"/>
                </a:lnTo>
                <a:lnTo>
                  <a:pt x="87887" y="47448"/>
                </a:lnTo>
                <a:lnTo>
                  <a:pt x="88016" y="49098"/>
                </a:lnTo>
                <a:lnTo>
                  <a:pt x="88064" y="50743"/>
                </a:lnTo>
                <a:lnTo>
                  <a:pt x="88015" y="52400"/>
                </a:lnTo>
                <a:lnTo>
                  <a:pt x="87886" y="54056"/>
                </a:lnTo>
                <a:lnTo>
                  <a:pt x="87675" y="55657"/>
                </a:lnTo>
                <a:lnTo>
                  <a:pt x="87370" y="57283"/>
                </a:lnTo>
                <a:lnTo>
                  <a:pt x="86994" y="58844"/>
                </a:lnTo>
                <a:lnTo>
                  <a:pt x="86519" y="60437"/>
                </a:lnTo>
                <a:lnTo>
                  <a:pt x="85951" y="62026"/>
                </a:lnTo>
                <a:lnTo>
                  <a:pt x="85393" y="63371"/>
                </a:lnTo>
                <a:lnTo>
                  <a:pt x="84718" y="64806"/>
                </a:lnTo>
                <a:lnTo>
                  <a:pt x="83978" y="66184"/>
                </a:lnTo>
                <a:lnTo>
                  <a:pt x="82181" y="68998"/>
                </a:lnTo>
                <a:lnTo>
                  <a:pt x="80146" y="71584"/>
                </a:lnTo>
                <a:lnTo>
                  <a:pt x="77912" y="73918"/>
                </a:lnTo>
                <a:lnTo>
                  <a:pt x="75422" y="76068"/>
                </a:lnTo>
                <a:lnTo>
                  <a:pt x="72713" y="77994"/>
                </a:lnTo>
                <a:lnTo>
                  <a:pt x="69715" y="79728"/>
                </a:lnTo>
                <a:lnTo>
                  <a:pt x="68306" y="80412"/>
                </a:lnTo>
                <a:lnTo>
                  <a:pt x="66775" y="81069"/>
                </a:lnTo>
                <a:lnTo>
                  <a:pt x="65071" y="81709"/>
                </a:lnTo>
                <a:lnTo>
                  <a:pt x="63483" y="82218"/>
                </a:lnTo>
                <a:lnTo>
                  <a:pt x="61697" y="82696"/>
                </a:lnTo>
                <a:lnTo>
                  <a:pt x="60050" y="83056"/>
                </a:lnTo>
                <a:lnTo>
                  <a:pt x="58243" y="83359"/>
                </a:lnTo>
                <a:lnTo>
                  <a:pt x="56522" y="83562"/>
                </a:lnTo>
                <a:lnTo>
                  <a:pt x="54796" y="83690"/>
                </a:lnTo>
                <a:lnTo>
                  <a:pt x="52904" y="83736"/>
                </a:lnTo>
                <a:lnTo>
                  <a:pt x="51011" y="83690"/>
                </a:lnTo>
                <a:lnTo>
                  <a:pt x="49286" y="83562"/>
                </a:lnTo>
                <a:lnTo>
                  <a:pt x="47565" y="83359"/>
                </a:lnTo>
                <a:lnTo>
                  <a:pt x="45758" y="83056"/>
                </a:lnTo>
                <a:lnTo>
                  <a:pt x="44111" y="82696"/>
                </a:lnTo>
                <a:lnTo>
                  <a:pt x="42325" y="82218"/>
                </a:lnTo>
                <a:lnTo>
                  <a:pt x="40737" y="81709"/>
                </a:lnTo>
                <a:lnTo>
                  <a:pt x="39033" y="81069"/>
                </a:lnTo>
                <a:lnTo>
                  <a:pt x="37502" y="80412"/>
                </a:lnTo>
                <a:lnTo>
                  <a:pt x="36140" y="79751"/>
                </a:lnTo>
                <a:lnTo>
                  <a:pt x="33091" y="77992"/>
                </a:lnTo>
                <a:lnTo>
                  <a:pt x="30386" y="76068"/>
                </a:lnTo>
                <a:lnTo>
                  <a:pt x="27896" y="73918"/>
                </a:lnTo>
                <a:lnTo>
                  <a:pt x="25662" y="71584"/>
                </a:lnTo>
                <a:lnTo>
                  <a:pt x="23665" y="69046"/>
                </a:lnTo>
                <a:lnTo>
                  <a:pt x="21827" y="66178"/>
                </a:lnTo>
                <a:lnTo>
                  <a:pt x="21148" y="64913"/>
                </a:lnTo>
                <a:lnTo>
                  <a:pt x="20411" y="63361"/>
                </a:lnTo>
                <a:lnTo>
                  <a:pt x="19857" y="62026"/>
                </a:lnTo>
                <a:lnTo>
                  <a:pt x="19289" y="60437"/>
                </a:lnTo>
                <a:lnTo>
                  <a:pt x="18814" y="58844"/>
                </a:lnTo>
                <a:lnTo>
                  <a:pt x="18438" y="57283"/>
                </a:lnTo>
                <a:lnTo>
                  <a:pt x="18133" y="55657"/>
                </a:lnTo>
                <a:lnTo>
                  <a:pt x="17922" y="54056"/>
                </a:lnTo>
                <a:lnTo>
                  <a:pt x="17794" y="52418"/>
                </a:lnTo>
                <a:lnTo>
                  <a:pt x="17751" y="50743"/>
                </a:lnTo>
                <a:lnTo>
                  <a:pt x="17794" y="49079"/>
                </a:lnTo>
                <a:lnTo>
                  <a:pt x="17921" y="47448"/>
                </a:lnTo>
                <a:lnTo>
                  <a:pt x="18136" y="4581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7720E-7190-4076-9D00-DFD9A918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62" y="1160658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49"/>
                </a:moveTo>
                <a:lnTo>
                  <a:pt x="3265" y="68330"/>
                </a:lnTo>
                <a:lnTo>
                  <a:pt x="4227" y="70649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17" y="90035"/>
                </a:lnTo>
                <a:lnTo>
                  <a:pt x="23487" y="92929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1"/>
                </a:lnTo>
                <a:lnTo>
                  <a:pt x="34851" y="98450"/>
                </a:lnTo>
                <a:lnTo>
                  <a:pt x="37296" y="99238"/>
                </a:lnTo>
                <a:lnTo>
                  <a:pt x="39796" y="99909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23"/>
                </a:lnTo>
                <a:lnTo>
                  <a:pt x="52904" y="101486"/>
                </a:lnTo>
                <a:lnTo>
                  <a:pt x="55601" y="101423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09"/>
                </a:lnTo>
                <a:lnTo>
                  <a:pt x="68520" y="99238"/>
                </a:lnTo>
                <a:lnTo>
                  <a:pt x="70965" y="98450"/>
                </a:lnTo>
                <a:lnTo>
                  <a:pt x="73354" y="97551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29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16" y="72905"/>
                </a:lnTo>
                <a:lnTo>
                  <a:pt x="101589" y="70649"/>
                </a:lnTo>
                <a:lnTo>
                  <a:pt x="102551" y="68330"/>
                </a:lnTo>
                <a:lnTo>
                  <a:pt x="103395" y="65949"/>
                </a:lnTo>
                <a:lnTo>
                  <a:pt x="104120" y="63527"/>
                </a:lnTo>
                <a:lnTo>
                  <a:pt x="104720" y="61051"/>
                </a:lnTo>
                <a:lnTo>
                  <a:pt x="105193" y="58527"/>
                </a:lnTo>
                <a:lnTo>
                  <a:pt x="105540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40" y="45522"/>
                </a:lnTo>
                <a:lnTo>
                  <a:pt x="105193" y="42959"/>
                </a:lnTo>
                <a:lnTo>
                  <a:pt x="104720" y="40443"/>
                </a:lnTo>
                <a:lnTo>
                  <a:pt x="104120" y="37959"/>
                </a:lnTo>
                <a:lnTo>
                  <a:pt x="103395" y="35537"/>
                </a:lnTo>
                <a:lnTo>
                  <a:pt x="102551" y="33156"/>
                </a:lnTo>
                <a:lnTo>
                  <a:pt x="101589" y="30837"/>
                </a:lnTo>
                <a:lnTo>
                  <a:pt x="100516" y="28581"/>
                </a:lnTo>
                <a:lnTo>
                  <a:pt x="99278" y="26286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57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35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77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601" y="63"/>
                </a:lnTo>
                <a:lnTo>
                  <a:pt x="52904" y="0"/>
                </a:lnTo>
                <a:lnTo>
                  <a:pt x="50215" y="63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96" y="1577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35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57"/>
                </a:lnTo>
                <a:lnTo>
                  <a:pt x="19417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86"/>
                </a:lnTo>
                <a:lnTo>
                  <a:pt x="5300" y="28581"/>
                </a:lnTo>
                <a:lnTo>
                  <a:pt x="4227" y="30837"/>
                </a:lnTo>
                <a:lnTo>
                  <a:pt x="3265" y="33156"/>
                </a:lnTo>
                <a:lnTo>
                  <a:pt x="2421" y="35537"/>
                </a:lnTo>
                <a:lnTo>
                  <a:pt x="1696" y="37959"/>
                </a:lnTo>
                <a:lnTo>
                  <a:pt x="1088" y="40443"/>
                </a:lnTo>
                <a:lnTo>
                  <a:pt x="615" y="42959"/>
                </a:lnTo>
                <a:lnTo>
                  <a:pt x="276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51"/>
                </a:lnTo>
                <a:lnTo>
                  <a:pt x="1696" y="63527"/>
                </a:lnTo>
                <a:lnTo>
                  <a:pt x="2421" y="65949"/>
                </a:lnTo>
                <a:close/>
                <a:moveTo>
                  <a:pt x="18160" y="45681"/>
                </a:moveTo>
                <a:lnTo>
                  <a:pt x="18431" y="44238"/>
                </a:lnTo>
                <a:lnTo>
                  <a:pt x="18825" y="42608"/>
                </a:lnTo>
                <a:lnTo>
                  <a:pt x="19276" y="41092"/>
                </a:lnTo>
                <a:lnTo>
                  <a:pt x="19839" y="39512"/>
                </a:lnTo>
                <a:lnTo>
                  <a:pt x="20434" y="38076"/>
                </a:lnTo>
                <a:lnTo>
                  <a:pt x="21169" y="36536"/>
                </a:lnTo>
                <a:lnTo>
                  <a:pt x="21869" y="35242"/>
                </a:lnTo>
                <a:lnTo>
                  <a:pt x="23665" y="32440"/>
                </a:lnTo>
                <a:lnTo>
                  <a:pt x="25627" y="29946"/>
                </a:lnTo>
                <a:lnTo>
                  <a:pt x="27902" y="27570"/>
                </a:lnTo>
                <a:lnTo>
                  <a:pt x="30341" y="25457"/>
                </a:lnTo>
                <a:lnTo>
                  <a:pt x="33135" y="23469"/>
                </a:lnTo>
                <a:lnTo>
                  <a:pt x="36016" y="21807"/>
                </a:lnTo>
                <a:lnTo>
                  <a:pt x="37523" y="21072"/>
                </a:lnTo>
                <a:lnTo>
                  <a:pt x="39045" y="20413"/>
                </a:lnTo>
                <a:lnTo>
                  <a:pt x="40649" y="19813"/>
                </a:lnTo>
                <a:lnTo>
                  <a:pt x="42380" y="19253"/>
                </a:lnTo>
                <a:lnTo>
                  <a:pt x="43964" y="18829"/>
                </a:lnTo>
                <a:lnTo>
                  <a:pt x="45634" y="18458"/>
                </a:lnTo>
                <a:lnTo>
                  <a:pt x="47435" y="18150"/>
                </a:lnTo>
                <a:lnTo>
                  <a:pt x="49272" y="17926"/>
                </a:lnTo>
                <a:lnTo>
                  <a:pt x="51163" y="17793"/>
                </a:lnTo>
                <a:lnTo>
                  <a:pt x="52904" y="17750"/>
                </a:lnTo>
                <a:lnTo>
                  <a:pt x="54642" y="17792"/>
                </a:lnTo>
                <a:lnTo>
                  <a:pt x="56528" y="17925"/>
                </a:lnTo>
                <a:lnTo>
                  <a:pt x="58355" y="18147"/>
                </a:lnTo>
                <a:lnTo>
                  <a:pt x="60174" y="18458"/>
                </a:lnTo>
                <a:lnTo>
                  <a:pt x="61844" y="18829"/>
                </a:lnTo>
                <a:lnTo>
                  <a:pt x="63470" y="19265"/>
                </a:lnTo>
                <a:lnTo>
                  <a:pt x="65214" y="19831"/>
                </a:lnTo>
                <a:lnTo>
                  <a:pt x="66713" y="20391"/>
                </a:lnTo>
                <a:lnTo>
                  <a:pt x="68292" y="21075"/>
                </a:lnTo>
                <a:lnTo>
                  <a:pt x="69800" y="21807"/>
                </a:lnTo>
                <a:lnTo>
                  <a:pt x="72711" y="23491"/>
                </a:lnTo>
                <a:lnTo>
                  <a:pt x="75435" y="25429"/>
                </a:lnTo>
                <a:lnTo>
                  <a:pt x="77913" y="27570"/>
                </a:lnTo>
                <a:lnTo>
                  <a:pt x="80182" y="29946"/>
                </a:lnTo>
                <a:lnTo>
                  <a:pt x="82151" y="32441"/>
                </a:lnTo>
                <a:lnTo>
                  <a:pt x="83978" y="35302"/>
                </a:lnTo>
                <a:lnTo>
                  <a:pt x="84700" y="36647"/>
                </a:lnTo>
                <a:lnTo>
                  <a:pt x="85320" y="37948"/>
                </a:lnTo>
                <a:lnTo>
                  <a:pt x="86016" y="39626"/>
                </a:lnTo>
                <a:lnTo>
                  <a:pt x="86535" y="41098"/>
                </a:lnTo>
                <a:lnTo>
                  <a:pt x="86958" y="42499"/>
                </a:lnTo>
                <a:lnTo>
                  <a:pt x="87353" y="44112"/>
                </a:lnTo>
                <a:lnTo>
                  <a:pt x="87672" y="45813"/>
                </a:lnTo>
                <a:lnTo>
                  <a:pt x="87888" y="47450"/>
                </a:lnTo>
                <a:lnTo>
                  <a:pt x="88012" y="48961"/>
                </a:lnTo>
                <a:lnTo>
                  <a:pt x="88064" y="50743"/>
                </a:lnTo>
                <a:lnTo>
                  <a:pt x="88012" y="52525"/>
                </a:lnTo>
                <a:lnTo>
                  <a:pt x="87888" y="54036"/>
                </a:lnTo>
                <a:lnTo>
                  <a:pt x="87672" y="55673"/>
                </a:lnTo>
                <a:lnTo>
                  <a:pt x="87353" y="57374"/>
                </a:lnTo>
                <a:lnTo>
                  <a:pt x="86958" y="58987"/>
                </a:lnTo>
                <a:lnTo>
                  <a:pt x="86535" y="60388"/>
                </a:lnTo>
                <a:lnTo>
                  <a:pt x="86016" y="61860"/>
                </a:lnTo>
                <a:lnTo>
                  <a:pt x="85320" y="63538"/>
                </a:lnTo>
                <a:lnTo>
                  <a:pt x="84700" y="64839"/>
                </a:lnTo>
                <a:lnTo>
                  <a:pt x="83978" y="66184"/>
                </a:lnTo>
                <a:lnTo>
                  <a:pt x="82151" y="69045"/>
                </a:lnTo>
                <a:lnTo>
                  <a:pt x="80182" y="71540"/>
                </a:lnTo>
                <a:lnTo>
                  <a:pt x="77913" y="73916"/>
                </a:lnTo>
                <a:lnTo>
                  <a:pt x="75435" y="76057"/>
                </a:lnTo>
                <a:lnTo>
                  <a:pt x="72711" y="77995"/>
                </a:lnTo>
                <a:lnTo>
                  <a:pt x="69790" y="79685"/>
                </a:lnTo>
                <a:lnTo>
                  <a:pt x="68418" y="80356"/>
                </a:lnTo>
                <a:lnTo>
                  <a:pt x="66713" y="81095"/>
                </a:lnTo>
                <a:lnTo>
                  <a:pt x="65214" y="81656"/>
                </a:lnTo>
                <a:lnTo>
                  <a:pt x="63470" y="82221"/>
                </a:lnTo>
                <a:lnTo>
                  <a:pt x="61844" y="82657"/>
                </a:lnTo>
                <a:lnTo>
                  <a:pt x="60174" y="83028"/>
                </a:lnTo>
                <a:lnTo>
                  <a:pt x="58355" y="83339"/>
                </a:lnTo>
                <a:lnTo>
                  <a:pt x="56528" y="83561"/>
                </a:lnTo>
                <a:lnTo>
                  <a:pt x="54642" y="83694"/>
                </a:lnTo>
                <a:lnTo>
                  <a:pt x="52904" y="83736"/>
                </a:lnTo>
                <a:lnTo>
                  <a:pt x="51163" y="83693"/>
                </a:lnTo>
                <a:lnTo>
                  <a:pt x="49272" y="83560"/>
                </a:lnTo>
                <a:lnTo>
                  <a:pt x="47435" y="83336"/>
                </a:lnTo>
                <a:lnTo>
                  <a:pt x="45634" y="83028"/>
                </a:lnTo>
                <a:lnTo>
                  <a:pt x="43964" y="82657"/>
                </a:lnTo>
                <a:lnTo>
                  <a:pt x="42380" y="82233"/>
                </a:lnTo>
                <a:lnTo>
                  <a:pt x="40649" y="81673"/>
                </a:lnTo>
                <a:lnTo>
                  <a:pt x="39045" y="81073"/>
                </a:lnTo>
                <a:lnTo>
                  <a:pt x="37401" y="80361"/>
                </a:lnTo>
                <a:lnTo>
                  <a:pt x="36027" y="79685"/>
                </a:lnTo>
                <a:lnTo>
                  <a:pt x="33135" y="78017"/>
                </a:lnTo>
                <a:lnTo>
                  <a:pt x="30341" y="76029"/>
                </a:lnTo>
                <a:lnTo>
                  <a:pt x="27902" y="73916"/>
                </a:lnTo>
                <a:lnTo>
                  <a:pt x="25627" y="71540"/>
                </a:lnTo>
                <a:lnTo>
                  <a:pt x="23665" y="69046"/>
                </a:lnTo>
                <a:lnTo>
                  <a:pt x="21869" y="66244"/>
                </a:lnTo>
                <a:lnTo>
                  <a:pt x="21169" y="64950"/>
                </a:lnTo>
                <a:lnTo>
                  <a:pt x="20434" y="63410"/>
                </a:lnTo>
                <a:lnTo>
                  <a:pt x="19839" y="61974"/>
                </a:lnTo>
                <a:lnTo>
                  <a:pt x="19276" y="60394"/>
                </a:lnTo>
                <a:lnTo>
                  <a:pt x="18825" y="58878"/>
                </a:lnTo>
                <a:lnTo>
                  <a:pt x="18431" y="57248"/>
                </a:lnTo>
                <a:lnTo>
                  <a:pt x="18160" y="55805"/>
                </a:lnTo>
                <a:lnTo>
                  <a:pt x="17921" y="54042"/>
                </a:lnTo>
                <a:lnTo>
                  <a:pt x="17794" y="52407"/>
                </a:lnTo>
                <a:lnTo>
                  <a:pt x="17751" y="50743"/>
                </a:lnTo>
                <a:lnTo>
                  <a:pt x="17794" y="49079"/>
                </a:lnTo>
                <a:lnTo>
                  <a:pt x="17921" y="47444"/>
                </a:lnTo>
                <a:lnTo>
                  <a:pt x="18160" y="456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5137D-A511-4381-BB0F-31D10AEC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62" y="1036032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56"/>
                </a:moveTo>
                <a:lnTo>
                  <a:pt x="3265" y="68330"/>
                </a:lnTo>
                <a:lnTo>
                  <a:pt x="4227" y="70649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17" y="90035"/>
                </a:lnTo>
                <a:lnTo>
                  <a:pt x="23487" y="92937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8"/>
                </a:lnTo>
                <a:lnTo>
                  <a:pt x="34851" y="98450"/>
                </a:lnTo>
                <a:lnTo>
                  <a:pt x="37296" y="99238"/>
                </a:lnTo>
                <a:lnTo>
                  <a:pt x="39796" y="99917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23"/>
                </a:lnTo>
                <a:lnTo>
                  <a:pt x="52904" y="101486"/>
                </a:lnTo>
                <a:lnTo>
                  <a:pt x="55601" y="101423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17"/>
                </a:lnTo>
                <a:lnTo>
                  <a:pt x="68520" y="99238"/>
                </a:lnTo>
                <a:lnTo>
                  <a:pt x="70965" y="98450"/>
                </a:lnTo>
                <a:lnTo>
                  <a:pt x="73354" y="97558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37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16" y="72905"/>
                </a:lnTo>
                <a:lnTo>
                  <a:pt x="101589" y="70649"/>
                </a:lnTo>
                <a:lnTo>
                  <a:pt x="102551" y="68330"/>
                </a:lnTo>
                <a:lnTo>
                  <a:pt x="103395" y="65956"/>
                </a:lnTo>
                <a:lnTo>
                  <a:pt x="104120" y="63527"/>
                </a:lnTo>
                <a:lnTo>
                  <a:pt x="104720" y="61051"/>
                </a:lnTo>
                <a:lnTo>
                  <a:pt x="105193" y="58527"/>
                </a:lnTo>
                <a:lnTo>
                  <a:pt x="105540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40" y="45522"/>
                </a:lnTo>
                <a:lnTo>
                  <a:pt x="105193" y="42959"/>
                </a:lnTo>
                <a:lnTo>
                  <a:pt x="104720" y="40443"/>
                </a:lnTo>
                <a:lnTo>
                  <a:pt x="104120" y="37967"/>
                </a:lnTo>
                <a:lnTo>
                  <a:pt x="103395" y="35537"/>
                </a:lnTo>
                <a:lnTo>
                  <a:pt x="102551" y="33164"/>
                </a:lnTo>
                <a:lnTo>
                  <a:pt x="101589" y="30845"/>
                </a:lnTo>
                <a:lnTo>
                  <a:pt x="100516" y="28581"/>
                </a:lnTo>
                <a:lnTo>
                  <a:pt x="99278" y="26294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57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35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77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601" y="71"/>
                </a:lnTo>
                <a:lnTo>
                  <a:pt x="52904" y="0"/>
                </a:lnTo>
                <a:lnTo>
                  <a:pt x="50215" y="71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96" y="1577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35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57"/>
                </a:lnTo>
                <a:lnTo>
                  <a:pt x="19417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94"/>
                </a:lnTo>
                <a:lnTo>
                  <a:pt x="5300" y="28581"/>
                </a:lnTo>
                <a:lnTo>
                  <a:pt x="4227" y="30845"/>
                </a:lnTo>
                <a:lnTo>
                  <a:pt x="3265" y="33164"/>
                </a:lnTo>
                <a:lnTo>
                  <a:pt x="2421" y="35537"/>
                </a:lnTo>
                <a:lnTo>
                  <a:pt x="1696" y="37967"/>
                </a:lnTo>
                <a:lnTo>
                  <a:pt x="1088" y="40443"/>
                </a:lnTo>
                <a:lnTo>
                  <a:pt x="615" y="42959"/>
                </a:lnTo>
                <a:lnTo>
                  <a:pt x="276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51"/>
                </a:lnTo>
                <a:lnTo>
                  <a:pt x="1696" y="63527"/>
                </a:lnTo>
                <a:lnTo>
                  <a:pt x="2421" y="65956"/>
                </a:lnTo>
                <a:close/>
                <a:moveTo>
                  <a:pt x="18160" y="45681"/>
                </a:moveTo>
                <a:lnTo>
                  <a:pt x="18431" y="44238"/>
                </a:lnTo>
                <a:lnTo>
                  <a:pt x="18814" y="42650"/>
                </a:lnTo>
                <a:lnTo>
                  <a:pt x="19290" y="41052"/>
                </a:lnTo>
                <a:lnTo>
                  <a:pt x="19839" y="39512"/>
                </a:lnTo>
                <a:lnTo>
                  <a:pt x="20434" y="38076"/>
                </a:lnTo>
                <a:lnTo>
                  <a:pt x="21169" y="36536"/>
                </a:lnTo>
                <a:lnTo>
                  <a:pt x="21844" y="35289"/>
                </a:lnTo>
                <a:lnTo>
                  <a:pt x="23643" y="32474"/>
                </a:lnTo>
                <a:lnTo>
                  <a:pt x="25630" y="29942"/>
                </a:lnTo>
                <a:lnTo>
                  <a:pt x="27902" y="27570"/>
                </a:lnTo>
                <a:lnTo>
                  <a:pt x="30341" y="25457"/>
                </a:lnTo>
                <a:lnTo>
                  <a:pt x="33076" y="23511"/>
                </a:lnTo>
                <a:lnTo>
                  <a:pt x="36104" y="21764"/>
                </a:lnTo>
                <a:lnTo>
                  <a:pt x="37509" y="21079"/>
                </a:lnTo>
                <a:lnTo>
                  <a:pt x="39172" y="20365"/>
                </a:lnTo>
                <a:lnTo>
                  <a:pt x="40649" y="19813"/>
                </a:lnTo>
                <a:lnTo>
                  <a:pt x="42246" y="19297"/>
                </a:lnTo>
                <a:lnTo>
                  <a:pt x="43970" y="18828"/>
                </a:lnTo>
                <a:lnTo>
                  <a:pt x="45776" y="18434"/>
                </a:lnTo>
                <a:lnTo>
                  <a:pt x="47435" y="18150"/>
                </a:lnTo>
                <a:lnTo>
                  <a:pt x="49272" y="17926"/>
                </a:lnTo>
                <a:lnTo>
                  <a:pt x="51163" y="17793"/>
                </a:lnTo>
                <a:lnTo>
                  <a:pt x="52904" y="17750"/>
                </a:lnTo>
                <a:lnTo>
                  <a:pt x="54642" y="17792"/>
                </a:lnTo>
                <a:lnTo>
                  <a:pt x="56528" y="17925"/>
                </a:lnTo>
                <a:lnTo>
                  <a:pt x="58355" y="18147"/>
                </a:lnTo>
                <a:lnTo>
                  <a:pt x="60032" y="18434"/>
                </a:lnTo>
                <a:lnTo>
                  <a:pt x="61838" y="18828"/>
                </a:lnTo>
                <a:lnTo>
                  <a:pt x="63604" y="19308"/>
                </a:lnTo>
                <a:lnTo>
                  <a:pt x="65214" y="19831"/>
                </a:lnTo>
                <a:lnTo>
                  <a:pt x="66583" y="20342"/>
                </a:lnTo>
                <a:lnTo>
                  <a:pt x="68306" y="21082"/>
                </a:lnTo>
                <a:lnTo>
                  <a:pt x="69715" y="21766"/>
                </a:lnTo>
                <a:lnTo>
                  <a:pt x="72771" y="23533"/>
                </a:lnTo>
                <a:lnTo>
                  <a:pt x="75435" y="25429"/>
                </a:lnTo>
                <a:lnTo>
                  <a:pt x="77913" y="27570"/>
                </a:lnTo>
                <a:lnTo>
                  <a:pt x="80179" y="29942"/>
                </a:lnTo>
                <a:lnTo>
                  <a:pt x="82172" y="32474"/>
                </a:lnTo>
                <a:lnTo>
                  <a:pt x="84003" y="35349"/>
                </a:lnTo>
                <a:lnTo>
                  <a:pt x="84700" y="36647"/>
                </a:lnTo>
                <a:lnTo>
                  <a:pt x="85320" y="37948"/>
                </a:lnTo>
                <a:lnTo>
                  <a:pt x="86016" y="39626"/>
                </a:lnTo>
                <a:lnTo>
                  <a:pt x="86518" y="41051"/>
                </a:lnTo>
                <a:lnTo>
                  <a:pt x="86968" y="42542"/>
                </a:lnTo>
                <a:lnTo>
                  <a:pt x="87353" y="44112"/>
                </a:lnTo>
                <a:lnTo>
                  <a:pt x="87672" y="45813"/>
                </a:lnTo>
                <a:lnTo>
                  <a:pt x="87888" y="47450"/>
                </a:lnTo>
                <a:lnTo>
                  <a:pt x="88012" y="48961"/>
                </a:lnTo>
                <a:lnTo>
                  <a:pt x="88064" y="50743"/>
                </a:lnTo>
                <a:lnTo>
                  <a:pt x="88011" y="52535"/>
                </a:lnTo>
                <a:lnTo>
                  <a:pt x="87889" y="54036"/>
                </a:lnTo>
                <a:lnTo>
                  <a:pt x="87675" y="55657"/>
                </a:lnTo>
                <a:lnTo>
                  <a:pt x="87347" y="57408"/>
                </a:lnTo>
                <a:lnTo>
                  <a:pt x="86968" y="58952"/>
                </a:lnTo>
                <a:lnTo>
                  <a:pt x="86520" y="60437"/>
                </a:lnTo>
                <a:lnTo>
                  <a:pt x="86000" y="61907"/>
                </a:lnTo>
                <a:lnTo>
                  <a:pt x="85342" y="63493"/>
                </a:lnTo>
                <a:lnTo>
                  <a:pt x="84728" y="64787"/>
                </a:lnTo>
                <a:lnTo>
                  <a:pt x="83978" y="66184"/>
                </a:lnTo>
                <a:lnTo>
                  <a:pt x="82151" y="69045"/>
                </a:lnTo>
                <a:lnTo>
                  <a:pt x="80151" y="71580"/>
                </a:lnTo>
                <a:lnTo>
                  <a:pt x="77879" y="73952"/>
                </a:lnTo>
                <a:lnTo>
                  <a:pt x="75394" y="76093"/>
                </a:lnTo>
                <a:lnTo>
                  <a:pt x="72717" y="77992"/>
                </a:lnTo>
                <a:lnTo>
                  <a:pt x="69790" y="79685"/>
                </a:lnTo>
                <a:lnTo>
                  <a:pt x="68292" y="80418"/>
                </a:lnTo>
                <a:lnTo>
                  <a:pt x="66726" y="81090"/>
                </a:lnTo>
                <a:lnTo>
                  <a:pt x="65075" y="81708"/>
                </a:lnTo>
                <a:lnTo>
                  <a:pt x="63483" y="82218"/>
                </a:lnTo>
                <a:lnTo>
                  <a:pt x="61697" y="82696"/>
                </a:lnTo>
                <a:lnTo>
                  <a:pt x="60050" y="83056"/>
                </a:lnTo>
                <a:lnTo>
                  <a:pt x="58226" y="83361"/>
                </a:lnTo>
                <a:lnTo>
                  <a:pt x="56523" y="83562"/>
                </a:lnTo>
                <a:lnTo>
                  <a:pt x="54793" y="83690"/>
                </a:lnTo>
                <a:lnTo>
                  <a:pt x="52904" y="83736"/>
                </a:lnTo>
                <a:lnTo>
                  <a:pt x="51013" y="83690"/>
                </a:lnTo>
                <a:lnTo>
                  <a:pt x="49274" y="83561"/>
                </a:lnTo>
                <a:lnTo>
                  <a:pt x="47565" y="83359"/>
                </a:lnTo>
                <a:lnTo>
                  <a:pt x="45758" y="83056"/>
                </a:lnTo>
                <a:lnTo>
                  <a:pt x="44111" y="82696"/>
                </a:lnTo>
                <a:lnTo>
                  <a:pt x="42369" y="82230"/>
                </a:lnTo>
                <a:lnTo>
                  <a:pt x="40781" y="81723"/>
                </a:lnTo>
                <a:lnTo>
                  <a:pt x="39029" y="81067"/>
                </a:lnTo>
                <a:lnTo>
                  <a:pt x="37522" y="80421"/>
                </a:lnTo>
                <a:lnTo>
                  <a:pt x="36027" y="79685"/>
                </a:lnTo>
                <a:lnTo>
                  <a:pt x="33130" y="78014"/>
                </a:lnTo>
                <a:lnTo>
                  <a:pt x="30382" y="76065"/>
                </a:lnTo>
                <a:lnTo>
                  <a:pt x="27937" y="73954"/>
                </a:lnTo>
                <a:lnTo>
                  <a:pt x="25658" y="71579"/>
                </a:lnTo>
                <a:lnTo>
                  <a:pt x="23665" y="69046"/>
                </a:lnTo>
                <a:lnTo>
                  <a:pt x="21869" y="66244"/>
                </a:lnTo>
                <a:lnTo>
                  <a:pt x="21141" y="64898"/>
                </a:lnTo>
                <a:lnTo>
                  <a:pt x="20411" y="63361"/>
                </a:lnTo>
                <a:lnTo>
                  <a:pt x="19857" y="62026"/>
                </a:lnTo>
                <a:lnTo>
                  <a:pt x="19289" y="60437"/>
                </a:lnTo>
                <a:lnTo>
                  <a:pt x="18814" y="58844"/>
                </a:lnTo>
                <a:lnTo>
                  <a:pt x="18438" y="57283"/>
                </a:lnTo>
                <a:lnTo>
                  <a:pt x="18157" y="55786"/>
                </a:lnTo>
                <a:lnTo>
                  <a:pt x="17921" y="54042"/>
                </a:lnTo>
                <a:lnTo>
                  <a:pt x="17794" y="52418"/>
                </a:lnTo>
                <a:lnTo>
                  <a:pt x="17751" y="50743"/>
                </a:lnTo>
                <a:lnTo>
                  <a:pt x="17794" y="49079"/>
                </a:lnTo>
                <a:lnTo>
                  <a:pt x="17921" y="47444"/>
                </a:lnTo>
                <a:lnTo>
                  <a:pt x="18160" y="456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A0FDEE-915B-43B8-8659-E0810CE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62" y="1408205"/>
            <a:ext cx="105816" cy="101478"/>
          </a:xfrm>
          <a:custGeom xmlns:a="http://schemas.openxmlformats.org/drawingml/2006/main">
            <a:pathLst>
              <a:path w="105816" h="101478">
                <a:moveTo>
                  <a:pt x="2421" y="65949"/>
                </a:moveTo>
                <a:lnTo>
                  <a:pt x="3265" y="68322"/>
                </a:lnTo>
                <a:lnTo>
                  <a:pt x="4227" y="70641"/>
                </a:lnTo>
                <a:lnTo>
                  <a:pt x="5300" y="72905"/>
                </a:lnTo>
                <a:lnTo>
                  <a:pt x="6530" y="75192"/>
                </a:lnTo>
                <a:lnTo>
                  <a:pt x="9149" y="79293"/>
                </a:lnTo>
                <a:lnTo>
                  <a:pt x="12216" y="83189"/>
                </a:lnTo>
                <a:lnTo>
                  <a:pt x="15647" y="86777"/>
                </a:lnTo>
                <a:lnTo>
                  <a:pt x="19417" y="90035"/>
                </a:lnTo>
                <a:lnTo>
                  <a:pt x="23487" y="92929"/>
                </a:lnTo>
                <a:lnTo>
                  <a:pt x="27753" y="95390"/>
                </a:lnTo>
                <a:lnTo>
                  <a:pt x="30119" y="96549"/>
                </a:lnTo>
                <a:lnTo>
                  <a:pt x="32454" y="97551"/>
                </a:lnTo>
                <a:lnTo>
                  <a:pt x="34851" y="98450"/>
                </a:lnTo>
                <a:lnTo>
                  <a:pt x="37296" y="99230"/>
                </a:lnTo>
                <a:lnTo>
                  <a:pt x="39796" y="99909"/>
                </a:lnTo>
                <a:lnTo>
                  <a:pt x="42336" y="100469"/>
                </a:lnTo>
                <a:lnTo>
                  <a:pt x="44923" y="100902"/>
                </a:lnTo>
                <a:lnTo>
                  <a:pt x="47549" y="101226"/>
                </a:lnTo>
                <a:lnTo>
                  <a:pt x="50215" y="101415"/>
                </a:lnTo>
                <a:lnTo>
                  <a:pt x="52904" y="101478"/>
                </a:lnTo>
                <a:lnTo>
                  <a:pt x="55601" y="101415"/>
                </a:lnTo>
                <a:lnTo>
                  <a:pt x="58259" y="101226"/>
                </a:lnTo>
                <a:lnTo>
                  <a:pt x="60885" y="100902"/>
                </a:lnTo>
                <a:lnTo>
                  <a:pt x="63472" y="100469"/>
                </a:lnTo>
                <a:lnTo>
                  <a:pt x="66020" y="99909"/>
                </a:lnTo>
                <a:lnTo>
                  <a:pt x="68520" y="99230"/>
                </a:lnTo>
                <a:lnTo>
                  <a:pt x="70965" y="98450"/>
                </a:lnTo>
                <a:lnTo>
                  <a:pt x="73354" y="97551"/>
                </a:lnTo>
                <a:lnTo>
                  <a:pt x="75689" y="96549"/>
                </a:lnTo>
                <a:lnTo>
                  <a:pt x="78063" y="95390"/>
                </a:lnTo>
                <a:lnTo>
                  <a:pt x="82321" y="92929"/>
                </a:lnTo>
                <a:lnTo>
                  <a:pt x="86399" y="90035"/>
                </a:lnTo>
                <a:lnTo>
                  <a:pt x="90161" y="86777"/>
                </a:lnTo>
                <a:lnTo>
                  <a:pt x="93591" y="83189"/>
                </a:lnTo>
                <a:lnTo>
                  <a:pt x="96659" y="79293"/>
                </a:lnTo>
                <a:lnTo>
                  <a:pt x="99278" y="75192"/>
                </a:lnTo>
                <a:lnTo>
                  <a:pt x="100516" y="72905"/>
                </a:lnTo>
                <a:lnTo>
                  <a:pt x="101589" y="70641"/>
                </a:lnTo>
                <a:lnTo>
                  <a:pt x="102551" y="68322"/>
                </a:lnTo>
                <a:lnTo>
                  <a:pt x="103395" y="65949"/>
                </a:lnTo>
                <a:lnTo>
                  <a:pt x="104120" y="63519"/>
                </a:lnTo>
                <a:lnTo>
                  <a:pt x="104720" y="61043"/>
                </a:lnTo>
                <a:lnTo>
                  <a:pt x="105193" y="58519"/>
                </a:lnTo>
                <a:lnTo>
                  <a:pt x="105540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40" y="45514"/>
                </a:lnTo>
                <a:lnTo>
                  <a:pt x="105193" y="42959"/>
                </a:lnTo>
                <a:lnTo>
                  <a:pt x="104720" y="40435"/>
                </a:lnTo>
                <a:lnTo>
                  <a:pt x="104120" y="37959"/>
                </a:lnTo>
                <a:lnTo>
                  <a:pt x="103395" y="35530"/>
                </a:lnTo>
                <a:lnTo>
                  <a:pt x="102551" y="33156"/>
                </a:lnTo>
                <a:lnTo>
                  <a:pt x="101589" y="30837"/>
                </a:lnTo>
                <a:lnTo>
                  <a:pt x="100516" y="28581"/>
                </a:lnTo>
                <a:lnTo>
                  <a:pt x="99278" y="26286"/>
                </a:lnTo>
                <a:lnTo>
                  <a:pt x="96659" y="22185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44"/>
                </a:lnTo>
                <a:lnTo>
                  <a:pt x="82321" y="8549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28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69"/>
                </a:lnTo>
                <a:lnTo>
                  <a:pt x="63472" y="1009"/>
                </a:lnTo>
                <a:lnTo>
                  <a:pt x="60885" y="576"/>
                </a:lnTo>
                <a:lnTo>
                  <a:pt x="58259" y="252"/>
                </a:lnTo>
                <a:lnTo>
                  <a:pt x="55601" y="63"/>
                </a:lnTo>
                <a:lnTo>
                  <a:pt x="52904" y="0"/>
                </a:lnTo>
                <a:lnTo>
                  <a:pt x="50215" y="63"/>
                </a:lnTo>
                <a:lnTo>
                  <a:pt x="47549" y="252"/>
                </a:lnTo>
                <a:lnTo>
                  <a:pt x="44923" y="576"/>
                </a:lnTo>
                <a:lnTo>
                  <a:pt x="42336" y="1009"/>
                </a:lnTo>
                <a:lnTo>
                  <a:pt x="39796" y="1569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28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49"/>
                </a:lnTo>
                <a:lnTo>
                  <a:pt x="19417" y="11444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85"/>
                </a:lnTo>
                <a:lnTo>
                  <a:pt x="6530" y="26286"/>
                </a:lnTo>
                <a:lnTo>
                  <a:pt x="5300" y="28581"/>
                </a:lnTo>
                <a:lnTo>
                  <a:pt x="4227" y="30837"/>
                </a:lnTo>
                <a:lnTo>
                  <a:pt x="3265" y="33156"/>
                </a:lnTo>
                <a:lnTo>
                  <a:pt x="2421" y="35530"/>
                </a:lnTo>
                <a:lnTo>
                  <a:pt x="1696" y="37959"/>
                </a:lnTo>
                <a:lnTo>
                  <a:pt x="1088" y="40435"/>
                </a:lnTo>
                <a:lnTo>
                  <a:pt x="615" y="42959"/>
                </a:lnTo>
                <a:lnTo>
                  <a:pt x="276" y="45514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19"/>
                </a:lnTo>
                <a:lnTo>
                  <a:pt x="1088" y="61043"/>
                </a:lnTo>
                <a:lnTo>
                  <a:pt x="1696" y="63519"/>
                </a:lnTo>
                <a:lnTo>
                  <a:pt x="2421" y="65949"/>
                </a:lnTo>
                <a:close/>
                <a:moveTo>
                  <a:pt x="18157" y="45696"/>
                </a:moveTo>
                <a:lnTo>
                  <a:pt x="18432" y="44227"/>
                </a:lnTo>
                <a:lnTo>
                  <a:pt x="18814" y="42642"/>
                </a:lnTo>
                <a:lnTo>
                  <a:pt x="19289" y="41049"/>
                </a:lnTo>
                <a:lnTo>
                  <a:pt x="19857" y="39460"/>
                </a:lnTo>
                <a:lnTo>
                  <a:pt x="20434" y="38068"/>
                </a:lnTo>
                <a:lnTo>
                  <a:pt x="21137" y="36593"/>
                </a:lnTo>
                <a:lnTo>
                  <a:pt x="21872" y="35237"/>
                </a:lnTo>
                <a:lnTo>
                  <a:pt x="23643" y="32466"/>
                </a:lnTo>
                <a:lnTo>
                  <a:pt x="25630" y="29934"/>
                </a:lnTo>
                <a:lnTo>
                  <a:pt x="27897" y="27567"/>
                </a:lnTo>
                <a:lnTo>
                  <a:pt x="30382" y="25421"/>
                </a:lnTo>
                <a:lnTo>
                  <a:pt x="33130" y="23472"/>
                </a:lnTo>
                <a:lnTo>
                  <a:pt x="36104" y="21756"/>
                </a:lnTo>
                <a:lnTo>
                  <a:pt x="37509" y="21071"/>
                </a:lnTo>
                <a:lnTo>
                  <a:pt x="39029" y="20419"/>
                </a:lnTo>
                <a:lnTo>
                  <a:pt x="40781" y="19763"/>
                </a:lnTo>
                <a:lnTo>
                  <a:pt x="42388" y="19250"/>
                </a:lnTo>
                <a:lnTo>
                  <a:pt x="43970" y="18821"/>
                </a:lnTo>
                <a:lnTo>
                  <a:pt x="45776" y="18426"/>
                </a:lnTo>
                <a:lnTo>
                  <a:pt x="47435" y="18142"/>
                </a:lnTo>
                <a:lnTo>
                  <a:pt x="49123" y="17937"/>
                </a:lnTo>
                <a:lnTo>
                  <a:pt x="51013" y="17796"/>
                </a:lnTo>
                <a:lnTo>
                  <a:pt x="52904" y="17750"/>
                </a:lnTo>
                <a:lnTo>
                  <a:pt x="54793" y="17796"/>
                </a:lnTo>
                <a:lnTo>
                  <a:pt x="56676" y="17935"/>
                </a:lnTo>
                <a:lnTo>
                  <a:pt x="58355" y="18139"/>
                </a:lnTo>
                <a:lnTo>
                  <a:pt x="60032" y="18426"/>
                </a:lnTo>
                <a:lnTo>
                  <a:pt x="61838" y="18821"/>
                </a:lnTo>
                <a:lnTo>
                  <a:pt x="63468" y="19263"/>
                </a:lnTo>
                <a:lnTo>
                  <a:pt x="65075" y="19778"/>
                </a:lnTo>
                <a:lnTo>
                  <a:pt x="66726" y="20396"/>
                </a:lnTo>
                <a:lnTo>
                  <a:pt x="68306" y="21074"/>
                </a:lnTo>
                <a:lnTo>
                  <a:pt x="69715" y="21758"/>
                </a:lnTo>
                <a:lnTo>
                  <a:pt x="72717" y="23494"/>
                </a:lnTo>
                <a:lnTo>
                  <a:pt x="75394" y="25393"/>
                </a:lnTo>
                <a:lnTo>
                  <a:pt x="77918" y="27567"/>
                </a:lnTo>
                <a:lnTo>
                  <a:pt x="80179" y="29934"/>
                </a:lnTo>
                <a:lnTo>
                  <a:pt x="82172" y="32466"/>
                </a:lnTo>
                <a:lnTo>
                  <a:pt x="83976" y="35298"/>
                </a:lnTo>
                <a:lnTo>
                  <a:pt x="84733" y="36709"/>
                </a:lnTo>
                <a:lnTo>
                  <a:pt x="85320" y="37941"/>
                </a:lnTo>
                <a:lnTo>
                  <a:pt x="86000" y="39579"/>
                </a:lnTo>
                <a:lnTo>
                  <a:pt x="86520" y="41049"/>
                </a:lnTo>
                <a:lnTo>
                  <a:pt x="86968" y="42534"/>
                </a:lnTo>
                <a:lnTo>
                  <a:pt x="87352" y="44102"/>
                </a:lnTo>
                <a:lnTo>
                  <a:pt x="87675" y="45827"/>
                </a:lnTo>
                <a:lnTo>
                  <a:pt x="87889" y="47450"/>
                </a:lnTo>
                <a:lnTo>
                  <a:pt x="88012" y="48955"/>
                </a:lnTo>
                <a:lnTo>
                  <a:pt x="88064" y="50739"/>
                </a:lnTo>
                <a:lnTo>
                  <a:pt x="88012" y="52525"/>
                </a:lnTo>
                <a:lnTo>
                  <a:pt x="87890" y="54017"/>
                </a:lnTo>
                <a:lnTo>
                  <a:pt x="87675" y="55651"/>
                </a:lnTo>
                <a:lnTo>
                  <a:pt x="87352" y="57376"/>
                </a:lnTo>
                <a:lnTo>
                  <a:pt x="86968" y="58944"/>
                </a:lnTo>
                <a:lnTo>
                  <a:pt x="86518" y="60435"/>
                </a:lnTo>
                <a:lnTo>
                  <a:pt x="86016" y="61860"/>
                </a:lnTo>
                <a:lnTo>
                  <a:pt x="85320" y="63538"/>
                </a:lnTo>
                <a:lnTo>
                  <a:pt x="84733" y="64769"/>
                </a:lnTo>
                <a:lnTo>
                  <a:pt x="83976" y="66180"/>
                </a:lnTo>
                <a:lnTo>
                  <a:pt x="82172" y="69012"/>
                </a:lnTo>
                <a:lnTo>
                  <a:pt x="80179" y="71544"/>
                </a:lnTo>
                <a:lnTo>
                  <a:pt x="77913" y="73916"/>
                </a:lnTo>
                <a:lnTo>
                  <a:pt x="75435" y="76057"/>
                </a:lnTo>
                <a:lnTo>
                  <a:pt x="72771" y="77953"/>
                </a:lnTo>
                <a:lnTo>
                  <a:pt x="69715" y="79720"/>
                </a:lnTo>
                <a:lnTo>
                  <a:pt x="68306" y="80404"/>
                </a:lnTo>
                <a:lnTo>
                  <a:pt x="66726" y="81082"/>
                </a:lnTo>
                <a:lnTo>
                  <a:pt x="65075" y="81700"/>
                </a:lnTo>
                <a:lnTo>
                  <a:pt x="63468" y="82215"/>
                </a:lnTo>
                <a:lnTo>
                  <a:pt x="61838" y="82658"/>
                </a:lnTo>
                <a:lnTo>
                  <a:pt x="60032" y="83052"/>
                </a:lnTo>
                <a:lnTo>
                  <a:pt x="58355" y="83339"/>
                </a:lnTo>
                <a:lnTo>
                  <a:pt x="56528" y="83561"/>
                </a:lnTo>
                <a:lnTo>
                  <a:pt x="54813" y="83682"/>
                </a:lnTo>
                <a:lnTo>
                  <a:pt x="52904" y="83728"/>
                </a:lnTo>
                <a:lnTo>
                  <a:pt x="50993" y="83681"/>
                </a:lnTo>
                <a:lnTo>
                  <a:pt x="49272" y="83560"/>
                </a:lnTo>
                <a:lnTo>
                  <a:pt x="47435" y="83336"/>
                </a:lnTo>
                <a:lnTo>
                  <a:pt x="45776" y="83052"/>
                </a:lnTo>
                <a:lnTo>
                  <a:pt x="43970" y="82658"/>
                </a:lnTo>
                <a:lnTo>
                  <a:pt x="42388" y="82228"/>
                </a:lnTo>
                <a:lnTo>
                  <a:pt x="40781" y="81715"/>
                </a:lnTo>
                <a:lnTo>
                  <a:pt x="39029" y="81059"/>
                </a:lnTo>
                <a:lnTo>
                  <a:pt x="37509" y="80407"/>
                </a:lnTo>
                <a:lnTo>
                  <a:pt x="36104" y="79722"/>
                </a:lnTo>
                <a:lnTo>
                  <a:pt x="33076" y="77975"/>
                </a:lnTo>
                <a:lnTo>
                  <a:pt x="30341" y="76029"/>
                </a:lnTo>
                <a:lnTo>
                  <a:pt x="27902" y="73916"/>
                </a:lnTo>
                <a:lnTo>
                  <a:pt x="25630" y="71544"/>
                </a:lnTo>
                <a:lnTo>
                  <a:pt x="23643" y="69012"/>
                </a:lnTo>
                <a:lnTo>
                  <a:pt x="21872" y="66241"/>
                </a:lnTo>
                <a:lnTo>
                  <a:pt x="21137" y="64885"/>
                </a:lnTo>
                <a:lnTo>
                  <a:pt x="20434" y="63410"/>
                </a:lnTo>
                <a:lnTo>
                  <a:pt x="19839" y="61974"/>
                </a:lnTo>
                <a:lnTo>
                  <a:pt x="19290" y="60434"/>
                </a:lnTo>
                <a:lnTo>
                  <a:pt x="18814" y="58836"/>
                </a:lnTo>
                <a:lnTo>
                  <a:pt x="18432" y="57252"/>
                </a:lnTo>
                <a:lnTo>
                  <a:pt x="18157" y="55783"/>
                </a:lnTo>
                <a:lnTo>
                  <a:pt x="17920" y="54025"/>
                </a:lnTo>
                <a:lnTo>
                  <a:pt x="17794" y="52407"/>
                </a:lnTo>
                <a:lnTo>
                  <a:pt x="17751" y="50739"/>
                </a:lnTo>
                <a:lnTo>
                  <a:pt x="17794" y="49072"/>
                </a:lnTo>
                <a:lnTo>
                  <a:pt x="17921" y="47444"/>
                </a:lnTo>
                <a:lnTo>
                  <a:pt x="18157" y="4569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18640-B62D-4464-A27A-9BC61B03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162" y="1284794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49"/>
                </a:moveTo>
                <a:lnTo>
                  <a:pt x="3265" y="68330"/>
                </a:lnTo>
                <a:lnTo>
                  <a:pt x="4227" y="70649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17" y="90035"/>
                </a:lnTo>
                <a:lnTo>
                  <a:pt x="23487" y="92937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1"/>
                </a:lnTo>
                <a:lnTo>
                  <a:pt x="34851" y="98450"/>
                </a:lnTo>
                <a:lnTo>
                  <a:pt x="37296" y="99238"/>
                </a:lnTo>
                <a:lnTo>
                  <a:pt x="39796" y="99909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23"/>
                </a:lnTo>
                <a:lnTo>
                  <a:pt x="52904" y="101486"/>
                </a:lnTo>
                <a:lnTo>
                  <a:pt x="55601" y="101423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09"/>
                </a:lnTo>
                <a:lnTo>
                  <a:pt x="68520" y="99238"/>
                </a:lnTo>
                <a:lnTo>
                  <a:pt x="70965" y="98450"/>
                </a:lnTo>
                <a:lnTo>
                  <a:pt x="73354" y="97551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37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16" y="72905"/>
                </a:lnTo>
                <a:lnTo>
                  <a:pt x="101589" y="70649"/>
                </a:lnTo>
                <a:lnTo>
                  <a:pt x="102551" y="68330"/>
                </a:lnTo>
                <a:lnTo>
                  <a:pt x="103395" y="65949"/>
                </a:lnTo>
                <a:lnTo>
                  <a:pt x="104120" y="63527"/>
                </a:lnTo>
                <a:lnTo>
                  <a:pt x="104720" y="61051"/>
                </a:lnTo>
                <a:lnTo>
                  <a:pt x="105193" y="58527"/>
                </a:lnTo>
                <a:lnTo>
                  <a:pt x="105540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40" y="45522"/>
                </a:lnTo>
                <a:lnTo>
                  <a:pt x="105193" y="42959"/>
                </a:lnTo>
                <a:lnTo>
                  <a:pt x="104720" y="40443"/>
                </a:lnTo>
                <a:lnTo>
                  <a:pt x="104120" y="37967"/>
                </a:lnTo>
                <a:lnTo>
                  <a:pt x="103395" y="35537"/>
                </a:lnTo>
                <a:lnTo>
                  <a:pt x="102551" y="33164"/>
                </a:lnTo>
                <a:lnTo>
                  <a:pt x="101589" y="30837"/>
                </a:lnTo>
                <a:lnTo>
                  <a:pt x="100516" y="28581"/>
                </a:lnTo>
                <a:lnTo>
                  <a:pt x="99278" y="26286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57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35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77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601" y="71"/>
                </a:lnTo>
                <a:lnTo>
                  <a:pt x="52904" y="0"/>
                </a:lnTo>
                <a:lnTo>
                  <a:pt x="50215" y="71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96" y="1577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35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57"/>
                </a:lnTo>
                <a:lnTo>
                  <a:pt x="19417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86"/>
                </a:lnTo>
                <a:lnTo>
                  <a:pt x="5300" y="28581"/>
                </a:lnTo>
                <a:lnTo>
                  <a:pt x="4227" y="30837"/>
                </a:lnTo>
                <a:lnTo>
                  <a:pt x="3265" y="33164"/>
                </a:lnTo>
                <a:lnTo>
                  <a:pt x="2421" y="35537"/>
                </a:lnTo>
                <a:lnTo>
                  <a:pt x="1696" y="37967"/>
                </a:lnTo>
                <a:lnTo>
                  <a:pt x="1088" y="40443"/>
                </a:lnTo>
                <a:lnTo>
                  <a:pt x="615" y="42959"/>
                </a:lnTo>
                <a:lnTo>
                  <a:pt x="276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51"/>
                </a:lnTo>
                <a:lnTo>
                  <a:pt x="1696" y="63527"/>
                </a:lnTo>
                <a:lnTo>
                  <a:pt x="2421" y="65949"/>
                </a:lnTo>
                <a:close/>
                <a:moveTo>
                  <a:pt x="18160" y="45681"/>
                </a:moveTo>
                <a:lnTo>
                  <a:pt x="18431" y="44238"/>
                </a:lnTo>
                <a:lnTo>
                  <a:pt x="18825" y="42608"/>
                </a:lnTo>
                <a:lnTo>
                  <a:pt x="19276" y="41092"/>
                </a:lnTo>
                <a:lnTo>
                  <a:pt x="19839" y="39512"/>
                </a:lnTo>
                <a:lnTo>
                  <a:pt x="20434" y="38076"/>
                </a:lnTo>
                <a:lnTo>
                  <a:pt x="21169" y="36536"/>
                </a:lnTo>
                <a:lnTo>
                  <a:pt x="21844" y="35289"/>
                </a:lnTo>
                <a:lnTo>
                  <a:pt x="23643" y="32474"/>
                </a:lnTo>
                <a:lnTo>
                  <a:pt x="25630" y="29942"/>
                </a:lnTo>
                <a:lnTo>
                  <a:pt x="27902" y="27570"/>
                </a:lnTo>
                <a:lnTo>
                  <a:pt x="30341" y="25457"/>
                </a:lnTo>
                <a:lnTo>
                  <a:pt x="33128" y="23474"/>
                </a:lnTo>
                <a:lnTo>
                  <a:pt x="36098" y="21767"/>
                </a:lnTo>
                <a:lnTo>
                  <a:pt x="37523" y="21072"/>
                </a:lnTo>
                <a:lnTo>
                  <a:pt x="39045" y="20413"/>
                </a:lnTo>
                <a:lnTo>
                  <a:pt x="40649" y="19813"/>
                </a:lnTo>
                <a:lnTo>
                  <a:pt x="42380" y="19253"/>
                </a:lnTo>
                <a:lnTo>
                  <a:pt x="43964" y="18829"/>
                </a:lnTo>
                <a:lnTo>
                  <a:pt x="45634" y="18458"/>
                </a:lnTo>
                <a:lnTo>
                  <a:pt x="47435" y="18150"/>
                </a:lnTo>
                <a:lnTo>
                  <a:pt x="49272" y="17926"/>
                </a:lnTo>
                <a:lnTo>
                  <a:pt x="51163" y="17793"/>
                </a:lnTo>
                <a:lnTo>
                  <a:pt x="52904" y="17750"/>
                </a:lnTo>
                <a:lnTo>
                  <a:pt x="54642" y="17792"/>
                </a:lnTo>
                <a:lnTo>
                  <a:pt x="56528" y="17925"/>
                </a:lnTo>
                <a:lnTo>
                  <a:pt x="58355" y="18147"/>
                </a:lnTo>
                <a:lnTo>
                  <a:pt x="60174" y="18458"/>
                </a:lnTo>
                <a:lnTo>
                  <a:pt x="61844" y="18829"/>
                </a:lnTo>
                <a:lnTo>
                  <a:pt x="63470" y="19265"/>
                </a:lnTo>
                <a:lnTo>
                  <a:pt x="65214" y="19831"/>
                </a:lnTo>
                <a:lnTo>
                  <a:pt x="66713" y="20391"/>
                </a:lnTo>
                <a:lnTo>
                  <a:pt x="68292" y="21075"/>
                </a:lnTo>
                <a:lnTo>
                  <a:pt x="69721" y="21769"/>
                </a:lnTo>
                <a:lnTo>
                  <a:pt x="72717" y="23495"/>
                </a:lnTo>
                <a:lnTo>
                  <a:pt x="75435" y="25429"/>
                </a:lnTo>
                <a:lnTo>
                  <a:pt x="77913" y="27570"/>
                </a:lnTo>
                <a:lnTo>
                  <a:pt x="80179" y="29942"/>
                </a:lnTo>
                <a:lnTo>
                  <a:pt x="82172" y="32474"/>
                </a:lnTo>
                <a:lnTo>
                  <a:pt x="84003" y="35349"/>
                </a:lnTo>
                <a:lnTo>
                  <a:pt x="84700" y="36647"/>
                </a:lnTo>
                <a:lnTo>
                  <a:pt x="85320" y="37948"/>
                </a:lnTo>
                <a:lnTo>
                  <a:pt x="86016" y="39626"/>
                </a:lnTo>
                <a:lnTo>
                  <a:pt x="86535" y="41098"/>
                </a:lnTo>
                <a:lnTo>
                  <a:pt x="86958" y="42499"/>
                </a:lnTo>
                <a:lnTo>
                  <a:pt x="87353" y="44112"/>
                </a:lnTo>
                <a:lnTo>
                  <a:pt x="87672" y="45813"/>
                </a:lnTo>
                <a:lnTo>
                  <a:pt x="87888" y="47450"/>
                </a:lnTo>
                <a:lnTo>
                  <a:pt x="88012" y="48961"/>
                </a:lnTo>
                <a:lnTo>
                  <a:pt x="88064" y="50743"/>
                </a:lnTo>
                <a:lnTo>
                  <a:pt x="88011" y="52535"/>
                </a:lnTo>
                <a:lnTo>
                  <a:pt x="87889" y="54035"/>
                </a:lnTo>
                <a:lnTo>
                  <a:pt x="87672" y="55673"/>
                </a:lnTo>
                <a:lnTo>
                  <a:pt x="87348" y="57403"/>
                </a:lnTo>
                <a:lnTo>
                  <a:pt x="86958" y="58984"/>
                </a:lnTo>
                <a:lnTo>
                  <a:pt x="86535" y="60388"/>
                </a:lnTo>
                <a:lnTo>
                  <a:pt x="86016" y="61860"/>
                </a:lnTo>
                <a:lnTo>
                  <a:pt x="85320" y="63538"/>
                </a:lnTo>
                <a:lnTo>
                  <a:pt x="84700" y="64839"/>
                </a:lnTo>
                <a:lnTo>
                  <a:pt x="83978" y="66184"/>
                </a:lnTo>
                <a:lnTo>
                  <a:pt x="82151" y="69045"/>
                </a:lnTo>
                <a:lnTo>
                  <a:pt x="80182" y="71540"/>
                </a:lnTo>
                <a:lnTo>
                  <a:pt x="77913" y="73916"/>
                </a:lnTo>
                <a:lnTo>
                  <a:pt x="75435" y="76057"/>
                </a:lnTo>
                <a:lnTo>
                  <a:pt x="72711" y="77995"/>
                </a:lnTo>
                <a:lnTo>
                  <a:pt x="69790" y="79685"/>
                </a:lnTo>
                <a:lnTo>
                  <a:pt x="68418" y="80356"/>
                </a:lnTo>
                <a:lnTo>
                  <a:pt x="66713" y="81095"/>
                </a:lnTo>
                <a:lnTo>
                  <a:pt x="65214" y="81656"/>
                </a:lnTo>
                <a:lnTo>
                  <a:pt x="63470" y="82221"/>
                </a:lnTo>
                <a:lnTo>
                  <a:pt x="61697" y="82696"/>
                </a:lnTo>
                <a:lnTo>
                  <a:pt x="60050" y="83056"/>
                </a:lnTo>
                <a:lnTo>
                  <a:pt x="58373" y="83337"/>
                </a:lnTo>
                <a:lnTo>
                  <a:pt x="56510" y="83563"/>
                </a:lnTo>
                <a:lnTo>
                  <a:pt x="54793" y="83690"/>
                </a:lnTo>
                <a:lnTo>
                  <a:pt x="52904" y="83736"/>
                </a:lnTo>
                <a:lnTo>
                  <a:pt x="51013" y="83690"/>
                </a:lnTo>
                <a:lnTo>
                  <a:pt x="49289" y="83562"/>
                </a:lnTo>
                <a:lnTo>
                  <a:pt x="47415" y="83333"/>
                </a:lnTo>
                <a:lnTo>
                  <a:pt x="45758" y="83056"/>
                </a:lnTo>
                <a:lnTo>
                  <a:pt x="44111" y="82696"/>
                </a:lnTo>
                <a:lnTo>
                  <a:pt x="42380" y="82233"/>
                </a:lnTo>
                <a:lnTo>
                  <a:pt x="40649" y="81673"/>
                </a:lnTo>
                <a:lnTo>
                  <a:pt x="39045" y="81073"/>
                </a:lnTo>
                <a:lnTo>
                  <a:pt x="37401" y="80361"/>
                </a:lnTo>
                <a:lnTo>
                  <a:pt x="36027" y="79685"/>
                </a:lnTo>
                <a:lnTo>
                  <a:pt x="33135" y="78017"/>
                </a:lnTo>
                <a:lnTo>
                  <a:pt x="30341" y="76029"/>
                </a:lnTo>
                <a:lnTo>
                  <a:pt x="27902" y="73916"/>
                </a:lnTo>
                <a:lnTo>
                  <a:pt x="25627" y="71540"/>
                </a:lnTo>
                <a:lnTo>
                  <a:pt x="23665" y="69046"/>
                </a:lnTo>
                <a:lnTo>
                  <a:pt x="21869" y="66244"/>
                </a:lnTo>
                <a:lnTo>
                  <a:pt x="21169" y="64950"/>
                </a:lnTo>
                <a:lnTo>
                  <a:pt x="20434" y="63410"/>
                </a:lnTo>
                <a:lnTo>
                  <a:pt x="19839" y="61974"/>
                </a:lnTo>
                <a:lnTo>
                  <a:pt x="19276" y="60394"/>
                </a:lnTo>
                <a:lnTo>
                  <a:pt x="18823" y="58874"/>
                </a:lnTo>
                <a:lnTo>
                  <a:pt x="18437" y="57280"/>
                </a:lnTo>
                <a:lnTo>
                  <a:pt x="18160" y="55805"/>
                </a:lnTo>
                <a:lnTo>
                  <a:pt x="17921" y="54041"/>
                </a:lnTo>
                <a:lnTo>
                  <a:pt x="17794" y="52418"/>
                </a:lnTo>
                <a:lnTo>
                  <a:pt x="17751" y="50743"/>
                </a:lnTo>
                <a:lnTo>
                  <a:pt x="17794" y="49079"/>
                </a:lnTo>
                <a:lnTo>
                  <a:pt x="17921" y="47444"/>
                </a:lnTo>
                <a:lnTo>
                  <a:pt x="18160" y="456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5E79C-931A-4FA8-8F1B-F9045051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320" y="1156762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56"/>
                </a:moveTo>
                <a:lnTo>
                  <a:pt x="3265" y="68330"/>
                </a:lnTo>
                <a:lnTo>
                  <a:pt x="4227" y="70649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17" y="90035"/>
                </a:lnTo>
                <a:lnTo>
                  <a:pt x="23487" y="92937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8"/>
                </a:lnTo>
                <a:lnTo>
                  <a:pt x="34851" y="98450"/>
                </a:lnTo>
                <a:lnTo>
                  <a:pt x="37296" y="99238"/>
                </a:lnTo>
                <a:lnTo>
                  <a:pt x="39796" y="99917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23"/>
                </a:lnTo>
                <a:lnTo>
                  <a:pt x="52904" y="101486"/>
                </a:lnTo>
                <a:lnTo>
                  <a:pt x="55601" y="101423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17"/>
                </a:lnTo>
                <a:lnTo>
                  <a:pt x="68520" y="99238"/>
                </a:lnTo>
                <a:lnTo>
                  <a:pt x="70965" y="98450"/>
                </a:lnTo>
                <a:lnTo>
                  <a:pt x="73354" y="97558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37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16" y="72905"/>
                </a:lnTo>
                <a:lnTo>
                  <a:pt x="101589" y="70649"/>
                </a:lnTo>
                <a:lnTo>
                  <a:pt x="102551" y="68330"/>
                </a:lnTo>
                <a:lnTo>
                  <a:pt x="103395" y="65956"/>
                </a:lnTo>
                <a:lnTo>
                  <a:pt x="104120" y="63527"/>
                </a:lnTo>
                <a:lnTo>
                  <a:pt x="104720" y="61051"/>
                </a:lnTo>
                <a:lnTo>
                  <a:pt x="105193" y="58527"/>
                </a:lnTo>
                <a:lnTo>
                  <a:pt x="105532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32" y="45522"/>
                </a:lnTo>
                <a:lnTo>
                  <a:pt x="105193" y="42959"/>
                </a:lnTo>
                <a:lnTo>
                  <a:pt x="104720" y="40443"/>
                </a:lnTo>
                <a:lnTo>
                  <a:pt x="104120" y="37967"/>
                </a:lnTo>
                <a:lnTo>
                  <a:pt x="103395" y="35537"/>
                </a:lnTo>
                <a:lnTo>
                  <a:pt x="102551" y="33164"/>
                </a:lnTo>
                <a:lnTo>
                  <a:pt x="101589" y="30845"/>
                </a:lnTo>
                <a:lnTo>
                  <a:pt x="100516" y="28581"/>
                </a:lnTo>
                <a:lnTo>
                  <a:pt x="99278" y="26294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57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35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77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601" y="71"/>
                </a:lnTo>
                <a:lnTo>
                  <a:pt x="52904" y="0"/>
                </a:lnTo>
                <a:lnTo>
                  <a:pt x="50215" y="71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96" y="1577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35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57"/>
                </a:lnTo>
                <a:lnTo>
                  <a:pt x="19417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94"/>
                </a:lnTo>
                <a:lnTo>
                  <a:pt x="5300" y="28581"/>
                </a:lnTo>
                <a:lnTo>
                  <a:pt x="4227" y="30845"/>
                </a:lnTo>
                <a:lnTo>
                  <a:pt x="3265" y="33164"/>
                </a:lnTo>
                <a:lnTo>
                  <a:pt x="2421" y="35537"/>
                </a:lnTo>
                <a:lnTo>
                  <a:pt x="1696" y="37967"/>
                </a:lnTo>
                <a:lnTo>
                  <a:pt x="1088" y="40443"/>
                </a:lnTo>
                <a:lnTo>
                  <a:pt x="615" y="42959"/>
                </a:lnTo>
                <a:lnTo>
                  <a:pt x="276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51"/>
                </a:lnTo>
                <a:lnTo>
                  <a:pt x="1696" y="63527"/>
                </a:lnTo>
                <a:lnTo>
                  <a:pt x="2421" y="65956"/>
                </a:lnTo>
                <a:close/>
                <a:moveTo>
                  <a:pt x="18160" y="45681"/>
                </a:moveTo>
                <a:lnTo>
                  <a:pt x="18431" y="44238"/>
                </a:lnTo>
                <a:lnTo>
                  <a:pt x="18823" y="42613"/>
                </a:lnTo>
                <a:lnTo>
                  <a:pt x="19289" y="41056"/>
                </a:lnTo>
                <a:lnTo>
                  <a:pt x="19839" y="39512"/>
                </a:lnTo>
                <a:lnTo>
                  <a:pt x="20434" y="38076"/>
                </a:lnTo>
                <a:lnTo>
                  <a:pt x="21178" y="36517"/>
                </a:lnTo>
                <a:lnTo>
                  <a:pt x="21802" y="35354"/>
                </a:lnTo>
                <a:lnTo>
                  <a:pt x="23643" y="32474"/>
                </a:lnTo>
                <a:lnTo>
                  <a:pt x="25630" y="29942"/>
                </a:lnTo>
                <a:lnTo>
                  <a:pt x="27902" y="27570"/>
                </a:lnTo>
                <a:lnTo>
                  <a:pt x="30341" y="25457"/>
                </a:lnTo>
                <a:lnTo>
                  <a:pt x="33076" y="23511"/>
                </a:lnTo>
                <a:lnTo>
                  <a:pt x="36104" y="21764"/>
                </a:lnTo>
                <a:lnTo>
                  <a:pt x="37509" y="21079"/>
                </a:lnTo>
                <a:lnTo>
                  <a:pt x="39180" y="20362"/>
                </a:lnTo>
                <a:lnTo>
                  <a:pt x="40602" y="19828"/>
                </a:lnTo>
                <a:lnTo>
                  <a:pt x="42204" y="19308"/>
                </a:lnTo>
                <a:lnTo>
                  <a:pt x="43983" y="18825"/>
                </a:lnTo>
                <a:lnTo>
                  <a:pt x="45634" y="18458"/>
                </a:lnTo>
                <a:lnTo>
                  <a:pt x="47435" y="18150"/>
                </a:lnTo>
                <a:lnTo>
                  <a:pt x="49282" y="17925"/>
                </a:lnTo>
                <a:lnTo>
                  <a:pt x="51162" y="17793"/>
                </a:lnTo>
                <a:lnTo>
                  <a:pt x="52904" y="17750"/>
                </a:lnTo>
                <a:lnTo>
                  <a:pt x="54646" y="17793"/>
                </a:lnTo>
                <a:lnTo>
                  <a:pt x="56526" y="17925"/>
                </a:lnTo>
                <a:lnTo>
                  <a:pt x="58373" y="18150"/>
                </a:lnTo>
                <a:lnTo>
                  <a:pt x="60174" y="18458"/>
                </a:lnTo>
                <a:lnTo>
                  <a:pt x="61825" y="18825"/>
                </a:lnTo>
                <a:lnTo>
                  <a:pt x="63604" y="19308"/>
                </a:lnTo>
                <a:lnTo>
                  <a:pt x="65206" y="19828"/>
                </a:lnTo>
                <a:lnTo>
                  <a:pt x="66628" y="20362"/>
                </a:lnTo>
                <a:lnTo>
                  <a:pt x="68306" y="21082"/>
                </a:lnTo>
                <a:lnTo>
                  <a:pt x="69715" y="21766"/>
                </a:lnTo>
                <a:lnTo>
                  <a:pt x="72771" y="23533"/>
                </a:lnTo>
                <a:lnTo>
                  <a:pt x="75431" y="25426"/>
                </a:lnTo>
                <a:lnTo>
                  <a:pt x="77947" y="27605"/>
                </a:lnTo>
                <a:lnTo>
                  <a:pt x="80174" y="29937"/>
                </a:lnTo>
                <a:lnTo>
                  <a:pt x="82202" y="32522"/>
                </a:lnTo>
                <a:lnTo>
                  <a:pt x="84003" y="35349"/>
                </a:lnTo>
                <a:lnTo>
                  <a:pt x="84700" y="36647"/>
                </a:lnTo>
                <a:lnTo>
                  <a:pt x="85320" y="37948"/>
                </a:lnTo>
                <a:lnTo>
                  <a:pt x="86016" y="39626"/>
                </a:lnTo>
                <a:lnTo>
                  <a:pt x="86515" y="41040"/>
                </a:lnTo>
                <a:lnTo>
                  <a:pt x="86990" y="42630"/>
                </a:lnTo>
                <a:lnTo>
                  <a:pt x="87353" y="44112"/>
                </a:lnTo>
                <a:lnTo>
                  <a:pt x="87672" y="45813"/>
                </a:lnTo>
                <a:lnTo>
                  <a:pt x="87888" y="47450"/>
                </a:lnTo>
                <a:lnTo>
                  <a:pt x="88012" y="48961"/>
                </a:lnTo>
                <a:lnTo>
                  <a:pt x="88064" y="50743"/>
                </a:lnTo>
                <a:lnTo>
                  <a:pt x="88011" y="52535"/>
                </a:lnTo>
                <a:lnTo>
                  <a:pt x="87889" y="54036"/>
                </a:lnTo>
                <a:lnTo>
                  <a:pt x="87675" y="55657"/>
                </a:lnTo>
                <a:lnTo>
                  <a:pt x="87347" y="57408"/>
                </a:lnTo>
                <a:lnTo>
                  <a:pt x="87000" y="58824"/>
                </a:lnTo>
                <a:lnTo>
                  <a:pt x="86515" y="60452"/>
                </a:lnTo>
                <a:lnTo>
                  <a:pt x="86000" y="61907"/>
                </a:lnTo>
                <a:lnTo>
                  <a:pt x="85342" y="63493"/>
                </a:lnTo>
                <a:lnTo>
                  <a:pt x="84728" y="64787"/>
                </a:lnTo>
                <a:lnTo>
                  <a:pt x="83978" y="66184"/>
                </a:lnTo>
                <a:lnTo>
                  <a:pt x="82181" y="68998"/>
                </a:lnTo>
                <a:lnTo>
                  <a:pt x="80146" y="71584"/>
                </a:lnTo>
                <a:lnTo>
                  <a:pt x="77912" y="73918"/>
                </a:lnTo>
                <a:lnTo>
                  <a:pt x="75390" y="76096"/>
                </a:lnTo>
                <a:lnTo>
                  <a:pt x="72717" y="77992"/>
                </a:lnTo>
                <a:lnTo>
                  <a:pt x="69790" y="79685"/>
                </a:lnTo>
                <a:lnTo>
                  <a:pt x="68292" y="80418"/>
                </a:lnTo>
                <a:lnTo>
                  <a:pt x="66775" y="81069"/>
                </a:lnTo>
                <a:lnTo>
                  <a:pt x="65071" y="81709"/>
                </a:lnTo>
                <a:lnTo>
                  <a:pt x="63483" y="82218"/>
                </a:lnTo>
                <a:lnTo>
                  <a:pt x="61697" y="82696"/>
                </a:lnTo>
                <a:lnTo>
                  <a:pt x="60050" y="83056"/>
                </a:lnTo>
                <a:lnTo>
                  <a:pt x="58243" y="83359"/>
                </a:lnTo>
                <a:lnTo>
                  <a:pt x="56522" y="83562"/>
                </a:lnTo>
                <a:lnTo>
                  <a:pt x="54796" y="83690"/>
                </a:lnTo>
                <a:lnTo>
                  <a:pt x="52904" y="83736"/>
                </a:lnTo>
                <a:lnTo>
                  <a:pt x="51011" y="83690"/>
                </a:lnTo>
                <a:lnTo>
                  <a:pt x="49286" y="83562"/>
                </a:lnTo>
                <a:lnTo>
                  <a:pt x="47565" y="83359"/>
                </a:lnTo>
                <a:lnTo>
                  <a:pt x="45758" y="83056"/>
                </a:lnTo>
                <a:lnTo>
                  <a:pt x="44111" y="82696"/>
                </a:lnTo>
                <a:lnTo>
                  <a:pt x="42325" y="82218"/>
                </a:lnTo>
                <a:lnTo>
                  <a:pt x="40737" y="81709"/>
                </a:lnTo>
                <a:lnTo>
                  <a:pt x="39033" y="81069"/>
                </a:lnTo>
                <a:lnTo>
                  <a:pt x="37522" y="80421"/>
                </a:lnTo>
                <a:lnTo>
                  <a:pt x="36027" y="79685"/>
                </a:lnTo>
                <a:lnTo>
                  <a:pt x="33130" y="78014"/>
                </a:lnTo>
                <a:lnTo>
                  <a:pt x="30382" y="76065"/>
                </a:lnTo>
                <a:lnTo>
                  <a:pt x="27937" y="73954"/>
                </a:lnTo>
                <a:lnTo>
                  <a:pt x="25658" y="71579"/>
                </a:lnTo>
                <a:lnTo>
                  <a:pt x="23665" y="69046"/>
                </a:lnTo>
                <a:lnTo>
                  <a:pt x="21827" y="66178"/>
                </a:lnTo>
                <a:lnTo>
                  <a:pt x="21148" y="64913"/>
                </a:lnTo>
                <a:lnTo>
                  <a:pt x="20411" y="63361"/>
                </a:lnTo>
                <a:lnTo>
                  <a:pt x="19857" y="62026"/>
                </a:lnTo>
                <a:lnTo>
                  <a:pt x="19289" y="60437"/>
                </a:lnTo>
                <a:lnTo>
                  <a:pt x="18814" y="58844"/>
                </a:lnTo>
                <a:lnTo>
                  <a:pt x="18438" y="57283"/>
                </a:lnTo>
                <a:lnTo>
                  <a:pt x="18157" y="55786"/>
                </a:lnTo>
                <a:lnTo>
                  <a:pt x="17921" y="54042"/>
                </a:lnTo>
                <a:lnTo>
                  <a:pt x="17794" y="52418"/>
                </a:lnTo>
                <a:lnTo>
                  <a:pt x="17751" y="50743"/>
                </a:lnTo>
                <a:lnTo>
                  <a:pt x="17794" y="49079"/>
                </a:lnTo>
                <a:lnTo>
                  <a:pt x="17921" y="47444"/>
                </a:lnTo>
                <a:lnTo>
                  <a:pt x="18160" y="4568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6920E-4F7C-456E-B1A4-CAFB1E3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320" y="1032144"/>
            <a:ext cx="105816" cy="101478"/>
          </a:xfrm>
          <a:custGeom xmlns:a="http://schemas.openxmlformats.org/drawingml/2006/main">
            <a:pathLst>
              <a:path w="105816" h="101478">
                <a:moveTo>
                  <a:pt x="2421" y="65949"/>
                </a:moveTo>
                <a:lnTo>
                  <a:pt x="3265" y="68322"/>
                </a:lnTo>
                <a:lnTo>
                  <a:pt x="4227" y="70641"/>
                </a:lnTo>
                <a:lnTo>
                  <a:pt x="5300" y="72897"/>
                </a:lnTo>
                <a:lnTo>
                  <a:pt x="6530" y="75192"/>
                </a:lnTo>
                <a:lnTo>
                  <a:pt x="9149" y="79293"/>
                </a:lnTo>
                <a:lnTo>
                  <a:pt x="12216" y="83189"/>
                </a:lnTo>
                <a:lnTo>
                  <a:pt x="15647" y="86777"/>
                </a:lnTo>
                <a:lnTo>
                  <a:pt x="19417" y="90035"/>
                </a:lnTo>
                <a:lnTo>
                  <a:pt x="23487" y="92929"/>
                </a:lnTo>
                <a:lnTo>
                  <a:pt x="27753" y="95390"/>
                </a:lnTo>
                <a:lnTo>
                  <a:pt x="30119" y="96541"/>
                </a:lnTo>
                <a:lnTo>
                  <a:pt x="32454" y="97551"/>
                </a:lnTo>
                <a:lnTo>
                  <a:pt x="34851" y="98442"/>
                </a:lnTo>
                <a:lnTo>
                  <a:pt x="37296" y="99230"/>
                </a:lnTo>
                <a:lnTo>
                  <a:pt x="39796" y="99909"/>
                </a:lnTo>
                <a:lnTo>
                  <a:pt x="42336" y="100469"/>
                </a:lnTo>
                <a:lnTo>
                  <a:pt x="44923" y="100902"/>
                </a:lnTo>
                <a:lnTo>
                  <a:pt x="47549" y="101226"/>
                </a:lnTo>
                <a:lnTo>
                  <a:pt x="50215" y="101415"/>
                </a:lnTo>
                <a:lnTo>
                  <a:pt x="52904" y="101478"/>
                </a:lnTo>
                <a:lnTo>
                  <a:pt x="55601" y="101415"/>
                </a:lnTo>
                <a:lnTo>
                  <a:pt x="58259" y="101226"/>
                </a:lnTo>
                <a:lnTo>
                  <a:pt x="60885" y="100902"/>
                </a:lnTo>
                <a:lnTo>
                  <a:pt x="63472" y="100469"/>
                </a:lnTo>
                <a:lnTo>
                  <a:pt x="66020" y="99909"/>
                </a:lnTo>
                <a:lnTo>
                  <a:pt x="68520" y="99230"/>
                </a:lnTo>
                <a:lnTo>
                  <a:pt x="70965" y="98442"/>
                </a:lnTo>
                <a:lnTo>
                  <a:pt x="73354" y="97551"/>
                </a:lnTo>
                <a:lnTo>
                  <a:pt x="75689" y="96541"/>
                </a:lnTo>
                <a:lnTo>
                  <a:pt x="78063" y="95390"/>
                </a:lnTo>
                <a:lnTo>
                  <a:pt x="82321" y="92929"/>
                </a:lnTo>
                <a:lnTo>
                  <a:pt x="86399" y="90035"/>
                </a:lnTo>
                <a:lnTo>
                  <a:pt x="90161" y="86777"/>
                </a:lnTo>
                <a:lnTo>
                  <a:pt x="93591" y="83189"/>
                </a:lnTo>
                <a:lnTo>
                  <a:pt x="96659" y="79293"/>
                </a:lnTo>
                <a:lnTo>
                  <a:pt x="99278" y="75192"/>
                </a:lnTo>
                <a:lnTo>
                  <a:pt x="100516" y="72897"/>
                </a:lnTo>
                <a:lnTo>
                  <a:pt x="101589" y="70641"/>
                </a:lnTo>
                <a:lnTo>
                  <a:pt x="102551" y="68322"/>
                </a:lnTo>
                <a:lnTo>
                  <a:pt x="103395" y="65949"/>
                </a:lnTo>
                <a:lnTo>
                  <a:pt x="104120" y="63519"/>
                </a:lnTo>
                <a:lnTo>
                  <a:pt x="104720" y="61043"/>
                </a:lnTo>
                <a:lnTo>
                  <a:pt x="105193" y="58519"/>
                </a:lnTo>
                <a:lnTo>
                  <a:pt x="105532" y="55964"/>
                </a:lnTo>
                <a:lnTo>
                  <a:pt x="105745" y="53361"/>
                </a:lnTo>
                <a:lnTo>
                  <a:pt x="105816" y="50735"/>
                </a:lnTo>
                <a:lnTo>
                  <a:pt x="105745" y="48109"/>
                </a:lnTo>
                <a:lnTo>
                  <a:pt x="105532" y="45514"/>
                </a:lnTo>
                <a:lnTo>
                  <a:pt x="105193" y="42959"/>
                </a:lnTo>
                <a:lnTo>
                  <a:pt x="104720" y="40435"/>
                </a:lnTo>
                <a:lnTo>
                  <a:pt x="104120" y="37959"/>
                </a:lnTo>
                <a:lnTo>
                  <a:pt x="103395" y="35530"/>
                </a:lnTo>
                <a:lnTo>
                  <a:pt x="102551" y="33156"/>
                </a:lnTo>
                <a:lnTo>
                  <a:pt x="101589" y="30837"/>
                </a:lnTo>
                <a:lnTo>
                  <a:pt x="100516" y="28574"/>
                </a:lnTo>
                <a:lnTo>
                  <a:pt x="99278" y="26286"/>
                </a:lnTo>
                <a:lnTo>
                  <a:pt x="96659" y="22185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44"/>
                </a:lnTo>
                <a:lnTo>
                  <a:pt x="82321" y="8549"/>
                </a:lnTo>
                <a:lnTo>
                  <a:pt x="78063" y="6089"/>
                </a:lnTo>
                <a:lnTo>
                  <a:pt x="75689" y="4929"/>
                </a:lnTo>
                <a:lnTo>
                  <a:pt x="73354" y="3928"/>
                </a:lnTo>
                <a:lnTo>
                  <a:pt x="70965" y="3028"/>
                </a:lnTo>
                <a:lnTo>
                  <a:pt x="68520" y="2248"/>
                </a:lnTo>
                <a:lnTo>
                  <a:pt x="66020" y="1569"/>
                </a:lnTo>
                <a:lnTo>
                  <a:pt x="63472" y="1009"/>
                </a:lnTo>
                <a:lnTo>
                  <a:pt x="60885" y="576"/>
                </a:lnTo>
                <a:lnTo>
                  <a:pt x="58259" y="252"/>
                </a:lnTo>
                <a:lnTo>
                  <a:pt x="55601" y="63"/>
                </a:lnTo>
                <a:lnTo>
                  <a:pt x="52904" y="0"/>
                </a:lnTo>
                <a:lnTo>
                  <a:pt x="50215" y="63"/>
                </a:lnTo>
                <a:lnTo>
                  <a:pt x="47549" y="252"/>
                </a:lnTo>
                <a:lnTo>
                  <a:pt x="44923" y="576"/>
                </a:lnTo>
                <a:lnTo>
                  <a:pt x="42336" y="1009"/>
                </a:lnTo>
                <a:lnTo>
                  <a:pt x="39796" y="1569"/>
                </a:lnTo>
                <a:lnTo>
                  <a:pt x="37296" y="2248"/>
                </a:lnTo>
                <a:lnTo>
                  <a:pt x="34851" y="3028"/>
                </a:lnTo>
                <a:lnTo>
                  <a:pt x="32454" y="3928"/>
                </a:lnTo>
                <a:lnTo>
                  <a:pt x="30119" y="4929"/>
                </a:lnTo>
                <a:lnTo>
                  <a:pt x="27753" y="6089"/>
                </a:lnTo>
                <a:lnTo>
                  <a:pt x="23487" y="8549"/>
                </a:lnTo>
                <a:lnTo>
                  <a:pt x="19417" y="11444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85"/>
                </a:lnTo>
                <a:lnTo>
                  <a:pt x="6530" y="26286"/>
                </a:lnTo>
                <a:lnTo>
                  <a:pt x="5300" y="28574"/>
                </a:lnTo>
                <a:lnTo>
                  <a:pt x="4227" y="30837"/>
                </a:lnTo>
                <a:lnTo>
                  <a:pt x="3265" y="33156"/>
                </a:lnTo>
                <a:lnTo>
                  <a:pt x="2421" y="35530"/>
                </a:lnTo>
                <a:lnTo>
                  <a:pt x="1696" y="37959"/>
                </a:lnTo>
                <a:lnTo>
                  <a:pt x="1088" y="40435"/>
                </a:lnTo>
                <a:lnTo>
                  <a:pt x="615" y="42959"/>
                </a:lnTo>
                <a:lnTo>
                  <a:pt x="276" y="45514"/>
                </a:lnTo>
                <a:lnTo>
                  <a:pt x="71" y="48109"/>
                </a:lnTo>
                <a:lnTo>
                  <a:pt x="0" y="50735"/>
                </a:lnTo>
                <a:lnTo>
                  <a:pt x="71" y="53361"/>
                </a:lnTo>
                <a:lnTo>
                  <a:pt x="276" y="55964"/>
                </a:lnTo>
                <a:lnTo>
                  <a:pt x="615" y="58519"/>
                </a:lnTo>
                <a:lnTo>
                  <a:pt x="1088" y="61043"/>
                </a:lnTo>
                <a:lnTo>
                  <a:pt x="1696" y="63519"/>
                </a:lnTo>
                <a:lnTo>
                  <a:pt x="2421" y="65949"/>
                </a:lnTo>
                <a:close/>
                <a:moveTo>
                  <a:pt x="18157" y="45696"/>
                </a:moveTo>
                <a:lnTo>
                  <a:pt x="18432" y="44227"/>
                </a:lnTo>
                <a:lnTo>
                  <a:pt x="18814" y="42642"/>
                </a:lnTo>
                <a:lnTo>
                  <a:pt x="19290" y="41044"/>
                </a:lnTo>
                <a:lnTo>
                  <a:pt x="19839" y="39504"/>
                </a:lnTo>
                <a:lnTo>
                  <a:pt x="20434" y="38068"/>
                </a:lnTo>
                <a:lnTo>
                  <a:pt x="21173" y="36519"/>
                </a:lnTo>
                <a:lnTo>
                  <a:pt x="21824" y="35312"/>
                </a:lnTo>
                <a:lnTo>
                  <a:pt x="23643" y="32466"/>
                </a:lnTo>
                <a:lnTo>
                  <a:pt x="25630" y="29934"/>
                </a:lnTo>
                <a:lnTo>
                  <a:pt x="27902" y="27562"/>
                </a:lnTo>
                <a:lnTo>
                  <a:pt x="30341" y="25449"/>
                </a:lnTo>
                <a:lnTo>
                  <a:pt x="33076" y="23503"/>
                </a:lnTo>
                <a:lnTo>
                  <a:pt x="36104" y="21756"/>
                </a:lnTo>
                <a:lnTo>
                  <a:pt x="37509" y="21071"/>
                </a:lnTo>
                <a:lnTo>
                  <a:pt x="39033" y="20417"/>
                </a:lnTo>
                <a:lnTo>
                  <a:pt x="40737" y="19777"/>
                </a:lnTo>
                <a:lnTo>
                  <a:pt x="42340" y="19263"/>
                </a:lnTo>
                <a:lnTo>
                  <a:pt x="43970" y="18821"/>
                </a:lnTo>
                <a:lnTo>
                  <a:pt x="45776" y="18426"/>
                </a:lnTo>
                <a:lnTo>
                  <a:pt x="47435" y="18142"/>
                </a:lnTo>
                <a:lnTo>
                  <a:pt x="49282" y="17917"/>
                </a:lnTo>
                <a:lnTo>
                  <a:pt x="50991" y="17797"/>
                </a:lnTo>
                <a:lnTo>
                  <a:pt x="52904" y="17750"/>
                </a:lnTo>
                <a:lnTo>
                  <a:pt x="54817" y="17797"/>
                </a:lnTo>
                <a:lnTo>
                  <a:pt x="56526" y="17917"/>
                </a:lnTo>
                <a:lnTo>
                  <a:pt x="58373" y="18142"/>
                </a:lnTo>
                <a:lnTo>
                  <a:pt x="60032" y="18426"/>
                </a:lnTo>
                <a:lnTo>
                  <a:pt x="61838" y="18821"/>
                </a:lnTo>
                <a:lnTo>
                  <a:pt x="63468" y="19263"/>
                </a:lnTo>
                <a:lnTo>
                  <a:pt x="65071" y="19777"/>
                </a:lnTo>
                <a:lnTo>
                  <a:pt x="66775" y="20417"/>
                </a:lnTo>
                <a:lnTo>
                  <a:pt x="68306" y="21074"/>
                </a:lnTo>
                <a:lnTo>
                  <a:pt x="69715" y="21758"/>
                </a:lnTo>
                <a:lnTo>
                  <a:pt x="72771" y="23525"/>
                </a:lnTo>
                <a:lnTo>
                  <a:pt x="75431" y="25418"/>
                </a:lnTo>
                <a:lnTo>
                  <a:pt x="77947" y="27598"/>
                </a:lnTo>
                <a:lnTo>
                  <a:pt x="80174" y="29930"/>
                </a:lnTo>
                <a:lnTo>
                  <a:pt x="82202" y="32514"/>
                </a:lnTo>
                <a:lnTo>
                  <a:pt x="83981" y="35306"/>
                </a:lnTo>
                <a:lnTo>
                  <a:pt x="84703" y="36645"/>
                </a:lnTo>
                <a:lnTo>
                  <a:pt x="85320" y="37941"/>
                </a:lnTo>
                <a:lnTo>
                  <a:pt x="86016" y="39618"/>
                </a:lnTo>
                <a:lnTo>
                  <a:pt x="86513" y="41028"/>
                </a:lnTo>
                <a:lnTo>
                  <a:pt x="87000" y="42663"/>
                </a:lnTo>
                <a:lnTo>
                  <a:pt x="87352" y="44102"/>
                </a:lnTo>
                <a:lnTo>
                  <a:pt x="87675" y="45827"/>
                </a:lnTo>
                <a:lnTo>
                  <a:pt x="87890" y="47461"/>
                </a:lnTo>
                <a:lnTo>
                  <a:pt x="88012" y="48953"/>
                </a:lnTo>
                <a:lnTo>
                  <a:pt x="88064" y="50736"/>
                </a:lnTo>
                <a:lnTo>
                  <a:pt x="88012" y="52523"/>
                </a:lnTo>
                <a:lnTo>
                  <a:pt x="87889" y="54029"/>
                </a:lnTo>
                <a:lnTo>
                  <a:pt x="87675" y="55651"/>
                </a:lnTo>
                <a:lnTo>
                  <a:pt x="87352" y="57376"/>
                </a:lnTo>
                <a:lnTo>
                  <a:pt x="87000" y="58816"/>
                </a:lnTo>
                <a:lnTo>
                  <a:pt x="86515" y="60444"/>
                </a:lnTo>
                <a:lnTo>
                  <a:pt x="86000" y="61899"/>
                </a:lnTo>
                <a:lnTo>
                  <a:pt x="85320" y="63538"/>
                </a:lnTo>
                <a:lnTo>
                  <a:pt x="84733" y="64769"/>
                </a:lnTo>
                <a:lnTo>
                  <a:pt x="83976" y="66180"/>
                </a:lnTo>
                <a:lnTo>
                  <a:pt x="82202" y="68964"/>
                </a:lnTo>
                <a:lnTo>
                  <a:pt x="80174" y="71549"/>
                </a:lnTo>
                <a:lnTo>
                  <a:pt x="77951" y="73876"/>
                </a:lnTo>
                <a:lnTo>
                  <a:pt x="75390" y="76088"/>
                </a:lnTo>
                <a:lnTo>
                  <a:pt x="72717" y="77984"/>
                </a:lnTo>
                <a:lnTo>
                  <a:pt x="69715" y="79720"/>
                </a:lnTo>
                <a:lnTo>
                  <a:pt x="68306" y="80404"/>
                </a:lnTo>
                <a:lnTo>
                  <a:pt x="66775" y="81061"/>
                </a:lnTo>
                <a:lnTo>
                  <a:pt x="65071" y="81701"/>
                </a:lnTo>
                <a:lnTo>
                  <a:pt x="63468" y="82215"/>
                </a:lnTo>
                <a:lnTo>
                  <a:pt x="61838" y="82658"/>
                </a:lnTo>
                <a:lnTo>
                  <a:pt x="60032" y="83052"/>
                </a:lnTo>
                <a:lnTo>
                  <a:pt x="58373" y="83336"/>
                </a:lnTo>
                <a:lnTo>
                  <a:pt x="56673" y="83543"/>
                </a:lnTo>
                <a:lnTo>
                  <a:pt x="54796" y="83682"/>
                </a:lnTo>
                <a:lnTo>
                  <a:pt x="52904" y="83728"/>
                </a:lnTo>
                <a:lnTo>
                  <a:pt x="51011" y="83682"/>
                </a:lnTo>
                <a:lnTo>
                  <a:pt x="49135" y="83543"/>
                </a:lnTo>
                <a:lnTo>
                  <a:pt x="47435" y="83336"/>
                </a:lnTo>
                <a:lnTo>
                  <a:pt x="45776" y="83052"/>
                </a:lnTo>
                <a:lnTo>
                  <a:pt x="43970" y="82658"/>
                </a:lnTo>
                <a:lnTo>
                  <a:pt x="42340" y="82215"/>
                </a:lnTo>
                <a:lnTo>
                  <a:pt x="40737" y="81701"/>
                </a:lnTo>
                <a:lnTo>
                  <a:pt x="39033" y="81061"/>
                </a:lnTo>
                <a:lnTo>
                  <a:pt x="37509" y="80407"/>
                </a:lnTo>
                <a:lnTo>
                  <a:pt x="36104" y="79722"/>
                </a:lnTo>
                <a:lnTo>
                  <a:pt x="33130" y="78006"/>
                </a:lnTo>
                <a:lnTo>
                  <a:pt x="30382" y="76057"/>
                </a:lnTo>
                <a:lnTo>
                  <a:pt x="27897" y="73911"/>
                </a:lnTo>
                <a:lnTo>
                  <a:pt x="25630" y="71544"/>
                </a:lnTo>
                <a:lnTo>
                  <a:pt x="23643" y="69012"/>
                </a:lnTo>
                <a:lnTo>
                  <a:pt x="21829" y="66174"/>
                </a:lnTo>
                <a:lnTo>
                  <a:pt x="21144" y="64900"/>
                </a:lnTo>
                <a:lnTo>
                  <a:pt x="20434" y="63410"/>
                </a:lnTo>
                <a:lnTo>
                  <a:pt x="19857" y="62018"/>
                </a:lnTo>
                <a:lnTo>
                  <a:pt x="19289" y="60429"/>
                </a:lnTo>
                <a:lnTo>
                  <a:pt x="18814" y="58836"/>
                </a:lnTo>
                <a:lnTo>
                  <a:pt x="18432" y="57252"/>
                </a:lnTo>
                <a:lnTo>
                  <a:pt x="18157" y="55783"/>
                </a:lnTo>
                <a:lnTo>
                  <a:pt x="17921" y="54034"/>
                </a:lnTo>
                <a:lnTo>
                  <a:pt x="17794" y="52407"/>
                </a:lnTo>
                <a:lnTo>
                  <a:pt x="17751" y="50736"/>
                </a:lnTo>
                <a:lnTo>
                  <a:pt x="17794" y="49071"/>
                </a:lnTo>
                <a:lnTo>
                  <a:pt x="17920" y="47453"/>
                </a:lnTo>
                <a:lnTo>
                  <a:pt x="18157" y="4569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44DDE-D639-4D34-A7B2-11DB0072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320" y="1404309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49"/>
                </a:moveTo>
                <a:lnTo>
                  <a:pt x="3265" y="68322"/>
                </a:lnTo>
                <a:lnTo>
                  <a:pt x="4227" y="70641"/>
                </a:lnTo>
                <a:lnTo>
                  <a:pt x="5300" y="72905"/>
                </a:lnTo>
                <a:lnTo>
                  <a:pt x="6530" y="75200"/>
                </a:lnTo>
                <a:lnTo>
                  <a:pt x="9149" y="79293"/>
                </a:lnTo>
                <a:lnTo>
                  <a:pt x="12216" y="83197"/>
                </a:lnTo>
                <a:lnTo>
                  <a:pt x="15647" y="86785"/>
                </a:lnTo>
                <a:lnTo>
                  <a:pt x="19417" y="90035"/>
                </a:lnTo>
                <a:lnTo>
                  <a:pt x="23487" y="92929"/>
                </a:lnTo>
                <a:lnTo>
                  <a:pt x="27753" y="95398"/>
                </a:lnTo>
                <a:lnTo>
                  <a:pt x="30119" y="96549"/>
                </a:lnTo>
                <a:lnTo>
                  <a:pt x="32454" y="97551"/>
                </a:lnTo>
                <a:lnTo>
                  <a:pt x="34851" y="98450"/>
                </a:lnTo>
                <a:lnTo>
                  <a:pt x="37296" y="99238"/>
                </a:lnTo>
                <a:lnTo>
                  <a:pt x="39796" y="99909"/>
                </a:lnTo>
                <a:lnTo>
                  <a:pt x="42336" y="100469"/>
                </a:lnTo>
                <a:lnTo>
                  <a:pt x="44923" y="100910"/>
                </a:lnTo>
                <a:lnTo>
                  <a:pt x="47549" y="101226"/>
                </a:lnTo>
                <a:lnTo>
                  <a:pt x="50215" y="101415"/>
                </a:lnTo>
                <a:lnTo>
                  <a:pt x="52904" y="101486"/>
                </a:lnTo>
                <a:lnTo>
                  <a:pt x="55601" y="101415"/>
                </a:lnTo>
                <a:lnTo>
                  <a:pt x="58259" y="101226"/>
                </a:lnTo>
                <a:lnTo>
                  <a:pt x="60885" y="100910"/>
                </a:lnTo>
                <a:lnTo>
                  <a:pt x="63472" y="100469"/>
                </a:lnTo>
                <a:lnTo>
                  <a:pt x="66020" y="99909"/>
                </a:lnTo>
                <a:lnTo>
                  <a:pt x="68520" y="99238"/>
                </a:lnTo>
                <a:lnTo>
                  <a:pt x="70965" y="98450"/>
                </a:lnTo>
                <a:lnTo>
                  <a:pt x="73354" y="97551"/>
                </a:lnTo>
                <a:lnTo>
                  <a:pt x="75689" y="96549"/>
                </a:lnTo>
                <a:lnTo>
                  <a:pt x="78063" y="95398"/>
                </a:lnTo>
                <a:lnTo>
                  <a:pt x="82321" y="92929"/>
                </a:lnTo>
                <a:lnTo>
                  <a:pt x="86399" y="90035"/>
                </a:lnTo>
                <a:lnTo>
                  <a:pt x="90161" y="86785"/>
                </a:lnTo>
                <a:lnTo>
                  <a:pt x="93591" y="83197"/>
                </a:lnTo>
                <a:lnTo>
                  <a:pt x="96659" y="79293"/>
                </a:lnTo>
                <a:lnTo>
                  <a:pt x="99278" y="75200"/>
                </a:lnTo>
                <a:lnTo>
                  <a:pt x="100516" y="72905"/>
                </a:lnTo>
                <a:lnTo>
                  <a:pt x="101589" y="70641"/>
                </a:lnTo>
                <a:lnTo>
                  <a:pt x="102551" y="68322"/>
                </a:lnTo>
                <a:lnTo>
                  <a:pt x="103395" y="65949"/>
                </a:lnTo>
                <a:lnTo>
                  <a:pt x="104120" y="63519"/>
                </a:lnTo>
                <a:lnTo>
                  <a:pt x="104720" y="61043"/>
                </a:lnTo>
                <a:lnTo>
                  <a:pt x="105193" y="58527"/>
                </a:lnTo>
                <a:lnTo>
                  <a:pt x="105532" y="55964"/>
                </a:lnTo>
                <a:lnTo>
                  <a:pt x="105745" y="53369"/>
                </a:lnTo>
                <a:lnTo>
                  <a:pt x="105816" y="50743"/>
                </a:lnTo>
                <a:lnTo>
                  <a:pt x="105745" y="48117"/>
                </a:lnTo>
                <a:lnTo>
                  <a:pt x="105532" y="45522"/>
                </a:lnTo>
                <a:lnTo>
                  <a:pt x="105193" y="42959"/>
                </a:lnTo>
                <a:lnTo>
                  <a:pt x="104720" y="40435"/>
                </a:lnTo>
                <a:lnTo>
                  <a:pt x="104120" y="37959"/>
                </a:lnTo>
                <a:lnTo>
                  <a:pt x="103395" y="35530"/>
                </a:lnTo>
                <a:lnTo>
                  <a:pt x="102551" y="33156"/>
                </a:lnTo>
                <a:lnTo>
                  <a:pt x="101589" y="30837"/>
                </a:lnTo>
                <a:lnTo>
                  <a:pt x="100516" y="28581"/>
                </a:lnTo>
                <a:lnTo>
                  <a:pt x="99278" y="26286"/>
                </a:lnTo>
                <a:lnTo>
                  <a:pt x="96659" y="22193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51"/>
                </a:lnTo>
                <a:lnTo>
                  <a:pt x="82321" y="8549"/>
                </a:lnTo>
                <a:lnTo>
                  <a:pt x="78063" y="6089"/>
                </a:lnTo>
                <a:lnTo>
                  <a:pt x="75689" y="4937"/>
                </a:lnTo>
                <a:lnTo>
                  <a:pt x="73354" y="3928"/>
                </a:lnTo>
                <a:lnTo>
                  <a:pt x="70965" y="3036"/>
                </a:lnTo>
                <a:lnTo>
                  <a:pt x="68520" y="2248"/>
                </a:lnTo>
                <a:lnTo>
                  <a:pt x="66020" y="1569"/>
                </a:lnTo>
                <a:lnTo>
                  <a:pt x="63472" y="1017"/>
                </a:lnTo>
                <a:lnTo>
                  <a:pt x="60885" y="576"/>
                </a:lnTo>
                <a:lnTo>
                  <a:pt x="58259" y="260"/>
                </a:lnTo>
                <a:lnTo>
                  <a:pt x="55601" y="63"/>
                </a:lnTo>
                <a:lnTo>
                  <a:pt x="52904" y="0"/>
                </a:lnTo>
                <a:lnTo>
                  <a:pt x="50215" y="63"/>
                </a:lnTo>
                <a:lnTo>
                  <a:pt x="47549" y="260"/>
                </a:lnTo>
                <a:lnTo>
                  <a:pt x="44923" y="576"/>
                </a:lnTo>
                <a:lnTo>
                  <a:pt x="42336" y="1017"/>
                </a:lnTo>
                <a:lnTo>
                  <a:pt x="39796" y="1569"/>
                </a:lnTo>
                <a:lnTo>
                  <a:pt x="37296" y="2248"/>
                </a:lnTo>
                <a:lnTo>
                  <a:pt x="34851" y="3036"/>
                </a:lnTo>
                <a:lnTo>
                  <a:pt x="32454" y="3928"/>
                </a:lnTo>
                <a:lnTo>
                  <a:pt x="30119" y="4937"/>
                </a:lnTo>
                <a:lnTo>
                  <a:pt x="27753" y="6089"/>
                </a:lnTo>
                <a:lnTo>
                  <a:pt x="23487" y="8549"/>
                </a:lnTo>
                <a:lnTo>
                  <a:pt x="19417" y="11451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93"/>
                </a:lnTo>
                <a:lnTo>
                  <a:pt x="6530" y="26286"/>
                </a:lnTo>
                <a:lnTo>
                  <a:pt x="5300" y="28581"/>
                </a:lnTo>
                <a:lnTo>
                  <a:pt x="4227" y="30837"/>
                </a:lnTo>
                <a:lnTo>
                  <a:pt x="3265" y="33156"/>
                </a:lnTo>
                <a:lnTo>
                  <a:pt x="2421" y="35530"/>
                </a:lnTo>
                <a:lnTo>
                  <a:pt x="1696" y="37959"/>
                </a:lnTo>
                <a:lnTo>
                  <a:pt x="1088" y="40435"/>
                </a:lnTo>
                <a:lnTo>
                  <a:pt x="615" y="42959"/>
                </a:lnTo>
                <a:lnTo>
                  <a:pt x="276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76" y="55964"/>
                </a:lnTo>
                <a:lnTo>
                  <a:pt x="615" y="58527"/>
                </a:lnTo>
                <a:lnTo>
                  <a:pt x="1088" y="61043"/>
                </a:lnTo>
                <a:lnTo>
                  <a:pt x="1696" y="63519"/>
                </a:lnTo>
                <a:lnTo>
                  <a:pt x="2421" y="65949"/>
                </a:lnTo>
                <a:close/>
                <a:moveTo>
                  <a:pt x="18157" y="45700"/>
                </a:moveTo>
                <a:lnTo>
                  <a:pt x="18438" y="44203"/>
                </a:lnTo>
                <a:lnTo>
                  <a:pt x="18814" y="42642"/>
                </a:lnTo>
                <a:lnTo>
                  <a:pt x="19289" y="41049"/>
                </a:lnTo>
                <a:lnTo>
                  <a:pt x="19839" y="39510"/>
                </a:lnTo>
                <a:lnTo>
                  <a:pt x="20415" y="38117"/>
                </a:lnTo>
                <a:lnTo>
                  <a:pt x="21148" y="36573"/>
                </a:lnTo>
                <a:lnTo>
                  <a:pt x="21827" y="35308"/>
                </a:lnTo>
                <a:lnTo>
                  <a:pt x="23665" y="32440"/>
                </a:lnTo>
                <a:lnTo>
                  <a:pt x="25658" y="29907"/>
                </a:lnTo>
                <a:lnTo>
                  <a:pt x="27937" y="27532"/>
                </a:lnTo>
                <a:lnTo>
                  <a:pt x="30382" y="25421"/>
                </a:lnTo>
                <a:lnTo>
                  <a:pt x="33130" y="23472"/>
                </a:lnTo>
                <a:lnTo>
                  <a:pt x="36104" y="21756"/>
                </a:lnTo>
                <a:lnTo>
                  <a:pt x="37509" y="21071"/>
                </a:lnTo>
                <a:lnTo>
                  <a:pt x="39033" y="20417"/>
                </a:lnTo>
                <a:lnTo>
                  <a:pt x="40737" y="19777"/>
                </a:lnTo>
                <a:lnTo>
                  <a:pt x="42325" y="19268"/>
                </a:lnTo>
                <a:lnTo>
                  <a:pt x="44111" y="18790"/>
                </a:lnTo>
                <a:lnTo>
                  <a:pt x="45758" y="18430"/>
                </a:lnTo>
                <a:lnTo>
                  <a:pt x="47565" y="18128"/>
                </a:lnTo>
                <a:lnTo>
                  <a:pt x="49286" y="17924"/>
                </a:lnTo>
                <a:lnTo>
                  <a:pt x="51011" y="17796"/>
                </a:lnTo>
                <a:lnTo>
                  <a:pt x="52904" y="17750"/>
                </a:lnTo>
                <a:lnTo>
                  <a:pt x="54796" y="17796"/>
                </a:lnTo>
                <a:lnTo>
                  <a:pt x="56522" y="17924"/>
                </a:lnTo>
                <a:lnTo>
                  <a:pt x="58243" y="18128"/>
                </a:lnTo>
                <a:lnTo>
                  <a:pt x="60050" y="18430"/>
                </a:lnTo>
                <a:lnTo>
                  <a:pt x="61697" y="18790"/>
                </a:lnTo>
                <a:lnTo>
                  <a:pt x="63483" y="19268"/>
                </a:lnTo>
                <a:lnTo>
                  <a:pt x="65071" y="19777"/>
                </a:lnTo>
                <a:lnTo>
                  <a:pt x="66775" y="20417"/>
                </a:lnTo>
                <a:lnTo>
                  <a:pt x="68306" y="21074"/>
                </a:lnTo>
                <a:lnTo>
                  <a:pt x="69715" y="21758"/>
                </a:lnTo>
                <a:lnTo>
                  <a:pt x="72717" y="23494"/>
                </a:lnTo>
                <a:lnTo>
                  <a:pt x="75390" y="25390"/>
                </a:lnTo>
                <a:lnTo>
                  <a:pt x="77912" y="27568"/>
                </a:lnTo>
                <a:lnTo>
                  <a:pt x="80146" y="29902"/>
                </a:lnTo>
                <a:lnTo>
                  <a:pt x="82181" y="32488"/>
                </a:lnTo>
                <a:lnTo>
                  <a:pt x="83978" y="35302"/>
                </a:lnTo>
                <a:lnTo>
                  <a:pt x="84728" y="36699"/>
                </a:lnTo>
                <a:lnTo>
                  <a:pt x="85340" y="37989"/>
                </a:lnTo>
                <a:lnTo>
                  <a:pt x="86018" y="39629"/>
                </a:lnTo>
                <a:lnTo>
                  <a:pt x="86515" y="41034"/>
                </a:lnTo>
                <a:lnTo>
                  <a:pt x="87000" y="42663"/>
                </a:lnTo>
                <a:lnTo>
                  <a:pt x="87347" y="44078"/>
                </a:lnTo>
                <a:lnTo>
                  <a:pt x="87675" y="45829"/>
                </a:lnTo>
                <a:lnTo>
                  <a:pt x="87889" y="47450"/>
                </a:lnTo>
                <a:lnTo>
                  <a:pt x="88011" y="48951"/>
                </a:lnTo>
                <a:lnTo>
                  <a:pt x="88064" y="50743"/>
                </a:lnTo>
                <a:lnTo>
                  <a:pt x="88012" y="52525"/>
                </a:lnTo>
                <a:lnTo>
                  <a:pt x="87888" y="54036"/>
                </a:lnTo>
                <a:lnTo>
                  <a:pt x="87672" y="55673"/>
                </a:lnTo>
                <a:lnTo>
                  <a:pt x="87353" y="57374"/>
                </a:lnTo>
                <a:lnTo>
                  <a:pt x="86990" y="58856"/>
                </a:lnTo>
                <a:lnTo>
                  <a:pt x="86515" y="60446"/>
                </a:lnTo>
                <a:lnTo>
                  <a:pt x="86016" y="61860"/>
                </a:lnTo>
                <a:lnTo>
                  <a:pt x="85320" y="63538"/>
                </a:lnTo>
                <a:lnTo>
                  <a:pt x="84700" y="64839"/>
                </a:lnTo>
                <a:lnTo>
                  <a:pt x="84003" y="66137"/>
                </a:lnTo>
                <a:lnTo>
                  <a:pt x="82202" y="68964"/>
                </a:lnTo>
                <a:lnTo>
                  <a:pt x="80174" y="71549"/>
                </a:lnTo>
                <a:lnTo>
                  <a:pt x="77947" y="73881"/>
                </a:lnTo>
                <a:lnTo>
                  <a:pt x="75431" y="76060"/>
                </a:lnTo>
                <a:lnTo>
                  <a:pt x="72771" y="77953"/>
                </a:lnTo>
                <a:lnTo>
                  <a:pt x="69715" y="79720"/>
                </a:lnTo>
                <a:lnTo>
                  <a:pt x="68306" y="80404"/>
                </a:lnTo>
                <a:lnTo>
                  <a:pt x="66628" y="81124"/>
                </a:lnTo>
                <a:lnTo>
                  <a:pt x="65206" y="81658"/>
                </a:lnTo>
                <a:lnTo>
                  <a:pt x="63604" y="82178"/>
                </a:lnTo>
                <a:lnTo>
                  <a:pt x="61838" y="82658"/>
                </a:lnTo>
                <a:lnTo>
                  <a:pt x="60032" y="83052"/>
                </a:lnTo>
                <a:lnTo>
                  <a:pt x="58373" y="83336"/>
                </a:lnTo>
                <a:lnTo>
                  <a:pt x="56526" y="83561"/>
                </a:lnTo>
                <a:lnTo>
                  <a:pt x="54646" y="83693"/>
                </a:lnTo>
                <a:lnTo>
                  <a:pt x="52904" y="83736"/>
                </a:lnTo>
                <a:lnTo>
                  <a:pt x="51162" y="83693"/>
                </a:lnTo>
                <a:lnTo>
                  <a:pt x="49282" y="83561"/>
                </a:lnTo>
                <a:lnTo>
                  <a:pt x="47435" y="83336"/>
                </a:lnTo>
                <a:lnTo>
                  <a:pt x="45776" y="83052"/>
                </a:lnTo>
                <a:lnTo>
                  <a:pt x="43970" y="82658"/>
                </a:lnTo>
                <a:lnTo>
                  <a:pt x="42204" y="82178"/>
                </a:lnTo>
                <a:lnTo>
                  <a:pt x="40602" y="81658"/>
                </a:lnTo>
                <a:lnTo>
                  <a:pt x="39180" y="81124"/>
                </a:lnTo>
                <a:lnTo>
                  <a:pt x="37509" y="80407"/>
                </a:lnTo>
                <a:lnTo>
                  <a:pt x="36104" y="79722"/>
                </a:lnTo>
                <a:lnTo>
                  <a:pt x="33076" y="77975"/>
                </a:lnTo>
                <a:lnTo>
                  <a:pt x="30341" y="76029"/>
                </a:lnTo>
                <a:lnTo>
                  <a:pt x="27902" y="73916"/>
                </a:lnTo>
                <a:lnTo>
                  <a:pt x="25630" y="71544"/>
                </a:lnTo>
                <a:lnTo>
                  <a:pt x="23643" y="69012"/>
                </a:lnTo>
                <a:lnTo>
                  <a:pt x="21802" y="66132"/>
                </a:lnTo>
                <a:lnTo>
                  <a:pt x="21178" y="64970"/>
                </a:lnTo>
                <a:lnTo>
                  <a:pt x="20434" y="63410"/>
                </a:lnTo>
                <a:lnTo>
                  <a:pt x="19839" y="61974"/>
                </a:lnTo>
                <a:lnTo>
                  <a:pt x="19289" y="60430"/>
                </a:lnTo>
                <a:lnTo>
                  <a:pt x="18823" y="58873"/>
                </a:lnTo>
                <a:lnTo>
                  <a:pt x="18431" y="57248"/>
                </a:lnTo>
                <a:lnTo>
                  <a:pt x="18160" y="55805"/>
                </a:lnTo>
                <a:lnTo>
                  <a:pt x="17921" y="54042"/>
                </a:lnTo>
                <a:lnTo>
                  <a:pt x="17794" y="52407"/>
                </a:lnTo>
                <a:lnTo>
                  <a:pt x="17751" y="50743"/>
                </a:lnTo>
                <a:lnTo>
                  <a:pt x="17794" y="49068"/>
                </a:lnTo>
                <a:lnTo>
                  <a:pt x="17921" y="47444"/>
                </a:lnTo>
                <a:lnTo>
                  <a:pt x="18157" y="4570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764F3-B8F4-4841-B921-7DB917E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320" y="1280906"/>
            <a:ext cx="105816" cy="101478"/>
          </a:xfrm>
          <a:custGeom xmlns:a="http://schemas.openxmlformats.org/drawingml/2006/main">
            <a:pathLst>
              <a:path w="105816" h="101478">
                <a:moveTo>
                  <a:pt x="2421" y="65949"/>
                </a:moveTo>
                <a:lnTo>
                  <a:pt x="3265" y="68322"/>
                </a:lnTo>
                <a:lnTo>
                  <a:pt x="4227" y="70641"/>
                </a:lnTo>
                <a:lnTo>
                  <a:pt x="5300" y="72897"/>
                </a:lnTo>
                <a:lnTo>
                  <a:pt x="6530" y="75192"/>
                </a:lnTo>
                <a:lnTo>
                  <a:pt x="9149" y="79285"/>
                </a:lnTo>
                <a:lnTo>
                  <a:pt x="12216" y="83189"/>
                </a:lnTo>
                <a:lnTo>
                  <a:pt x="15647" y="86777"/>
                </a:lnTo>
                <a:lnTo>
                  <a:pt x="19417" y="90035"/>
                </a:lnTo>
                <a:lnTo>
                  <a:pt x="23487" y="92929"/>
                </a:lnTo>
                <a:lnTo>
                  <a:pt x="27753" y="95390"/>
                </a:lnTo>
                <a:lnTo>
                  <a:pt x="30119" y="96541"/>
                </a:lnTo>
                <a:lnTo>
                  <a:pt x="32454" y="97551"/>
                </a:lnTo>
                <a:lnTo>
                  <a:pt x="34851" y="98442"/>
                </a:lnTo>
                <a:lnTo>
                  <a:pt x="37296" y="99230"/>
                </a:lnTo>
                <a:lnTo>
                  <a:pt x="39796" y="99909"/>
                </a:lnTo>
                <a:lnTo>
                  <a:pt x="42336" y="100461"/>
                </a:lnTo>
                <a:lnTo>
                  <a:pt x="44923" y="100902"/>
                </a:lnTo>
                <a:lnTo>
                  <a:pt x="47549" y="101218"/>
                </a:lnTo>
                <a:lnTo>
                  <a:pt x="50215" y="101415"/>
                </a:lnTo>
                <a:lnTo>
                  <a:pt x="52904" y="101478"/>
                </a:lnTo>
                <a:lnTo>
                  <a:pt x="55601" y="101415"/>
                </a:lnTo>
                <a:lnTo>
                  <a:pt x="58259" y="101218"/>
                </a:lnTo>
                <a:lnTo>
                  <a:pt x="60885" y="100902"/>
                </a:lnTo>
                <a:lnTo>
                  <a:pt x="63472" y="100461"/>
                </a:lnTo>
                <a:lnTo>
                  <a:pt x="66020" y="99909"/>
                </a:lnTo>
                <a:lnTo>
                  <a:pt x="68520" y="99230"/>
                </a:lnTo>
                <a:lnTo>
                  <a:pt x="70965" y="98442"/>
                </a:lnTo>
                <a:lnTo>
                  <a:pt x="73354" y="97551"/>
                </a:lnTo>
                <a:lnTo>
                  <a:pt x="75689" y="96541"/>
                </a:lnTo>
                <a:lnTo>
                  <a:pt x="78063" y="95390"/>
                </a:lnTo>
                <a:lnTo>
                  <a:pt x="82321" y="92929"/>
                </a:lnTo>
                <a:lnTo>
                  <a:pt x="86399" y="90035"/>
                </a:lnTo>
                <a:lnTo>
                  <a:pt x="90161" y="86777"/>
                </a:lnTo>
                <a:lnTo>
                  <a:pt x="93591" y="83189"/>
                </a:lnTo>
                <a:lnTo>
                  <a:pt x="96659" y="79285"/>
                </a:lnTo>
                <a:lnTo>
                  <a:pt x="99278" y="75192"/>
                </a:lnTo>
                <a:lnTo>
                  <a:pt x="100516" y="72897"/>
                </a:lnTo>
                <a:lnTo>
                  <a:pt x="101589" y="70641"/>
                </a:lnTo>
                <a:lnTo>
                  <a:pt x="102551" y="68322"/>
                </a:lnTo>
                <a:lnTo>
                  <a:pt x="103395" y="65949"/>
                </a:lnTo>
                <a:lnTo>
                  <a:pt x="104120" y="63519"/>
                </a:lnTo>
                <a:lnTo>
                  <a:pt x="104720" y="61043"/>
                </a:lnTo>
                <a:lnTo>
                  <a:pt x="105193" y="58519"/>
                </a:lnTo>
                <a:lnTo>
                  <a:pt x="105532" y="55956"/>
                </a:lnTo>
                <a:lnTo>
                  <a:pt x="105745" y="53361"/>
                </a:lnTo>
                <a:lnTo>
                  <a:pt x="105816" y="50735"/>
                </a:lnTo>
                <a:lnTo>
                  <a:pt x="105745" y="48109"/>
                </a:lnTo>
                <a:lnTo>
                  <a:pt x="105532" y="45514"/>
                </a:lnTo>
                <a:lnTo>
                  <a:pt x="105193" y="42951"/>
                </a:lnTo>
                <a:lnTo>
                  <a:pt x="104720" y="40435"/>
                </a:lnTo>
                <a:lnTo>
                  <a:pt x="104120" y="37959"/>
                </a:lnTo>
                <a:lnTo>
                  <a:pt x="103395" y="35530"/>
                </a:lnTo>
                <a:lnTo>
                  <a:pt x="102551" y="33156"/>
                </a:lnTo>
                <a:lnTo>
                  <a:pt x="101589" y="30837"/>
                </a:lnTo>
                <a:lnTo>
                  <a:pt x="100516" y="28574"/>
                </a:lnTo>
                <a:lnTo>
                  <a:pt x="99278" y="26286"/>
                </a:lnTo>
                <a:lnTo>
                  <a:pt x="96659" y="22185"/>
                </a:lnTo>
                <a:lnTo>
                  <a:pt x="93591" y="18289"/>
                </a:lnTo>
                <a:lnTo>
                  <a:pt x="90161" y="14701"/>
                </a:lnTo>
                <a:lnTo>
                  <a:pt x="86399" y="11444"/>
                </a:lnTo>
                <a:lnTo>
                  <a:pt x="82321" y="8549"/>
                </a:lnTo>
                <a:lnTo>
                  <a:pt x="78063" y="6089"/>
                </a:lnTo>
                <a:lnTo>
                  <a:pt x="75689" y="4929"/>
                </a:lnTo>
                <a:lnTo>
                  <a:pt x="73354" y="3928"/>
                </a:lnTo>
                <a:lnTo>
                  <a:pt x="70965" y="3028"/>
                </a:lnTo>
                <a:lnTo>
                  <a:pt x="68520" y="2240"/>
                </a:lnTo>
                <a:lnTo>
                  <a:pt x="66020" y="1569"/>
                </a:lnTo>
                <a:lnTo>
                  <a:pt x="63472" y="1009"/>
                </a:lnTo>
                <a:lnTo>
                  <a:pt x="60885" y="568"/>
                </a:lnTo>
                <a:lnTo>
                  <a:pt x="58259" y="252"/>
                </a:lnTo>
                <a:lnTo>
                  <a:pt x="55601" y="63"/>
                </a:lnTo>
                <a:lnTo>
                  <a:pt x="52904" y="0"/>
                </a:lnTo>
                <a:lnTo>
                  <a:pt x="50215" y="63"/>
                </a:lnTo>
                <a:lnTo>
                  <a:pt x="47549" y="252"/>
                </a:lnTo>
                <a:lnTo>
                  <a:pt x="44923" y="568"/>
                </a:lnTo>
                <a:lnTo>
                  <a:pt x="42336" y="1009"/>
                </a:lnTo>
                <a:lnTo>
                  <a:pt x="39796" y="1569"/>
                </a:lnTo>
                <a:lnTo>
                  <a:pt x="37296" y="2240"/>
                </a:lnTo>
                <a:lnTo>
                  <a:pt x="34851" y="3028"/>
                </a:lnTo>
                <a:lnTo>
                  <a:pt x="32454" y="3928"/>
                </a:lnTo>
                <a:lnTo>
                  <a:pt x="30119" y="4929"/>
                </a:lnTo>
                <a:lnTo>
                  <a:pt x="27753" y="6089"/>
                </a:lnTo>
                <a:lnTo>
                  <a:pt x="23487" y="8549"/>
                </a:lnTo>
                <a:lnTo>
                  <a:pt x="19417" y="11444"/>
                </a:lnTo>
                <a:lnTo>
                  <a:pt x="15647" y="14701"/>
                </a:lnTo>
                <a:lnTo>
                  <a:pt x="12216" y="18289"/>
                </a:lnTo>
                <a:lnTo>
                  <a:pt x="9149" y="22185"/>
                </a:lnTo>
                <a:lnTo>
                  <a:pt x="6530" y="26286"/>
                </a:lnTo>
                <a:lnTo>
                  <a:pt x="5300" y="28574"/>
                </a:lnTo>
                <a:lnTo>
                  <a:pt x="4227" y="30837"/>
                </a:lnTo>
                <a:lnTo>
                  <a:pt x="3265" y="33156"/>
                </a:lnTo>
                <a:lnTo>
                  <a:pt x="2421" y="35530"/>
                </a:lnTo>
                <a:lnTo>
                  <a:pt x="1696" y="37959"/>
                </a:lnTo>
                <a:lnTo>
                  <a:pt x="1088" y="40435"/>
                </a:lnTo>
                <a:lnTo>
                  <a:pt x="615" y="42951"/>
                </a:lnTo>
                <a:lnTo>
                  <a:pt x="276" y="45514"/>
                </a:lnTo>
                <a:lnTo>
                  <a:pt x="71" y="48109"/>
                </a:lnTo>
                <a:lnTo>
                  <a:pt x="0" y="50735"/>
                </a:lnTo>
                <a:lnTo>
                  <a:pt x="71" y="53361"/>
                </a:lnTo>
                <a:lnTo>
                  <a:pt x="276" y="55956"/>
                </a:lnTo>
                <a:lnTo>
                  <a:pt x="615" y="58519"/>
                </a:lnTo>
                <a:lnTo>
                  <a:pt x="1088" y="61043"/>
                </a:lnTo>
                <a:lnTo>
                  <a:pt x="1696" y="63519"/>
                </a:lnTo>
                <a:lnTo>
                  <a:pt x="2421" y="65949"/>
                </a:lnTo>
                <a:close/>
                <a:moveTo>
                  <a:pt x="18157" y="45696"/>
                </a:moveTo>
                <a:lnTo>
                  <a:pt x="18432" y="44227"/>
                </a:lnTo>
                <a:lnTo>
                  <a:pt x="18814" y="42642"/>
                </a:lnTo>
                <a:lnTo>
                  <a:pt x="19290" y="41044"/>
                </a:lnTo>
                <a:lnTo>
                  <a:pt x="19839" y="39504"/>
                </a:lnTo>
                <a:lnTo>
                  <a:pt x="20434" y="38068"/>
                </a:lnTo>
                <a:lnTo>
                  <a:pt x="21178" y="36509"/>
                </a:lnTo>
                <a:lnTo>
                  <a:pt x="21802" y="35346"/>
                </a:lnTo>
                <a:lnTo>
                  <a:pt x="23643" y="32466"/>
                </a:lnTo>
                <a:lnTo>
                  <a:pt x="25630" y="29934"/>
                </a:lnTo>
                <a:lnTo>
                  <a:pt x="27902" y="27562"/>
                </a:lnTo>
                <a:lnTo>
                  <a:pt x="30341" y="25449"/>
                </a:lnTo>
                <a:lnTo>
                  <a:pt x="33076" y="23503"/>
                </a:lnTo>
                <a:lnTo>
                  <a:pt x="36104" y="21756"/>
                </a:lnTo>
                <a:lnTo>
                  <a:pt x="37509" y="21071"/>
                </a:lnTo>
                <a:lnTo>
                  <a:pt x="39180" y="20354"/>
                </a:lnTo>
                <a:lnTo>
                  <a:pt x="40602" y="19820"/>
                </a:lnTo>
                <a:lnTo>
                  <a:pt x="42204" y="19300"/>
                </a:lnTo>
                <a:lnTo>
                  <a:pt x="43970" y="18821"/>
                </a:lnTo>
                <a:lnTo>
                  <a:pt x="45776" y="18426"/>
                </a:lnTo>
                <a:lnTo>
                  <a:pt x="47435" y="18142"/>
                </a:lnTo>
                <a:lnTo>
                  <a:pt x="49282" y="17917"/>
                </a:lnTo>
                <a:lnTo>
                  <a:pt x="51141" y="17786"/>
                </a:lnTo>
                <a:lnTo>
                  <a:pt x="52904" y="17750"/>
                </a:lnTo>
                <a:lnTo>
                  <a:pt x="54667" y="17786"/>
                </a:lnTo>
                <a:lnTo>
                  <a:pt x="56526" y="17917"/>
                </a:lnTo>
                <a:lnTo>
                  <a:pt x="58373" y="18142"/>
                </a:lnTo>
                <a:lnTo>
                  <a:pt x="60032" y="18426"/>
                </a:lnTo>
                <a:lnTo>
                  <a:pt x="61838" y="18821"/>
                </a:lnTo>
                <a:lnTo>
                  <a:pt x="63604" y="19300"/>
                </a:lnTo>
                <a:lnTo>
                  <a:pt x="65206" y="19820"/>
                </a:lnTo>
                <a:lnTo>
                  <a:pt x="66628" y="20354"/>
                </a:lnTo>
                <a:lnTo>
                  <a:pt x="68306" y="21074"/>
                </a:lnTo>
                <a:lnTo>
                  <a:pt x="69715" y="21758"/>
                </a:lnTo>
                <a:lnTo>
                  <a:pt x="72771" y="23525"/>
                </a:lnTo>
                <a:lnTo>
                  <a:pt x="75431" y="25418"/>
                </a:lnTo>
                <a:lnTo>
                  <a:pt x="77947" y="27598"/>
                </a:lnTo>
                <a:lnTo>
                  <a:pt x="80174" y="29930"/>
                </a:lnTo>
                <a:lnTo>
                  <a:pt x="82202" y="32514"/>
                </a:lnTo>
                <a:lnTo>
                  <a:pt x="84003" y="35341"/>
                </a:lnTo>
                <a:lnTo>
                  <a:pt x="84700" y="36639"/>
                </a:lnTo>
                <a:lnTo>
                  <a:pt x="85320" y="37941"/>
                </a:lnTo>
                <a:lnTo>
                  <a:pt x="86016" y="39618"/>
                </a:lnTo>
                <a:lnTo>
                  <a:pt x="86513" y="41028"/>
                </a:lnTo>
                <a:lnTo>
                  <a:pt x="87000" y="42663"/>
                </a:lnTo>
                <a:lnTo>
                  <a:pt x="87352" y="44102"/>
                </a:lnTo>
                <a:lnTo>
                  <a:pt x="87675" y="45827"/>
                </a:lnTo>
                <a:lnTo>
                  <a:pt x="87890" y="47461"/>
                </a:lnTo>
                <a:lnTo>
                  <a:pt x="88012" y="48953"/>
                </a:lnTo>
                <a:lnTo>
                  <a:pt x="88064" y="50736"/>
                </a:lnTo>
                <a:lnTo>
                  <a:pt x="88012" y="52523"/>
                </a:lnTo>
                <a:lnTo>
                  <a:pt x="87889" y="54029"/>
                </a:lnTo>
                <a:lnTo>
                  <a:pt x="87675" y="55649"/>
                </a:lnTo>
                <a:lnTo>
                  <a:pt x="87347" y="57400"/>
                </a:lnTo>
                <a:lnTo>
                  <a:pt x="87000" y="58816"/>
                </a:lnTo>
                <a:lnTo>
                  <a:pt x="86515" y="60444"/>
                </a:lnTo>
                <a:lnTo>
                  <a:pt x="86000" y="61899"/>
                </a:lnTo>
                <a:lnTo>
                  <a:pt x="85342" y="63485"/>
                </a:lnTo>
                <a:lnTo>
                  <a:pt x="84728" y="64779"/>
                </a:lnTo>
                <a:lnTo>
                  <a:pt x="83976" y="66180"/>
                </a:lnTo>
                <a:lnTo>
                  <a:pt x="82205" y="68960"/>
                </a:lnTo>
                <a:lnTo>
                  <a:pt x="80142" y="71582"/>
                </a:lnTo>
                <a:lnTo>
                  <a:pt x="77951" y="73876"/>
                </a:lnTo>
                <a:lnTo>
                  <a:pt x="75390" y="76088"/>
                </a:lnTo>
                <a:lnTo>
                  <a:pt x="72717" y="77984"/>
                </a:lnTo>
                <a:lnTo>
                  <a:pt x="69715" y="79720"/>
                </a:lnTo>
                <a:lnTo>
                  <a:pt x="68306" y="80404"/>
                </a:lnTo>
                <a:lnTo>
                  <a:pt x="66775" y="81061"/>
                </a:lnTo>
                <a:lnTo>
                  <a:pt x="65071" y="81701"/>
                </a:lnTo>
                <a:lnTo>
                  <a:pt x="63483" y="82210"/>
                </a:lnTo>
                <a:lnTo>
                  <a:pt x="61697" y="82688"/>
                </a:lnTo>
                <a:lnTo>
                  <a:pt x="60050" y="83048"/>
                </a:lnTo>
                <a:lnTo>
                  <a:pt x="58243" y="83351"/>
                </a:lnTo>
                <a:lnTo>
                  <a:pt x="56522" y="83554"/>
                </a:lnTo>
                <a:lnTo>
                  <a:pt x="54796" y="83682"/>
                </a:lnTo>
                <a:lnTo>
                  <a:pt x="52904" y="83728"/>
                </a:lnTo>
                <a:lnTo>
                  <a:pt x="51011" y="83682"/>
                </a:lnTo>
                <a:lnTo>
                  <a:pt x="49286" y="83554"/>
                </a:lnTo>
                <a:lnTo>
                  <a:pt x="47565" y="83351"/>
                </a:lnTo>
                <a:lnTo>
                  <a:pt x="45758" y="83048"/>
                </a:lnTo>
                <a:lnTo>
                  <a:pt x="44111" y="82688"/>
                </a:lnTo>
                <a:lnTo>
                  <a:pt x="42325" y="82210"/>
                </a:lnTo>
                <a:lnTo>
                  <a:pt x="40737" y="81701"/>
                </a:lnTo>
                <a:lnTo>
                  <a:pt x="39033" y="81061"/>
                </a:lnTo>
                <a:lnTo>
                  <a:pt x="37509" y="80407"/>
                </a:lnTo>
                <a:lnTo>
                  <a:pt x="36104" y="79722"/>
                </a:lnTo>
                <a:lnTo>
                  <a:pt x="33130" y="78006"/>
                </a:lnTo>
                <a:lnTo>
                  <a:pt x="30382" y="76057"/>
                </a:lnTo>
                <a:lnTo>
                  <a:pt x="27897" y="73911"/>
                </a:lnTo>
                <a:lnTo>
                  <a:pt x="25662" y="71576"/>
                </a:lnTo>
                <a:lnTo>
                  <a:pt x="23640" y="69007"/>
                </a:lnTo>
                <a:lnTo>
                  <a:pt x="21829" y="66174"/>
                </a:lnTo>
                <a:lnTo>
                  <a:pt x="21148" y="64905"/>
                </a:lnTo>
                <a:lnTo>
                  <a:pt x="20411" y="63353"/>
                </a:lnTo>
                <a:lnTo>
                  <a:pt x="19857" y="62018"/>
                </a:lnTo>
                <a:lnTo>
                  <a:pt x="19289" y="60429"/>
                </a:lnTo>
                <a:lnTo>
                  <a:pt x="18814" y="58836"/>
                </a:lnTo>
                <a:lnTo>
                  <a:pt x="18438" y="57275"/>
                </a:lnTo>
                <a:lnTo>
                  <a:pt x="18157" y="55778"/>
                </a:lnTo>
                <a:lnTo>
                  <a:pt x="17921" y="54034"/>
                </a:lnTo>
                <a:lnTo>
                  <a:pt x="17794" y="52407"/>
                </a:lnTo>
                <a:lnTo>
                  <a:pt x="17751" y="50736"/>
                </a:lnTo>
                <a:lnTo>
                  <a:pt x="17794" y="49071"/>
                </a:lnTo>
                <a:lnTo>
                  <a:pt x="17920" y="47453"/>
                </a:lnTo>
                <a:lnTo>
                  <a:pt x="18157" y="4569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6C22F0-2095-42D1-911B-2E55A565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737" y="1218830"/>
            <a:ext cx="105816" cy="101486"/>
          </a:xfrm>
          <a:custGeom xmlns:a="http://schemas.openxmlformats.org/drawingml/2006/main">
            <a:pathLst>
              <a:path w="105816" h="101486">
                <a:moveTo>
                  <a:pt x="2421" y="65956"/>
                </a:moveTo>
                <a:lnTo>
                  <a:pt x="3265" y="68330"/>
                </a:lnTo>
                <a:lnTo>
                  <a:pt x="4227" y="70649"/>
                </a:lnTo>
                <a:lnTo>
                  <a:pt x="5308" y="72905"/>
                </a:lnTo>
                <a:lnTo>
                  <a:pt x="6538" y="75200"/>
                </a:lnTo>
                <a:lnTo>
                  <a:pt x="9156" y="79293"/>
                </a:lnTo>
                <a:lnTo>
                  <a:pt x="12224" y="83197"/>
                </a:lnTo>
                <a:lnTo>
                  <a:pt x="15655" y="86785"/>
                </a:lnTo>
                <a:lnTo>
                  <a:pt x="19417" y="90035"/>
                </a:lnTo>
                <a:lnTo>
                  <a:pt x="23494" y="92937"/>
                </a:lnTo>
                <a:lnTo>
                  <a:pt x="27753" y="95398"/>
                </a:lnTo>
                <a:lnTo>
                  <a:pt x="30127" y="96549"/>
                </a:lnTo>
                <a:lnTo>
                  <a:pt x="32462" y="97558"/>
                </a:lnTo>
                <a:lnTo>
                  <a:pt x="34851" y="98450"/>
                </a:lnTo>
                <a:lnTo>
                  <a:pt x="37304" y="99238"/>
                </a:lnTo>
                <a:lnTo>
                  <a:pt x="39796" y="99917"/>
                </a:lnTo>
                <a:lnTo>
                  <a:pt x="42344" y="100469"/>
                </a:lnTo>
                <a:lnTo>
                  <a:pt x="44931" y="100910"/>
                </a:lnTo>
                <a:lnTo>
                  <a:pt x="47557" y="101226"/>
                </a:lnTo>
                <a:lnTo>
                  <a:pt x="50223" y="101423"/>
                </a:lnTo>
                <a:lnTo>
                  <a:pt x="52912" y="101486"/>
                </a:lnTo>
                <a:lnTo>
                  <a:pt x="55601" y="101423"/>
                </a:lnTo>
                <a:lnTo>
                  <a:pt x="58267" y="101226"/>
                </a:lnTo>
                <a:lnTo>
                  <a:pt x="60893" y="100910"/>
                </a:lnTo>
                <a:lnTo>
                  <a:pt x="63480" y="100469"/>
                </a:lnTo>
                <a:lnTo>
                  <a:pt x="66027" y="99917"/>
                </a:lnTo>
                <a:lnTo>
                  <a:pt x="68520" y="99238"/>
                </a:lnTo>
                <a:lnTo>
                  <a:pt x="70972" y="98450"/>
                </a:lnTo>
                <a:lnTo>
                  <a:pt x="73362" y="97558"/>
                </a:lnTo>
                <a:lnTo>
                  <a:pt x="75697" y="96549"/>
                </a:lnTo>
                <a:lnTo>
                  <a:pt x="78063" y="95398"/>
                </a:lnTo>
                <a:lnTo>
                  <a:pt x="82329" y="92937"/>
                </a:lnTo>
                <a:lnTo>
                  <a:pt x="86407" y="90035"/>
                </a:lnTo>
                <a:lnTo>
                  <a:pt x="90169" y="86785"/>
                </a:lnTo>
                <a:lnTo>
                  <a:pt x="93599" y="83197"/>
                </a:lnTo>
                <a:lnTo>
                  <a:pt x="96667" y="79293"/>
                </a:lnTo>
                <a:lnTo>
                  <a:pt x="99286" y="75200"/>
                </a:lnTo>
                <a:lnTo>
                  <a:pt x="100516" y="72905"/>
                </a:lnTo>
                <a:lnTo>
                  <a:pt x="101596" y="70649"/>
                </a:lnTo>
                <a:lnTo>
                  <a:pt x="102551" y="68330"/>
                </a:lnTo>
                <a:lnTo>
                  <a:pt x="103403" y="65956"/>
                </a:lnTo>
                <a:lnTo>
                  <a:pt x="104128" y="63527"/>
                </a:lnTo>
                <a:lnTo>
                  <a:pt x="104727" y="61051"/>
                </a:lnTo>
                <a:lnTo>
                  <a:pt x="105201" y="58527"/>
                </a:lnTo>
                <a:lnTo>
                  <a:pt x="105540" y="55964"/>
                </a:lnTo>
                <a:lnTo>
                  <a:pt x="105753" y="53369"/>
                </a:lnTo>
                <a:lnTo>
                  <a:pt x="105816" y="50743"/>
                </a:lnTo>
                <a:lnTo>
                  <a:pt x="105753" y="48117"/>
                </a:lnTo>
                <a:lnTo>
                  <a:pt x="105540" y="45522"/>
                </a:lnTo>
                <a:lnTo>
                  <a:pt x="105201" y="42959"/>
                </a:lnTo>
                <a:lnTo>
                  <a:pt x="104727" y="40443"/>
                </a:lnTo>
                <a:lnTo>
                  <a:pt x="104128" y="37967"/>
                </a:lnTo>
                <a:lnTo>
                  <a:pt x="103403" y="35537"/>
                </a:lnTo>
                <a:lnTo>
                  <a:pt x="102551" y="33164"/>
                </a:lnTo>
                <a:lnTo>
                  <a:pt x="101596" y="30845"/>
                </a:lnTo>
                <a:lnTo>
                  <a:pt x="100516" y="28581"/>
                </a:lnTo>
                <a:lnTo>
                  <a:pt x="99286" y="26294"/>
                </a:lnTo>
                <a:lnTo>
                  <a:pt x="96667" y="22193"/>
                </a:lnTo>
                <a:lnTo>
                  <a:pt x="93599" y="18289"/>
                </a:lnTo>
                <a:lnTo>
                  <a:pt x="90169" y="14701"/>
                </a:lnTo>
                <a:lnTo>
                  <a:pt x="86407" y="11451"/>
                </a:lnTo>
                <a:lnTo>
                  <a:pt x="82329" y="8557"/>
                </a:lnTo>
                <a:lnTo>
                  <a:pt x="78063" y="6089"/>
                </a:lnTo>
                <a:lnTo>
                  <a:pt x="75697" y="4937"/>
                </a:lnTo>
                <a:lnTo>
                  <a:pt x="73362" y="3935"/>
                </a:lnTo>
                <a:lnTo>
                  <a:pt x="70972" y="3036"/>
                </a:lnTo>
                <a:lnTo>
                  <a:pt x="68520" y="2248"/>
                </a:lnTo>
                <a:lnTo>
                  <a:pt x="66027" y="1577"/>
                </a:lnTo>
                <a:lnTo>
                  <a:pt x="63480" y="1017"/>
                </a:lnTo>
                <a:lnTo>
                  <a:pt x="60893" y="576"/>
                </a:lnTo>
                <a:lnTo>
                  <a:pt x="58267" y="260"/>
                </a:lnTo>
                <a:lnTo>
                  <a:pt x="55601" y="71"/>
                </a:lnTo>
                <a:lnTo>
                  <a:pt x="52912" y="0"/>
                </a:lnTo>
                <a:lnTo>
                  <a:pt x="50223" y="71"/>
                </a:lnTo>
                <a:lnTo>
                  <a:pt x="47557" y="260"/>
                </a:lnTo>
                <a:lnTo>
                  <a:pt x="44931" y="576"/>
                </a:lnTo>
                <a:lnTo>
                  <a:pt x="42344" y="1017"/>
                </a:lnTo>
                <a:lnTo>
                  <a:pt x="39796" y="1577"/>
                </a:lnTo>
                <a:lnTo>
                  <a:pt x="37304" y="2248"/>
                </a:lnTo>
                <a:lnTo>
                  <a:pt x="34851" y="3036"/>
                </a:lnTo>
                <a:lnTo>
                  <a:pt x="32462" y="3935"/>
                </a:lnTo>
                <a:lnTo>
                  <a:pt x="30127" y="4937"/>
                </a:lnTo>
                <a:lnTo>
                  <a:pt x="27753" y="6089"/>
                </a:lnTo>
                <a:lnTo>
                  <a:pt x="23494" y="8557"/>
                </a:lnTo>
                <a:lnTo>
                  <a:pt x="19417" y="11451"/>
                </a:lnTo>
                <a:lnTo>
                  <a:pt x="15655" y="14701"/>
                </a:lnTo>
                <a:lnTo>
                  <a:pt x="12224" y="18289"/>
                </a:lnTo>
                <a:lnTo>
                  <a:pt x="9156" y="22193"/>
                </a:lnTo>
                <a:lnTo>
                  <a:pt x="6538" y="26294"/>
                </a:lnTo>
                <a:lnTo>
                  <a:pt x="5308" y="28581"/>
                </a:lnTo>
                <a:lnTo>
                  <a:pt x="4227" y="30845"/>
                </a:lnTo>
                <a:lnTo>
                  <a:pt x="3265" y="33164"/>
                </a:lnTo>
                <a:lnTo>
                  <a:pt x="2421" y="35537"/>
                </a:lnTo>
                <a:lnTo>
                  <a:pt x="1696" y="37967"/>
                </a:lnTo>
                <a:lnTo>
                  <a:pt x="1096" y="40443"/>
                </a:lnTo>
                <a:lnTo>
                  <a:pt x="623" y="42959"/>
                </a:lnTo>
                <a:lnTo>
                  <a:pt x="284" y="45522"/>
                </a:lnTo>
                <a:lnTo>
                  <a:pt x="71" y="48117"/>
                </a:lnTo>
                <a:lnTo>
                  <a:pt x="0" y="50743"/>
                </a:lnTo>
                <a:lnTo>
                  <a:pt x="71" y="53369"/>
                </a:lnTo>
                <a:lnTo>
                  <a:pt x="284" y="55964"/>
                </a:lnTo>
                <a:lnTo>
                  <a:pt x="623" y="58527"/>
                </a:lnTo>
                <a:lnTo>
                  <a:pt x="1096" y="61051"/>
                </a:lnTo>
                <a:lnTo>
                  <a:pt x="1696" y="63527"/>
                </a:lnTo>
                <a:lnTo>
                  <a:pt x="2421" y="65956"/>
                </a:lnTo>
                <a:close/>
                <a:moveTo>
                  <a:pt x="18144" y="45811"/>
                </a:moveTo>
                <a:lnTo>
                  <a:pt x="18439" y="44238"/>
                </a:lnTo>
                <a:lnTo>
                  <a:pt x="18822" y="42650"/>
                </a:lnTo>
                <a:lnTo>
                  <a:pt x="19298" y="41052"/>
                </a:lnTo>
                <a:lnTo>
                  <a:pt x="19847" y="39512"/>
                </a:lnTo>
                <a:lnTo>
                  <a:pt x="20448" y="38063"/>
                </a:lnTo>
                <a:lnTo>
                  <a:pt x="21124" y="36631"/>
                </a:lnTo>
                <a:lnTo>
                  <a:pt x="21813" y="35349"/>
                </a:lnTo>
                <a:lnTo>
                  <a:pt x="23614" y="32522"/>
                </a:lnTo>
                <a:lnTo>
                  <a:pt x="25642" y="29937"/>
                </a:lnTo>
                <a:lnTo>
                  <a:pt x="27869" y="27605"/>
                </a:lnTo>
                <a:lnTo>
                  <a:pt x="30385" y="25426"/>
                </a:lnTo>
                <a:lnTo>
                  <a:pt x="33045" y="23533"/>
                </a:lnTo>
                <a:lnTo>
                  <a:pt x="36101" y="21766"/>
                </a:lnTo>
                <a:lnTo>
                  <a:pt x="37510" y="21082"/>
                </a:lnTo>
                <a:lnTo>
                  <a:pt x="39187" y="20362"/>
                </a:lnTo>
                <a:lnTo>
                  <a:pt x="40610" y="19828"/>
                </a:lnTo>
                <a:lnTo>
                  <a:pt x="42212" y="19308"/>
                </a:lnTo>
                <a:lnTo>
                  <a:pt x="43978" y="18828"/>
                </a:lnTo>
                <a:lnTo>
                  <a:pt x="45784" y="18434"/>
                </a:lnTo>
                <a:lnTo>
                  <a:pt x="47443" y="18150"/>
                </a:lnTo>
                <a:lnTo>
                  <a:pt x="49290" y="17925"/>
                </a:lnTo>
                <a:lnTo>
                  <a:pt x="51170" y="17793"/>
                </a:lnTo>
                <a:lnTo>
                  <a:pt x="52912" y="17750"/>
                </a:lnTo>
                <a:lnTo>
                  <a:pt x="54654" y="17793"/>
                </a:lnTo>
                <a:lnTo>
                  <a:pt x="56534" y="17925"/>
                </a:lnTo>
                <a:lnTo>
                  <a:pt x="58381" y="18150"/>
                </a:lnTo>
                <a:lnTo>
                  <a:pt x="60040" y="18434"/>
                </a:lnTo>
                <a:lnTo>
                  <a:pt x="61846" y="18828"/>
                </a:lnTo>
                <a:lnTo>
                  <a:pt x="63612" y="19308"/>
                </a:lnTo>
                <a:lnTo>
                  <a:pt x="65214" y="19828"/>
                </a:lnTo>
                <a:lnTo>
                  <a:pt x="66636" y="20362"/>
                </a:lnTo>
                <a:lnTo>
                  <a:pt x="68314" y="21082"/>
                </a:lnTo>
                <a:lnTo>
                  <a:pt x="69676" y="21743"/>
                </a:lnTo>
                <a:lnTo>
                  <a:pt x="72777" y="23532"/>
                </a:lnTo>
                <a:lnTo>
                  <a:pt x="75471" y="25454"/>
                </a:lnTo>
                <a:lnTo>
                  <a:pt x="77955" y="27605"/>
                </a:lnTo>
                <a:lnTo>
                  <a:pt x="80182" y="29937"/>
                </a:lnTo>
                <a:lnTo>
                  <a:pt x="82173" y="32474"/>
                </a:lnTo>
                <a:lnTo>
                  <a:pt x="84013" y="35354"/>
                </a:lnTo>
                <a:lnTo>
                  <a:pt x="84638" y="36517"/>
                </a:lnTo>
                <a:lnTo>
                  <a:pt x="85381" y="38076"/>
                </a:lnTo>
                <a:lnTo>
                  <a:pt x="85977" y="39512"/>
                </a:lnTo>
                <a:lnTo>
                  <a:pt x="86526" y="41052"/>
                </a:lnTo>
                <a:lnTo>
                  <a:pt x="87001" y="42650"/>
                </a:lnTo>
                <a:lnTo>
                  <a:pt x="87385" y="44238"/>
                </a:lnTo>
                <a:lnTo>
                  <a:pt x="87680" y="45811"/>
                </a:lnTo>
                <a:lnTo>
                  <a:pt x="87895" y="47448"/>
                </a:lnTo>
                <a:lnTo>
                  <a:pt x="88022" y="49079"/>
                </a:lnTo>
                <a:lnTo>
                  <a:pt x="88065" y="50743"/>
                </a:lnTo>
                <a:lnTo>
                  <a:pt x="88022" y="52418"/>
                </a:lnTo>
                <a:lnTo>
                  <a:pt x="87894" y="54056"/>
                </a:lnTo>
                <a:lnTo>
                  <a:pt x="87683" y="55657"/>
                </a:lnTo>
                <a:lnTo>
                  <a:pt x="87378" y="57283"/>
                </a:lnTo>
                <a:lnTo>
                  <a:pt x="87001" y="58844"/>
                </a:lnTo>
                <a:lnTo>
                  <a:pt x="86527" y="60437"/>
                </a:lnTo>
                <a:lnTo>
                  <a:pt x="85959" y="62026"/>
                </a:lnTo>
                <a:lnTo>
                  <a:pt x="85405" y="63361"/>
                </a:lnTo>
                <a:lnTo>
                  <a:pt x="84668" y="64913"/>
                </a:lnTo>
                <a:lnTo>
                  <a:pt x="83989" y="66178"/>
                </a:lnTo>
                <a:lnTo>
                  <a:pt x="82151" y="69046"/>
                </a:lnTo>
                <a:lnTo>
                  <a:pt x="80154" y="71584"/>
                </a:lnTo>
                <a:lnTo>
                  <a:pt x="77920" y="73918"/>
                </a:lnTo>
                <a:lnTo>
                  <a:pt x="75430" y="76068"/>
                </a:lnTo>
                <a:lnTo>
                  <a:pt x="72724" y="77992"/>
                </a:lnTo>
                <a:lnTo>
                  <a:pt x="69676" y="79751"/>
                </a:lnTo>
                <a:lnTo>
                  <a:pt x="68314" y="80412"/>
                </a:lnTo>
                <a:lnTo>
                  <a:pt x="66783" y="81069"/>
                </a:lnTo>
                <a:lnTo>
                  <a:pt x="65079" y="81709"/>
                </a:lnTo>
                <a:lnTo>
                  <a:pt x="63491" y="82218"/>
                </a:lnTo>
                <a:lnTo>
                  <a:pt x="61705" y="82696"/>
                </a:lnTo>
                <a:lnTo>
                  <a:pt x="60058" y="83056"/>
                </a:lnTo>
                <a:lnTo>
                  <a:pt x="58251" y="83359"/>
                </a:lnTo>
                <a:lnTo>
                  <a:pt x="56530" y="83562"/>
                </a:lnTo>
                <a:lnTo>
                  <a:pt x="54804" y="83690"/>
                </a:lnTo>
                <a:lnTo>
                  <a:pt x="52912" y="83736"/>
                </a:lnTo>
                <a:lnTo>
                  <a:pt x="51019" y="83690"/>
                </a:lnTo>
                <a:lnTo>
                  <a:pt x="49294" y="83562"/>
                </a:lnTo>
                <a:lnTo>
                  <a:pt x="47573" y="83359"/>
                </a:lnTo>
                <a:lnTo>
                  <a:pt x="45765" y="83056"/>
                </a:lnTo>
                <a:lnTo>
                  <a:pt x="44119" y="82696"/>
                </a:lnTo>
                <a:lnTo>
                  <a:pt x="42332" y="82218"/>
                </a:lnTo>
                <a:lnTo>
                  <a:pt x="40745" y="81709"/>
                </a:lnTo>
                <a:lnTo>
                  <a:pt x="39040" y="81069"/>
                </a:lnTo>
                <a:lnTo>
                  <a:pt x="37510" y="80412"/>
                </a:lnTo>
                <a:lnTo>
                  <a:pt x="36101" y="79728"/>
                </a:lnTo>
                <a:lnTo>
                  <a:pt x="33099" y="77992"/>
                </a:lnTo>
                <a:lnTo>
                  <a:pt x="30426" y="76096"/>
                </a:lnTo>
                <a:lnTo>
                  <a:pt x="27904" y="73918"/>
                </a:lnTo>
                <a:lnTo>
                  <a:pt x="25670" y="71584"/>
                </a:lnTo>
                <a:lnTo>
                  <a:pt x="23635" y="68998"/>
                </a:lnTo>
                <a:lnTo>
                  <a:pt x="21838" y="66184"/>
                </a:lnTo>
                <a:lnTo>
                  <a:pt x="21098" y="64806"/>
                </a:lnTo>
                <a:lnTo>
                  <a:pt x="20423" y="63371"/>
                </a:lnTo>
                <a:lnTo>
                  <a:pt x="19865" y="62026"/>
                </a:lnTo>
                <a:lnTo>
                  <a:pt x="19296" y="60437"/>
                </a:lnTo>
                <a:lnTo>
                  <a:pt x="18822" y="58844"/>
                </a:lnTo>
                <a:lnTo>
                  <a:pt x="18446" y="57283"/>
                </a:lnTo>
                <a:lnTo>
                  <a:pt x="18140" y="55657"/>
                </a:lnTo>
                <a:lnTo>
                  <a:pt x="17930" y="54056"/>
                </a:lnTo>
                <a:lnTo>
                  <a:pt x="17801" y="52400"/>
                </a:lnTo>
                <a:lnTo>
                  <a:pt x="17752" y="50743"/>
                </a:lnTo>
                <a:lnTo>
                  <a:pt x="17800" y="49098"/>
                </a:lnTo>
                <a:lnTo>
                  <a:pt x="17929" y="47448"/>
                </a:lnTo>
                <a:lnTo>
                  <a:pt x="18144" y="4581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381B3-CDD2-4EA5-A3CD-60FC143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66" y="1113211"/>
            <a:ext cx="94144" cy="159619"/>
          </a:xfrm>
          <a:custGeom xmlns:a="http://schemas.openxmlformats.org/drawingml/2006/main">
            <a:pathLst>
              <a:path w="94144" h="159619">
                <a:moveTo>
                  <a:pt x="12161" y="159619"/>
                </a:moveTo>
                <a:lnTo>
                  <a:pt x="94144" y="6522"/>
                </a:lnTo>
                <a:lnTo>
                  <a:pt x="81982" y="0"/>
                </a:lnTo>
                <a:lnTo>
                  <a:pt x="0" y="153105"/>
                </a:lnTo>
                <a:lnTo>
                  <a:pt x="12161" y="159619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C582C-BAAC-4552-B148-BD039863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499" y="1206125"/>
            <a:ext cx="77984" cy="68733"/>
          </a:xfrm>
          <a:custGeom xmlns:a="http://schemas.openxmlformats.org/drawingml/2006/main">
            <a:pathLst>
              <a:path w="77984" h="68733">
                <a:moveTo>
                  <a:pt x="8896" y="68733"/>
                </a:moveTo>
                <a:lnTo>
                  <a:pt x="77984" y="10552"/>
                </a:lnTo>
                <a:lnTo>
                  <a:pt x="69095" y="0"/>
                </a:lnTo>
                <a:lnTo>
                  <a:pt x="0" y="58172"/>
                </a:lnTo>
                <a:lnTo>
                  <a:pt x="8896" y="68733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6C9F4-B67B-4591-A43C-B55F62A2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183" y="1264581"/>
            <a:ext cx="78615" cy="75949"/>
          </a:xfrm>
          <a:custGeom xmlns:a="http://schemas.openxmlformats.org/drawingml/2006/main">
            <a:pathLst>
              <a:path w="78615" h="75949">
                <a:moveTo>
                  <a:pt x="9527" y="0"/>
                </a:moveTo>
                <a:lnTo>
                  <a:pt x="78615" y="65964"/>
                </a:lnTo>
                <a:lnTo>
                  <a:pt x="69087" y="75949"/>
                </a:lnTo>
                <a:lnTo>
                  <a:pt x="0" y="9985"/>
                </a:lnTo>
                <a:lnTo>
                  <a:pt x="9527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CB2A3-B8C8-41F3-A3C0-E50C6562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11" y="1266426"/>
            <a:ext cx="94254" cy="165976"/>
          </a:xfrm>
          <a:custGeom xmlns:a="http://schemas.openxmlformats.org/drawingml/2006/main">
            <a:pathLst>
              <a:path w="94254" h="165976">
                <a:moveTo>
                  <a:pt x="12272" y="0"/>
                </a:moveTo>
                <a:lnTo>
                  <a:pt x="94254" y="159674"/>
                </a:lnTo>
                <a:lnTo>
                  <a:pt x="81982" y="165976"/>
                </a:lnTo>
                <a:lnTo>
                  <a:pt x="0" y="6301"/>
                </a:lnTo>
                <a:lnTo>
                  <a:pt x="1227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71732-2B44-4E7C-B46A-BC25A7B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84" y="1075986"/>
            <a:ext cx="123529" cy="17690"/>
          </a:xfrm>
          <a:custGeom xmlns:a="http://schemas.openxmlformats.org/drawingml/2006/main">
            <a:pathLst>
              <a:path w="123529" h="17690">
                <a:moveTo>
                  <a:pt x="434" y="17690"/>
                </a:moveTo>
                <a:lnTo>
                  <a:pt x="123529" y="13794"/>
                </a:lnTo>
                <a:lnTo>
                  <a:pt x="123088" y="0"/>
                </a:lnTo>
                <a:lnTo>
                  <a:pt x="0" y="3896"/>
                </a:lnTo>
                <a:lnTo>
                  <a:pt x="434" y="1769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EFE2E-B668-4DCA-974D-0029ABFB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270" y="1081854"/>
            <a:ext cx="132757" cy="130580"/>
          </a:xfrm>
          <a:custGeom xmlns:a="http://schemas.openxmlformats.org/drawingml/2006/main">
            <a:pathLst>
              <a:path w="132757" h="130580">
                <a:moveTo>
                  <a:pt x="9661" y="0"/>
                </a:moveTo>
                <a:lnTo>
                  <a:pt x="132757" y="120730"/>
                </a:lnTo>
                <a:lnTo>
                  <a:pt x="123088" y="130580"/>
                </a:lnTo>
                <a:lnTo>
                  <a:pt x="0" y="9850"/>
                </a:lnTo>
                <a:lnTo>
                  <a:pt x="9661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58C6E-262A-4B67-81F7-81312CB4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930" y="1083676"/>
            <a:ext cx="135430" cy="251065"/>
          </a:xfrm>
          <a:custGeom xmlns:a="http://schemas.openxmlformats.org/drawingml/2006/main">
            <a:pathLst>
              <a:path w="135430" h="251065">
                <a:moveTo>
                  <a:pt x="12335" y="0"/>
                </a:moveTo>
                <a:lnTo>
                  <a:pt x="135430" y="244866"/>
                </a:lnTo>
                <a:lnTo>
                  <a:pt x="123096" y="251065"/>
                </a:lnTo>
                <a:lnTo>
                  <a:pt x="0" y="6199"/>
                </a:lnTo>
                <a:lnTo>
                  <a:pt x="12335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95FA0-A40F-43A4-BE0E-9A6C1002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551" y="1084590"/>
            <a:ext cx="136188" cy="372647"/>
          </a:xfrm>
          <a:custGeom xmlns:a="http://schemas.openxmlformats.org/drawingml/2006/main">
            <a:pathLst>
              <a:path w="136188" h="372647">
                <a:moveTo>
                  <a:pt x="13092" y="0"/>
                </a:moveTo>
                <a:lnTo>
                  <a:pt x="136188" y="368269"/>
                </a:lnTo>
                <a:lnTo>
                  <a:pt x="123096" y="372647"/>
                </a:lnTo>
                <a:lnTo>
                  <a:pt x="0" y="4377"/>
                </a:lnTo>
                <a:lnTo>
                  <a:pt x="1309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79C66-A366-4E32-800C-D569EB6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113" y="1078108"/>
            <a:ext cx="133064" cy="138065"/>
          </a:xfrm>
          <a:custGeom xmlns:a="http://schemas.openxmlformats.org/drawingml/2006/main">
            <a:pathLst>
              <a:path w="133064" h="138065">
                <a:moveTo>
                  <a:pt x="9969" y="138065"/>
                </a:moveTo>
                <a:lnTo>
                  <a:pt x="133064" y="9551"/>
                </a:lnTo>
                <a:lnTo>
                  <a:pt x="123096" y="0"/>
                </a:lnTo>
                <a:lnTo>
                  <a:pt x="0" y="128522"/>
                </a:lnTo>
                <a:lnTo>
                  <a:pt x="9969" y="138065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95949-2AB9-4CB0-853A-76EB7B1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937" y="1208286"/>
            <a:ext cx="135415" cy="249874"/>
          </a:xfrm>
          <a:custGeom xmlns:a="http://schemas.openxmlformats.org/drawingml/2006/main">
            <a:pathLst>
              <a:path w="135415" h="249874">
                <a:moveTo>
                  <a:pt x="12319" y="0"/>
                </a:moveTo>
                <a:lnTo>
                  <a:pt x="135415" y="243652"/>
                </a:lnTo>
                <a:lnTo>
                  <a:pt x="123096" y="249874"/>
                </a:lnTo>
                <a:lnTo>
                  <a:pt x="0" y="6230"/>
                </a:lnTo>
                <a:lnTo>
                  <a:pt x="12319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2D0925-CA01-4A83-8111-4C406505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278" y="1206464"/>
            <a:ext cx="132741" cy="130115"/>
          </a:xfrm>
          <a:custGeom xmlns:a="http://schemas.openxmlformats.org/drawingml/2006/main">
            <a:pathLst>
              <a:path w="132741" h="130115">
                <a:moveTo>
                  <a:pt x="9645" y="0"/>
                </a:moveTo>
                <a:lnTo>
                  <a:pt x="132741" y="120241"/>
                </a:lnTo>
                <a:lnTo>
                  <a:pt x="123096" y="130115"/>
                </a:lnTo>
                <a:lnTo>
                  <a:pt x="0" y="9874"/>
                </a:lnTo>
                <a:lnTo>
                  <a:pt x="9645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B09A9-CC9F-46B3-9A24-D22D9F72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84" y="1200612"/>
            <a:ext cx="123529" cy="17690"/>
          </a:xfrm>
          <a:custGeom xmlns:a="http://schemas.openxmlformats.org/drawingml/2006/main">
            <a:pathLst>
              <a:path w="123529" h="17690">
                <a:moveTo>
                  <a:pt x="434" y="17690"/>
                </a:moveTo>
                <a:lnTo>
                  <a:pt x="123529" y="13794"/>
                </a:lnTo>
                <a:lnTo>
                  <a:pt x="123088" y="0"/>
                </a:lnTo>
                <a:lnTo>
                  <a:pt x="0" y="3888"/>
                </a:lnTo>
                <a:lnTo>
                  <a:pt x="434" y="1769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4F182-831E-43D0-90F3-02BECE6D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98" y="1079858"/>
            <a:ext cx="135501" cy="258700"/>
          </a:xfrm>
          <a:custGeom xmlns:a="http://schemas.openxmlformats.org/drawingml/2006/main">
            <a:pathLst>
              <a:path w="135501" h="258700">
                <a:moveTo>
                  <a:pt x="12406" y="258700"/>
                </a:moveTo>
                <a:lnTo>
                  <a:pt x="135501" y="6049"/>
                </a:lnTo>
                <a:lnTo>
                  <a:pt x="123096" y="0"/>
                </a:lnTo>
                <a:lnTo>
                  <a:pt x="0" y="252658"/>
                </a:lnTo>
                <a:lnTo>
                  <a:pt x="12406" y="25870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20500-0D49-4235-BBB4-0B11084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294" y="1330585"/>
            <a:ext cx="132710" cy="129421"/>
          </a:xfrm>
          <a:custGeom xmlns:a="http://schemas.openxmlformats.org/drawingml/2006/main">
            <a:pathLst>
              <a:path w="132710" h="129421">
                <a:moveTo>
                  <a:pt x="9614" y="0"/>
                </a:moveTo>
                <a:lnTo>
                  <a:pt x="132710" y="119515"/>
                </a:lnTo>
                <a:lnTo>
                  <a:pt x="123096" y="129421"/>
                </a:lnTo>
                <a:lnTo>
                  <a:pt x="0" y="9906"/>
                </a:lnTo>
                <a:lnTo>
                  <a:pt x="9614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78EF8-DF55-42E8-A251-2DF8FEE1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84" y="1324748"/>
            <a:ext cx="123529" cy="17690"/>
          </a:xfrm>
          <a:custGeom xmlns:a="http://schemas.openxmlformats.org/drawingml/2006/main">
            <a:pathLst>
              <a:path w="123529" h="17690">
                <a:moveTo>
                  <a:pt x="434" y="17690"/>
                </a:moveTo>
                <a:lnTo>
                  <a:pt x="123529" y="13794"/>
                </a:lnTo>
                <a:lnTo>
                  <a:pt x="123088" y="0"/>
                </a:lnTo>
                <a:lnTo>
                  <a:pt x="0" y="3896"/>
                </a:lnTo>
                <a:lnTo>
                  <a:pt x="434" y="1769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FB28C-EE52-4761-ADC9-C60C7EE6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128" y="1202725"/>
            <a:ext cx="133041" cy="137599"/>
          </a:xfrm>
          <a:custGeom xmlns:a="http://schemas.openxmlformats.org/drawingml/2006/main">
            <a:pathLst>
              <a:path w="133041" h="137599">
                <a:moveTo>
                  <a:pt x="9945" y="137599"/>
                </a:moveTo>
                <a:lnTo>
                  <a:pt x="133041" y="9567"/>
                </a:lnTo>
                <a:lnTo>
                  <a:pt x="123088" y="0"/>
                </a:lnTo>
                <a:lnTo>
                  <a:pt x="0" y="128033"/>
                </a:lnTo>
                <a:lnTo>
                  <a:pt x="9945" y="137599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0A24B-BCC0-4E7B-AC1C-CBB866B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884" y="1448152"/>
            <a:ext cx="123529" cy="17690"/>
          </a:xfrm>
          <a:custGeom xmlns:a="http://schemas.openxmlformats.org/drawingml/2006/main">
            <a:pathLst>
              <a:path w="123529" h="17690">
                <a:moveTo>
                  <a:pt x="434" y="17690"/>
                </a:moveTo>
                <a:lnTo>
                  <a:pt x="123529" y="13794"/>
                </a:lnTo>
                <a:lnTo>
                  <a:pt x="123088" y="0"/>
                </a:lnTo>
                <a:lnTo>
                  <a:pt x="0" y="3896"/>
                </a:lnTo>
                <a:lnTo>
                  <a:pt x="434" y="1769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7C09F9-36E2-43DF-842A-6C6F37E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136" y="1326846"/>
            <a:ext cx="133017" cy="136897"/>
          </a:xfrm>
          <a:custGeom xmlns:a="http://schemas.openxmlformats.org/drawingml/2006/main">
            <a:pathLst>
              <a:path w="133017" h="136897">
                <a:moveTo>
                  <a:pt x="9921" y="136897"/>
                </a:moveTo>
                <a:lnTo>
                  <a:pt x="133017" y="9598"/>
                </a:lnTo>
                <a:lnTo>
                  <a:pt x="123096" y="0"/>
                </a:lnTo>
                <a:lnTo>
                  <a:pt x="0" y="127299"/>
                </a:lnTo>
                <a:lnTo>
                  <a:pt x="9921" y="13689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EFA35-BC46-4A3C-8544-51ED85D3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98" y="1204468"/>
            <a:ext cx="135494" cy="257509"/>
          </a:xfrm>
          <a:custGeom xmlns:a="http://schemas.openxmlformats.org/drawingml/2006/main">
            <a:pathLst>
              <a:path w="135494" h="257509">
                <a:moveTo>
                  <a:pt x="12398" y="257509"/>
                </a:moveTo>
                <a:lnTo>
                  <a:pt x="135494" y="6073"/>
                </a:lnTo>
                <a:lnTo>
                  <a:pt x="123096" y="0"/>
                </a:lnTo>
                <a:lnTo>
                  <a:pt x="0" y="251444"/>
                </a:lnTo>
                <a:lnTo>
                  <a:pt x="12398" y="257509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03080-82BB-41FB-8108-2EE7A3C9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543" y="1080734"/>
            <a:ext cx="136211" cy="380360"/>
          </a:xfrm>
          <a:custGeom xmlns:a="http://schemas.openxmlformats.org/drawingml/2006/main">
            <a:pathLst>
              <a:path w="136211" h="380360">
                <a:moveTo>
                  <a:pt x="13116" y="380360"/>
                </a:moveTo>
                <a:lnTo>
                  <a:pt x="136211" y="4298"/>
                </a:lnTo>
                <a:lnTo>
                  <a:pt x="123096" y="0"/>
                </a:lnTo>
                <a:lnTo>
                  <a:pt x="0" y="376062"/>
                </a:lnTo>
                <a:lnTo>
                  <a:pt x="13116" y="38036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ECDD94-082B-494F-9B66-EB2A2A3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233" y="1109402"/>
            <a:ext cx="93513" cy="163341"/>
          </a:xfrm>
          <a:custGeom xmlns:a="http://schemas.openxmlformats.org/drawingml/2006/main">
            <a:pathLst>
              <a:path w="93513" h="163341">
                <a:moveTo>
                  <a:pt x="81257" y="163341"/>
                </a:moveTo>
                <a:lnTo>
                  <a:pt x="0" y="6349"/>
                </a:lnTo>
                <a:lnTo>
                  <a:pt x="12264" y="0"/>
                </a:lnTo>
                <a:lnTo>
                  <a:pt x="93513" y="157001"/>
                </a:lnTo>
                <a:lnTo>
                  <a:pt x="81257" y="16334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A83AC-64DE-42E1-ACC5-6FA217B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618" y="1202394"/>
            <a:ext cx="77637" cy="72289"/>
          </a:xfrm>
          <a:custGeom xmlns:a="http://schemas.openxmlformats.org/drawingml/2006/main">
            <a:pathLst>
              <a:path w="77637" h="72289">
                <a:moveTo>
                  <a:pt x="68362" y="72289"/>
                </a:moveTo>
                <a:lnTo>
                  <a:pt x="0" y="10221"/>
                </a:lnTo>
                <a:lnTo>
                  <a:pt x="9275" y="0"/>
                </a:lnTo>
                <a:lnTo>
                  <a:pt x="77637" y="62068"/>
                </a:lnTo>
                <a:lnTo>
                  <a:pt x="68362" y="72289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E994B-A2D2-4434-976F-A63309A5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618" y="1264462"/>
            <a:ext cx="77637" cy="72289"/>
          </a:xfrm>
          <a:custGeom xmlns:a="http://schemas.openxmlformats.org/drawingml/2006/main">
            <a:pathLst>
              <a:path w="77637" h="72289">
                <a:moveTo>
                  <a:pt x="68362" y="0"/>
                </a:moveTo>
                <a:lnTo>
                  <a:pt x="0" y="62068"/>
                </a:lnTo>
                <a:lnTo>
                  <a:pt x="9275" y="72289"/>
                </a:lnTo>
                <a:lnTo>
                  <a:pt x="77637" y="10221"/>
                </a:lnTo>
                <a:lnTo>
                  <a:pt x="6836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8CB26-6525-4CA5-B4C0-9E03D42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781" y="1267191"/>
            <a:ext cx="81312" cy="190243"/>
          </a:xfrm>
          <a:custGeom xmlns:a="http://schemas.openxmlformats.org/drawingml/2006/main">
            <a:pathLst>
              <a:path w="81312" h="190243">
                <a:moveTo>
                  <a:pt x="68362" y="0"/>
                </a:moveTo>
                <a:lnTo>
                  <a:pt x="0" y="185472"/>
                </a:lnTo>
                <a:lnTo>
                  <a:pt x="12950" y="190243"/>
                </a:lnTo>
                <a:lnTo>
                  <a:pt x="81312" y="4771"/>
                </a:lnTo>
                <a:lnTo>
                  <a:pt x="6836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0D7E1-93D5-46EC-AC33-4156032C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689" y="439892"/>
            <a:ext cx="1378910" cy="1327805"/>
          </a:xfrm>
          <a:custGeom xmlns:a="http://schemas.openxmlformats.org/drawingml/2006/main">
            <a:pathLst>
              <a:path w="1378910" h="1327805">
                <a:moveTo>
                  <a:pt x="0" y="0"/>
                </a:moveTo>
                <a:lnTo>
                  <a:pt x="1378910" y="0"/>
                </a:lnTo>
                <a:lnTo>
                  <a:pt x="1378910" y="1327805"/>
                </a:lnTo>
                <a:lnTo>
                  <a:pt x="0" y="13278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404E5-87CC-48F7-8F11-78724673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932" y="433741"/>
            <a:ext cx="1390820" cy="1339950"/>
          </a:xfrm>
          <a:custGeom xmlns:a="http://schemas.openxmlformats.org/drawingml/2006/main">
            <a:pathLst>
              <a:path w="1390820" h="1339950">
                <a:moveTo>
                  <a:pt x="109231" y="11830"/>
                </a:moveTo>
                <a:lnTo>
                  <a:pt x="203871" y="11830"/>
                </a:lnTo>
                <a:lnTo>
                  <a:pt x="203871" y="0"/>
                </a:lnTo>
                <a:lnTo>
                  <a:pt x="109231" y="0"/>
                </a:lnTo>
                <a:lnTo>
                  <a:pt x="109231" y="11830"/>
                </a:lnTo>
                <a:close/>
                <a:moveTo>
                  <a:pt x="11830" y="32730"/>
                </a:moveTo>
                <a:lnTo>
                  <a:pt x="11830" y="11830"/>
                </a:lnTo>
                <a:lnTo>
                  <a:pt x="73741" y="11830"/>
                </a:lnTo>
                <a:lnTo>
                  <a:pt x="73741" y="0"/>
                </a:lnTo>
                <a:lnTo>
                  <a:pt x="0" y="0"/>
                </a:lnTo>
                <a:lnTo>
                  <a:pt x="0" y="32730"/>
                </a:lnTo>
                <a:lnTo>
                  <a:pt x="11830" y="32730"/>
                </a:lnTo>
                <a:close/>
                <a:moveTo>
                  <a:pt x="11830" y="68220"/>
                </a:moveTo>
                <a:lnTo>
                  <a:pt x="0" y="68220"/>
                </a:lnTo>
                <a:lnTo>
                  <a:pt x="0" y="162860"/>
                </a:lnTo>
                <a:lnTo>
                  <a:pt x="11830" y="162860"/>
                </a:lnTo>
                <a:lnTo>
                  <a:pt x="11830" y="68220"/>
                </a:lnTo>
                <a:close/>
                <a:moveTo>
                  <a:pt x="11830" y="198351"/>
                </a:moveTo>
                <a:lnTo>
                  <a:pt x="0" y="198351"/>
                </a:lnTo>
                <a:lnTo>
                  <a:pt x="0" y="292991"/>
                </a:lnTo>
                <a:lnTo>
                  <a:pt x="11830" y="292991"/>
                </a:lnTo>
                <a:lnTo>
                  <a:pt x="11830" y="198351"/>
                </a:lnTo>
                <a:close/>
                <a:moveTo>
                  <a:pt x="11830" y="423121"/>
                </a:moveTo>
                <a:lnTo>
                  <a:pt x="11830" y="328481"/>
                </a:lnTo>
                <a:lnTo>
                  <a:pt x="0" y="328481"/>
                </a:lnTo>
                <a:lnTo>
                  <a:pt x="0" y="423121"/>
                </a:lnTo>
                <a:lnTo>
                  <a:pt x="11830" y="423121"/>
                </a:lnTo>
                <a:close/>
                <a:moveTo>
                  <a:pt x="11830" y="458612"/>
                </a:moveTo>
                <a:lnTo>
                  <a:pt x="0" y="458612"/>
                </a:lnTo>
                <a:lnTo>
                  <a:pt x="0" y="553252"/>
                </a:lnTo>
                <a:lnTo>
                  <a:pt x="11830" y="553252"/>
                </a:lnTo>
                <a:lnTo>
                  <a:pt x="11830" y="458612"/>
                </a:lnTo>
                <a:close/>
                <a:moveTo>
                  <a:pt x="11830" y="588742"/>
                </a:moveTo>
                <a:lnTo>
                  <a:pt x="0" y="588742"/>
                </a:lnTo>
                <a:lnTo>
                  <a:pt x="0" y="683383"/>
                </a:lnTo>
                <a:lnTo>
                  <a:pt x="11830" y="683383"/>
                </a:lnTo>
                <a:lnTo>
                  <a:pt x="11830" y="588742"/>
                </a:lnTo>
                <a:close/>
                <a:moveTo>
                  <a:pt x="11830" y="813513"/>
                </a:moveTo>
                <a:lnTo>
                  <a:pt x="11830" y="718873"/>
                </a:lnTo>
                <a:lnTo>
                  <a:pt x="0" y="718873"/>
                </a:lnTo>
                <a:lnTo>
                  <a:pt x="0" y="813513"/>
                </a:lnTo>
                <a:lnTo>
                  <a:pt x="11830" y="813513"/>
                </a:lnTo>
                <a:close/>
                <a:moveTo>
                  <a:pt x="11830" y="849003"/>
                </a:moveTo>
                <a:lnTo>
                  <a:pt x="0" y="849003"/>
                </a:lnTo>
                <a:lnTo>
                  <a:pt x="0" y="943644"/>
                </a:lnTo>
                <a:lnTo>
                  <a:pt x="11830" y="943644"/>
                </a:lnTo>
                <a:lnTo>
                  <a:pt x="11830" y="849003"/>
                </a:lnTo>
                <a:close/>
                <a:moveTo>
                  <a:pt x="11830" y="979134"/>
                </a:moveTo>
                <a:lnTo>
                  <a:pt x="0" y="979134"/>
                </a:lnTo>
                <a:lnTo>
                  <a:pt x="0" y="1073774"/>
                </a:lnTo>
                <a:lnTo>
                  <a:pt x="11830" y="1073774"/>
                </a:lnTo>
                <a:lnTo>
                  <a:pt x="11830" y="979134"/>
                </a:lnTo>
                <a:close/>
                <a:moveTo>
                  <a:pt x="11830" y="1203905"/>
                </a:moveTo>
                <a:lnTo>
                  <a:pt x="11830" y="1109264"/>
                </a:lnTo>
                <a:lnTo>
                  <a:pt x="0" y="1109264"/>
                </a:lnTo>
                <a:lnTo>
                  <a:pt x="0" y="1203905"/>
                </a:lnTo>
                <a:lnTo>
                  <a:pt x="11830" y="1203905"/>
                </a:lnTo>
                <a:close/>
                <a:moveTo>
                  <a:pt x="84782" y="1339950"/>
                </a:moveTo>
                <a:lnTo>
                  <a:pt x="84782" y="1328120"/>
                </a:lnTo>
                <a:lnTo>
                  <a:pt x="11830" y="1328120"/>
                </a:lnTo>
                <a:lnTo>
                  <a:pt x="11830" y="1239395"/>
                </a:lnTo>
                <a:lnTo>
                  <a:pt x="0" y="1239395"/>
                </a:lnTo>
                <a:lnTo>
                  <a:pt x="0" y="1334035"/>
                </a:lnTo>
                <a:lnTo>
                  <a:pt x="5915" y="1334035"/>
                </a:lnTo>
                <a:lnTo>
                  <a:pt x="5915" y="1339950"/>
                </a:lnTo>
                <a:lnTo>
                  <a:pt x="84782" y="1339950"/>
                </a:lnTo>
                <a:close/>
                <a:moveTo>
                  <a:pt x="120272" y="1328120"/>
                </a:moveTo>
                <a:lnTo>
                  <a:pt x="120272" y="1339950"/>
                </a:lnTo>
                <a:lnTo>
                  <a:pt x="214913" y="1339950"/>
                </a:lnTo>
                <a:lnTo>
                  <a:pt x="214913" y="1328120"/>
                </a:lnTo>
                <a:lnTo>
                  <a:pt x="120272" y="1328120"/>
                </a:lnTo>
                <a:close/>
                <a:moveTo>
                  <a:pt x="334002" y="11830"/>
                </a:moveTo>
                <a:lnTo>
                  <a:pt x="334002" y="0"/>
                </a:lnTo>
                <a:lnTo>
                  <a:pt x="239361" y="0"/>
                </a:lnTo>
                <a:lnTo>
                  <a:pt x="239361" y="11830"/>
                </a:lnTo>
                <a:lnTo>
                  <a:pt x="334002" y="11830"/>
                </a:lnTo>
                <a:close/>
                <a:moveTo>
                  <a:pt x="369492" y="11830"/>
                </a:moveTo>
                <a:lnTo>
                  <a:pt x="464132" y="11830"/>
                </a:lnTo>
                <a:lnTo>
                  <a:pt x="464132" y="0"/>
                </a:lnTo>
                <a:lnTo>
                  <a:pt x="369492" y="0"/>
                </a:lnTo>
                <a:lnTo>
                  <a:pt x="369492" y="11830"/>
                </a:lnTo>
                <a:close/>
                <a:moveTo>
                  <a:pt x="594263" y="11830"/>
                </a:moveTo>
                <a:lnTo>
                  <a:pt x="594263" y="0"/>
                </a:lnTo>
                <a:lnTo>
                  <a:pt x="499622" y="0"/>
                </a:lnTo>
                <a:lnTo>
                  <a:pt x="499622" y="11830"/>
                </a:lnTo>
                <a:lnTo>
                  <a:pt x="594263" y="11830"/>
                </a:lnTo>
                <a:close/>
                <a:moveTo>
                  <a:pt x="724393" y="11830"/>
                </a:moveTo>
                <a:lnTo>
                  <a:pt x="724393" y="0"/>
                </a:lnTo>
                <a:lnTo>
                  <a:pt x="629753" y="0"/>
                </a:lnTo>
                <a:lnTo>
                  <a:pt x="629753" y="11830"/>
                </a:lnTo>
                <a:lnTo>
                  <a:pt x="724393" y="11830"/>
                </a:lnTo>
                <a:close/>
                <a:moveTo>
                  <a:pt x="759884" y="11830"/>
                </a:moveTo>
                <a:lnTo>
                  <a:pt x="854524" y="11830"/>
                </a:lnTo>
                <a:lnTo>
                  <a:pt x="854524" y="0"/>
                </a:lnTo>
                <a:lnTo>
                  <a:pt x="759884" y="0"/>
                </a:lnTo>
                <a:lnTo>
                  <a:pt x="759884" y="11830"/>
                </a:lnTo>
                <a:close/>
                <a:moveTo>
                  <a:pt x="984654" y="11830"/>
                </a:moveTo>
                <a:lnTo>
                  <a:pt x="984654" y="0"/>
                </a:lnTo>
                <a:lnTo>
                  <a:pt x="890014" y="0"/>
                </a:lnTo>
                <a:lnTo>
                  <a:pt x="890014" y="11830"/>
                </a:lnTo>
                <a:lnTo>
                  <a:pt x="984654" y="11830"/>
                </a:lnTo>
                <a:close/>
                <a:moveTo>
                  <a:pt x="1114785" y="11830"/>
                </a:moveTo>
                <a:lnTo>
                  <a:pt x="1114785" y="0"/>
                </a:lnTo>
                <a:lnTo>
                  <a:pt x="1020145" y="0"/>
                </a:lnTo>
                <a:lnTo>
                  <a:pt x="1020145" y="11830"/>
                </a:lnTo>
                <a:lnTo>
                  <a:pt x="1114785" y="11830"/>
                </a:lnTo>
                <a:close/>
                <a:moveTo>
                  <a:pt x="1150275" y="11830"/>
                </a:moveTo>
                <a:lnTo>
                  <a:pt x="1244916" y="11830"/>
                </a:lnTo>
                <a:lnTo>
                  <a:pt x="1244916" y="0"/>
                </a:lnTo>
                <a:lnTo>
                  <a:pt x="1150275" y="0"/>
                </a:lnTo>
                <a:lnTo>
                  <a:pt x="1150275" y="11830"/>
                </a:lnTo>
                <a:close/>
                <a:moveTo>
                  <a:pt x="345043" y="1328120"/>
                </a:moveTo>
                <a:lnTo>
                  <a:pt x="250403" y="1328120"/>
                </a:lnTo>
                <a:lnTo>
                  <a:pt x="250403" y="1339950"/>
                </a:lnTo>
                <a:lnTo>
                  <a:pt x="345043" y="1339950"/>
                </a:lnTo>
                <a:lnTo>
                  <a:pt x="345043" y="1328120"/>
                </a:lnTo>
                <a:close/>
                <a:moveTo>
                  <a:pt x="475174" y="1328120"/>
                </a:moveTo>
                <a:lnTo>
                  <a:pt x="380533" y="1328120"/>
                </a:lnTo>
                <a:lnTo>
                  <a:pt x="380533" y="1339950"/>
                </a:lnTo>
                <a:lnTo>
                  <a:pt x="475174" y="1339950"/>
                </a:lnTo>
                <a:lnTo>
                  <a:pt x="475174" y="1328120"/>
                </a:lnTo>
                <a:close/>
                <a:moveTo>
                  <a:pt x="510664" y="1328120"/>
                </a:moveTo>
                <a:lnTo>
                  <a:pt x="510664" y="1339950"/>
                </a:lnTo>
                <a:lnTo>
                  <a:pt x="605304" y="1339950"/>
                </a:lnTo>
                <a:lnTo>
                  <a:pt x="605304" y="1328120"/>
                </a:lnTo>
                <a:lnTo>
                  <a:pt x="510664" y="1328120"/>
                </a:lnTo>
                <a:close/>
                <a:moveTo>
                  <a:pt x="640794" y="1328120"/>
                </a:moveTo>
                <a:lnTo>
                  <a:pt x="640794" y="1339950"/>
                </a:lnTo>
                <a:lnTo>
                  <a:pt x="735435" y="1339950"/>
                </a:lnTo>
                <a:lnTo>
                  <a:pt x="735435" y="1328120"/>
                </a:lnTo>
                <a:lnTo>
                  <a:pt x="640794" y="1328120"/>
                </a:lnTo>
                <a:close/>
                <a:moveTo>
                  <a:pt x="865565" y="1328120"/>
                </a:moveTo>
                <a:lnTo>
                  <a:pt x="770925" y="1328120"/>
                </a:lnTo>
                <a:lnTo>
                  <a:pt x="770925" y="1339950"/>
                </a:lnTo>
                <a:lnTo>
                  <a:pt x="865565" y="1339950"/>
                </a:lnTo>
                <a:lnTo>
                  <a:pt x="865565" y="1328120"/>
                </a:lnTo>
                <a:close/>
                <a:moveTo>
                  <a:pt x="901055" y="1328120"/>
                </a:moveTo>
                <a:lnTo>
                  <a:pt x="901055" y="1339950"/>
                </a:lnTo>
                <a:lnTo>
                  <a:pt x="995696" y="1339950"/>
                </a:lnTo>
                <a:lnTo>
                  <a:pt x="995696" y="1328120"/>
                </a:lnTo>
                <a:lnTo>
                  <a:pt x="901055" y="1328120"/>
                </a:lnTo>
                <a:close/>
                <a:moveTo>
                  <a:pt x="1031186" y="1328120"/>
                </a:moveTo>
                <a:lnTo>
                  <a:pt x="1031186" y="1339950"/>
                </a:lnTo>
                <a:lnTo>
                  <a:pt x="1125826" y="1339950"/>
                </a:lnTo>
                <a:lnTo>
                  <a:pt x="1125826" y="1328120"/>
                </a:lnTo>
                <a:lnTo>
                  <a:pt x="1031186" y="1328120"/>
                </a:lnTo>
                <a:close/>
                <a:moveTo>
                  <a:pt x="1255957" y="1328120"/>
                </a:moveTo>
                <a:lnTo>
                  <a:pt x="1161317" y="1328120"/>
                </a:lnTo>
                <a:lnTo>
                  <a:pt x="1161317" y="1339950"/>
                </a:lnTo>
                <a:lnTo>
                  <a:pt x="1255957" y="1339950"/>
                </a:lnTo>
                <a:lnTo>
                  <a:pt x="1255957" y="1328120"/>
                </a:lnTo>
                <a:close/>
                <a:moveTo>
                  <a:pt x="1375046" y="11830"/>
                </a:moveTo>
                <a:lnTo>
                  <a:pt x="1375046" y="0"/>
                </a:lnTo>
                <a:lnTo>
                  <a:pt x="1280406" y="0"/>
                </a:lnTo>
                <a:lnTo>
                  <a:pt x="1280406" y="11830"/>
                </a:lnTo>
                <a:lnTo>
                  <a:pt x="1375046" y="11830"/>
                </a:lnTo>
                <a:close/>
                <a:moveTo>
                  <a:pt x="1378989" y="126187"/>
                </a:moveTo>
                <a:lnTo>
                  <a:pt x="1390820" y="126187"/>
                </a:lnTo>
                <a:lnTo>
                  <a:pt x="1390820" y="31547"/>
                </a:lnTo>
                <a:lnTo>
                  <a:pt x="1378989" y="31547"/>
                </a:lnTo>
                <a:lnTo>
                  <a:pt x="1378989" y="126187"/>
                </a:lnTo>
                <a:close/>
                <a:moveTo>
                  <a:pt x="1378989" y="161677"/>
                </a:moveTo>
                <a:lnTo>
                  <a:pt x="1378989" y="256318"/>
                </a:lnTo>
                <a:lnTo>
                  <a:pt x="1390820" y="256318"/>
                </a:lnTo>
                <a:lnTo>
                  <a:pt x="1390820" y="161677"/>
                </a:lnTo>
                <a:lnTo>
                  <a:pt x="1378989" y="161677"/>
                </a:lnTo>
                <a:close/>
                <a:moveTo>
                  <a:pt x="1378989" y="386448"/>
                </a:moveTo>
                <a:lnTo>
                  <a:pt x="1390820" y="386448"/>
                </a:lnTo>
                <a:lnTo>
                  <a:pt x="1390820" y="291808"/>
                </a:lnTo>
                <a:lnTo>
                  <a:pt x="1378989" y="291808"/>
                </a:lnTo>
                <a:lnTo>
                  <a:pt x="1378989" y="386448"/>
                </a:lnTo>
                <a:close/>
                <a:moveTo>
                  <a:pt x="1378989" y="516579"/>
                </a:moveTo>
                <a:lnTo>
                  <a:pt x="1390820" y="516579"/>
                </a:lnTo>
                <a:lnTo>
                  <a:pt x="1390820" y="421938"/>
                </a:lnTo>
                <a:lnTo>
                  <a:pt x="1378989" y="421938"/>
                </a:lnTo>
                <a:lnTo>
                  <a:pt x="1378989" y="516579"/>
                </a:lnTo>
                <a:close/>
                <a:moveTo>
                  <a:pt x="1378989" y="552069"/>
                </a:moveTo>
                <a:lnTo>
                  <a:pt x="1378989" y="646709"/>
                </a:lnTo>
                <a:lnTo>
                  <a:pt x="1390820" y="646709"/>
                </a:lnTo>
                <a:lnTo>
                  <a:pt x="1390820" y="552069"/>
                </a:lnTo>
                <a:lnTo>
                  <a:pt x="1378989" y="552069"/>
                </a:lnTo>
                <a:close/>
                <a:moveTo>
                  <a:pt x="1378989" y="776840"/>
                </a:moveTo>
                <a:lnTo>
                  <a:pt x="1390820" y="776840"/>
                </a:lnTo>
                <a:lnTo>
                  <a:pt x="1390820" y="682200"/>
                </a:lnTo>
                <a:lnTo>
                  <a:pt x="1378989" y="682200"/>
                </a:lnTo>
                <a:lnTo>
                  <a:pt x="1378989" y="776840"/>
                </a:lnTo>
                <a:close/>
                <a:moveTo>
                  <a:pt x="1378989" y="906970"/>
                </a:moveTo>
                <a:lnTo>
                  <a:pt x="1390820" y="906970"/>
                </a:lnTo>
                <a:lnTo>
                  <a:pt x="1390820" y="812330"/>
                </a:lnTo>
                <a:lnTo>
                  <a:pt x="1378989" y="812330"/>
                </a:lnTo>
                <a:lnTo>
                  <a:pt x="1378989" y="906970"/>
                </a:lnTo>
                <a:close/>
                <a:moveTo>
                  <a:pt x="1378989" y="942461"/>
                </a:moveTo>
                <a:lnTo>
                  <a:pt x="1378989" y="1037101"/>
                </a:lnTo>
                <a:lnTo>
                  <a:pt x="1390820" y="1037101"/>
                </a:lnTo>
                <a:lnTo>
                  <a:pt x="1390820" y="942461"/>
                </a:lnTo>
                <a:lnTo>
                  <a:pt x="1378989" y="942461"/>
                </a:lnTo>
                <a:close/>
                <a:moveTo>
                  <a:pt x="1378989" y="1167232"/>
                </a:moveTo>
                <a:lnTo>
                  <a:pt x="1390820" y="1167232"/>
                </a:lnTo>
                <a:lnTo>
                  <a:pt x="1390820" y="1072591"/>
                </a:lnTo>
                <a:lnTo>
                  <a:pt x="1378989" y="1072591"/>
                </a:lnTo>
                <a:lnTo>
                  <a:pt x="1378989" y="1167232"/>
                </a:lnTo>
                <a:close/>
                <a:moveTo>
                  <a:pt x="1378989" y="1297362"/>
                </a:moveTo>
                <a:lnTo>
                  <a:pt x="1390820" y="1297362"/>
                </a:lnTo>
                <a:lnTo>
                  <a:pt x="1390820" y="1202722"/>
                </a:lnTo>
                <a:lnTo>
                  <a:pt x="1378989" y="1202722"/>
                </a:lnTo>
                <a:lnTo>
                  <a:pt x="1378989" y="1297362"/>
                </a:lnTo>
                <a:close/>
                <a:moveTo>
                  <a:pt x="1390820" y="1339950"/>
                </a:moveTo>
                <a:lnTo>
                  <a:pt x="1390820" y="1332852"/>
                </a:lnTo>
                <a:lnTo>
                  <a:pt x="1380173" y="1332852"/>
                </a:lnTo>
                <a:lnTo>
                  <a:pt x="1384905" y="1328120"/>
                </a:lnTo>
                <a:lnTo>
                  <a:pt x="1378989" y="1328120"/>
                </a:lnTo>
                <a:lnTo>
                  <a:pt x="1291447" y="1328120"/>
                </a:lnTo>
                <a:lnTo>
                  <a:pt x="1291447" y="1339950"/>
                </a:lnTo>
                <a:lnTo>
                  <a:pt x="1390820" y="1339950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Output:embedding">
            <a:extLst xmlns:a="http://schemas.openxmlformats.org/drawingml/2006/main">
              <a:ext uri="{FF2B5EF4-FFF2-40B4-BE49-F238E27FC236}">
                <a16:creationId xmlns:a16="http://schemas.microsoft.com/office/drawing/2014/main" id="{DCAAC6C9-778F-4D95-B53F-4CF2BB5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967" y="541864"/>
            <a:ext cx="1156420" cy="131534"/>
          </a:xfrm>
          <a:custGeom xmlns:a="http://schemas.openxmlformats.org/drawingml/2006/main">
            <a:pathLst>
              <a:path w="1156420" h="131534">
                <a:moveTo>
                  <a:pt x="0" y="55616"/>
                </a:moveTo>
                <a:cubicBezTo>
                  <a:pt x="0" y="46432"/>
                  <a:pt x="1372" y="38724"/>
                  <a:pt x="4115" y="32492"/>
                </a:cubicBezTo>
                <a:cubicBezTo>
                  <a:pt x="6163" y="27900"/>
                  <a:pt x="8957" y="23779"/>
                  <a:pt x="12499" y="20129"/>
                </a:cubicBezTo>
                <a:cubicBezTo>
                  <a:pt x="16041" y="16480"/>
                  <a:pt x="19921" y="13773"/>
                  <a:pt x="24139" y="12010"/>
                </a:cubicBezTo>
                <a:cubicBezTo>
                  <a:pt x="29749" y="9632"/>
                  <a:pt x="36219" y="8444"/>
                  <a:pt x="43548" y="8444"/>
                </a:cubicBezTo>
                <a:cubicBezTo>
                  <a:pt x="56816" y="8444"/>
                  <a:pt x="67431" y="12565"/>
                  <a:pt x="75396" y="20807"/>
                </a:cubicBezTo>
                <a:cubicBezTo>
                  <a:pt x="83360" y="29048"/>
                  <a:pt x="87343" y="40507"/>
                  <a:pt x="87343" y="55186"/>
                </a:cubicBezTo>
                <a:cubicBezTo>
                  <a:pt x="87343" y="69742"/>
                  <a:pt x="83391" y="81131"/>
                  <a:pt x="75488" y="89352"/>
                </a:cubicBezTo>
                <a:cubicBezTo>
                  <a:pt x="67585" y="97573"/>
                  <a:pt x="57020" y="101683"/>
                  <a:pt x="43794" y="101683"/>
                </a:cubicBezTo>
                <a:cubicBezTo>
                  <a:pt x="30404" y="101683"/>
                  <a:pt x="19758" y="97593"/>
                  <a:pt x="11855" y="89414"/>
                </a:cubicBezTo>
                <a:cubicBezTo>
                  <a:pt x="3952" y="81233"/>
                  <a:pt x="0" y="69967"/>
                  <a:pt x="0" y="55616"/>
                </a:cubicBezTo>
                <a:moveTo>
                  <a:pt x="18734" y="55002"/>
                </a:moveTo>
                <a:cubicBezTo>
                  <a:pt x="18734" y="65198"/>
                  <a:pt x="21088" y="72927"/>
                  <a:pt x="25797" y="78189"/>
                </a:cubicBezTo>
                <a:cubicBezTo>
                  <a:pt x="30506" y="83451"/>
                  <a:pt x="36485" y="86081"/>
                  <a:pt x="43733" y="86081"/>
                </a:cubicBezTo>
                <a:cubicBezTo>
                  <a:pt x="50981" y="86081"/>
                  <a:pt x="56928" y="83471"/>
                  <a:pt x="61576" y="78250"/>
                </a:cubicBezTo>
                <a:cubicBezTo>
                  <a:pt x="66223" y="73029"/>
                  <a:pt x="68547" y="65198"/>
                  <a:pt x="68547" y="54756"/>
                </a:cubicBezTo>
                <a:cubicBezTo>
                  <a:pt x="68547" y="44437"/>
                  <a:pt x="66285" y="36739"/>
                  <a:pt x="61760" y="31661"/>
                </a:cubicBezTo>
                <a:cubicBezTo>
                  <a:pt x="57235" y="26584"/>
                  <a:pt x="51226" y="24045"/>
                  <a:pt x="43733" y="24045"/>
                </a:cubicBezTo>
                <a:cubicBezTo>
                  <a:pt x="36239" y="24045"/>
                  <a:pt x="30199" y="26614"/>
                  <a:pt x="25613" y="31753"/>
                </a:cubicBezTo>
                <a:cubicBezTo>
                  <a:pt x="21027" y="36892"/>
                  <a:pt x="18734" y="44642"/>
                  <a:pt x="18734" y="55002"/>
                </a:cubicBezTo>
                <a:close/>
                <a:moveTo>
                  <a:pt x="144686" y="100086"/>
                </a:moveTo>
                <a:lnTo>
                  <a:pt x="144686" y="90320"/>
                </a:lnTo>
                <a:cubicBezTo>
                  <a:pt x="142311" y="93800"/>
                  <a:pt x="139189" y="96544"/>
                  <a:pt x="135319" y="98550"/>
                </a:cubicBezTo>
                <a:cubicBezTo>
                  <a:pt x="131450" y="100557"/>
                  <a:pt x="127365" y="101560"/>
                  <a:pt x="123066" y="101560"/>
                </a:cubicBezTo>
                <a:cubicBezTo>
                  <a:pt x="118684" y="101560"/>
                  <a:pt x="114753" y="100598"/>
                  <a:pt x="111273" y="98673"/>
                </a:cubicBezTo>
                <a:cubicBezTo>
                  <a:pt x="107792" y="96748"/>
                  <a:pt x="105274" y="94046"/>
                  <a:pt x="103718" y="90565"/>
                </a:cubicBezTo>
                <a:cubicBezTo>
                  <a:pt x="102162" y="87085"/>
                  <a:pt x="101384" y="82273"/>
                  <a:pt x="101384" y="76131"/>
                </a:cubicBezTo>
                <a:lnTo>
                  <a:pt x="101384" y="34855"/>
                </a:lnTo>
                <a:lnTo>
                  <a:pt x="118643" y="34855"/>
                </a:lnTo>
                <a:lnTo>
                  <a:pt x="118643" y="64760"/>
                </a:lnTo>
                <a:cubicBezTo>
                  <a:pt x="118643" y="73912"/>
                  <a:pt x="118961" y="79519"/>
                  <a:pt x="119595" y="81582"/>
                </a:cubicBezTo>
                <a:cubicBezTo>
                  <a:pt x="120230" y="83645"/>
                  <a:pt x="121387" y="85279"/>
                  <a:pt x="123066" y="86485"/>
                </a:cubicBezTo>
                <a:cubicBezTo>
                  <a:pt x="124745" y="87690"/>
                  <a:pt x="126874" y="88293"/>
                  <a:pt x="129454" y="88293"/>
                </a:cubicBezTo>
                <a:cubicBezTo>
                  <a:pt x="132402" y="88293"/>
                  <a:pt x="135043" y="87486"/>
                  <a:pt x="137377" y="85872"/>
                </a:cubicBezTo>
                <a:cubicBezTo>
                  <a:pt x="139711" y="84259"/>
                  <a:pt x="141308" y="82257"/>
                  <a:pt x="142168" y="79866"/>
                </a:cubicBezTo>
                <a:cubicBezTo>
                  <a:pt x="143028" y="77476"/>
                  <a:pt x="143458" y="71624"/>
                  <a:pt x="143458" y="62309"/>
                </a:cubicBezTo>
                <a:lnTo>
                  <a:pt x="143458" y="34855"/>
                </a:lnTo>
                <a:lnTo>
                  <a:pt x="160718" y="34855"/>
                </a:lnTo>
                <a:lnTo>
                  <a:pt x="160718" y="100086"/>
                </a:lnTo>
                <a:lnTo>
                  <a:pt x="144686" y="100086"/>
                </a:lnTo>
                <a:close/>
                <a:moveTo>
                  <a:pt x="208560" y="34855"/>
                </a:moveTo>
                <a:lnTo>
                  <a:pt x="208560" y="48614"/>
                </a:lnTo>
                <a:lnTo>
                  <a:pt x="196767" y="48614"/>
                </a:lnTo>
                <a:lnTo>
                  <a:pt x="196767" y="74860"/>
                </a:lnTo>
                <a:cubicBezTo>
                  <a:pt x="196767" y="80176"/>
                  <a:pt x="196880" y="83273"/>
                  <a:pt x="197105" y="84152"/>
                </a:cubicBezTo>
                <a:cubicBezTo>
                  <a:pt x="197330" y="85030"/>
                  <a:pt x="197842" y="85756"/>
                  <a:pt x="198641" y="86329"/>
                </a:cubicBezTo>
                <a:cubicBezTo>
                  <a:pt x="199439" y="86901"/>
                  <a:pt x="200412" y="87187"/>
                  <a:pt x="201558" y="87187"/>
                </a:cubicBezTo>
                <a:cubicBezTo>
                  <a:pt x="203155" y="87187"/>
                  <a:pt x="205469" y="86634"/>
                  <a:pt x="208499" y="85529"/>
                </a:cubicBezTo>
                <a:lnTo>
                  <a:pt x="209973" y="98969"/>
                </a:lnTo>
                <a:cubicBezTo>
                  <a:pt x="205960" y="100696"/>
                  <a:pt x="201415" y="101560"/>
                  <a:pt x="196337" y="101560"/>
                </a:cubicBezTo>
                <a:cubicBezTo>
                  <a:pt x="193225" y="101560"/>
                  <a:pt x="190420" y="101038"/>
                  <a:pt x="187923" y="99994"/>
                </a:cubicBezTo>
                <a:cubicBezTo>
                  <a:pt x="185425" y="98949"/>
                  <a:pt x="183592" y="97598"/>
                  <a:pt x="182425" y="95940"/>
                </a:cubicBezTo>
                <a:cubicBezTo>
                  <a:pt x="181258" y="94281"/>
                  <a:pt x="180450" y="92039"/>
                  <a:pt x="179999" y="89214"/>
                </a:cubicBezTo>
                <a:cubicBezTo>
                  <a:pt x="179631" y="87208"/>
                  <a:pt x="179446" y="83154"/>
                  <a:pt x="179446" y="77052"/>
                </a:cubicBezTo>
                <a:lnTo>
                  <a:pt x="179446" y="48614"/>
                </a:lnTo>
                <a:lnTo>
                  <a:pt x="171523" y="48614"/>
                </a:lnTo>
                <a:lnTo>
                  <a:pt x="171523" y="34855"/>
                </a:lnTo>
                <a:lnTo>
                  <a:pt x="179446" y="34855"/>
                </a:lnTo>
                <a:lnTo>
                  <a:pt x="179446" y="21834"/>
                </a:lnTo>
                <a:lnTo>
                  <a:pt x="196767" y="11638"/>
                </a:lnTo>
                <a:lnTo>
                  <a:pt x="196767" y="34855"/>
                </a:lnTo>
                <a:lnTo>
                  <a:pt x="208560" y="34855"/>
                </a:lnTo>
                <a:close/>
                <a:moveTo>
                  <a:pt x="220350" y="34855"/>
                </a:moveTo>
                <a:lnTo>
                  <a:pt x="236443" y="34855"/>
                </a:lnTo>
                <a:lnTo>
                  <a:pt x="236443" y="44437"/>
                </a:lnTo>
                <a:cubicBezTo>
                  <a:pt x="238531" y="41161"/>
                  <a:pt x="241356" y="38500"/>
                  <a:pt x="244919" y="36452"/>
                </a:cubicBezTo>
                <a:cubicBezTo>
                  <a:pt x="248481" y="34405"/>
                  <a:pt x="252433" y="33381"/>
                  <a:pt x="256773" y="33381"/>
                </a:cubicBezTo>
                <a:cubicBezTo>
                  <a:pt x="264349" y="33381"/>
                  <a:pt x="270778" y="36350"/>
                  <a:pt x="276060" y="42287"/>
                </a:cubicBezTo>
                <a:cubicBezTo>
                  <a:pt x="281342" y="48225"/>
                  <a:pt x="283983" y="56496"/>
                  <a:pt x="283983" y="67102"/>
                </a:cubicBezTo>
                <a:cubicBezTo>
                  <a:pt x="283983" y="77994"/>
                  <a:pt x="281322" y="86460"/>
                  <a:pt x="275999" y="92500"/>
                </a:cubicBezTo>
                <a:cubicBezTo>
                  <a:pt x="270675" y="98540"/>
                  <a:pt x="264226" y="101560"/>
                  <a:pt x="256651" y="101560"/>
                </a:cubicBezTo>
                <a:cubicBezTo>
                  <a:pt x="253047" y="101560"/>
                  <a:pt x="249782" y="100843"/>
                  <a:pt x="246854" y="99410"/>
                </a:cubicBezTo>
                <a:cubicBezTo>
                  <a:pt x="243926" y="97977"/>
                  <a:pt x="240845" y="95520"/>
                  <a:pt x="237610" y="92039"/>
                </a:cubicBezTo>
                <a:lnTo>
                  <a:pt x="237610" y="124900"/>
                </a:lnTo>
                <a:lnTo>
                  <a:pt x="220350" y="124900"/>
                </a:lnTo>
                <a:lnTo>
                  <a:pt x="220350" y="34855"/>
                </a:lnTo>
                <a:moveTo>
                  <a:pt x="237425" y="66336"/>
                </a:moveTo>
                <a:cubicBezTo>
                  <a:pt x="237425" y="73654"/>
                  <a:pt x="238879" y="79061"/>
                  <a:pt x="241786" y="82557"/>
                </a:cubicBezTo>
                <a:cubicBezTo>
                  <a:pt x="244694" y="86053"/>
                  <a:pt x="248236" y="87801"/>
                  <a:pt x="252412" y="87801"/>
                </a:cubicBezTo>
                <a:cubicBezTo>
                  <a:pt x="256425" y="87801"/>
                  <a:pt x="259763" y="86197"/>
                  <a:pt x="262424" y="82987"/>
                </a:cubicBezTo>
                <a:cubicBezTo>
                  <a:pt x="265086" y="79778"/>
                  <a:pt x="266417" y="74514"/>
                  <a:pt x="266417" y="67194"/>
                </a:cubicBezTo>
                <a:cubicBezTo>
                  <a:pt x="266417" y="60366"/>
                  <a:pt x="265045" y="55296"/>
                  <a:pt x="262301" y="51984"/>
                </a:cubicBezTo>
                <a:cubicBezTo>
                  <a:pt x="259558" y="48673"/>
                  <a:pt x="256159" y="47017"/>
                  <a:pt x="252105" y="47017"/>
                </a:cubicBezTo>
                <a:cubicBezTo>
                  <a:pt x="247888" y="47017"/>
                  <a:pt x="244387" y="48642"/>
                  <a:pt x="241602" y="51892"/>
                </a:cubicBezTo>
                <a:cubicBezTo>
                  <a:pt x="238818" y="55143"/>
                  <a:pt x="237425" y="59957"/>
                  <a:pt x="237425" y="66336"/>
                </a:cubicBezTo>
                <a:close/>
                <a:moveTo>
                  <a:pt x="340671" y="100086"/>
                </a:moveTo>
                <a:lnTo>
                  <a:pt x="340671" y="90320"/>
                </a:lnTo>
                <a:cubicBezTo>
                  <a:pt x="338296" y="93800"/>
                  <a:pt x="335173" y="96544"/>
                  <a:pt x="331304" y="98550"/>
                </a:cubicBezTo>
                <a:cubicBezTo>
                  <a:pt x="327434" y="100557"/>
                  <a:pt x="323350" y="101560"/>
                  <a:pt x="319050" y="101560"/>
                </a:cubicBezTo>
                <a:cubicBezTo>
                  <a:pt x="314668" y="101560"/>
                  <a:pt x="310737" y="100598"/>
                  <a:pt x="307257" y="98673"/>
                </a:cubicBezTo>
                <a:cubicBezTo>
                  <a:pt x="303776" y="96748"/>
                  <a:pt x="301258" y="94046"/>
                  <a:pt x="299702" y="90565"/>
                </a:cubicBezTo>
                <a:cubicBezTo>
                  <a:pt x="298146" y="87085"/>
                  <a:pt x="297368" y="82273"/>
                  <a:pt x="297368" y="76131"/>
                </a:cubicBezTo>
                <a:lnTo>
                  <a:pt x="297368" y="34855"/>
                </a:lnTo>
                <a:lnTo>
                  <a:pt x="314628" y="34855"/>
                </a:lnTo>
                <a:lnTo>
                  <a:pt x="314628" y="64760"/>
                </a:lnTo>
                <a:cubicBezTo>
                  <a:pt x="314628" y="73912"/>
                  <a:pt x="314945" y="79519"/>
                  <a:pt x="315580" y="81582"/>
                </a:cubicBezTo>
                <a:cubicBezTo>
                  <a:pt x="316214" y="83645"/>
                  <a:pt x="317371" y="85279"/>
                  <a:pt x="319050" y="86485"/>
                </a:cubicBezTo>
                <a:cubicBezTo>
                  <a:pt x="320729" y="87690"/>
                  <a:pt x="322858" y="88293"/>
                  <a:pt x="325438" y="88293"/>
                </a:cubicBezTo>
                <a:cubicBezTo>
                  <a:pt x="328386" y="88293"/>
                  <a:pt x="331027" y="87486"/>
                  <a:pt x="333361" y="85872"/>
                </a:cubicBezTo>
                <a:cubicBezTo>
                  <a:pt x="335695" y="84259"/>
                  <a:pt x="337292" y="82257"/>
                  <a:pt x="338152" y="79866"/>
                </a:cubicBezTo>
                <a:cubicBezTo>
                  <a:pt x="339012" y="77476"/>
                  <a:pt x="339442" y="71624"/>
                  <a:pt x="339442" y="62309"/>
                </a:cubicBezTo>
                <a:lnTo>
                  <a:pt x="339442" y="34855"/>
                </a:lnTo>
                <a:lnTo>
                  <a:pt x="356702" y="34855"/>
                </a:lnTo>
                <a:lnTo>
                  <a:pt x="356702" y="100086"/>
                </a:lnTo>
                <a:lnTo>
                  <a:pt x="340671" y="100086"/>
                </a:lnTo>
                <a:close/>
                <a:moveTo>
                  <a:pt x="404544" y="34855"/>
                </a:moveTo>
                <a:lnTo>
                  <a:pt x="404544" y="48614"/>
                </a:lnTo>
                <a:lnTo>
                  <a:pt x="392751" y="48614"/>
                </a:lnTo>
                <a:lnTo>
                  <a:pt x="392751" y="74860"/>
                </a:lnTo>
                <a:cubicBezTo>
                  <a:pt x="392751" y="80176"/>
                  <a:pt x="392864" y="83273"/>
                  <a:pt x="393089" y="84152"/>
                </a:cubicBezTo>
                <a:cubicBezTo>
                  <a:pt x="393314" y="85030"/>
                  <a:pt x="393826" y="85756"/>
                  <a:pt x="394625" y="86329"/>
                </a:cubicBezTo>
                <a:cubicBezTo>
                  <a:pt x="395423" y="86901"/>
                  <a:pt x="396396" y="87187"/>
                  <a:pt x="397542" y="87187"/>
                </a:cubicBezTo>
                <a:cubicBezTo>
                  <a:pt x="399139" y="87187"/>
                  <a:pt x="401453" y="86634"/>
                  <a:pt x="404483" y="85529"/>
                </a:cubicBezTo>
                <a:lnTo>
                  <a:pt x="405957" y="98969"/>
                </a:lnTo>
                <a:cubicBezTo>
                  <a:pt x="401944" y="100696"/>
                  <a:pt x="397399" y="101560"/>
                  <a:pt x="392321" y="101560"/>
                </a:cubicBezTo>
                <a:cubicBezTo>
                  <a:pt x="389209" y="101560"/>
                  <a:pt x="386404" y="101038"/>
                  <a:pt x="383906" y="99994"/>
                </a:cubicBezTo>
                <a:cubicBezTo>
                  <a:pt x="381409" y="98949"/>
                  <a:pt x="379576" y="97598"/>
                  <a:pt x="378409" y="95940"/>
                </a:cubicBezTo>
                <a:cubicBezTo>
                  <a:pt x="377242" y="94281"/>
                  <a:pt x="376433" y="92039"/>
                  <a:pt x="375983" y="89214"/>
                </a:cubicBezTo>
                <a:cubicBezTo>
                  <a:pt x="375614" y="87208"/>
                  <a:pt x="375430" y="83154"/>
                  <a:pt x="375430" y="77052"/>
                </a:cubicBezTo>
                <a:lnTo>
                  <a:pt x="375430" y="48614"/>
                </a:lnTo>
                <a:lnTo>
                  <a:pt x="367507" y="48614"/>
                </a:lnTo>
                <a:lnTo>
                  <a:pt x="367507" y="34855"/>
                </a:lnTo>
                <a:lnTo>
                  <a:pt x="375430" y="34855"/>
                </a:lnTo>
                <a:lnTo>
                  <a:pt x="375430" y="21834"/>
                </a:lnTo>
                <a:lnTo>
                  <a:pt x="392751" y="11638"/>
                </a:lnTo>
                <a:lnTo>
                  <a:pt x="392751" y="34855"/>
                </a:lnTo>
                <a:lnTo>
                  <a:pt x="404544" y="34855"/>
                </a:lnTo>
                <a:close/>
                <a:moveTo>
                  <a:pt x="420142" y="52176"/>
                </a:moveTo>
                <a:lnTo>
                  <a:pt x="420142" y="34855"/>
                </a:lnTo>
                <a:lnTo>
                  <a:pt x="437402" y="34855"/>
                </a:lnTo>
                <a:lnTo>
                  <a:pt x="437402" y="52176"/>
                </a:lnTo>
                <a:lnTo>
                  <a:pt x="420142" y="52176"/>
                </a:lnTo>
                <a:moveTo>
                  <a:pt x="420142" y="100086"/>
                </a:moveTo>
                <a:lnTo>
                  <a:pt x="420142" y="82765"/>
                </a:lnTo>
                <a:lnTo>
                  <a:pt x="437402" y="82765"/>
                </a:lnTo>
                <a:lnTo>
                  <a:pt x="437402" y="100086"/>
                </a:lnTo>
                <a:lnTo>
                  <a:pt x="420142" y="100086"/>
                </a:lnTo>
                <a:close/>
                <a:moveTo>
                  <a:pt x="524333" y="101683"/>
                </a:moveTo>
                <a:cubicBezTo>
                  <a:pt x="533516" y="101683"/>
                  <a:pt x="540812" y="98665"/>
                  <a:pt x="546723" y="94765"/>
                </a:cubicBezTo>
                <a:lnTo>
                  <a:pt x="542698" y="87101"/>
                </a:lnTo>
                <a:cubicBezTo>
                  <a:pt x="537541" y="90490"/>
                  <a:pt x="532258" y="92500"/>
                  <a:pt x="525590" y="92500"/>
                </a:cubicBezTo>
                <a:cubicBezTo>
                  <a:pt x="512634" y="92500"/>
                  <a:pt x="503703" y="83206"/>
                  <a:pt x="502949" y="68637"/>
                </a:cubicBezTo>
                <a:lnTo>
                  <a:pt x="548988" y="68637"/>
                </a:lnTo>
                <a:cubicBezTo>
                  <a:pt x="549240" y="66877"/>
                  <a:pt x="549491" y="64612"/>
                  <a:pt x="549491" y="62098"/>
                </a:cubicBezTo>
                <a:cubicBezTo>
                  <a:pt x="549491" y="42637"/>
                  <a:pt x="539679" y="30064"/>
                  <a:pt x="522195" y="30064"/>
                </a:cubicBezTo>
                <a:cubicBezTo>
                  <a:pt x="506595" y="30064"/>
                  <a:pt x="491626" y="43767"/>
                  <a:pt x="491626" y="65996"/>
                </a:cubicBezTo>
                <a:cubicBezTo>
                  <a:pt x="491626" y="88483"/>
                  <a:pt x="506093" y="101683"/>
                  <a:pt x="524333" y="101683"/>
                </a:cubicBezTo>
                <a:moveTo>
                  <a:pt x="502822" y="60463"/>
                </a:moveTo>
                <a:cubicBezTo>
                  <a:pt x="504206" y="46906"/>
                  <a:pt x="512759" y="39249"/>
                  <a:pt x="522446" y="39249"/>
                </a:cubicBezTo>
                <a:cubicBezTo>
                  <a:pt x="533138" y="39249"/>
                  <a:pt x="539428" y="46654"/>
                  <a:pt x="539428" y="60463"/>
                </a:cubicBezTo>
                <a:lnTo>
                  <a:pt x="502822" y="60463"/>
                </a:lnTo>
                <a:close/>
                <a:moveTo>
                  <a:pt x="566456" y="100086"/>
                </a:moveTo>
                <a:lnTo>
                  <a:pt x="578028" y="100086"/>
                </a:lnTo>
                <a:lnTo>
                  <a:pt x="578028" y="50562"/>
                </a:lnTo>
                <a:cubicBezTo>
                  <a:pt x="584191" y="43523"/>
                  <a:pt x="589979" y="40128"/>
                  <a:pt x="595136" y="40128"/>
                </a:cubicBezTo>
                <a:cubicBezTo>
                  <a:pt x="603816" y="40128"/>
                  <a:pt x="607841" y="45533"/>
                  <a:pt x="607841" y="58355"/>
                </a:cubicBezTo>
                <a:lnTo>
                  <a:pt x="607841" y="100086"/>
                </a:lnTo>
                <a:lnTo>
                  <a:pt x="619289" y="100086"/>
                </a:lnTo>
                <a:lnTo>
                  <a:pt x="619289" y="50562"/>
                </a:lnTo>
                <a:cubicBezTo>
                  <a:pt x="625703" y="43523"/>
                  <a:pt x="631239" y="40128"/>
                  <a:pt x="636521" y="40128"/>
                </a:cubicBezTo>
                <a:cubicBezTo>
                  <a:pt x="645201" y="40128"/>
                  <a:pt x="649228" y="45533"/>
                  <a:pt x="649228" y="58355"/>
                </a:cubicBezTo>
                <a:lnTo>
                  <a:pt x="649228" y="100086"/>
                </a:lnTo>
                <a:lnTo>
                  <a:pt x="660674" y="100086"/>
                </a:lnTo>
                <a:lnTo>
                  <a:pt x="660674" y="56846"/>
                </a:lnTo>
                <a:cubicBezTo>
                  <a:pt x="660674" y="39500"/>
                  <a:pt x="654008" y="30064"/>
                  <a:pt x="640044" y="30064"/>
                </a:cubicBezTo>
                <a:cubicBezTo>
                  <a:pt x="631617" y="30064"/>
                  <a:pt x="624573" y="35475"/>
                  <a:pt x="617402" y="43145"/>
                </a:cubicBezTo>
                <a:cubicBezTo>
                  <a:pt x="614634" y="35097"/>
                  <a:pt x="609100" y="30064"/>
                  <a:pt x="598534" y="30064"/>
                </a:cubicBezTo>
                <a:cubicBezTo>
                  <a:pt x="590357" y="30064"/>
                  <a:pt x="583312" y="35222"/>
                  <a:pt x="577274" y="41763"/>
                </a:cubicBezTo>
                <a:lnTo>
                  <a:pt x="577022" y="41763"/>
                </a:lnTo>
                <a:lnTo>
                  <a:pt x="575890" y="31784"/>
                </a:lnTo>
                <a:lnTo>
                  <a:pt x="566456" y="31784"/>
                </a:lnTo>
                <a:lnTo>
                  <a:pt x="566456" y="100086"/>
                </a:lnTo>
                <a:close/>
                <a:moveTo>
                  <a:pt x="713243" y="101683"/>
                </a:moveTo>
                <a:cubicBezTo>
                  <a:pt x="728840" y="101683"/>
                  <a:pt x="742929" y="88229"/>
                  <a:pt x="742929" y="64870"/>
                </a:cubicBezTo>
                <a:cubicBezTo>
                  <a:pt x="742929" y="43769"/>
                  <a:pt x="733370" y="30064"/>
                  <a:pt x="715759" y="30064"/>
                </a:cubicBezTo>
                <a:cubicBezTo>
                  <a:pt x="708085" y="30064"/>
                  <a:pt x="700538" y="34343"/>
                  <a:pt x="694248" y="39625"/>
                </a:cubicBezTo>
                <a:lnTo>
                  <a:pt x="694751" y="27423"/>
                </a:lnTo>
                <a:lnTo>
                  <a:pt x="694751" y="0"/>
                </a:lnTo>
                <a:lnTo>
                  <a:pt x="683179" y="0"/>
                </a:lnTo>
                <a:lnTo>
                  <a:pt x="683179" y="100086"/>
                </a:lnTo>
                <a:lnTo>
                  <a:pt x="692361" y="100086"/>
                </a:lnTo>
                <a:lnTo>
                  <a:pt x="693367" y="93005"/>
                </a:lnTo>
                <a:lnTo>
                  <a:pt x="693870" y="93005"/>
                </a:lnTo>
                <a:cubicBezTo>
                  <a:pt x="699784" y="98414"/>
                  <a:pt x="706953" y="101683"/>
                  <a:pt x="713243" y="101683"/>
                </a:cubicBezTo>
                <a:moveTo>
                  <a:pt x="711356" y="91997"/>
                </a:moveTo>
                <a:cubicBezTo>
                  <a:pt x="706828" y="91997"/>
                  <a:pt x="700663" y="90239"/>
                  <a:pt x="694751" y="84964"/>
                </a:cubicBezTo>
                <a:lnTo>
                  <a:pt x="694751" y="49046"/>
                </a:lnTo>
                <a:cubicBezTo>
                  <a:pt x="701166" y="43017"/>
                  <a:pt x="707204" y="39752"/>
                  <a:pt x="712865" y="39752"/>
                </a:cubicBezTo>
                <a:cubicBezTo>
                  <a:pt x="725948" y="39752"/>
                  <a:pt x="730981" y="49798"/>
                  <a:pt x="730981" y="64994"/>
                </a:cubicBezTo>
                <a:cubicBezTo>
                  <a:pt x="730981" y="81824"/>
                  <a:pt x="722677" y="91997"/>
                  <a:pt x="711356" y="91997"/>
                </a:cubicBezTo>
                <a:close/>
                <a:moveTo>
                  <a:pt x="788932" y="101683"/>
                </a:moveTo>
                <a:cubicBezTo>
                  <a:pt x="798115" y="101683"/>
                  <a:pt x="805410" y="98665"/>
                  <a:pt x="811322" y="94765"/>
                </a:cubicBezTo>
                <a:lnTo>
                  <a:pt x="807297" y="87101"/>
                </a:lnTo>
                <a:cubicBezTo>
                  <a:pt x="802140" y="90490"/>
                  <a:pt x="796857" y="92500"/>
                  <a:pt x="790189" y="92500"/>
                </a:cubicBezTo>
                <a:cubicBezTo>
                  <a:pt x="777233" y="92500"/>
                  <a:pt x="768302" y="83206"/>
                  <a:pt x="767547" y="68637"/>
                </a:cubicBezTo>
                <a:lnTo>
                  <a:pt x="813587" y="68637"/>
                </a:lnTo>
                <a:cubicBezTo>
                  <a:pt x="813839" y="66877"/>
                  <a:pt x="814090" y="64612"/>
                  <a:pt x="814090" y="62098"/>
                </a:cubicBezTo>
                <a:cubicBezTo>
                  <a:pt x="814090" y="42637"/>
                  <a:pt x="804278" y="30064"/>
                  <a:pt x="786794" y="30064"/>
                </a:cubicBezTo>
                <a:cubicBezTo>
                  <a:pt x="771194" y="30064"/>
                  <a:pt x="756224" y="43767"/>
                  <a:pt x="756224" y="65996"/>
                </a:cubicBezTo>
                <a:cubicBezTo>
                  <a:pt x="756224" y="88483"/>
                  <a:pt x="770691" y="101683"/>
                  <a:pt x="788932" y="101683"/>
                </a:cubicBezTo>
                <a:moveTo>
                  <a:pt x="767421" y="60463"/>
                </a:moveTo>
                <a:cubicBezTo>
                  <a:pt x="768805" y="46906"/>
                  <a:pt x="777358" y="39249"/>
                  <a:pt x="787045" y="39249"/>
                </a:cubicBezTo>
                <a:cubicBezTo>
                  <a:pt x="797736" y="39249"/>
                  <a:pt x="804026" y="46654"/>
                  <a:pt x="804026" y="60463"/>
                </a:cubicBezTo>
                <a:lnTo>
                  <a:pt x="767421" y="60463"/>
                </a:lnTo>
                <a:close/>
                <a:moveTo>
                  <a:pt x="854326" y="101683"/>
                </a:moveTo>
                <a:cubicBezTo>
                  <a:pt x="862503" y="101683"/>
                  <a:pt x="869798" y="97281"/>
                  <a:pt x="875081" y="91997"/>
                </a:cubicBezTo>
                <a:lnTo>
                  <a:pt x="875459" y="91997"/>
                </a:lnTo>
                <a:lnTo>
                  <a:pt x="876465" y="100086"/>
                </a:lnTo>
                <a:lnTo>
                  <a:pt x="885901" y="100086"/>
                </a:lnTo>
                <a:lnTo>
                  <a:pt x="885901" y="0"/>
                </a:lnTo>
                <a:lnTo>
                  <a:pt x="874326" y="0"/>
                </a:lnTo>
                <a:lnTo>
                  <a:pt x="874326" y="26291"/>
                </a:lnTo>
                <a:lnTo>
                  <a:pt x="874956" y="37990"/>
                </a:lnTo>
                <a:cubicBezTo>
                  <a:pt x="868917" y="33084"/>
                  <a:pt x="863760" y="30064"/>
                  <a:pt x="855710" y="30064"/>
                </a:cubicBezTo>
                <a:cubicBezTo>
                  <a:pt x="840110" y="30064"/>
                  <a:pt x="826148" y="43900"/>
                  <a:pt x="826148" y="66021"/>
                </a:cubicBezTo>
                <a:cubicBezTo>
                  <a:pt x="826148" y="88732"/>
                  <a:pt x="837218" y="101683"/>
                  <a:pt x="854326" y="101683"/>
                </a:cubicBezTo>
                <a:moveTo>
                  <a:pt x="856842" y="91997"/>
                </a:moveTo>
                <a:cubicBezTo>
                  <a:pt x="844892" y="91997"/>
                  <a:pt x="837972" y="82327"/>
                  <a:pt x="837972" y="65873"/>
                </a:cubicBezTo>
                <a:cubicBezTo>
                  <a:pt x="837972" y="50301"/>
                  <a:pt x="846778" y="39752"/>
                  <a:pt x="857721" y="39752"/>
                </a:cubicBezTo>
                <a:cubicBezTo>
                  <a:pt x="863384" y="39752"/>
                  <a:pt x="868666" y="41761"/>
                  <a:pt x="874326" y="46909"/>
                </a:cubicBezTo>
                <a:lnTo>
                  <a:pt x="874326" y="82703"/>
                </a:lnTo>
                <a:cubicBezTo>
                  <a:pt x="868666" y="88984"/>
                  <a:pt x="863132" y="91997"/>
                  <a:pt x="856842" y="91997"/>
                </a:cubicBezTo>
                <a:close/>
                <a:moveTo>
                  <a:pt x="932404" y="101683"/>
                </a:moveTo>
                <a:cubicBezTo>
                  <a:pt x="940581" y="101683"/>
                  <a:pt x="947877" y="97281"/>
                  <a:pt x="953159" y="91997"/>
                </a:cubicBezTo>
                <a:lnTo>
                  <a:pt x="953537" y="91997"/>
                </a:lnTo>
                <a:lnTo>
                  <a:pt x="954543" y="100086"/>
                </a:lnTo>
                <a:lnTo>
                  <a:pt x="963979" y="100086"/>
                </a:lnTo>
                <a:lnTo>
                  <a:pt x="963979" y="0"/>
                </a:lnTo>
                <a:lnTo>
                  <a:pt x="952405" y="0"/>
                </a:lnTo>
                <a:lnTo>
                  <a:pt x="952405" y="26291"/>
                </a:lnTo>
                <a:lnTo>
                  <a:pt x="953034" y="37990"/>
                </a:lnTo>
                <a:cubicBezTo>
                  <a:pt x="946996" y="33084"/>
                  <a:pt x="941838" y="30064"/>
                  <a:pt x="933788" y="30064"/>
                </a:cubicBezTo>
                <a:cubicBezTo>
                  <a:pt x="918189" y="30064"/>
                  <a:pt x="904227" y="43900"/>
                  <a:pt x="904227" y="66021"/>
                </a:cubicBezTo>
                <a:cubicBezTo>
                  <a:pt x="904227" y="88732"/>
                  <a:pt x="915296" y="101683"/>
                  <a:pt x="932404" y="101683"/>
                </a:cubicBezTo>
                <a:moveTo>
                  <a:pt x="934921" y="91997"/>
                </a:moveTo>
                <a:cubicBezTo>
                  <a:pt x="922970" y="91997"/>
                  <a:pt x="916051" y="82327"/>
                  <a:pt x="916051" y="65873"/>
                </a:cubicBezTo>
                <a:cubicBezTo>
                  <a:pt x="916051" y="50301"/>
                  <a:pt x="924857" y="39752"/>
                  <a:pt x="935800" y="39752"/>
                </a:cubicBezTo>
                <a:cubicBezTo>
                  <a:pt x="941462" y="39752"/>
                  <a:pt x="946744" y="41761"/>
                  <a:pt x="952405" y="46909"/>
                </a:cubicBezTo>
                <a:lnTo>
                  <a:pt x="952405" y="82703"/>
                </a:lnTo>
                <a:cubicBezTo>
                  <a:pt x="946744" y="88984"/>
                  <a:pt x="941211" y="91997"/>
                  <a:pt x="934921" y="91997"/>
                </a:cubicBezTo>
                <a:close/>
                <a:moveTo>
                  <a:pt x="987211" y="100086"/>
                </a:moveTo>
                <a:lnTo>
                  <a:pt x="998784" y="100086"/>
                </a:lnTo>
                <a:lnTo>
                  <a:pt x="998784" y="31784"/>
                </a:lnTo>
                <a:lnTo>
                  <a:pt x="987211" y="31784"/>
                </a:lnTo>
                <a:lnTo>
                  <a:pt x="987211" y="100086"/>
                </a:lnTo>
                <a:moveTo>
                  <a:pt x="992996" y="17657"/>
                </a:moveTo>
                <a:cubicBezTo>
                  <a:pt x="997526" y="17657"/>
                  <a:pt x="1000670" y="14640"/>
                  <a:pt x="1000670" y="9985"/>
                </a:cubicBezTo>
                <a:cubicBezTo>
                  <a:pt x="1000670" y="5582"/>
                  <a:pt x="997526" y="2562"/>
                  <a:pt x="992996" y="2562"/>
                </a:cubicBezTo>
                <a:cubicBezTo>
                  <a:pt x="988468" y="2562"/>
                  <a:pt x="985449" y="5582"/>
                  <a:pt x="985449" y="9985"/>
                </a:cubicBezTo>
                <a:cubicBezTo>
                  <a:pt x="985449" y="14640"/>
                  <a:pt x="988468" y="17657"/>
                  <a:pt x="992996" y="17657"/>
                </a:cubicBezTo>
                <a:close/>
                <a:moveTo>
                  <a:pt x="1021913" y="100086"/>
                </a:moveTo>
                <a:lnTo>
                  <a:pt x="1033485" y="100086"/>
                </a:lnTo>
                <a:lnTo>
                  <a:pt x="1033485" y="50562"/>
                </a:lnTo>
                <a:cubicBezTo>
                  <a:pt x="1040278" y="43648"/>
                  <a:pt x="1045057" y="40128"/>
                  <a:pt x="1052102" y="40128"/>
                </a:cubicBezTo>
                <a:cubicBezTo>
                  <a:pt x="1061160" y="40128"/>
                  <a:pt x="1065060" y="45533"/>
                  <a:pt x="1065060" y="58355"/>
                </a:cubicBezTo>
                <a:lnTo>
                  <a:pt x="1065060" y="100086"/>
                </a:lnTo>
                <a:lnTo>
                  <a:pt x="1076508" y="100086"/>
                </a:lnTo>
                <a:lnTo>
                  <a:pt x="1076508" y="56846"/>
                </a:lnTo>
                <a:cubicBezTo>
                  <a:pt x="1076508" y="39500"/>
                  <a:pt x="1069966" y="30064"/>
                  <a:pt x="1055626" y="30064"/>
                </a:cubicBezTo>
                <a:cubicBezTo>
                  <a:pt x="1046317" y="30064"/>
                  <a:pt x="1039146" y="35222"/>
                  <a:pt x="1032731" y="41763"/>
                </a:cubicBezTo>
                <a:lnTo>
                  <a:pt x="1032479" y="41763"/>
                </a:lnTo>
                <a:lnTo>
                  <a:pt x="1031347" y="31784"/>
                </a:lnTo>
                <a:lnTo>
                  <a:pt x="1021913" y="31784"/>
                </a:lnTo>
                <a:lnTo>
                  <a:pt x="1021913" y="100086"/>
                </a:lnTo>
                <a:close/>
                <a:moveTo>
                  <a:pt x="1121828" y="131534"/>
                </a:moveTo>
                <a:cubicBezTo>
                  <a:pt x="1142961" y="131534"/>
                  <a:pt x="1156420" y="120587"/>
                  <a:pt x="1156420" y="107869"/>
                </a:cubicBezTo>
                <a:cubicBezTo>
                  <a:pt x="1156420" y="96540"/>
                  <a:pt x="1148370" y="91634"/>
                  <a:pt x="1132646" y="91634"/>
                </a:cubicBezTo>
                <a:lnTo>
                  <a:pt x="1119187" y="91634"/>
                </a:lnTo>
                <a:cubicBezTo>
                  <a:pt x="1110004" y="91634"/>
                  <a:pt x="1107236" y="88500"/>
                  <a:pt x="1107236" y="84235"/>
                </a:cubicBezTo>
                <a:cubicBezTo>
                  <a:pt x="1107236" y="80473"/>
                  <a:pt x="1109123" y="78214"/>
                  <a:pt x="1111640" y="76075"/>
                </a:cubicBezTo>
                <a:cubicBezTo>
                  <a:pt x="1114657" y="77586"/>
                  <a:pt x="1118431" y="78465"/>
                  <a:pt x="1121701" y="78465"/>
                </a:cubicBezTo>
                <a:cubicBezTo>
                  <a:pt x="1135790" y="78465"/>
                  <a:pt x="1146735" y="69282"/>
                  <a:pt x="1146735" y="54685"/>
                </a:cubicBezTo>
                <a:cubicBezTo>
                  <a:pt x="1146735" y="48771"/>
                  <a:pt x="1144470" y="43737"/>
                  <a:pt x="1141201" y="40591"/>
                </a:cubicBezTo>
                <a:lnTo>
                  <a:pt x="1155163" y="40591"/>
                </a:lnTo>
                <a:lnTo>
                  <a:pt x="1155163" y="31784"/>
                </a:lnTo>
                <a:lnTo>
                  <a:pt x="1131389" y="31784"/>
                </a:lnTo>
                <a:cubicBezTo>
                  <a:pt x="1128997" y="30821"/>
                  <a:pt x="1125602" y="30064"/>
                  <a:pt x="1121701" y="30064"/>
                </a:cubicBezTo>
                <a:cubicBezTo>
                  <a:pt x="1107991" y="30064"/>
                  <a:pt x="1096167" y="39498"/>
                  <a:pt x="1096167" y="54455"/>
                </a:cubicBezTo>
                <a:cubicBezTo>
                  <a:pt x="1096167" y="62624"/>
                  <a:pt x="1100568" y="69284"/>
                  <a:pt x="1105098" y="72805"/>
                </a:cubicBezTo>
                <a:lnTo>
                  <a:pt x="1105098" y="73309"/>
                </a:lnTo>
                <a:cubicBezTo>
                  <a:pt x="1101449" y="75824"/>
                  <a:pt x="1097549" y="80352"/>
                  <a:pt x="1097549" y="86008"/>
                </a:cubicBezTo>
                <a:cubicBezTo>
                  <a:pt x="1097549" y="91414"/>
                  <a:pt x="1100192" y="95059"/>
                  <a:pt x="1103714" y="97195"/>
                </a:cubicBezTo>
                <a:lnTo>
                  <a:pt x="1103714" y="97825"/>
                </a:lnTo>
                <a:cubicBezTo>
                  <a:pt x="1097297" y="101721"/>
                  <a:pt x="1093650" y="107383"/>
                  <a:pt x="1093650" y="113295"/>
                </a:cubicBezTo>
                <a:cubicBezTo>
                  <a:pt x="1093650" y="124994"/>
                  <a:pt x="1105223" y="131534"/>
                  <a:pt x="1121828" y="131534"/>
                </a:cubicBezTo>
                <a:moveTo>
                  <a:pt x="1121701" y="70666"/>
                </a:moveTo>
                <a:cubicBezTo>
                  <a:pt x="1113903" y="70666"/>
                  <a:pt x="1107236" y="64382"/>
                  <a:pt x="1107236" y="54455"/>
                </a:cubicBezTo>
                <a:cubicBezTo>
                  <a:pt x="1107236" y="44401"/>
                  <a:pt x="1113778" y="38493"/>
                  <a:pt x="1121701" y="38493"/>
                </a:cubicBezTo>
                <a:cubicBezTo>
                  <a:pt x="1129878" y="38493"/>
                  <a:pt x="1136295" y="44401"/>
                  <a:pt x="1136295" y="54455"/>
                </a:cubicBezTo>
                <a:cubicBezTo>
                  <a:pt x="1136295" y="64382"/>
                  <a:pt x="1129627" y="70666"/>
                  <a:pt x="1121701" y="70666"/>
                </a:cubicBezTo>
                <a:moveTo>
                  <a:pt x="1123463" y="123610"/>
                </a:moveTo>
                <a:cubicBezTo>
                  <a:pt x="1111010" y="123610"/>
                  <a:pt x="1103714" y="118956"/>
                  <a:pt x="1103714" y="111660"/>
                </a:cubicBezTo>
                <a:cubicBezTo>
                  <a:pt x="1103714" y="107760"/>
                  <a:pt x="1105726" y="103608"/>
                  <a:pt x="1110632" y="100086"/>
                </a:cubicBezTo>
                <a:cubicBezTo>
                  <a:pt x="1113651" y="100817"/>
                  <a:pt x="1116922" y="101068"/>
                  <a:pt x="1119438" y="101068"/>
                </a:cubicBezTo>
                <a:lnTo>
                  <a:pt x="1131262" y="101068"/>
                </a:lnTo>
                <a:cubicBezTo>
                  <a:pt x="1140320" y="101068"/>
                  <a:pt x="1145099" y="103335"/>
                  <a:pt x="1145099" y="109758"/>
                </a:cubicBezTo>
                <a:cubicBezTo>
                  <a:pt x="1145099" y="116818"/>
                  <a:pt x="1136671" y="123610"/>
                  <a:pt x="1123463" y="1236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vectors">
            <a:extLst xmlns:a="http://schemas.openxmlformats.org/drawingml/2006/main">
              <a:ext uri="{FF2B5EF4-FFF2-40B4-BE49-F238E27FC236}">
                <a16:creationId xmlns:a16="http://schemas.microsoft.com/office/drawing/2014/main" id="{F846C51C-44F0-48D7-87D1-32CFA6E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077" y="705826"/>
            <a:ext cx="425624" cy="89145"/>
          </a:xfrm>
          <a:custGeom xmlns:a="http://schemas.openxmlformats.org/drawingml/2006/main">
            <a:pathLst>
              <a:path w="425624" h="89145">
                <a:moveTo>
                  <a:pt x="24657" y="87548"/>
                </a:moveTo>
                <a:lnTo>
                  <a:pt x="38116" y="87548"/>
                </a:lnTo>
                <a:lnTo>
                  <a:pt x="62269" y="19246"/>
                </a:lnTo>
                <a:lnTo>
                  <a:pt x="50948" y="19246"/>
                </a:lnTo>
                <a:lnTo>
                  <a:pt x="37990" y="58115"/>
                </a:lnTo>
                <a:cubicBezTo>
                  <a:pt x="35978" y="64781"/>
                  <a:pt x="33713" y="71699"/>
                  <a:pt x="31702" y="78240"/>
                </a:cubicBezTo>
                <a:lnTo>
                  <a:pt x="31072" y="78240"/>
                </a:lnTo>
                <a:cubicBezTo>
                  <a:pt x="29059" y="71699"/>
                  <a:pt x="26920" y="64781"/>
                  <a:pt x="24782" y="58115"/>
                </a:cubicBezTo>
                <a:lnTo>
                  <a:pt x="11950" y="19246"/>
                </a:lnTo>
                <a:lnTo>
                  <a:pt x="0" y="19246"/>
                </a:lnTo>
                <a:lnTo>
                  <a:pt x="24657" y="87548"/>
                </a:lnTo>
                <a:close/>
                <a:moveTo>
                  <a:pt x="103467" y="89145"/>
                </a:moveTo>
                <a:cubicBezTo>
                  <a:pt x="112650" y="89145"/>
                  <a:pt x="119946" y="86127"/>
                  <a:pt x="125857" y="82227"/>
                </a:cubicBezTo>
                <a:lnTo>
                  <a:pt x="121832" y="74563"/>
                </a:lnTo>
                <a:cubicBezTo>
                  <a:pt x="116675" y="77953"/>
                  <a:pt x="111393" y="79962"/>
                  <a:pt x="104724" y="79962"/>
                </a:cubicBezTo>
                <a:cubicBezTo>
                  <a:pt x="91768" y="79962"/>
                  <a:pt x="82837" y="70668"/>
                  <a:pt x="82083" y="56100"/>
                </a:cubicBezTo>
                <a:lnTo>
                  <a:pt x="128122" y="56100"/>
                </a:lnTo>
                <a:cubicBezTo>
                  <a:pt x="128374" y="54340"/>
                  <a:pt x="128625" y="52075"/>
                  <a:pt x="128625" y="49560"/>
                </a:cubicBezTo>
                <a:cubicBezTo>
                  <a:pt x="128625" y="30099"/>
                  <a:pt x="118813" y="17526"/>
                  <a:pt x="101329" y="17526"/>
                </a:cubicBezTo>
                <a:cubicBezTo>
                  <a:pt x="85730" y="17526"/>
                  <a:pt x="70760" y="31229"/>
                  <a:pt x="70760" y="53459"/>
                </a:cubicBezTo>
                <a:cubicBezTo>
                  <a:pt x="70760" y="75945"/>
                  <a:pt x="85227" y="89145"/>
                  <a:pt x="103467" y="89145"/>
                </a:cubicBezTo>
                <a:moveTo>
                  <a:pt x="81956" y="47925"/>
                </a:moveTo>
                <a:cubicBezTo>
                  <a:pt x="83340" y="34368"/>
                  <a:pt x="91893" y="26711"/>
                  <a:pt x="101580" y="26711"/>
                </a:cubicBezTo>
                <a:cubicBezTo>
                  <a:pt x="112272" y="26711"/>
                  <a:pt x="118562" y="34116"/>
                  <a:pt x="118562" y="47925"/>
                </a:cubicBezTo>
                <a:lnTo>
                  <a:pt x="81956" y="47925"/>
                </a:lnTo>
                <a:close/>
                <a:moveTo>
                  <a:pt x="172510" y="89145"/>
                </a:moveTo>
                <a:cubicBezTo>
                  <a:pt x="180685" y="89145"/>
                  <a:pt x="188485" y="85876"/>
                  <a:pt x="194649" y="80592"/>
                </a:cubicBezTo>
                <a:lnTo>
                  <a:pt x="189616" y="72803"/>
                </a:lnTo>
                <a:cubicBezTo>
                  <a:pt x="185339" y="76571"/>
                  <a:pt x="179806" y="79586"/>
                  <a:pt x="173516" y="79586"/>
                </a:cubicBezTo>
                <a:cubicBezTo>
                  <a:pt x="160936" y="79586"/>
                  <a:pt x="152382" y="69162"/>
                  <a:pt x="152382" y="53462"/>
                </a:cubicBezTo>
                <a:cubicBezTo>
                  <a:pt x="152382" y="37763"/>
                  <a:pt x="161438" y="27214"/>
                  <a:pt x="173892" y="27214"/>
                </a:cubicBezTo>
                <a:cubicBezTo>
                  <a:pt x="179176" y="27214"/>
                  <a:pt x="183579" y="29600"/>
                  <a:pt x="187478" y="33116"/>
                </a:cubicBezTo>
                <a:lnTo>
                  <a:pt x="193265" y="25579"/>
                </a:lnTo>
                <a:cubicBezTo>
                  <a:pt x="188485" y="21302"/>
                  <a:pt x="182320" y="17526"/>
                  <a:pt x="173389" y="17526"/>
                </a:cubicBezTo>
                <a:cubicBezTo>
                  <a:pt x="155778" y="17526"/>
                  <a:pt x="140557" y="30730"/>
                  <a:pt x="140557" y="53462"/>
                </a:cubicBezTo>
                <a:cubicBezTo>
                  <a:pt x="140557" y="76070"/>
                  <a:pt x="154394" y="89145"/>
                  <a:pt x="172510" y="89145"/>
                </a:cubicBezTo>
                <a:close/>
                <a:moveTo>
                  <a:pt x="231251" y="89145"/>
                </a:moveTo>
                <a:cubicBezTo>
                  <a:pt x="235528" y="89145"/>
                  <a:pt x="240056" y="87888"/>
                  <a:pt x="243956" y="86630"/>
                </a:cubicBezTo>
                <a:lnTo>
                  <a:pt x="241691" y="77953"/>
                </a:lnTo>
                <a:cubicBezTo>
                  <a:pt x="239428" y="78956"/>
                  <a:pt x="236409" y="79837"/>
                  <a:pt x="233892" y="79837"/>
                </a:cubicBezTo>
                <a:cubicBezTo>
                  <a:pt x="225967" y="79837"/>
                  <a:pt x="223326" y="75060"/>
                  <a:pt x="223326" y="66766"/>
                </a:cubicBezTo>
                <a:lnTo>
                  <a:pt x="223326" y="28556"/>
                </a:lnTo>
                <a:lnTo>
                  <a:pt x="241944" y="28556"/>
                </a:lnTo>
                <a:lnTo>
                  <a:pt x="241944" y="19246"/>
                </a:lnTo>
                <a:lnTo>
                  <a:pt x="223326" y="19246"/>
                </a:lnTo>
                <a:lnTo>
                  <a:pt x="223326" y="0"/>
                </a:lnTo>
                <a:lnTo>
                  <a:pt x="213765" y="0"/>
                </a:lnTo>
                <a:lnTo>
                  <a:pt x="212508" y="19246"/>
                </a:lnTo>
                <a:lnTo>
                  <a:pt x="201690" y="19876"/>
                </a:lnTo>
                <a:lnTo>
                  <a:pt x="201690" y="28556"/>
                </a:lnTo>
                <a:lnTo>
                  <a:pt x="211878" y="28556"/>
                </a:lnTo>
                <a:lnTo>
                  <a:pt x="211878" y="66388"/>
                </a:lnTo>
                <a:cubicBezTo>
                  <a:pt x="211878" y="80089"/>
                  <a:pt x="216784" y="89145"/>
                  <a:pt x="231251" y="89145"/>
                </a:cubicBezTo>
                <a:close/>
                <a:moveTo>
                  <a:pt x="284123" y="89145"/>
                </a:moveTo>
                <a:cubicBezTo>
                  <a:pt x="300853" y="89145"/>
                  <a:pt x="315698" y="76070"/>
                  <a:pt x="315698" y="53462"/>
                </a:cubicBezTo>
                <a:cubicBezTo>
                  <a:pt x="315698" y="30730"/>
                  <a:pt x="300853" y="17526"/>
                  <a:pt x="284123" y="17526"/>
                </a:cubicBezTo>
                <a:cubicBezTo>
                  <a:pt x="267393" y="17526"/>
                  <a:pt x="252548" y="30730"/>
                  <a:pt x="252548" y="53462"/>
                </a:cubicBezTo>
                <a:cubicBezTo>
                  <a:pt x="252548" y="76070"/>
                  <a:pt x="267393" y="89145"/>
                  <a:pt x="284123" y="89145"/>
                </a:cubicBezTo>
                <a:moveTo>
                  <a:pt x="284123" y="79586"/>
                </a:moveTo>
                <a:cubicBezTo>
                  <a:pt x="272299" y="79586"/>
                  <a:pt x="264374" y="69162"/>
                  <a:pt x="264374" y="53462"/>
                </a:cubicBezTo>
                <a:cubicBezTo>
                  <a:pt x="264374" y="37763"/>
                  <a:pt x="272299" y="27214"/>
                  <a:pt x="284123" y="27214"/>
                </a:cubicBezTo>
                <a:cubicBezTo>
                  <a:pt x="295947" y="27214"/>
                  <a:pt x="303999" y="37763"/>
                  <a:pt x="303999" y="53462"/>
                </a:cubicBezTo>
                <a:cubicBezTo>
                  <a:pt x="303999" y="69162"/>
                  <a:pt x="295947" y="79586"/>
                  <a:pt x="284123" y="79586"/>
                </a:cubicBezTo>
                <a:close/>
                <a:moveTo>
                  <a:pt x="334082" y="87548"/>
                </a:moveTo>
                <a:lnTo>
                  <a:pt x="345654" y="87548"/>
                </a:lnTo>
                <a:lnTo>
                  <a:pt x="345654" y="43681"/>
                </a:lnTo>
                <a:cubicBezTo>
                  <a:pt x="350182" y="32116"/>
                  <a:pt x="357102" y="27842"/>
                  <a:pt x="362762" y="27842"/>
                </a:cubicBezTo>
                <a:cubicBezTo>
                  <a:pt x="365655" y="27842"/>
                  <a:pt x="367166" y="28220"/>
                  <a:pt x="369429" y="28974"/>
                </a:cubicBezTo>
                <a:lnTo>
                  <a:pt x="371569" y="19001"/>
                </a:lnTo>
                <a:cubicBezTo>
                  <a:pt x="369429" y="17905"/>
                  <a:pt x="367290" y="17526"/>
                  <a:pt x="364271" y="17526"/>
                </a:cubicBezTo>
                <a:cubicBezTo>
                  <a:pt x="356724" y="17526"/>
                  <a:pt x="349679" y="23062"/>
                  <a:pt x="344900" y="31740"/>
                </a:cubicBezTo>
                <a:lnTo>
                  <a:pt x="344649" y="31740"/>
                </a:lnTo>
                <a:lnTo>
                  <a:pt x="343516" y="19246"/>
                </a:lnTo>
                <a:lnTo>
                  <a:pt x="334082" y="19246"/>
                </a:lnTo>
                <a:lnTo>
                  <a:pt x="334082" y="87548"/>
                </a:lnTo>
                <a:close/>
                <a:moveTo>
                  <a:pt x="400842" y="89145"/>
                </a:moveTo>
                <a:cubicBezTo>
                  <a:pt x="416944" y="89145"/>
                  <a:pt x="425624" y="79964"/>
                  <a:pt x="425624" y="68910"/>
                </a:cubicBezTo>
                <a:cubicBezTo>
                  <a:pt x="425624" y="55975"/>
                  <a:pt x="414804" y="51956"/>
                  <a:pt x="404867" y="48188"/>
                </a:cubicBezTo>
                <a:cubicBezTo>
                  <a:pt x="397193" y="45299"/>
                  <a:pt x="390149" y="42786"/>
                  <a:pt x="390149" y="36381"/>
                </a:cubicBezTo>
                <a:cubicBezTo>
                  <a:pt x="390149" y="30980"/>
                  <a:pt x="394176" y="26460"/>
                  <a:pt x="402856" y="26460"/>
                </a:cubicBezTo>
                <a:cubicBezTo>
                  <a:pt x="408892" y="26460"/>
                  <a:pt x="413674" y="29097"/>
                  <a:pt x="418326" y="32487"/>
                </a:cubicBezTo>
                <a:lnTo>
                  <a:pt x="423862" y="25327"/>
                </a:lnTo>
                <a:cubicBezTo>
                  <a:pt x="418705" y="21051"/>
                  <a:pt x="411157" y="17526"/>
                  <a:pt x="402729" y="17526"/>
                </a:cubicBezTo>
                <a:cubicBezTo>
                  <a:pt x="387759" y="17526"/>
                  <a:pt x="379206" y="26081"/>
                  <a:pt x="379206" y="36884"/>
                </a:cubicBezTo>
                <a:cubicBezTo>
                  <a:pt x="379206" y="48564"/>
                  <a:pt x="389521" y="53086"/>
                  <a:pt x="399080" y="56603"/>
                </a:cubicBezTo>
                <a:cubicBezTo>
                  <a:pt x="406629" y="59365"/>
                  <a:pt x="414679" y="62632"/>
                  <a:pt x="414679" y="69538"/>
                </a:cubicBezTo>
                <a:cubicBezTo>
                  <a:pt x="414679" y="75442"/>
                  <a:pt x="410276" y="80214"/>
                  <a:pt x="401220" y="80214"/>
                </a:cubicBezTo>
                <a:cubicBezTo>
                  <a:pt x="393043" y="80214"/>
                  <a:pt x="387005" y="76949"/>
                  <a:pt x="380966" y="72050"/>
                </a:cubicBezTo>
                <a:lnTo>
                  <a:pt x="375433" y="79713"/>
                </a:lnTo>
                <a:cubicBezTo>
                  <a:pt x="381847" y="85120"/>
                  <a:pt x="391157" y="89145"/>
                  <a:pt x="400842" y="891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bb20279694247"/>
          <a:stretch xmlns:a="http://schemas.openxmlformats.org/drawingml/2006/main"/>
        </p:blipFill>
        <p:spPr>
          <a:xfrm xmlns:a="http://schemas.openxmlformats.org/drawingml/2006/main">
            <a:off x="5813877" y="923505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DBE9B-26E5-4564-9B7A-3B6E7EAF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30" y="919908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bdc496e7344d9"/>
          <a:stretch xmlns:a="http://schemas.openxmlformats.org/drawingml/2006/main"/>
        </p:blipFill>
        <p:spPr>
          <a:xfrm xmlns:a="http://schemas.openxmlformats.org/drawingml/2006/main">
            <a:off x="5949818" y="923571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E06FF-3F8C-438C-B2E7-B5380B4F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174" y="919908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52d506d9a4daf"/>
          <a:stretch xmlns:a="http://schemas.openxmlformats.org/drawingml/2006/main"/>
        </p:blipFill>
        <p:spPr>
          <a:xfrm xmlns:a="http://schemas.openxmlformats.org/drawingml/2006/main">
            <a:off x="6088939" y="923571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AF391-D4BA-485D-80B3-5336B234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72" y="919908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033e32c0c4cf6"/>
          <a:stretch xmlns:a="http://schemas.openxmlformats.org/drawingml/2006/main"/>
        </p:blipFill>
        <p:spPr>
          <a:xfrm xmlns:a="http://schemas.openxmlformats.org/drawingml/2006/main">
            <a:off x="6223670" y="923505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C15EE9-C58A-43CD-B43A-4A19D2C2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991" y="919908"/>
            <a:ext cx="108978" cy="96786"/>
          </a:xfrm>
          <a:custGeom xmlns:a="http://schemas.openxmlformats.org/drawingml/2006/main">
            <a:pathLst>
              <a:path w="108978" h="96786">
                <a:moveTo>
                  <a:pt x="0" y="96786"/>
                </a:moveTo>
                <a:lnTo>
                  <a:pt x="108978" y="96786"/>
                </a:lnTo>
                <a:lnTo>
                  <a:pt x="108978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092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092" y="7887"/>
                </a:lnTo>
                <a:lnTo>
                  <a:pt x="101092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5e494d42b42f3"/>
          <a:stretch xmlns:a="http://schemas.openxmlformats.org/drawingml/2006/main"/>
        </p:blipFill>
        <p:spPr>
          <a:xfrm xmlns:a="http://schemas.openxmlformats.org/drawingml/2006/main">
            <a:off x="5813877" y="1079661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1A6A0-3523-494E-859C-AC5C4F14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30" y="1075332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35f1776224c06"/>
          <a:stretch xmlns:a="http://schemas.openxmlformats.org/drawingml/2006/main"/>
        </p:blipFill>
        <p:spPr>
          <a:xfrm xmlns:a="http://schemas.openxmlformats.org/drawingml/2006/main">
            <a:off x="5949818" y="1079728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58417-E6E0-4A77-981F-11ABB2C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174" y="1075332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cfbb5559d40d0"/>
          <a:stretch xmlns:a="http://schemas.openxmlformats.org/drawingml/2006/main"/>
        </p:blipFill>
        <p:spPr>
          <a:xfrm xmlns:a="http://schemas.openxmlformats.org/drawingml/2006/main">
            <a:off x="6088939" y="1079728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F5350-E65F-4D78-B743-021105F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72" y="1075332"/>
            <a:ext cx="108986" cy="96786"/>
          </a:xfrm>
          <a:custGeom xmlns:a="http://schemas.openxmlformats.org/drawingml/2006/main">
            <a:pathLst>
              <a:path w="108986" h="96786">
                <a:moveTo>
                  <a:pt x="0" y="96786"/>
                </a:moveTo>
                <a:lnTo>
                  <a:pt x="108986" y="96786"/>
                </a:lnTo>
                <a:lnTo>
                  <a:pt x="108986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100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83499b21242e2"/>
          <a:stretch xmlns:a="http://schemas.openxmlformats.org/drawingml/2006/main"/>
        </p:blipFill>
        <p:spPr>
          <a:xfrm xmlns:a="http://schemas.openxmlformats.org/drawingml/2006/main">
            <a:off x="6223670" y="1079661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13CEA-3496-4B07-B36F-B481C884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991" y="1075332"/>
            <a:ext cx="108978" cy="96786"/>
          </a:xfrm>
          <a:custGeom xmlns:a="http://schemas.openxmlformats.org/drawingml/2006/main">
            <a:pathLst>
              <a:path w="108978" h="96786">
                <a:moveTo>
                  <a:pt x="0" y="96786"/>
                </a:moveTo>
                <a:lnTo>
                  <a:pt x="108978" y="96786"/>
                </a:lnTo>
                <a:lnTo>
                  <a:pt x="108978" y="0"/>
                </a:lnTo>
                <a:lnTo>
                  <a:pt x="0" y="0"/>
                </a:lnTo>
                <a:lnTo>
                  <a:pt x="0" y="96786"/>
                </a:lnTo>
                <a:close/>
                <a:moveTo>
                  <a:pt x="101092" y="88899"/>
                </a:moveTo>
                <a:lnTo>
                  <a:pt x="7887" y="88899"/>
                </a:lnTo>
                <a:lnTo>
                  <a:pt x="7887" y="7887"/>
                </a:lnTo>
                <a:lnTo>
                  <a:pt x="101092" y="7887"/>
                </a:lnTo>
                <a:lnTo>
                  <a:pt x="101092" y="8889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84a6d508347f5"/>
          <a:stretch xmlns:a="http://schemas.openxmlformats.org/drawingml/2006/main"/>
        </p:blipFill>
        <p:spPr>
          <a:xfrm xmlns:a="http://schemas.openxmlformats.org/drawingml/2006/main">
            <a:off x="5813877" y="1236764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3F5521-306F-4A40-8399-2D4788A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30" y="1233271"/>
            <a:ext cx="108986" cy="96793"/>
          </a:xfrm>
          <a:custGeom xmlns:a="http://schemas.openxmlformats.org/drawingml/2006/main">
            <a:pathLst>
              <a:path w="108986" h="96793">
                <a:moveTo>
                  <a:pt x="0" y="96793"/>
                </a:moveTo>
                <a:lnTo>
                  <a:pt x="108986" y="96793"/>
                </a:lnTo>
                <a:lnTo>
                  <a:pt x="108986" y="0"/>
                </a:lnTo>
                <a:lnTo>
                  <a:pt x="0" y="0"/>
                </a:lnTo>
                <a:lnTo>
                  <a:pt x="0" y="96793"/>
                </a:lnTo>
                <a:close/>
                <a:moveTo>
                  <a:pt x="101100" y="88907"/>
                </a:moveTo>
                <a:lnTo>
                  <a:pt x="7887" y="88907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90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853cbe69a4c56"/>
          <a:stretch xmlns:a="http://schemas.openxmlformats.org/drawingml/2006/main"/>
        </p:blipFill>
        <p:spPr>
          <a:xfrm xmlns:a="http://schemas.openxmlformats.org/drawingml/2006/main">
            <a:off x="5949818" y="1236831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083359-1CD3-45E9-9551-888E42A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174" y="1233271"/>
            <a:ext cx="108986" cy="96793"/>
          </a:xfrm>
          <a:custGeom xmlns:a="http://schemas.openxmlformats.org/drawingml/2006/main">
            <a:pathLst>
              <a:path w="108986" h="96793">
                <a:moveTo>
                  <a:pt x="0" y="96793"/>
                </a:moveTo>
                <a:lnTo>
                  <a:pt x="108986" y="96793"/>
                </a:lnTo>
                <a:lnTo>
                  <a:pt x="108986" y="0"/>
                </a:lnTo>
                <a:lnTo>
                  <a:pt x="0" y="0"/>
                </a:lnTo>
                <a:lnTo>
                  <a:pt x="0" y="96793"/>
                </a:lnTo>
                <a:close/>
                <a:moveTo>
                  <a:pt x="101100" y="88907"/>
                </a:moveTo>
                <a:lnTo>
                  <a:pt x="7887" y="88907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90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cca32d8444086"/>
          <a:stretch xmlns:a="http://schemas.openxmlformats.org/drawingml/2006/main"/>
        </p:blipFill>
        <p:spPr>
          <a:xfrm xmlns:a="http://schemas.openxmlformats.org/drawingml/2006/main">
            <a:off x="6088939" y="1236831"/>
            <a:ext cx="101265" cy="88829"/>
          </a:xfrm>
          <a:prstGeom xmlns:a="http://schemas.openxmlformats.org/drawingml/2006/main" prst="rect">
            <a:avLst/>
          </a:prstGeom>
        </p:spPr>
      </p:pic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CA5DF-1C17-4FFC-9F39-638FF4A0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272" y="1233271"/>
            <a:ext cx="108986" cy="96793"/>
          </a:xfrm>
          <a:custGeom xmlns:a="http://schemas.openxmlformats.org/drawingml/2006/main">
            <a:pathLst>
              <a:path w="108986" h="96793">
                <a:moveTo>
                  <a:pt x="0" y="96793"/>
                </a:moveTo>
                <a:lnTo>
                  <a:pt x="108986" y="96793"/>
                </a:lnTo>
                <a:lnTo>
                  <a:pt x="108986" y="0"/>
                </a:lnTo>
                <a:lnTo>
                  <a:pt x="0" y="0"/>
                </a:lnTo>
                <a:lnTo>
                  <a:pt x="0" y="96793"/>
                </a:lnTo>
                <a:close/>
                <a:moveTo>
                  <a:pt x="101100" y="88907"/>
                </a:moveTo>
                <a:lnTo>
                  <a:pt x="7887" y="88907"/>
                </a:lnTo>
                <a:lnTo>
                  <a:pt x="7887" y="7887"/>
                </a:lnTo>
                <a:lnTo>
                  <a:pt x="101100" y="7887"/>
                </a:lnTo>
                <a:lnTo>
                  <a:pt x="101100" y="8890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53e526c41406a"/>
          <a:stretch xmlns:a="http://schemas.openxmlformats.org/drawingml/2006/main"/>
        </p:blipFill>
        <p:spPr>
          <a:xfrm xmlns:a="http://schemas.openxmlformats.org/drawingml/2006/main">
            <a:off x="6223670" y="1236764"/>
            <a:ext cx="99637" cy="88962"/>
          </a:xfrm>
          <a:prstGeom xmlns:a="http://schemas.openxmlformats.org/drawingml/2006/main" prst="rect">
            <a:avLst/>
          </a:prstGeom>
        </p:spPr>
      </p:pic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217295-6B13-4375-A7B1-98EAD4B5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991" y="1233271"/>
            <a:ext cx="108978" cy="96793"/>
          </a:xfrm>
          <a:custGeom xmlns:a="http://schemas.openxmlformats.org/drawingml/2006/main">
            <a:pathLst>
              <a:path w="108978" h="96793">
                <a:moveTo>
                  <a:pt x="0" y="96793"/>
                </a:moveTo>
                <a:lnTo>
                  <a:pt x="108978" y="96793"/>
                </a:lnTo>
                <a:lnTo>
                  <a:pt x="108978" y="0"/>
                </a:lnTo>
                <a:lnTo>
                  <a:pt x="0" y="0"/>
                </a:lnTo>
                <a:lnTo>
                  <a:pt x="0" y="96793"/>
                </a:lnTo>
                <a:close/>
                <a:moveTo>
                  <a:pt x="101092" y="88907"/>
                </a:moveTo>
                <a:lnTo>
                  <a:pt x="7887" y="88907"/>
                </a:lnTo>
                <a:lnTo>
                  <a:pt x="7887" y="7887"/>
                </a:lnTo>
                <a:lnTo>
                  <a:pt x="101092" y="7887"/>
                </a:lnTo>
                <a:lnTo>
                  <a:pt x="101092" y="88907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......">
            <a:extLst xmlns:a="http://schemas.openxmlformats.org/drawingml/2006/main">
              <a:ext uri="{FF2B5EF4-FFF2-40B4-BE49-F238E27FC236}">
                <a16:creationId xmlns:a16="http://schemas.microsoft.com/office/drawing/2014/main" id="{A5E401BA-D96E-44CD-8D73-3974242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03" y="997162"/>
            <a:ext cx="211377" cy="14279"/>
          </a:xfrm>
          <a:custGeom xmlns:a="http://schemas.openxmlformats.org/drawingml/2006/main">
            <a:pathLst>
              <a:path w="211377" h="14279">
                <a:moveTo>
                  <a:pt x="0" y="14279"/>
                </a:moveTo>
                <a:lnTo>
                  <a:pt x="0" y="0"/>
                </a:lnTo>
                <a:lnTo>
                  <a:pt x="14210" y="0"/>
                </a:lnTo>
                <a:lnTo>
                  <a:pt x="14210" y="14279"/>
                </a:lnTo>
                <a:lnTo>
                  <a:pt x="0" y="14279"/>
                </a:lnTo>
                <a:close/>
                <a:moveTo>
                  <a:pt x="39433" y="14279"/>
                </a:moveTo>
                <a:lnTo>
                  <a:pt x="39433" y="0"/>
                </a:lnTo>
                <a:lnTo>
                  <a:pt x="53643" y="0"/>
                </a:lnTo>
                <a:lnTo>
                  <a:pt x="53643" y="14279"/>
                </a:lnTo>
                <a:lnTo>
                  <a:pt x="39433" y="14279"/>
                </a:lnTo>
                <a:close/>
                <a:moveTo>
                  <a:pt x="78867" y="14279"/>
                </a:moveTo>
                <a:lnTo>
                  <a:pt x="78867" y="0"/>
                </a:lnTo>
                <a:lnTo>
                  <a:pt x="93077" y="0"/>
                </a:lnTo>
                <a:lnTo>
                  <a:pt x="93077" y="14279"/>
                </a:lnTo>
                <a:lnTo>
                  <a:pt x="78867" y="14279"/>
                </a:lnTo>
                <a:close/>
                <a:moveTo>
                  <a:pt x="118300" y="14279"/>
                </a:moveTo>
                <a:lnTo>
                  <a:pt x="118300" y="0"/>
                </a:lnTo>
                <a:lnTo>
                  <a:pt x="132510" y="0"/>
                </a:lnTo>
                <a:lnTo>
                  <a:pt x="132510" y="14279"/>
                </a:lnTo>
                <a:lnTo>
                  <a:pt x="118300" y="14279"/>
                </a:lnTo>
                <a:close/>
                <a:moveTo>
                  <a:pt x="157734" y="14279"/>
                </a:moveTo>
                <a:lnTo>
                  <a:pt x="157734" y="0"/>
                </a:lnTo>
                <a:lnTo>
                  <a:pt x="171944" y="0"/>
                </a:lnTo>
                <a:lnTo>
                  <a:pt x="171944" y="14279"/>
                </a:lnTo>
                <a:lnTo>
                  <a:pt x="157734" y="14279"/>
                </a:lnTo>
                <a:close/>
                <a:moveTo>
                  <a:pt x="197167" y="14279"/>
                </a:moveTo>
                <a:lnTo>
                  <a:pt x="197167" y="0"/>
                </a:lnTo>
                <a:lnTo>
                  <a:pt x="211377" y="0"/>
                </a:lnTo>
                <a:lnTo>
                  <a:pt x="211377" y="14279"/>
                </a:lnTo>
                <a:lnTo>
                  <a:pt x="197167" y="14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......">
            <a:extLst xmlns:a="http://schemas.openxmlformats.org/drawingml/2006/main">
              <a:ext uri="{FF2B5EF4-FFF2-40B4-BE49-F238E27FC236}">
                <a16:creationId xmlns:a16="http://schemas.microsoft.com/office/drawing/2014/main" id="{FC86D62A-94E4-462C-B26F-4F529B5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03" y="1157317"/>
            <a:ext cx="211377" cy="14279"/>
          </a:xfrm>
          <a:custGeom xmlns:a="http://schemas.openxmlformats.org/drawingml/2006/main">
            <a:pathLst>
              <a:path w="211377" h="14279">
                <a:moveTo>
                  <a:pt x="0" y="14279"/>
                </a:moveTo>
                <a:lnTo>
                  <a:pt x="0" y="0"/>
                </a:lnTo>
                <a:lnTo>
                  <a:pt x="14210" y="0"/>
                </a:lnTo>
                <a:lnTo>
                  <a:pt x="14210" y="14279"/>
                </a:lnTo>
                <a:lnTo>
                  <a:pt x="0" y="14279"/>
                </a:lnTo>
                <a:close/>
                <a:moveTo>
                  <a:pt x="39433" y="14279"/>
                </a:moveTo>
                <a:lnTo>
                  <a:pt x="39433" y="0"/>
                </a:lnTo>
                <a:lnTo>
                  <a:pt x="53643" y="0"/>
                </a:lnTo>
                <a:lnTo>
                  <a:pt x="53643" y="14279"/>
                </a:lnTo>
                <a:lnTo>
                  <a:pt x="39433" y="14279"/>
                </a:lnTo>
                <a:close/>
                <a:moveTo>
                  <a:pt x="78867" y="14279"/>
                </a:moveTo>
                <a:lnTo>
                  <a:pt x="78867" y="0"/>
                </a:lnTo>
                <a:lnTo>
                  <a:pt x="93077" y="0"/>
                </a:lnTo>
                <a:lnTo>
                  <a:pt x="93077" y="14279"/>
                </a:lnTo>
                <a:lnTo>
                  <a:pt x="78867" y="14279"/>
                </a:lnTo>
                <a:close/>
                <a:moveTo>
                  <a:pt x="118300" y="14279"/>
                </a:moveTo>
                <a:lnTo>
                  <a:pt x="118300" y="0"/>
                </a:lnTo>
                <a:lnTo>
                  <a:pt x="132510" y="0"/>
                </a:lnTo>
                <a:lnTo>
                  <a:pt x="132510" y="14279"/>
                </a:lnTo>
                <a:lnTo>
                  <a:pt x="118300" y="14279"/>
                </a:lnTo>
                <a:close/>
                <a:moveTo>
                  <a:pt x="157734" y="14279"/>
                </a:moveTo>
                <a:lnTo>
                  <a:pt x="157734" y="0"/>
                </a:lnTo>
                <a:lnTo>
                  <a:pt x="171944" y="0"/>
                </a:lnTo>
                <a:lnTo>
                  <a:pt x="171944" y="14279"/>
                </a:lnTo>
                <a:lnTo>
                  <a:pt x="157734" y="14279"/>
                </a:lnTo>
                <a:close/>
                <a:moveTo>
                  <a:pt x="197167" y="14279"/>
                </a:moveTo>
                <a:lnTo>
                  <a:pt x="197167" y="0"/>
                </a:lnTo>
                <a:lnTo>
                  <a:pt x="211377" y="0"/>
                </a:lnTo>
                <a:lnTo>
                  <a:pt x="211377" y="14279"/>
                </a:lnTo>
                <a:lnTo>
                  <a:pt x="197167" y="14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......">
            <a:extLst xmlns:a="http://schemas.openxmlformats.org/drawingml/2006/main">
              <a:ext uri="{FF2B5EF4-FFF2-40B4-BE49-F238E27FC236}">
                <a16:creationId xmlns:a16="http://schemas.microsoft.com/office/drawing/2014/main" id="{AFD295C3-E11C-49CB-89F6-09EDBC4F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03" y="1310532"/>
            <a:ext cx="211377" cy="14279"/>
          </a:xfrm>
          <a:custGeom xmlns:a="http://schemas.openxmlformats.org/drawingml/2006/main">
            <a:pathLst>
              <a:path w="211377" h="14279">
                <a:moveTo>
                  <a:pt x="0" y="14279"/>
                </a:moveTo>
                <a:lnTo>
                  <a:pt x="0" y="0"/>
                </a:lnTo>
                <a:lnTo>
                  <a:pt x="14210" y="0"/>
                </a:lnTo>
                <a:lnTo>
                  <a:pt x="14210" y="14279"/>
                </a:lnTo>
                <a:lnTo>
                  <a:pt x="0" y="14279"/>
                </a:lnTo>
                <a:close/>
                <a:moveTo>
                  <a:pt x="39433" y="14279"/>
                </a:moveTo>
                <a:lnTo>
                  <a:pt x="39433" y="0"/>
                </a:lnTo>
                <a:lnTo>
                  <a:pt x="53643" y="0"/>
                </a:lnTo>
                <a:lnTo>
                  <a:pt x="53643" y="14279"/>
                </a:lnTo>
                <a:lnTo>
                  <a:pt x="39433" y="14279"/>
                </a:lnTo>
                <a:close/>
                <a:moveTo>
                  <a:pt x="78867" y="14279"/>
                </a:moveTo>
                <a:lnTo>
                  <a:pt x="78867" y="0"/>
                </a:lnTo>
                <a:lnTo>
                  <a:pt x="93077" y="0"/>
                </a:lnTo>
                <a:lnTo>
                  <a:pt x="93077" y="14279"/>
                </a:lnTo>
                <a:lnTo>
                  <a:pt x="78867" y="14279"/>
                </a:lnTo>
                <a:close/>
                <a:moveTo>
                  <a:pt x="118300" y="14279"/>
                </a:moveTo>
                <a:lnTo>
                  <a:pt x="118300" y="0"/>
                </a:lnTo>
                <a:lnTo>
                  <a:pt x="132510" y="0"/>
                </a:lnTo>
                <a:lnTo>
                  <a:pt x="132510" y="14279"/>
                </a:lnTo>
                <a:lnTo>
                  <a:pt x="118300" y="14279"/>
                </a:lnTo>
                <a:close/>
                <a:moveTo>
                  <a:pt x="157734" y="14279"/>
                </a:moveTo>
                <a:lnTo>
                  <a:pt x="157734" y="0"/>
                </a:lnTo>
                <a:lnTo>
                  <a:pt x="171944" y="0"/>
                </a:lnTo>
                <a:lnTo>
                  <a:pt x="171944" y="14279"/>
                </a:lnTo>
                <a:lnTo>
                  <a:pt x="157734" y="14279"/>
                </a:lnTo>
                <a:close/>
                <a:moveTo>
                  <a:pt x="197167" y="14279"/>
                </a:moveTo>
                <a:lnTo>
                  <a:pt x="197167" y="0"/>
                </a:lnTo>
                <a:lnTo>
                  <a:pt x="211377" y="0"/>
                </a:lnTo>
                <a:lnTo>
                  <a:pt x="211377" y="14279"/>
                </a:lnTo>
                <a:lnTo>
                  <a:pt x="197167" y="14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AS">
            <a:extLst xmlns:a="http://schemas.openxmlformats.org/drawingml/2006/main">
              <a:ext uri="{FF2B5EF4-FFF2-40B4-BE49-F238E27FC236}">
                <a16:creationId xmlns:a16="http://schemas.microsoft.com/office/drawing/2014/main" id="{423B0950-3B5F-4874-B8EA-0EBFC338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411" y="934162"/>
            <a:ext cx="148153" cy="82240"/>
          </a:xfrm>
          <a:custGeom xmlns:a="http://schemas.openxmlformats.org/drawingml/2006/main">
            <a:pathLst>
              <a:path w="148153" h="82240">
                <a:moveTo>
                  <a:pt x="79589" y="80725"/>
                </a:moveTo>
                <a:lnTo>
                  <a:pt x="62167" y="80725"/>
                </a:lnTo>
                <a:lnTo>
                  <a:pt x="55242" y="62654"/>
                </a:lnTo>
                <a:lnTo>
                  <a:pt x="23536" y="62654"/>
                </a:lnTo>
                <a:lnTo>
                  <a:pt x="16989" y="80725"/>
                </a:lnTo>
                <a:lnTo>
                  <a:pt x="0" y="80725"/>
                </a:lnTo>
                <a:lnTo>
                  <a:pt x="30894" y="1407"/>
                </a:lnTo>
                <a:lnTo>
                  <a:pt x="47829" y="1407"/>
                </a:lnTo>
                <a:lnTo>
                  <a:pt x="79589" y="80725"/>
                </a:lnTo>
                <a:moveTo>
                  <a:pt x="50102" y="49236"/>
                </a:moveTo>
                <a:lnTo>
                  <a:pt x="39172" y="19911"/>
                </a:lnTo>
                <a:lnTo>
                  <a:pt x="28460" y="49236"/>
                </a:lnTo>
                <a:lnTo>
                  <a:pt x="50102" y="49236"/>
                </a:lnTo>
                <a:close/>
                <a:moveTo>
                  <a:pt x="83659" y="54971"/>
                </a:moveTo>
                <a:lnTo>
                  <a:pt x="99242" y="53456"/>
                </a:lnTo>
                <a:cubicBezTo>
                  <a:pt x="100180" y="58706"/>
                  <a:pt x="102082" y="62561"/>
                  <a:pt x="104950" y="65023"/>
                </a:cubicBezTo>
                <a:cubicBezTo>
                  <a:pt x="107818" y="67484"/>
                  <a:pt x="111686" y="68714"/>
                  <a:pt x="116556" y="68714"/>
                </a:cubicBezTo>
                <a:cubicBezTo>
                  <a:pt x="121714" y="68714"/>
                  <a:pt x="125600" y="67620"/>
                  <a:pt x="128215" y="65430"/>
                </a:cubicBezTo>
                <a:cubicBezTo>
                  <a:pt x="130830" y="63241"/>
                  <a:pt x="132138" y="60681"/>
                  <a:pt x="132138" y="57749"/>
                </a:cubicBezTo>
                <a:cubicBezTo>
                  <a:pt x="132138" y="55868"/>
                  <a:pt x="131588" y="54267"/>
                  <a:pt x="130488" y="52947"/>
                </a:cubicBezTo>
                <a:cubicBezTo>
                  <a:pt x="129388" y="51626"/>
                  <a:pt x="127467" y="50477"/>
                  <a:pt x="124726" y="49500"/>
                </a:cubicBezTo>
                <a:cubicBezTo>
                  <a:pt x="122850" y="48849"/>
                  <a:pt x="118576" y="47693"/>
                  <a:pt x="111903" y="46030"/>
                </a:cubicBezTo>
                <a:cubicBezTo>
                  <a:pt x="103318" y="43898"/>
                  <a:pt x="97294" y="41277"/>
                  <a:pt x="93831" y="38168"/>
                </a:cubicBezTo>
                <a:cubicBezTo>
                  <a:pt x="88962" y="33795"/>
                  <a:pt x="86527" y="28463"/>
                  <a:pt x="86527" y="22175"/>
                </a:cubicBezTo>
                <a:cubicBezTo>
                  <a:pt x="86527" y="18127"/>
                  <a:pt x="87672" y="14341"/>
                  <a:pt x="89963" y="10818"/>
                </a:cubicBezTo>
                <a:cubicBezTo>
                  <a:pt x="92253" y="7293"/>
                  <a:pt x="95554" y="4609"/>
                  <a:pt x="99864" y="2766"/>
                </a:cubicBezTo>
                <a:cubicBezTo>
                  <a:pt x="104174" y="922"/>
                  <a:pt x="109378" y="0"/>
                  <a:pt x="115474" y="0"/>
                </a:cubicBezTo>
                <a:cubicBezTo>
                  <a:pt x="125429" y="0"/>
                  <a:pt x="132923" y="2192"/>
                  <a:pt x="137954" y="6577"/>
                </a:cubicBezTo>
                <a:cubicBezTo>
                  <a:pt x="142986" y="10961"/>
                  <a:pt x="145628" y="16812"/>
                  <a:pt x="145881" y="24131"/>
                </a:cubicBezTo>
                <a:lnTo>
                  <a:pt x="129866" y="24780"/>
                </a:lnTo>
                <a:cubicBezTo>
                  <a:pt x="129180" y="20704"/>
                  <a:pt x="127710" y="17774"/>
                  <a:pt x="125456" y="15988"/>
                </a:cubicBezTo>
                <a:cubicBezTo>
                  <a:pt x="123202" y="14203"/>
                  <a:pt x="119820" y="13310"/>
                  <a:pt x="115311" y="13310"/>
                </a:cubicBezTo>
                <a:cubicBezTo>
                  <a:pt x="110658" y="13310"/>
                  <a:pt x="107015" y="14266"/>
                  <a:pt x="104382" y="16179"/>
                </a:cubicBezTo>
                <a:cubicBezTo>
                  <a:pt x="102687" y="17406"/>
                  <a:pt x="101839" y="19047"/>
                  <a:pt x="101839" y="21105"/>
                </a:cubicBezTo>
                <a:cubicBezTo>
                  <a:pt x="101839" y="22981"/>
                  <a:pt x="102632" y="24587"/>
                  <a:pt x="104220" y="25922"/>
                </a:cubicBezTo>
                <a:cubicBezTo>
                  <a:pt x="106240" y="27618"/>
                  <a:pt x="111145" y="29388"/>
                  <a:pt x="118936" y="31231"/>
                </a:cubicBezTo>
                <a:cubicBezTo>
                  <a:pt x="126727" y="33074"/>
                  <a:pt x="132490" y="34980"/>
                  <a:pt x="136223" y="36951"/>
                </a:cubicBezTo>
                <a:cubicBezTo>
                  <a:pt x="139956" y="38920"/>
                  <a:pt x="142878" y="41612"/>
                  <a:pt x="144988" y="45028"/>
                </a:cubicBezTo>
                <a:cubicBezTo>
                  <a:pt x="147098" y="48442"/>
                  <a:pt x="148153" y="52661"/>
                  <a:pt x="148153" y="57685"/>
                </a:cubicBezTo>
                <a:cubicBezTo>
                  <a:pt x="148153" y="62238"/>
                  <a:pt x="146891" y="66502"/>
                  <a:pt x="144366" y="70478"/>
                </a:cubicBezTo>
                <a:cubicBezTo>
                  <a:pt x="141841" y="74453"/>
                  <a:pt x="138270" y="77408"/>
                  <a:pt x="133653" y="79341"/>
                </a:cubicBezTo>
                <a:cubicBezTo>
                  <a:pt x="129036" y="81274"/>
                  <a:pt x="123283" y="82240"/>
                  <a:pt x="116393" y="82240"/>
                </a:cubicBezTo>
                <a:cubicBezTo>
                  <a:pt x="106366" y="82240"/>
                  <a:pt x="98665" y="79918"/>
                  <a:pt x="93290" y="75274"/>
                </a:cubicBezTo>
                <a:cubicBezTo>
                  <a:pt x="87916" y="70630"/>
                  <a:pt x="84706" y="63863"/>
                  <a:pt x="83659" y="54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42AC286B-FE06-4ED0-829D-A39F7B6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485" y="984992"/>
            <a:ext cx="22568" cy="51584"/>
          </a:xfrm>
          <a:custGeom xmlns:a="http://schemas.openxmlformats.org/drawingml/2006/main">
            <a:pathLst>
              <a:path w="22568" h="51584">
                <a:moveTo>
                  <a:pt x="22568" y="51584"/>
                </a:moveTo>
                <a:lnTo>
                  <a:pt x="12721" y="51584"/>
                </a:lnTo>
                <a:lnTo>
                  <a:pt x="12721" y="14513"/>
                </a:lnTo>
                <a:cubicBezTo>
                  <a:pt x="9123" y="17891"/>
                  <a:pt x="4883" y="20389"/>
                  <a:pt x="0" y="22007"/>
                </a:cubicBezTo>
                <a:lnTo>
                  <a:pt x="0" y="13036"/>
                </a:lnTo>
                <a:cubicBezTo>
                  <a:pt x="2570" y="12193"/>
                  <a:pt x="5362" y="10594"/>
                  <a:pt x="8375" y="8241"/>
                </a:cubicBezTo>
                <a:cubicBezTo>
                  <a:pt x="11389" y="5886"/>
                  <a:pt x="13457" y="3139"/>
                  <a:pt x="14578" y="0"/>
                </a:cubicBezTo>
                <a:lnTo>
                  <a:pt x="22568" y="0"/>
                </a:lnTo>
                <a:lnTo>
                  <a:pt x="22568" y="51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AS">
            <a:extLst xmlns:a="http://schemas.openxmlformats.org/drawingml/2006/main">
              <a:ext uri="{FF2B5EF4-FFF2-40B4-BE49-F238E27FC236}">
                <a16:creationId xmlns:a16="http://schemas.microsoft.com/office/drawing/2014/main" id="{27BCCDCB-111F-4443-B238-47BED3CF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411" y="1089901"/>
            <a:ext cx="148153" cy="82240"/>
          </a:xfrm>
          <a:custGeom xmlns:a="http://schemas.openxmlformats.org/drawingml/2006/main">
            <a:pathLst>
              <a:path w="148153" h="82240">
                <a:moveTo>
                  <a:pt x="79589" y="80725"/>
                </a:moveTo>
                <a:lnTo>
                  <a:pt x="62167" y="80725"/>
                </a:lnTo>
                <a:lnTo>
                  <a:pt x="55242" y="62654"/>
                </a:lnTo>
                <a:lnTo>
                  <a:pt x="23536" y="62654"/>
                </a:lnTo>
                <a:lnTo>
                  <a:pt x="16989" y="80725"/>
                </a:lnTo>
                <a:lnTo>
                  <a:pt x="0" y="80725"/>
                </a:lnTo>
                <a:lnTo>
                  <a:pt x="30894" y="1407"/>
                </a:lnTo>
                <a:lnTo>
                  <a:pt x="47829" y="1407"/>
                </a:lnTo>
                <a:lnTo>
                  <a:pt x="79589" y="80725"/>
                </a:lnTo>
                <a:moveTo>
                  <a:pt x="50102" y="49236"/>
                </a:moveTo>
                <a:lnTo>
                  <a:pt x="39172" y="19911"/>
                </a:lnTo>
                <a:lnTo>
                  <a:pt x="28460" y="49236"/>
                </a:lnTo>
                <a:lnTo>
                  <a:pt x="50102" y="49236"/>
                </a:lnTo>
                <a:close/>
                <a:moveTo>
                  <a:pt x="83659" y="54971"/>
                </a:moveTo>
                <a:lnTo>
                  <a:pt x="99242" y="53456"/>
                </a:lnTo>
                <a:cubicBezTo>
                  <a:pt x="100180" y="58706"/>
                  <a:pt x="102082" y="62561"/>
                  <a:pt x="104950" y="65023"/>
                </a:cubicBezTo>
                <a:cubicBezTo>
                  <a:pt x="107818" y="67484"/>
                  <a:pt x="111686" y="68714"/>
                  <a:pt x="116556" y="68714"/>
                </a:cubicBezTo>
                <a:cubicBezTo>
                  <a:pt x="121714" y="68714"/>
                  <a:pt x="125600" y="67620"/>
                  <a:pt x="128215" y="65430"/>
                </a:cubicBezTo>
                <a:cubicBezTo>
                  <a:pt x="130830" y="63241"/>
                  <a:pt x="132138" y="60681"/>
                  <a:pt x="132138" y="57749"/>
                </a:cubicBezTo>
                <a:cubicBezTo>
                  <a:pt x="132138" y="55868"/>
                  <a:pt x="131588" y="54267"/>
                  <a:pt x="130488" y="52947"/>
                </a:cubicBezTo>
                <a:cubicBezTo>
                  <a:pt x="129388" y="51626"/>
                  <a:pt x="127467" y="50477"/>
                  <a:pt x="124726" y="49500"/>
                </a:cubicBezTo>
                <a:cubicBezTo>
                  <a:pt x="122850" y="48849"/>
                  <a:pt x="118576" y="47693"/>
                  <a:pt x="111903" y="46030"/>
                </a:cubicBezTo>
                <a:cubicBezTo>
                  <a:pt x="103318" y="43898"/>
                  <a:pt x="97294" y="41277"/>
                  <a:pt x="93831" y="38168"/>
                </a:cubicBezTo>
                <a:cubicBezTo>
                  <a:pt x="88962" y="33795"/>
                  <a:pt x="86527" y="28463"/>
                  <a:pt x="86527" y="22175"/>
                </a:cubicBezTo>
                <a:cubicBezTo>
                  <a:pt x="86527" y="18127"/>
                  <a:pt x="87672" y="14341"/>
                  <a:pt x="89963" y="10818"/>
                </a:cubicBezTo>
                <a:cubicBezTo>
                  <a:pt x="92253" y="7293"/>
                  <a:pt x="95554" y="4609"/>
                  <a:pt x="99864" y="2766"/>
                </a:cubicBezTo>
                <a:cubicBezTo>
                  <a:pt x="104174" y="922"/>
                  <a:pt x="109378" y="0"/>
                  <a:pt x="115474" y="0"/>
                </a:cubicBezTo>
                <a:cubicBezTo>
                  <a:pt x="125429" y="0"/>
                  <a:pt x="132923" y="2192"/>
                  <a:pt x="137954" y="6577"/>
                </a:cubicBezTo>
                <a:cubicBezTo>
                  <a:pt x="142986" y="10961"/>
                  <a:pt x="145628" y="16812"/>
                  <a:pt x="145881" y="24131"/>
                </a:cubicBezTo>
                <a:lnTo>
                  <a:pt x="129866" y="24780"/>
                </a:lnTo>
                <a:cubicBezTo>
                  <a:pt x="129180" y="20704"/>
                  <a:pt x="127710" y="17774"/>
                  <a:pt x="125456" y="15988"/>
                </a:cubicBezTo>
                <a:cubicBezTo>
                  <a:pt x="123202" y="14203"/>
                  <a:pt x="119820" y="13310"/>
                  <a:pt x="115311" y="13310"/>
                </a:cubicBezTo>
                <a:cubicBezTo>
                  <a:pt x="110658" y="13310"/>
                  <a:pt x="107015" y="14266"/>
                  <a:pt x="104382" y="16179"/>
                </a:cubicBezTo>
                <a:cubicBezTo>
                  <a:pt x="102687" y="17406"/>
                  <a:pt x="101839" y="19047"/>
                  <a:pt x="101839" y="21105"/>
                </a:cubicBezTo>
                <a:cubicBezTo>
                  <a:pt x="101839" y="22981"/>
                  <a:pt x="102632" y="24587"/>
                  <a:pt x="104220" y="25922"/>
                </a:cubicBezTo>
                <a:cubicBezTo>
                  <a:pt x="106240" y="27618"/>
                  <a:pt x="111145" y="29388"/>
                  <a:pt x="118936" y="31231"/>
                </a:cubicBezTo>
                <a:cubicBezTo>
                  <a:pt x="126727" y="33074"/>
                  <a:pt x="132490" y="34980"/>
                  <a:pt x="136223" y="36951"/>
                </a:cubicBezTo>
                <a:cubicBezTo>
                  <a:pt x="139956" y="38920"/>
                  <a:pt x="142878" y="41612"/>
                  <a:pt x="144988" y="45028"/>
                </a:cubicBezTo>
                <a:cubicBezTo>
                  <a:pt x="147098" y="48442"/>
                  <a:pt x="148153" y="52661"/>
                  <a:pt x="148153" y="57685"/>
                </a:cubicBezTo>
                <a:cubicBezTo>
                  <a:pt x="148153" y="62238"/>
                  <a:pt x="146891" y="66502"/>
                  <a:pt x="144366" y="70478"/>
                </a:cubicBezTo>
                <a:cubicBezTo>
                  <a:pt x="141841" y="74453"/>
                  <a:pt x="138270" y="77408"/>
                  <a:pt x="133653" y="79341"/>
                </a:cubicBezTo>
                <a:cubicBezTo>
                  <a:pt x="129036" y="81274"/>
                  <a:pt x="123283" y="82240"/>
                  <a:pt x="116393" y="82240"/>
                </a:cubicBezTo>
                <a:cubicBezTo>
                  <a:pt x="106366" y="82240"/>
                  <a:pt x="98665" y="79918"/>
                  <a:pt x="93290" y="75274"/>
                </a:cubicBezTo>
                <a:cubicBezTo>
                  <a:pt x="87916" y="70630"/>
                  <a:pt x="84706" y="63863"/>
                  <a:pt x="83659" y="54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2">
            <a:extLst xmlns:a="http://schemas.openxmlformats.org/drawingml/2006/main">
              <a:ext uri="{FF2B5EF4-FFF2-40B4-BE49-F238E27FC236}">
                <a16:creationId xmlns:a16="http://schemas.microsoft.com/office/drawing/2014/main" id="{2ECD602F-6D80-43CF-8A1D-EB8E227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9595" y="1140731"/>
            <a:ext cx="34518" cy="51584"/>
          </a:xfrm>
          <a:custGeom xmlns:a="http://schemas.openxmlformats.org/drawingml/2006/main">
            <a:pathLst>
              <a:path w="34518" h="51584">
                <a:moveTo>
                  <a:pt x="34518" y="42403"/>
                </a:moveTo>
                <a:lnTo>
                  <a:pt x="34518" y="51584"/>
                </a:lnTo>
                <a:lnTo>
                  <a:pt x="0" y="51584"/>
                </a:lnTo>
                <a:cubicBezTo>
                  <a:pt x="374" y="48129"/>
                  <a:pt x="1495" y="44856"/>
                  <a:pt x="3364" y="41763"/>
                </a:cubicBezTo>
                <a:cubicBezTo>
                  <a:pt x="5233" y="38670"/>
                  <a:pt x="8924" y="34567"/>
                  <a:pt x="14438" y="29454"/>
                </a:cubicBezTo>
                <a:cubicBezTo>
                  <a:pt x="18877" y="25323"/>
                  <a:pt x="21598" y="22522"/>
                  <a:pt x="22603" y="21051"/>
                </a:cubicBezTo>
                <a:cubicBezTo>
                  <a:pt x="23958" y="19020"/>
                  <a:pt x="24636" y="17012"/>
                  <a:pt x="24636" y="15028"/>
                </a:cubicBezTo>
                <a:cubicBezTo>
                  <a:pt x="24636" y="12834"/>
                  <a:pt x="24046" y="11147"/>
                  <a:pt x="22866" y="9969"/>
                </a:cubicBezTo>
                <a:cubicBezTo>
                  <a:pt x="21686" y="8790"/>
                  <a:pt x="20057" y="8200"/>
                  <a:pt x="17977" y="8200"/>
                </a:cubicBezTo>
                <a:cubicBezTo>
                  <a:pt x="15921" y="8200"/>
                  <a:pt x="14286" y="8822"/>
                  <a:pt x="13071" y="10066"/>
                </a:cubicBezTo>
                <a:cubicBezTo>
                  <a:pt x="11856" y="11310"/>
                  <a:pt x="11155" y="13374"/>
                  <a:pt x="10969" y="16260"/>
                </a:cubicBezTo>
                <a:lnTo>
                  <a:pt x="1156" y="15275"/>
                </a:lnTo>
                <a:cubicBezTo>
                  <a:pt x="1740" y="9831"/>
                  <a:pt x="3574" y="5925"/>
                  <a:pt x="6658" y="3555"/>
                </a:cubicBezTo>
                <a:cubicBezTo>
                  <a:pt x="9742" y="1185"/>
                  <a:pt x="13597" y="0"/>
                  <a:pt x="18223" y="0"/>
                </a:cubicBezTo>
                <a:cubicBezTo>
                  <a:pt x="23292" y="0"/>
                  <a:pt x="27275" y="1366"/>
                  <a:pt x="30172" y="4097"/>
                </a:cubicBezTo>
                <a:cubicBezTo>
                  <a:pt x="33069" y="6828"/>
                  <a:pt x="34518" y="10224"/>
                  <a:pt x="34518" y="14286"/>
                </a:cubicBezTo>
                <a:cubicBezTo>
                  <a:pt x="34518" y="16597"/>
                  <a:pt x="34103" y="18798"/>
                  <a:pt x="33274" y="20887"/>
                </a:cubicBezTo>
                <a:cubicBezTo>
                  <a:pt x="32444" y="22976"/>
                  <a:pt x="31130" y="25164"/>
                  <a:pt x="29331" y="27451"/>
                </a:cubicBezTo>
                <a:cubicBezTo>
                  <a:pt x="28140" y="28969"/>
                  <a:pt x="25991" y="31152"/>
                  <a:pt x="22883" y="34000"/>
                </a:cubicBezTo>
                <a:cubicBezTo>
                  <a:pt x="19776" y="36847"/>
                  <a:pt x="17808" y="38738"/>
                  <a:pt x="16979" y="39671"/>
                </a:cubicBezTo>
                <a:cubicBezTo>
                  <a:pt x="16149" y="40605"/>
                  <a:pt x="15478" y="41516"/>
                  <a:pt x="14964" y="42403"/>
                </a:cubicBezTo>
                <a:lnTo>
                  <a:pt x="34518" y="424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AS">
            <a:extLst xmlns:a="http://schemas.openxmlformats.org/drawingml/2006/main">
              <a:ext uri="{FF2B5EF4-FFF2-40B4-BE49-F238E27FC236}">
                <a16:creationId xmlns:a16="http://schemas.microsoft.com/office/drawing/2014/main" id="{5B980A1A-586D-44C5-8EFA-76700E4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411" y="1247848"/>
            <a:ext cx="148153" cy="82240"/>
          </a:xfrm>
          <a:custGeom xmlns:a="http://schemas.openxmlformats.org/drawingml/2006/main">
            <a:pathLst>
              <a:path w="148153" h="82240">
                <a:moveTo>
                  <a:pt x="79589" y="80725"/>
                </a:moveTo>
                <a:lnTo>
                  <a:pt x="62167" y="80725"/>
                </a:lnTo>
                <a:lnTo>
                  <a:pt x="55242" y="62654"/>
                </a:lnTo>
                <a:lnTo>
                  <a:pt x="23536" y="62654"/>
                </a:lnTo>
                <a:lnTo>
                  <a:pt x="16989" y="80725"/>
                </a:lnTo>
                <a:lnTo>
                  <a:pt x="0" y="80725"/>
                </a:lnTo>
                <a:lnTo>
                  <a:pt x="30894" y="1407"/>
                </a:lnTo>
                <a:lnTo>
                  <a:pt x="47829" y="1407"/>
                </a:lnTo>
                <a:lnTo>
                  <a:pt x="79589" y="80725"/>
                </a:lnTo>
                <a:moveTo>
                  <a:pt x="50102" y="49236"/>
                </a:moveTo>
                <a:lnTo>
                  <a:pt x="39172" y="19911"/>
                </a:lnTo>
                <a:lnTo>
                  <a:pt x="28460" y="49236"/>
                </a:lnTo>
                <a:lnTo>
                  <a:pt x="50102" y="49236"/>
                </a:lnTo>
                <a:close/>
                <a:moveTo>
                  <a:pt x="83659" y="54971"/>
                </a:moveTo>
                <a:lnTo>
                  <a:pt x="99242" y="53456"/>
                </a:lnTo>
                <a:cubicBezTo>
                  <a:pt x="100180" y="58706"/>
                  <a:pt x="102082" y="62561"/>
                  <a:pt x="104950" y="65023"/>
                </a:cubicBezTo>
                <a:cubicBezTo>
                  <a:pt x="107818" y="67484"/>
                  <a:pt x="111686" y="68714"/>
                  <a:pt x="116556" y="68714"/>
                </a:cubicBezTo>
                <a:cubicBezTo>
                  <a:pt x="121714" y="68714"/>
                  <a:pt x="125600" y="67620"/>
                  <a:pt x="128215" y="65430"/>
                </a:cubicBezTo>
                <a:cubicBezTo>
                  <a:pt x="130830" y="63241"/>
                  <a:pt x="132138" y="60681"/>
                  <a:pt x="132138" y="57749"/>
                </a:cubicBezTo>
                <a:cubicBezTo>
                  <a:pt x="132138" y="55868"/>
                  <a:pt x="131588" y="54267"/>
                  <a:pt x="130488" y="52947"/>
                </a:cubicBezTo>
                <a:cubicBezTo>
                  <a:pt x="129388" y="51626"/>
                  <a:pt x="127467" y="50477"/>
                  <a:pt x="124726" y="49500"/>
                </a:cubicBezTo>
                <a:cubicBezTo>
                  <a:pt x="122850" y="48849"/>
                  <a:pt x="118576" y="47693"/>
                  <a:pt x="111903" y="46030"/>
                </a:cubicBezTo>
                <a:cubicBezTo>
                  <a:pt x="103318" y="43898"/>
                  <a:pt x="97294" y="41277"/>
                  <a:pt x="93831" y="38168"/>
                </a:cubicBezTo>
                <a:cubicBezTo>
                  <a:pt x="88962" y="33795"/>
                  <a:pt x="86527" y="28463"/>
                  <a:pt x="86527" y="22175"/>
                </a:cubicBezTo>
                <a:cubicBezTo>
                  <a:pt x="86527" y="18127"/>
                  <a:pt x="87672" y="14341"/>
                  <a:pt x="89963" y="10818"/>
                </a:cubicBezTo>
                <a:cubicBezTo>
                  <a:pt x="92253" y="7293"/>
                  <a:pt x="95554" y="4609"/>
                  <a:pt x="99864" y="2766"/>
                </a:cubicBezTo>
                <a:cubicBezTo>
                  <a:pt x="104174" y="922"/>
                  <a:pt x="109378" y="0"/>
                  <a:pt x="115474" y="0"/>
                </a:cubicBezTo>
                <a:cubicBezTo>
                  <a:pt x="125429" y="0"/>
                  <a:pt x="132923" y="2192"/>
                  <a:pt x="137954" y="6577"/>
                </a:cubicBezTo>
                <a:cubicBezTo>
                  <a:pt x="142986" y="10961"/>
                  <a:pt x="145628" y="16812"/>
                  <a:pt x="145881" y="24131"/>
                </a:cubicBezTo>
                <a:lnTo>
                  <a:pt x="129866" y="24780"/>
                </a:lnTo>
                <a:cubicBezTo>
                  <a:pt x="129180" y="20704"/>
                  <a:pt x="127710" y="17774"/>
                  <a:pt x="125456" y="15988"/>
                </a:cubicBezTo>
                <a:cubicBezTo>
                  <a:pt x="123202" y="14203"/>
                  <a:pt x="119820" y="13310"/>
                  <a:pt x="115311" y="13310"/>
                </a:cubicBezTo>
                <a:cubicBezTo>
                  <a:pt x="110658" y="13310"/>
                  <a:pt x="107015" y="14266"/>
                  <a:pt x="104382" y="16179"/>
                </a:cubicBezTo>
                <a:cubicBezTo>
                  <a:pt x="102687" y="17406"/>
                  <a:pt x="101839" y="19047"/>
                  <a:pt x="101839" y="21105"/>
                </a:cubicBezTo>
                <a:cubicBezTo>
                  <a:pt x="101839" y="22981"/>
                  <a:pt x="102632" y="24587"/>
                  <a:pt x="104220" y="25922"/>
                </a:cubicBezTo>
                <a:cubicBezTo>
                  <a:pt x="106240" y="27618"/>
                  <a:pt x="111145" y="29388"/>
                  <a:pt x="118936" y="31231"/>
                </a:cubicBezTo>
                <a:cubicBezTo>
                  <a:pt x="126727" y="33074"/>
                  <a:pt x="132490" y="34980"/>
                  <a:pt x="136223" y="36951"/>
                </a:cubicBezTo>
                <a:cubicBezTo>
                  <a:pt x="139956" y="38920"/>
                  <a:pt x="142878" y="41612"/>
                  <a:pt x="144988" y="45028"/>
                </a:cubicBezTo>
                <a:cubicBezTo>
                  <a:pt x="147098" y="48442"/>
                  <a:pt x="148153" y="52661"/>
                  <a:pt x="148153" y="57685"/>
                </a:cubicBezTo>
                <a:cubicBezTo>
                  <a:pt x="148153" y="62238"/>
                  <a:pt x="146891" y="66502"/>
                  <a:pt x="144366" y="70478"/>
                </a:cubicBezTo>
                <a:cubicBezTo>
                  <a:pt x="141841" y="74453"/>
                  <a:pt x="138270" y="77408"/>
                  <a:pt x="133653" y="79341"/>
                </a:cubicBezTo>
                <a:cubicBezTo>
                  <a:pt x="129036" y="81274"/>
                  <a:pt x="123283" y="82240"/>
                  <a:pt x="116393" y="82240"/>
                </a:cubicBezTo>
                <a:cubicBezTo>
                  <a:pt x="106366" y="82240"/>
                  <a:pt x="98665" y="79918"/>
                  <a:pt x="93290" y="75274"/>
                </a:cubicBezTo>
                <a:cubicBezTo>
                  <a:pt x="87916" y="70630"/>
                  <a:pt x="84706" y="63863"/>
                  <a:pt x="83659" y="549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3">
            <a:extLst xmlns:a="http://schemas.openxmlformats.org/drawingml/2006/main">
              <a:ext uri="{FF2B5EF4-FFF2-40B4-BE49-F238E27FC236}">
                <a16:creationId xmlns:a16="http://schemas.microsoft.com/office/drawing/2014/main" id="{74A1BB2F-E578-4178-8CAF-14A4CBC4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506" y="1298678"/>
            <a:ext cx="34132" cy="52495"/>
          </a:xfrm>
          <a:custGeom xmlns:a="http://schemas.openxmlformats.org/drawingml/2006/main">
            <a:pathLst>
              <a:path w="34132" h="52495">
                <a:moveTo>
                  <a:pt x="0" y="37952"/>
                </a:moveTo>
                <a:lnTo>
                  <a:pt x="9532" y="36796"/>
                </a:lnTo>
                <a:cubicBezTo>
                  <a:pt x="9836" y="39225"/>
                  <a:pt x="10653" y="41083"/>
                  <a:pt x="11985" y="42368"/>
                </a:cubicBezTo>
                <a:cubicBezTo>
                  <a:pt x="13317" y="43652"/>
                  <a:pt x="14929" y="44295"/>
                  <a:pt x="16821" y="44295"/>
                </a:cubicBezTo>
                <a:cubicBezTo>
                  <a:pt x="18853" y="44295"/>
                  <a:pt x="20565" y="43524"/>
                  <a:pt x="21955" y="41982"/>
                </a:cubicBezTo>
                <a:cubicBezTo>
                  <a:pt x="23345" y="40440"/>
                  <a:pt x="24040" y="38361"/>
                  <a:pt x="24040" y="35744"/>
                </a:cubicBezTo>
                <a:cubicBezTo>
                  <a:pt x="24040" y="33268"/>
                  <a:pt x="23374" y="31305"/>
                  <a:pt x="22042" y="29857"/>
                </a:cubicBezTo>
                <a:cubicBezTo>
                  <a:pt x="20711" y="28409"/>
                  <a:pt x="19087" y="27684"/>
                  <a:pt x="17171" y="27684"/>
                </a:cubicBezTo>
                <a:cubicBezTo>
                  <a:pt x="15910" y="27684"/>
                  <a:pt x="14403" y="27930"/>
                  <a:pt x="12651" y="28420"/>
                </a:cubicBezTo>
                <a:lnTo>
                  <a:pt x="13737" y="20465"/>
                </a:lnTo>
                <a:cubicBezTo>
                  <a:pt x="16400" y="20535"/>
                  <a:pt x="18433" y="19959"/>
                  <a:pt x="19835" y="18736"/>
                </a:cubicBezTo>
                <a:cubicBezTo>
                  <a:pt x="21236" y="17513"/>
                  <a:pt x="21937" y="15887"/>
                  <a:pt x="21937" y="13861"/>
                </a:cubicBezTo>
                <a:cubicBezTo>
                  <a:pt x="21937" y="12137"/>
                  <a:pt x="21423" y="10763"/>
                  <a:pt x="20395" y="9738"/>
                </a:cubicBezTo>
                <a:cubicBezTo>
                  <a:pt x="19367" y="8713"/>
                  <a:pt x="18001" y="8200"/>
                  <a:pt x="16295" y="8200"/>
                </a:cubicBezTo>
                <a:cubicBezTo>
                  <a:pt x="14613" y="8200"/>
                  <a:pt x="13176" y="8784"/>
                  <a:pt x="11985" y="9952"/>
                </a:cubicBezTo>
                <a:cubicBezTo>
                  <a:pt x="10793" y="11120"/>
                  <a:pt x="10069" y="12826"/>
                  <a:pt x="9812" y="15069"/>
                </a:cubicBezTo>
                <a:lnTo>
                  <a:pt x="736" y="13527"/>
                </a:lnTo>
                <a:cubicBezTo>
                  <a:pt x="1367" y="10395"/>
                  <a:pt x="2319" y="7894"/>
                  <a:pt x="3592" y="6022"/>
                </a:cubicBezTo>
                <a:cubicBezTo>
                  <a:pt x="4865" y="4150"/>
                  <a:pt x="6641" y="2679"/>
                  <a:pt x="8919" y="1608"/>
                </a:cubicBezTo>
                <a:cubicBezTo>
                  <a:pt x="11196" y="536"/>
                  <a:pt x="13749" y="0"/>
                  <a:pt x="16576" y="0"/>
                </a:cubicBezTo>
                <a:cubicBezTo>
                  <a:pt x="21412" y="0"/>
                  <a:pt x="25290" y="1544"/>
                  <a:pt x="28210" y="4632"/>
                </a:cubicBezTo>
                <a:cubicBezTo>
                  <a:pt x="30616" y="7160"/>
                  <a:pt x="31819" y="10014"/>
                  <a:pt x="31819" y="13196"/>
                </a:cubicBezTo>
                <a:cubicBezTo>
                  <a:pt x="31819" y="17712"/>
                  <a:pt x="29355" y="21315"/>
                  <a:pt x="24425" y="24006"/>
                </a:cubicBezTo>
                <a:cubicBezTo>
                  <a:pt x="27369" y="24637"/>
                  <a:pt x="29723" y="26050"/>
                  <a:pt x="31487" y="28246"/>
                </a:cubicBezTo>
                <a:cubicBezTo>
                  <a:pt x="33250" y="30442"/>
                  <a:pt x="34132" y="33094"/>
                  <a:pt x="34132" y="36201"/>
                </a:cubicBezTo>
                <a:cubicBezTo>
                  <a:pt x="34132" y="40709"/>
                  <a:pt x="32485" y="44552"/>
                  <a:pt x="29191" y="47729"/>
                </a:cubicBezTo>
                <a:cubicBezTo>
                  <a:pt x="25897" y="50906"/>
                  <a:pt x="21797" y="52495"/>
                  <a:pt x="16891" y="52495"/>
                </a:cubicBezTo>
                <a:cubicBezTo>
                  <a:pt x="12242" y="52495"/>
                  <a:pt x="8387" y="51154"/>
                  <a:pt x="5327" y="48473"/>
                </a:cubicBezTo>
                <a:cubicBezTo>
                  <a:pt x="2266" y="45791"/>
                  <a:pt x="491" y="42284"/>
                  <a:pt x="0" y="379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.">
            <a:extLst xmlns:a="http://schemas.openxmlformats.org/drawingml/2006/main">
              <a:ext uri="{FF2B5EF4-FFF2-40B4-BE49-F238E27FC236}">
                <a16:creationId xmlns:a16="http://schemas.microsoft.com/office/drawing/2014/main" id="{5518DD2C-8C56-4E30-8867-5AC581FF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379875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.">
            <a:extLst xmlns:a="http://schemas.openxmlformats.org/drawingml/2006/main">
              <a:ext uri="{FF2B5EF4-FFF2-40B4-BE49-F238E27FC236}">
                <a16:creationId xmlns:a16="http://schemas.microsoft.com/office/drawing/2014/main" id="{1D66C12B-9E44-41A9-9336-6B16229D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419308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.">
            <a:extLst xmlns:a="http://schemas.openxmlformats.org/drawingml/2006/main">
              <a:ext uri="{FF2B5EF4-FFF2-40B4-BE49-F238E27FC236}">
                <a16:creationId xmlns:a16="http://schemas.microsoft.com/office/drawing/2014/main" id="{827E8900-61DC-481B-B17C-BB9E942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458741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.">
            <a:extLst xmlns:a="http://schemas.openxmlformats.org/drawingml/2006/main">
              <a:ext uri="{FF2B5EF4-FFF2-40B4-BE49-F238E27FC236}">
                <a16:creationId xmlns:a16="http://schemas.microsoft.com/office/drawing/2014/main" id="{B2D43D84-EC5E-4ECD-86D7-3D896DCD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498175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.">
            <a:extLst xmlns:a="http://schemas.openxmlformats.org/drawingml/2006/main">
              <a:ext uri="{FF2B5EF4-FFF2-40B4-BE49-F238E27FC236}">
                <a16:creationId xmlns:a16="http://schemas.microsoft.com/office/drawing/2014/main" id="{A6E480FA-A278-4E50-BA99-111CB5BC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537609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.">
            <a:extLst xmlns:a="http://schemas.openxmlformats.org/drawingml/2006/main">
              <a:ext uri="{FF2B5EF4-FFF2-40B4-BE49-F238E27FC236}">
                <a16:creationId xmlns:a16="http://schemas.microsoft.com/office/drawing/2014/main" id="{6166953E-FBD3-436D-86A7-AF2E3743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498" y="1577042"/>
            <a:ext cx="14279" cy="14210"/>
          </a:xfrm>
          <a:custGeom xmlns:a="http://schemas.openxmlformats.org/drawingml/2006/main">
            <a:pathLst>
              <a:path w="14279" h="14210">
                <a:moveTo>
                  <a:pt x="0" y="0"/>
                </a:moveTo>
                <a:lnTo>
                  <a:pt x="14279" y="0"/>
                </a:lnTo>
                <a:lnTo>
                  <a:pt x="14279" y="14210"/>
                </a:lnTo>
                <a:lnTo>
                  <a:pt x="0" y="142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59BA7-5EB0-41DB-9B0C-73A72AD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7769" y="909506"/>
            <a:ext cx="60262" cy="738337"/>
          </a:xfrm>
          <a:custGeom xmlns:a="http://schemas.openxmlformats.org/drawingml/2006/main">
            <a:pathLst>
              <a:path w="60262" h="738337">
                <a:moveTo>
                  <a:pt x="11412" y="10276"/>
                </a:moveTo>
                <a:lnTo>
                  <a:pt x="11278" y="10300"/>
                </a:lnTo>
                <a:lnTo>
                  <a:pt x="14054" y="9919"/>
                </a:lnTo>
                <a:lnTo>
                  <a:pt x="20829" y="9235"/>
                </a:lnTo>
                <a:lnTo>
                  <a:pt x="20703" y="9251"/>
                </a:lnTo>
                <a:lnTo>
                  <a:pt x="29031" y="8675"/>
                </a:lnTo>
                <a:lnTo>
                  <a:pt x="28936" y="8683"/>
                </a:lnTo>
                <a:lnTo>
                  <a:pt x="38503" y="8249"/>
                </a:lnTo>
                <a:lnTo>
                  <a:pt x="38424" y="8249"/>
                </a:lnTo>
                <a:lnTo>
                  <a:pt x="48992" y="7973"/>
                </a:lnTo>
                <a:lnTo>
                  <a:pt x="48921" y="7981"/>
                </a:lnTo>
                <a:lnTo>
                  <a:pt x="60262" y="7879"/>
                </a:lnTo>
                <a:lnTo>
                  <a:pt x="60199" y="0"/>
                </a:lnTo>
                <a:lnTo>
                  <a:pt x="48819" y="95"/>
                </a:lnTo>
                <a:lnTo>
                  <a:pt x="38180" y="371"/>
                </a:lnTo>
                <a:lnTo>
                  <a:pt x="28534" y="804"/>
                </a:lnTo>
                <a:lnTo>
                  <a:pt x="20095" y="1380"/>
                </a:lnTo>
                <a:lnTo>
                  <a:pt x="13092" y="2090"/>
                </a:lnTo>
                <a:lnTo>
                  <a:pt x="10134" y="2500"/>
                </a:lnTo>
                <a:lnTo>
                  <a:pt x="7595" y="2934"/>
                </a:lnTo>
                <a:lnTo>
                  <a:pt x="5426" y="3431"/>
                </a:lnTo>
                <a:lnTo>
                  <a:pt x="3525" y="4046"/>
                </a:lnTo>
                <a:lnTo>
                  <a:pt x="1767" y="5008"/>
                </a:lnTo>
                <a:lnTo>
                  <a:pt x="773" y="6096"/>
                </a:lnTo>
                <a:lnTo>
                  <a:pt x="386" y="6814"/>
                </a:lnTo>
                <a:lnTo>
                  <a:pt x="181" y="7366"/>
                </a:lnTo>
                <a:lnTo>
                  <a:pt x="39" y="7981"/>
                </a:lnTo>
                <a:lnTo>
                  <a:pt x="0" y="8478"/>
                </a:lnTo>
                <a:lnTo>
                  <a:pt x="0" y="729851"/>
                </a:lnTo>
                <a:lnTo>
                  <a:pt x="39" y="730356"/>
                </a:lnTo>
                <a:lnTo>
                  <a:pt x="181" y="730971"/>
                </a:lnTo>
                <a:lnTo>
                  <a:pt x="386" y="731523"/>
                </a:lnTo>
                <a:lnTo>
                  <a:pt x="773" y="732241"/>
                </a:lnTo>
                <a:lnTo>
                  <a:pt x="1767" y="733329"/>
                </a:lnTo>
                <a:lnTo>
                  <a:pt x="3525" y="734291"/>
                </a:lnTo>
                <a:lnTo>
                  <a:pt x="5426" y="734906"/>
                </a:lnTo>
                <a:lnTo>
                  <a:pt x="7595" y="735395"/>
                </a:lnTo>
                <a:lnTo>
                  <a:pt x="10134" y="735837"/>
                </a:lnTo>
                <a:lnTo>
                  <a:pt x="13092" y="736247"/>
                </a:lnTo>
                <a:lnTo>
                  <a:pt x="20095" y="736949"/>
                </a:lnTo>
                <a:lnTo>
                  <a:pt x="28534" y="737533"/>
                </a:lnTo>
                <a:lnTo>
                  <a:pt x="38180" y="737966"/>
                </a:lnTo>
                <a:lnTo>
                  <a:pt x="48819" y="738242"/>
                </a:lnTo>
                <a:lnTo>
                  <a:pt x="60199" y="738337"/>
                </a:lnTo>
                <a:lnTo>
                  <a:pt x="60262" y="730450"/>
                </a:lnTo>
                <a:lnTo>
                  <a:pt x="48921" y="730356"/>
                </a:lnTo>
                <a:lnTo>
                  <a:pt x="48992" y="730356"/>
                </a:lnTo>
                <a:lnTo>
                  <a:pt x="38424" y="730088"/>
                </a:lnTo>
                <a:lnTo>
                  <a:pt x="38503" y="730088"/>
                </a:lnTo>
                <a:lnTo>
                  <a:pt x="28936" y="729654"/>
                </a:lnTo>
                <a:lnTo>
                  <a:pt x="29031" y="729662"/>
                </a:lnTo>
                <a:lnTo>
                  <a:pt x="20703" y="729086"/>
                </a:lnTo>
                <a:lnTo>
                  <a:pt x="20829" y="729094"/>
                </a:lnTo>
                <a:lnTo>
                  <a:pt x="13952" y="728400"/>
                </a:lnTo>
                <a:lnTo>
                  <a:pt x="14094" y="728423"/>
                </a:lnTo>
                <a:lnTo>
                  <a:pt x="11278" y="728037"/>
                </a:lnTo>
                <a:lnTo>
                  <a:pt x="11412" y="728053"/>
                </a:lnTo>
                <a:lnTo>
                  <a:pt x="9166" y="727665"/>
                </a:lnTo>
                <a:lnTo>
                  <a:pt x="7887" y="727377"/>
                </a:lnTo>
                <a:lnTo>
                  <a:pt x="7887" y="10958"/>
                </a:lnTo>
                <a:lnTo>
                  <a:pt x="9172" y="10663"/>
                </a:lnTo>
                <a:lnTo>
                  <a:pt x="11412" y="10276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39762-13DD-4F73-A64E-C416E14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286" y="909190"/>
            <a:ext cx="60262" cy="738337"/>
          </a:xfrm>
          <a:custGeom xmlns:a="http://schemas.openxmlformats.org/drawingml/2006/main">
            <a:pathLst>
              <a:path w="60262" h="738337">
                <a:moveTo>
                  <a:pt x="51096" y="727665"/>
                </a:moveTo>
                <a:lnTo>
                  <a:pt x="48850" y="728053"/>
                </a:lnTo>
                <a:lnTo>
                  <a:pt x="48984" y="728037"/>
                </a:lnTo>
                <a:lnTo>
                  <a:pt x="46169" y="728423"/>
                </a:lnTo>
                <a:lnTo>
                  <a:pt x="46311" y="728400"/>
                </a:lnTo>
                <a:lnTo>
                  <a:pt x="39434" y="729102"/>
                </a:lnTo>
                <a:lnTo>
                  <a:pt x="39560" y="729086"/>
                </a:lnTo>
                <a:lnTo>
                  <a:pt x="31231" y="729662"/>
                </a:lnTo>
                <a:lnTo>
                  <a:pt x="31326" y="729654"/>
                </a:lnTo>
                <a:lnTo>
                  <a:pt x="21759" y="730088"/>
                </a:lnTo>
                <a:lnTo>
                  <a:pt x="21838" y="730088"/>
                </a:lnTo>
                <a:lnTo>
                  <a:pt x="11270" y="730356"/>
                </a:lnTo>
                <a:lnTo>
                  <a:pt x="11341" y="730356"/>
                </a:lnTo>
                <a:lnTo>
                  <a:pt x="0" y="730450"/>
                </a:lnTo>
                <a:lnTo>
                  <a:pt x="63" y="738337"/>
                </a:lnTo>
                <a:lnTo>
                  <a:pt x="11444" y="738242"/>
                </a:lnTo>
                <a:lnTo>
                  <a:pt x="22083" y="737966"/>
                </a:lnTo>
                <a:lnTo>
                  <a:pt x="31728" y="737533"/>
                </a:lnTo>
                <a:lnTo>
                  <a:pt x="40167" y="736949"/>
                </a:lnTo>
                <a:lnTo>
                  <a:pt x="47170" y="736247"/>
                </a:lnTo>
                <a:lnTo>
                  <a:pt x="50128" y="735837"/>
                </a:lnTo>
                <a:lnTo>
                  <a:pt x="52667" y="735395"/>
                </a:lnTo>
                <a:lnTo>
                  <a:pt x="54836" y="734906"/>
                </a:lnTo>
                <a:lnTo>
                  <a:pt x="56737" y="734291"/>
                </a:lnTo>
                <a:lnTo>
                  <a:pt x="58496" y="733329"/>
                </a:lnTo>
                <a:lnTo>
                  <a:pt x="59489" y="732241"/>
                </a:lnTo>
                <a:lnTo>
                  <a:pt x="59876" y="731523"/>
                </a:lnTo>
                <a:lnTo>
                  <a:pt x="60081" y="730971"/>
                </a:lnTo>
                <a:lnTo>
                  <a:pt x="60223" y="730356"/>
                </a:lnTo>
                <a:lnTo>
                  <a:pt x="60262" y="729851"/>
                </a:lnTo>
                <a:lnTo>
                  <a:pt x="60262" y="8478"/>
                </a:lnTo>
                <a:lnTo>
                  <a:pt x="60223" y="7981"/>
                </a:lnTo>
                <a:lnTo>
                  <a:pt x="60081" y="7366"/>
                </a:lnTo>
                <a:lnTo>
                  <a:pt x="59876" y="6814"/>
                </a:lnTo>
                <a:lnTo>
                  <a:pt x="59489" y="6096"/>
                </a:lnTo>
                <a:lnTo>
                  <a:pt x="58496" y="5008"/>
                </a:lnTo>
                <a:lnTo>
                  <a:pt x="56737" y="4046"/>
                </a:lnTo>
                <a:lnTo>
                  <a:pt x="54836" y="3431"/>
                </a:lnTo>
                <a:lnTo>
                  <a:pt x="52667" y="2934"/>
                </a:lnTo>
                <a:lnTo>
                  <a:pt x="50128" y="2500"/>
                </a:lnTo>
                <a:lnTo>
                  <a:pt x="47170" y="2090"/>
                </a:lnTo>
                <a:lnTo>
                  <a:pt x="40167" y="1380"/>
                </a:lnTo>
                <a:lnTo>
                  <a:pt x="31728" y="804"/>
                </a:lnTo>
                <a:lnTo>
                  <a:pt x="22083" y="371"/>
                </a:lnTo>
                <a:lnTo>
                  <a:pt x="11444" y="95"/>
                </a:lnTo>
                <a:lnTo>
                  <a:pt x="63" y="0"/>
                </a:lnTo>
                <a:lnTo>
                  <a:pt x="0" y="7887"/>
                </a:lnTo>
                <a:lnTo>
                  <a:pt x="11341" y="7981"/>
                </a:lnTo>
                <a:lnTo>
                  <a:pt x="11270" y="7973"/>
                </a:lnTo>
                <a:lnTo>
                  <a:pt x="21838" y="8249"/>
                </a:lnTo>
                <a:lnTo>
                  <a:pt x="21759" y="8249"/>
                </a:lnTo>
                <a:lnTo>
                  <a:pt x="31326" y="8683"/>
                </a:lnTo>
                <a:lnTo>
                  <a:pt x="31231" y="8675"/>
                </a:lnTo>
                <a:lnTo>
                  <a:pt x="39560" y="9251"/>
                </a:lnTo>
                <a:lnTo>
                  <a:pt x="39434" y="9235"/>
                </a:lnTo>
                <a:lnTo>
                  <a:pt x="46209" y="9919"/>
                </a:lnTo>
                <a:lnTo>
                  <a:pt x="48984" y="10300"/>
                </a:lnTo>
                <a:lnTo>
                  <a:pt x="48850" y="10276"/>
                </a:lnTo>
                <a:lnTo>
                  <a:pt x="51090" y="10663"/>
                </a:lnTo>
                <a:lnTo>
                  <a:pt x="52376" y="10958"/>
                </a:lnTo>
                <a:lnTo>
                  <a:pt x="52376" y="727377"/>
                </a:lnTo>
                <a:lnTo>
                  <a:pt x="51096" y="727665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4E1EF-F088-476D-BCD2-E709AF5A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512" y="439892"/>
            <a:ext cx="1378911" cy="1326859"/>
          </a:xfrm>
          <a:custGeom xmlns:a="http://schemas.openxmlformats.org/drawingml/2006/main">
            <a:pathLst>
              <a:path w="1378911" h="1326859">
                <a:moveTo>
                  <a:pt x="0" y="0"/>
                </a:moveTo>
                <a:lnTo>
                  <a:pt x="1378911" y="0"/>
                </a:lnTo>
                <a:lnTo>
                  <a:pt x="1378911" y="1326859"/>
                </a:lnTo>
                <a:lnTo>
                  <a:pt x="0" y="13268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1E26B-D9E3-45D0-8433-7CAAADE0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913" y="434135"/>
            <a:ext cx="1390820" cy="1338373"/>
          </a:xfrm>
          <a:custGeom xmlns:a="http://schemas.openxmlformats.org/drawingml/2006/main">
            <a:pathLst>
              <a:path w="1390820" h="1338373">
                <a:moveTo>
                  <a:pt x="110808" y="11830"/>
                </a:moveTo>
                <a:lnTo>
                  <a:pt x="205449" y="11830"/>
                </a:lnTo>
                <a:lnTo>
                  <a:pt x="205449" y="0"/>
                </a:lnTo>
                <a:lnTo>
                  <a:pt x="110808" y="0"/>
                </a:lnTo>
                <a:lnTo>
                  <a:pt x="110808" y="11830"/>
                </a:lnTo>
                <a:close/>
                <a:moveTo>
                  <a:pt x="11830" y="31152"/>
                </a:moveTo>
                <a:lnTo>
                  <a:pt x="11830" y="11830"/>
                </a:lnTo>
                <a:lnTo>
                  <a:pt x="75318" y="11830"/>
                </a:lnTo>
                <a:lnTo>
                  <a:pt x="75318" y="0"/>
                </a:lnTo>
                <a:lnTo>
                  <a:pt x="0" y="0"/>
                </a:lnTo>
                <a:lnTo>
                  <a:pt x="0" y="31152"/>
                </a:lnTo>
                <a:lnTo>
                  <a:pt x="11830" y="31152"/>
                </a:lnTo>
                <a:close/>
                <a:moveTo>
                  <a:pt x="11830" y="66643"/>
                </a:moveTo>
                <a:lnTo>
                  <a:pt x="0" y="66643"/>
                </a:lnTo>
                <a:lnTo>
                  <a:pt x="0" y="161283"/>
                </a:lnTo>
                <a:lnTo>
                  <a:pt x="11830" y="161283"/>
                </a:lnTo>
                <a:lnTo>
                  <a:pt x="11830" y="66643"/>
                </a:lnTo>
                <a:close/>
                <a:moveTo>
                  <a:pt x="11830" y="196773"/>
                </a:moveTo>
                <a:lnTo>
                  <a:pt x="0" y="196773"/>
                </a:lnTo>
                <a:lnTo>
                  <a:pt x="0" y="291414"/>
                </a:lnTo>
                <a:lnTo>
                  <a:pt x="11830" y="291414"/>
                </a:lnTo>
                <a:lnTo>
                  <a:pt x="11830" y="196773"/>
                </a:lnTo>
                <a:close/>
                <a:moveTo>
                  <a:pt x="11830" y="421544"/>
                </a:moveTo>
                <a:lnTo>
                  <a:pt x="11830" y="326904"/>
                </a:lnTo>
                <a:lnTo>
                  <a:pt x="0" y="326904"/>
                </a:lnTo>
                <a:lnTo>
                  <a:pt x="0" y="421544"/>
                </a:lnTo>
                <a:lnTo>
                  <a:pt x="11830" y="421544"/>
                </a:lnTo>
                <a:close/>
                <a:moveTo>
                  <a:pt x="11830" y="457034"/>
                </a:moveTo>
                <a:lnTo>
                  <a:pt x="0" y="457034"/>
                </a:lnTo>
                <a:lnTo>
                  <a:pt x="0" y="551675"/>
                </a:lnTo>
                <a:lnTo>
                  <a:pt x="11830" y="551675"/>
                </a:lnTo>
                <a:lnTo>
                  <a:pt x="11830" y="457034"/>
                </a:lnTo>
                <a:close/>
                <a:moveTo>
                  <a:pt x="11830" y="587165"/>
                </a:moveTo>
                <a:lnTo>
                  <a:pt x="0" y="587165"/>
                </a:lnTo>
                <a:lnTo>
                  <a:pt x="0" y="681805"/>
                </a:lnTo>
                <a:lnTo>
                  <a:pt x="11830" y="681805"/>
                </a:lnTo>
                <a:lnTo>
                  <a:pt x="11830" y="587165"/>
                </a:lnTo>
                <a:close/>
                <a:moveTo>
                  <a:pt x="11830" y="811936"/>
                </a:moveTo>
                <a:lnTo>
                  <a:pt x="11830" y="717295"/>
                </a:lnTo>
                <a:lnTo>
                  <a:pt x="0" y="717295"/>
                </a:lnTo>
                <a:lnTo>
                  <a:pt x="0" y="811936"/>
                </a:lnTo>
                <a:lnTo>
                  <a:pt x="11830" y="811936"/>
                </a:lnTo>
                <a:close/>
                <a:moveTo>
                  <a:pt x="11830" y="847426"/>
                </a:moveTo>
                <a:lnTo>
                  <a:pt x="0" y="847426"/>
                </a:lnTo>
                <a:lnTo>
                  <a:pt x="0" y="942066"/>
                </a:lnTo>
                <a:lnTo>
                  <a:pt x="11830" y="942066"/>
                </a:lnTo>
                <a:lnTo>
                  <a:pt x="11830" y="847426"/>
                </a:lnTo>
                <a:close/>
                <a:moveTo>
                  <a:pt x="11830" y="977556"/>
                </a:moveTo>
                <a:lnTo>
                  <a:pt x="0" y="977556"/>
                </a:lnTo>
                <a:lnTo>
                  <a:pt x="0" y="1072197"/>
                </a:lnTo>
                <a:lnTo>
                  <a:pt x="11830" y="1072197"/>
                </a:lnTo>
                <a:lnTo>
                  <a:pt x="11830" y="977556"/>
                </a:lnTo>
                <a:close/>
                <a:moveTo>
                  <a:pt x="11830" y="1202327"/>
                </a:moveTo>
                <a:lnTo>
                  <a:pt x="11830" y="1107687"/>
                </a:lnTo>
                <a:lnTo>
                  <a:pt x="0" y="1107687"/>
                </a:lnTo>
                <a:lnTo>
                  <a:pt x="0" y="1202327"/>
                </a:lnTo>
                <a:lnTo>
                  <a:pt x="11830" y="1202327"/>
                </a:lnTo>
                <a:close/>
                <a:moveTo>
                  <a:pt x="5915" y="1338373"/>
                </a:moveTo>
                <a:lnTo>
                  <a:pt x="81627" y="1338373"/>
                </a:lnTo>
                <a:lnTo>
                  <a:pt x="81627" y="1326543"/>
                </a:lnTo>
                <a:lnTo>
                  <a:pt x="11830" y="1326543"/>
                </a:lnTo>
                <a:lnTo>
                  <a:pt x="11830" y="1237818"/>
                </a:lnTo>
                <a:lnTo>
                  <a:pt x="0" y="1237818"/>
                </a:lnTo>
                <a:lnTo>
                  <a:pt x="0" y="1332458"/>
                </a:lnTo>
                <a:lnTo>
                  <a:pt x="5915" y="1332458"/>
                </a:lnTo>
                <a:lnTo>
                  <a:pt x="5915" y="1338373"/>
                </a:lnTo>
                <a:close/>
                <a:moveTo>
                  <a:pt x="335579" y="11830"/>
                </a:moveTo>
                <a:lnTo>
                  <a:pt x="335579" y="0"/>
                </a:lnTo>
                <a:lnTo>
                  <a:pt x="240939" y="0"/>
                </a:lnTo>
                <a:lnTo>
                  <a:pt x="240939" y="11830"/>
                </a:lnTo>
                <a:lnTo>
                  <a:pt x="335579" y="11830"/>
                </a:lnTo>
                <a:close/>
                <a:moveTo>
                  <a:pt x="371069" y="11830"/>
                </a:moveTo>
                <a:lnTo>
                  <a:pt x="465710" y="11830"/>
                </a:lnTo>
                <a:lnTo>
                  <a:pt x="465710" y="0"/>
                </a:lnTo>
                <a:lnTo>
                  <a:pt x="371069" y="0"/>
                </a:lnTo>
                <a:lnTo>
                  <a:pt x="371069" y="11830"/>
                </a:lnTo>
                <a:close/>
                <a:moveTo>
                  <a:pt x="595840" y="11830"/>
                </a:moveTo>
                <a:lnTo>
                  <a:pt x="595840" y="0"/>
                </a:lnTo>
                <a:lnTo>
                  <a:pt x="501200" y="0"/>
                </a:lnTo>
                <a:lnTo>
                  <a:pt x="501200" y="11830"/>
                </a:lnTo>
                <a:lnTo>
                  <a:pt x="595840" y="11830"/>
                </a:lnTo>
                <a:close/>
                <a:moveTo>
                  <a:pt x="725971" y="11830"/>
                </a:moveTo>
                <a:lnTo>
                  <a:pt x="725971" y="0"/>
                </a:lnTo>
                <a:lnTo>
                  <a:pt x="631330" y="0"/>
                </a:lnTo>
                <a:lnTo>
                  <a:pt x="631330" y="11830"/>
                </a:lnTo>
                <a:lnTo>
                  <a:pt x="725971" y="11830"/>
                </a:lnTo>
                <a:close/>
                <a:moveTo>
                  <a:pt x="761461" y="11830"/>
                </a:moveTo>
                <a:lnTo>
                  <a:pt x="856101" y="11830"/>
                </a:lnTo>
                <a:lnTo>
                  <a:pt x="856101" y="0"/>
                </a:lnTo>
                <a:lnTo>
                  <a:pt x="761461" y="0"/>
                </a:lnTo>
                <a:lnTo>
                  <a:pt x="761461" y="11830"/>
                </a:lnTo>
                <a:close/>
                <a:moveTo>
                  <a:pt x="986232" y="11830"/>
                </a:moveTo>
                <a:lnTo>
                  <a:pt x="986232" y="0"/>
                </a:lnTo>
                <a:lnTo>
                  <a:pt x="891591" y="0"/>
                </a:lnTo>
                <a:lnTo>
                  <a:pt x="891591" y="11830"/>
                </a:lnTo>
                <a:lnTo>
                  <a:pt x="986232" y="11830"/>
                </a:lnTo>
                <a:close/>
                <a:moveTo>
                  <a:pt x="1116362" y="11830"/>
                </a:moveTo>
                <a:lnTo>
                  <a:pt x="1116362" y="0"/>
                </a:lnTo>
                <a:lnTo>
                  <a:pt x="1021722" y="0"/>
                </a:lnTo>
                <a:lnTo>
                  <a:pt x="1021722" y="11830"/>
                </a:lnTo>
                <a:lnTo>
                  <a:pt x="1116362" y="11830"/>
                </a:lnTo>
                <a:close/>
                <a:moveTo>
                  <a:pt x="211758" y="1326543"/>
                </a:moveTo>
                <a:lnTo>
                  <a:pt x="117117" y="1326543"/>
                </a:lnTo>
                <a:lnTo>
                  <a:pt x="117117" y="1338373"/>
                </a:lnTo>
                <a:lnTo>
                  <a:pt x="211758" y="1338373"/>
                </a:lnTo>
                <a:lnTo>
                  <a:pt x="211758" y="1326543"/>
                </a:lnTo>
                <a:close/>
                <a:moveTo>
                  <a:pt x="341888" y="1326543"/>
                </a:moveTo>
                <a:lnTo>
                  <a:pt x="247248" y="1326543"/>
                </a:lnTo>
                <a:lnTo>
                  <a:pt x="247248" y="1338373"/>
                </a:lnTo>
                <a:lnTo>
                  <a:pt x="341888" y="1338373"/>
                </a:lnTo>
                <a:lnTo>
                  <a:pt x="341888" y="1326543"/>
                </a:lnTo>
                <a:close/>
                <a:moveTo>
                  <a:pt x="472019" y="1326543"/>
                </a:moveTo>
                <a:lnTo>
                  <a:pt x="377379" y="1326543"/>
                </a:lnTo>
                <a:lnTo>
                  <a:pt x="377379" y="1338373"/>
                </a:lnTo>
                <a:lnTo>
                  <a:pt x="472019" y="1338373"/>
                </a:lnTo>
                <a:lnTo>
                  <a:pt x="472019" y="1326543"/>
                </a:lnTo>
                <a:close/>
                <a:moveTo>
                  <a:pt x="507509" y="1326543"/>
                </a:moveTo>
                <a:lnTo>
                  <a:pt x="507509" y="1338373"/>
                </a:lnTo>
                <a:lnTo>
                  <a:pt x="602150" y="1338373"/>
                </a:lnTo>
                <a:lnTo>
                  <a:pt x="602150" y="1326543"/>
                </a:lnTo>
                <a:lnTo>
                  <a:pt x="507509" y="1326543"/>
                </a:lnTo>
                <a:close/>
                <a:moveTo>
                  <a:pt x="637640" y="1326543"/>
                </a:moveTo>
                <a:lnTo>
                  <a:pt x="637640" y="1338373"/>
                </a:lnTo>
                <a:lnTo>
                  <a:pt x="732280" y="1338373"/>
                </a:lnTo>
                <a:lnTo>
                  <a:pt x="732280" y="1326543"/>
                </a:lnTo>
                <a:lnTo>
                  <a:pt x="637640" y="1326543"/>
                </a:lnTo>
                <a:close/>
                <a:moveTo>
                  <a:pt x="862411" y="1326543"/>
                </a:moveTo>
                <a:lnTo>
                  <a:pt x="767770" y="1326543"/>
                </a:lnTo>
                <a:lnTo>
                  <a:pt x="767770" y="1338373"/>
                </a:lnTo>
                <a:lnTo>
                  <a:pt x="862411" y="1338373"/>
                </a:lnTo>
                <a:lnTo>
                  <a:pt x="862411" y="1326543"/>
                </a:lnTo>
                <a:close/>
                <a:moveTo>
                  <a:pt x="897901" y="1326543"/>
                </a:moveTo>
                <a:lnTo>
                  <a:pt x="897901" y="1338373"/>
                </a:lnTo>
                <a:lnTo>
                  <a:pt x="992541" y="1338373"/>
                </a:lnTo>
                <a:lnTo>
                  <a:pt x="992541" y="1326543"/>
                </a:lnTo>
                <a:lnTo>
                  <a:pt x="897901" y="1326543"/>
                </a:lnTo>
                <a:close/>
                <a:moveTo>
                  <a:pt x="1028031" y="1326543"/>
                </a:moveTo>
                <a:lnTo>
                  <a:pt x="1028031" y="1338373"/>
                </a:lnTo>
                <a:lnTo>
                  <a:pt x="1122672" y="1338373"/>
                </a:lnTo>
                <a:lnTo>
                  <a:pt x="1122672" y="1326543"/>
                </a:lnTo>
                <a:lnTo>
                  <a:pt x="1028031" y="1326543"/>
                </a:lnTo>
                <a:close/>
                <a:moveTo>
                  <a:pt x="1151853" y="11830"/>
                </a:moveTo>
                <a:lnTo>
                  <a:pt x="1246493" y="11830"/>
                </a:lnTo>
                <a:lnTo>
                  <a:pt x="1246493" y="0"/>
                </a:lnTo>
                <a:lnTo>
                  <a:pt x="1151853" y="0"/>
                </a:lnTo>
                <a:lnTo>
                  <a:pt x="1151853" y="11830"/>
                </a:lnTo>
                <a:close/>
                <a:moveTo>
                  <a:pt x="1376623" y="11830"/>
                </a:moveTo>
                <a:lnTo>
                  <a:pt x="1376623" y="0"/>
                </a:lnTo>
                <a:lnTo>
                  <a:pt x="1281983" y="0"/>
                </a:lnTo>
                <a:lnTo>
                  <a:pt x="1281983" y="11830"/>
                </a:lnTo>
                <a:lnTo>
                  <a:pt x="1376623" y="11830"/>
                </a:lnTo>
                <a:close/>
                <a:moveTo>
                  <a:pt x="1378989" y="127765"/>
                </a:moveTo>
                <a:lnTo>
                  <a:pt x="1390820" y="127765"/>
                </a:lnTo>
                <a:lnTo>
                  <a:pt x="1390820" y="33124"/>
                </a:lnTo>
                <a:lnTo>
                  <a:pt x="1378989" y="33124"/>
                </a:lnTo>
                <a:lnTo>
                  <a:pt x="1378989" y="127765"/>
                </a:lnTo>
                <a:close/>
                <a:moveTo>
                  <a:pt x="1378989" y="163255"/>
                </a:moveTo>
                <a:lnTo>
                  <a:pt x="1378989" y="257895"/>
                </a:lnTo>
                <a:lnTo>
                  <a:pt x="1390820" y="257895"/>
                </a:lnTo>
                <a:lnTo>
                  <a:pt x="1390820" y="163255"/>
                </a:lnTo>
                <a:lnTo>
                  <a:pt x="1378989" y="163255"/>
                </a:lnTo>
                <a:close/>
                <a:moveTo>
                  <a:pt x="1378989" y="293385"/>
                </a:moveTo>
                <a:lnTo>
                  <a:pt x="1378989" y="388026"/>
                </a:lnTo>
                <a:lnTo>
                  <a:pt x="1390820" y="388026"/>
                </a:lnTo>
                <a:lnTo>
                  <a:pt x="1390820" y="293385"/>
                </a:lnTo>
                <a:lnTo>
                  <a:pt x="1378989" y="293385"/>
                </a:lnTo>
                <a:close/>
                <a:moveTo>
                  <a:pt x="1378989" y="423516"/>
                </a:moveTo>
                <a:lnTo>
                  <a:pt x="1378989" y="518156"/>
                </a:lnTo>
                <a:lnTo>
                  <a:pt x="1390820" y="518156"/>
                </a:lnTo>
                <a:lnTo>
                  <a:pt x="1390820" y="423516"/>
                </a:lnTo>
                <a:lnTo>
                  <a:pt x="1378989" y="423516"/>
                </a:lnTo>
                <a:close/>
                <a:moveTo>
                  <a:pt x="1378989" y="648287"/>
                </a:moveTo>
                <a:lnTo>
                  <a:pt x="1390820" y="648287"/>
                </a:lnTo>
                <a:lnTo>
                  <a:pt x="1390820" y="553646"/>
                </a:lnTo>
                <a:lnTo>
                  <a:pt x="1378989" y="553646"/>
                </a:lnTo>
                <a:lnTo>
                  <a:pt x="1378989" y="648287"/>
                </a:lnTo>
                <a:close/>
                <a:moveTo>
                  <a:pt x="1378989" y="778417"/>
                </a:moveTo>
                <a:lnTo>
                  <a:pt x="1390820" y="778417"/>
                </a:lnTo>
                <a:lnTo>
                  <a:pt x="1390820" y="683777"/>
                </a:lnTo>
                <a:lnTo>
                  <a:pt x="1378989" y="683777"/>
                </a:lnTo>
                <a:lnTo>
                  <a:pt x="1378989" y="778417"/>
                </a:lnTo>
                <a:close/>
                <a:moveTo>
                  <a:pt x="1378989" y="813907"/>
                </a:moveTo>
                <a:lnTo>
                  <a:pt x="1378989" y="908548"/>
                </a:lnTo>
                <a:lnTo>
                  <a:pt x="1390820" y="908548"/>
                </a:lnTo>
                <a:lnTo>
                  <a:pt x="1390820" y="813907"/>
                </a:lnTo>
                <a:lnTo>
                  <a:pt x="1378989" y="813907"/>
                </a:lnTo>
                <a:close/>
                <a:moveTo>
                  <a:pt x="1378989" y="1038678"/>
                </a:moveTo>
                <a:lnTo>
                  <a:pt x="1390820" y="1038678"/>
                </a:lnTo>
                <a:lnTo>
                  <a:pt x="1390820" y="944038"/>
                </a:lnTo>
                <a:lnTo>
                  <a:pt x="1378989" y="944038"/>
                </a:lnTo>
                <a:lnTo>
                  <a:pt x="1378989" y="1038678"/>
                </a:lnTo>
                <a:close/>
                <a:moveTo>
                  <a:pt x="1378989" y="1168809"/>
                </a:moveTo>
                <a:lnTo>
                  <a:pt x="1390820" y="1168809"/>
                </a:lnTo>
                <a:lnTo>
                  <a:pt x="1390820" y="1074169"/>
                </a:lnTo>
                <a:lnTo>
                  <a:pt x="1378989" y="1074169"/>
                </a:lnTo>
                <a:lnTo>
                  <a:pt x="1378989" y="1168809"/>
                </a:lnTo>
                <a:close/>
                <a:moveTo>
                  <a:pt x="1378989" y="1204299"/>
                </a:moveTo>
                <a:lnTo>
                  <a:pt x="1378989" y="1298939"/>
                </a:lnTo>
                <a:lnTo>
                  <a:pt x="1390820" y="1298939"/>
                </a:lnTo>
                <a:lnTo>
                  <a:pt x="1390820" y="1204299"/>
                </a:lnTo>
                <a:lnTo>
                  <a:pt x="1378989" y="1204299"/>
                </a:lnTo>
                <a:close/>
                <a:moveTo>
                  <a:pt x="1158162" y="1326543"/>
                </a:moveTo>
                <a:lnTo>
                  <a:pt x="1158162" y="1338373"/>
                </a:lnTo>
                <a:lnTo>
                  <a:pt x="1252802" y="1338373"/>
                </a:lnTo>
                <a:lnTo>
                  <a:pt x="1252802" y="1326543"/>
                </a:lnTo>
                <a:lnTo>
                  <a:pt x="1158162" y="1326543"/>
                </a:lnTo>
                <a:close/>
                <a:moveTo>
                  <a:pt x="1288292" y="1326543"/>
                </a:moveTo>
                <a:lnTo>
                  <a:pt x="1288292" y="1338373"/>
                </a:lnTo>
                <a:lnTo>
                  <a:pt x="1382933" y="1338373"/>
                </a:lnTo>
                <a:lnTo>
                  <a:pt x="1382933" y="1326543"/>
                </a:lnTo>
                <a:lnTo>
                  <a:pt x="1288292" y="1326543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ASgraph">
            <a:extLst xmlns:a="http://schemas.openxmlformats.org/drawingml/2006/main">
              <a:ext uri="{FF2B5EF4-FFF2-40B4-BE49-F238E27FC236}">
                <a16:creationId xmlns:a16="http://schemas.microsoft.com/office/drawing/2014/main" id="{99E18FF8-5D65-4A22-8DC1-3E073922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352" y="542421"/>
            <a:ext cx="551818" cy="118176"/>
          </a:xfrm>
          <a:custGeom xmlns:a="http://schemas.openxmlformats.org/drawingml/2006/main">
            <a:pathLst>
              <a:path w="551818" h="118176">
                <a:moveTo>
                  <a:pt x="90352" y="91642"/>
                </a:moveTo>
                <a:lnTo>
                  <a:pt x="70574" y="91642"/>
                </a:lnTo>
                <a:lnTo>
                  <a:pt x="62712" y="71127"/>
                </a:lnTo>
                <a:lnTo>
                  <a:pt x="26719" y="71127"/>
                </a:lnTo>
                <a:lnTo>
                  <a:pt x="19287" y="91642"/>
                </a:lnTo>
                <a:lnTo>
                  <a:pt x="0" y="91642"/>
                </a:lnTo>
                <a:lnTo>
                  <a:pt x="35072" y="1597"/>
                </a:lnTo>
                <a:lnTo>
                  <a:pt x="54297" y="1597"/>
                </a:lnTo>
                <a:lnTo>
                  <a:pt x="90352" y="91642"/>
                </a:lnTo>
                <a:moveTo>
                  <a:pt x="56877" y="55894"/>
                </a:moveTo>
                <a:lnTo>
                  <a:pt x="44470" y="22603"/>
                </a:lnTo>
                <a:lnTo>
                  <a:pt x="32308" y="55894"/>
                </a:lnTo>
                <a:lnTo>
                  <a:pt x="56877" y="55894"/>
                </a:lnTo>
                <a:close/>
                <a:moveTo>
                  <a:pt x="95636" y="62405"/>
                </a:moveTo>
                <a:lnTo>
                  <a:pt x="113326" y="60685"/>
                </a:lnTo>
                <a:cubicBezTo>
                  <a:pt x="114391" y="66644"/>
                  <a:pt x="116551" y="71021"/>
                  <a:pt x="119806" y="73816"/>
                </a:cubicBezTo>
                <a:cubicBezTo>
                  <a:pt x="123061" y="76610"/>
                  <a:pt x="127453" y="78006"/>
                  <a:pt x="132981" y="78006"/>
                </a:cubicBezTo>
                <a:cubicBezTo>
                  <a:pt x="138837" y="78006"/>
                  <a:pt x="143249" y="76764"/>
                  <a:pt x="146218" y="74279"/>
                </a:cubicBezTo>
                <a:cubicBezTo>
                  <a:pt x="149186" y="71794"/>
                  <a:pt x="150671" y="68887"/>
                  <a:pt x="150671" y="65559"/>
                </a:cubicBezTo>
                <a:cubicBezTo>
                  <a:pt x="150671" y="63423"/>
                  <a:pt x="150046" y="61606"/>
                  <a:pt x="148797" y="60107"/>
                </a:cubicBezTo>
                <a:cubicBezTo>
                  <a:pt x="147548" y="58608"/>
                  <a:pt x="145368" y="57303"/>
                  <a:pt x="142256" y="56194"/>
                </a:cubicBezTo>
                <a:cubicBezTo>
                  <a:pt x="140127" y="55455"/>
                  <a:pt x="135274" y="54142"/>
                  <a:pt x="127699" y="52255"/>
                </a:cubicBezTo>
                <a:cubicBezTo>
                  <a:pt x="117953" y="49834"/>
                  <a:pt x="111115" y="46859"/>
                  <a:pt x="107184" y="43330"/>
                </a:cubicBezTo>
                <a:cubicBezTo>
                  <a:pt x="101656" y="38365"/>
                  <a:pt x="98892" y="32313"/>
                  <a:pt x="98892" y="25174"/>
                </a:cubicBezTo>
                <a:cubicBezTo>
                  <a:pt x="98892" y="20578"/>
                  <a:pt x="100192" y="16281"/>
                  <a:pt x="102792" y="12281"/>
                </a:cubicBezTo>
                <a:cubicBezTo>
                  <a:pt x="105392" y="8279"/>
                  <a:pt x="109139" y="5232"/>
                  <a:pt x="114032" y="3140"/>
                </a:cubicBezTo>
                <a:cubicBezTo>
                  <a:pt x="118926" y="1047"/>
                  <a:pt x="124832" y="0"/>
                  <a:pt x="131753" y="0"/>
                </a:cubicBezTo>
                <a:cubicBezTo>
                  <a:pt x="143054" y="0"/>
                  <a:pt x="151561" y="2489"/>
                  <a:pt x="157274" y="7467"/>
                </a:cubicBezTo>
                <a:cubicBezTo>
                  <a:pt x="162986" y="12443"/>
                  <a:pt x="165985" y="19086"/>
                  <a:pt x="166272" y="27394"/>
                </a:cubicBezTo>
                <a:lnTo>
                  <a:pt x="148091" y="28131"/>
                </a:lnTo>
                <a:cubicBezTo>
                  <a:pt x="147313" y="23504"/>
                  <a:pt x="145644" y="20177"/>
                  <a:pt x="143085" y="18150"/>
                </a:cubicBezTo>
                <a:cubicBezTo>
                  <a:pt x="140526" y="16123"/>
                  <a:pt x="136687" y="15110"/>
                  <a:pt x="131568" y="15110"/>
                </a:cubicBezTo>
                <a:cubicBezTo>
                  <a:pt x="126286" y="15110"/>
                  <a:pt x="122150" y="16196"/>
                  <a:pt x="119161" y="18367"/>
                </a:cubicBezTo>
                <a:cubicBezTo>
                  <a:pt x="117237" y="19759"/>
                  <a:pt x="116274" y="21623"/>
                  <a:pt x="116274" y="23959"/>
                </a:cubicBezTo>
                <a:cubicBezTo>
                  <a:pt x="116274" y="26089"/>
                  <a:pt x="117175" y="27912"/>
                  <a:pt x="118977" y="29427"/>
                </a:cubicBezTo>
                <a:cubicBezTo>
                  <a:pt x="121270" y="31353"/>
                  <a:pt x="126839" y="33362"/>
                  <a:pt x="135684" y="35454"/>
                </a:cubicBezTo>
                <a:cubicBezTo>
                  <a:pt x="144529" y="37546"/>
                  <a:pt x="151070" y="39711"/>
                  <a:pt x="155308" y="41948"/>
                </a:cubicBezTo>
                <a:cubicBezTo>
                  <a:pt x="159546" y="44183"/>
                  <a:pt x="162863" y="47239"/>
                  <a:pt x="165259" y="51117"/>
                </a:cubicBezTo>
                <a:cubicBezTo>
                  <a:pt x="167654" y="54993"/>
                  <a:pt x="168852" y="59782"/>
                  <a:pt x="168852" y="65486"/>
                </a:cubicBezTo>
                <a:cubicBezTo>
                  <a:pt x="168852" y="70654"/>
                  <a:pt x="167419" y="75495"/>
                  <a:pt x="164552" y="80008"/>
                </a:cubicBezTo>
                <a:cubicBezTo>
                  <a:pt x="161686" y="84522"/>
                  <a:pt x="157632" y="87875"/>
                  <a:pt x="152391" y="90070"/>
                </a:cubicBezTo>
                <a:cubicBezTo>
                  <a:pt x="147149" y="92265"/>
                  <a:pt x="140618" y="93362"/>
                  <a:pt x="132797" y="93362"/>
                </a:cubicBezTo>
                <a:cubicBezTo>
                  <a:pt x="121413" y="93362"/>
                  <a:pt x="112671" y="90726"/>
                  <a:pt x="106570" y="85454"/>
                </a:cubicBezTo>
                <a:cubicBezTo>
                  <a:pt x="100468" y="80182"/>
                  <a:pt x="96824" y="72499"/>
                  <a:pt x="95636" y="62405"/>
                </a:cubicBezTo>
                <a:close/>
                <a:moveTo>
                  <a:pt x="217613" y="95819"/>
                </a:moveTo>
                <a:lnTo>
                  <a:pt x="237329" y="98276"/>
                </a:lnTo>
                <a:cubicBezTo>
                  <a:pt x="237657" y="100591"/>
                  <a:pt x="238414" y="102182"/>
                  <a:pt x="239602" y="103049"/>
                </a:cubicBezTo>
                <a:cubicBezTo>
                  <a:pt x="241240" y="104289"/>
                  <a:pt x="243820" y="104909"/>
                  <a:pt x="247341" y="104909"/>
                </a:cubicBezTo>
                <a:cubicBezTo>
                  <a:pt x="251845" y="104909"/>
                  <a:pt x="255224" y="104229"/>
                  <a:pt x="257476" y="102867"/>
                </a:cubicBezTo>
                <a:cubicBezTo>
                  <a:pt x="258991" y="101960"/>
                  <a:pt x="260137" y="100496"/>
                  <a:pt x="260915" y="98475"/>
                </a:cubicBezTo>
                <a:cubicBezTo>
                  <a:pt x="261448" y="97032"/>
                  <a:pt x="261714" y="94372"/>
                  <a:pt x="261714" y="90496"/>
                </a:cubicBezTo>
                <a:lnTo>
                  <a:pt x="261714" y="80907"/>
                </a:lnTo>
                <a:cubicBezTo>
                  <a:pt x="256554" y="88064"/>
                  <a:pt x="250044" y="91642"/>
                  <a:pt x="242182" y="91642"/>
                </a:cubicBezTo>
                <a:cubicBezTo>
                  <a:pt x="233419" y="91642"/>
                  <a:pt x="226478" y="87936"/>
                  <a:pt x="221359" y="80525"/>
                </a:cubicBezTo>
                <a:cubicBezTo>
                  <a:pt x="217346" y="74669"/>
                  <a:pt x="215340" y="67380"/>
                  <a:pt x="215340" y="58658"/>
                </a:cubicBezTo>
                <a:cubicBezTo>
                  <a:pt x="215340" y="47725"/>
                  <a:pt x="217971" y="39372"/>
                  <a:pt x="223233" y="33598"/>
                </a:cubicBezTo>
                <a:cubicBezTo>
                  <a:pt x="228495" y="27824"/>
                  <a:pt x="235036" y="24937"/>
                  <a:pt x="242857" y="24937"/>
                </a:cubicBezTo>
                <a:cubicBezTo>
                  <a:pt x="250924" y="24937"/>
                  <a:pt x="257578" y="28496"/>
                  <a:pt x="262819" y="35613"/>
                </a:cubicBezTo>
                <a:lnTo>
                  <a:pt x="262819" y="26412"/>
                </a:lnTo>
                <a:lnTo>
                  <a:pt x="278974" y="26412"/>
                </a:lnTo>
                <a:lnTo>
                  <a:pt x="278974" y="84985"/>
                </a:lnTo>
                <a:cubicBezTo>
                  <a:pt x="278974" y="92689"/>
                  <a:pt x="278339" y="98446"/>
                  <a:pt x="277069" y="102257"/>
                </a:cubicBezTo>
                <a:cubicBezTo>
                  <a:pt x="275800" y="106067"/>
                  <a:pt x="274019" y="109058"/>
                  <a:pt x="271726" y="111230"/>
                </a:cubicBezTo>
                <a:cubicBezTo>
                  <a:pt x="269433" y="113403"/>
                  <a:pt x="266372" y="115103"/>
                  <a:pt x="262543" y="116332"/>
                </a:cubicBezTo>
                <a:cubicBezTo>
                  <a:pt x="258714" y="117562"/>
                  <a:pt x="253872" y="118176"/>
                  <a:pt x="248017" y="118176"/>
                </a:cubicBezTo>
                <a:cubicBezTo>
                  <a:pt x="236961" y="118176"/>
                  <a:pt x="229119" y="116267"/>
                  <a:pt x="224492" y="112447"/>
                </a:cubicBezTo>
                <a:cubicBezTo>
                  <a:pt x="219865" y="108629"/>
                  <a:pt x="217551" y="103788"/>
                  <a:pt x="217551" y="97924"/>
                </a:cubicBezTo>
                <a:cubicBezTo>
                  <a:pt x="217551" y="97346"/>
                  <a:pt x="217572" y="96644"/>
                  <a:pt x="217613" y="95819"/>
                </a:cubicBezTo>
                <a:moveTo>
                  <a:pt x="233030" y="57676"/>
                </a:moveTo>
                <a:cubicBezTo>
                  <a:pt x="233030" y="64575"/>
                  <a:pt x="234371" y="69627"/>
                  <a:pt x="237053" y="72831"/>
                </a:cubicBezTo>
                <a:cubicBezTo>
                  <a:pt x="239735" y="76036"/>
                  <a:pt x="243041" y="77638"/>
                  <a:pt x="246973" y="77638"/>
                </a:cubicBezTo>
                <a:cubicBezTo>
                  <a:pt x="251190" y="77638"/>
                  <a:pt x="254753" y="75995"/>
                  <a:pt x="257660" y="72709"/>
                </a:cubicBezTo>
                <a:cubicBezTo>
                  <a:pt x="260567" y="69423"/>
                  <a:pt x="262021" y="64555"/>
                  <a:pt x="262021" y="58105"/>
                </a:cubicBezTo>
                <a:cubicBezTo>
                  <a:pt x="262021" y="51370"/>
                  <a:pt x="260629" y="46369"/>
                  <a:pt x="257844" y="43103"/>
                </a:cubicBezTo>
                <a:cubicBezTo>
                  <a:pt x="255060" y="39837"/>
                  <a:pt x="251538" y="38205"/>
                  <a:pt x="247280" y="38205"/>
                </a:cubicBezTo>
                <a:cubicBezTo>
                  <a:pt x="243144" y="38205"/>
                  <a:pt x="239735" y="39807"/>
                  <a:pt x="237053" y="43011"/>
                </a:cubicBezTo>
                <a:cubicBezTo>
                  <a:pt x="234371" y="46215"/>
                  <a:pt x="233030" y="51103"/>
                  <a:pt x="233030" y="57676"/>
                </a:cubicBezTo>
                <a:close/>
                <a:moveTo>
                  <a:pt x="312628" y="91642"/>
                </a:moveTo>
                <a:lnTo>
                  <a:pt x="295368" y="91642"/>
                </a:lnTo>
                <a:lnTo>
                  <a:pt x="295368" y="26412"/>
                </a:lnTo>
                <a:lnTo>
                  <a:pt x="311399" y="26412"/>
                </a:lnTo>
                <a:lnTo>
                  <a:pt x="311399" y="35686"/>
                </a:lnTo>
                <a:cubicBezTo>
                  <a:pt x="314143" y="31305"/>
                  <a:pt x="316610" y="28418"/>
                  <a:pt x="318801" y="27026"/>
                </a:cubicBezTo>
                <a:cubicBezTo>
                  <a:pt x="320991" y="25634"/>
                  <a:pt x="323479" y="24937"/>
                  <a:pt x="326263" y="24937"/>
                </a:cubicBezTo>
                <a:cubicBezTo>
                  <a:pt x="330194" y="24937"/>
                  <a:pt x="333982" y="26023"/>
                  <a:pt x="337626" y="28193"/>
                </a:cubicBezTo>
                <a:lnTo>
                  <a:pt x="332283" y="43241"/>
                </a:lnTo>
                <a:cubicBezTo>
                  <a:pt x="329375" y="41358"/>
                  <a:pt x="326673" y="40416"/>
                  <a:pt x="324175" y="40416"/>
                </a:cubicBezTo>
                <a:cubicBezTo>
                  <a:pt x="321759" y="40416"/>
                  <a:pt x="319712" y="41081"/>
                  <a:pt x="318033" y="42412"/>
                </a:cubicBezTo>
                <a:cubicBezTo>
                  <a:pt x="316354" y="43743"/>
                  <a:pt x="315033" y="46149"/>
                  <a:pt x="314071" y="49629"/>
                </a:cubicBezTo>
                <a:cubicBezTo>
                  <a:pt x="313109" y="53110"/>
                  <a:pt x="312628" y="60399"/>
                  <a:pt x="312628" y="71496"/>
                </a:cubicBezTo>
                <a:lnTo>
                  <a:pt x="312628" y="91642"/>
                </a:lnTo>
                <a:close/>
                <a:moveTo>
                  <a:pt x="358296" y="46558"/>
                </a:moveTo>
                <a:lnTo>
                  <a:pt x="342633" y="43733"/>
                </a:lnTo>
                <a:cubicBezTo>
                  <a:pt x="344394" y="37343"/>
                  <a:pt x="347424" y="32614"/>
                  <a:pt x="351723" y="29544"/>
                </a:cubicBezTo>
                <a:cubicBezTo>
                  <a:pt x="356023" y="26473"/>
                  <a:pt x="362411" y="24937"/>
                  <a:pt x="370887" y="24937"/>
                </a:cubicBezTo>
                <a:cubicBezTo>
                  <a:pt x="378585" y="24937"/>
                  <a:pt x="384318" y="25849"/>
                  <a:pt x="388085" y="27671"/>
                </a:cubicBezTo>
                <a:cubicBezTo>
                  <a:pt x="391853" y="29493"/>
                  <a:pt x="394504" y="31807"/>
                  <a:pt x="396040" y="34611"/>
                </a:cubicBezTo>
                <a:cubicBezTo>
                  <a:pt x="397575" y="37416"/>
                  <a:pt x="398343" y="42566"/>
                  <a:pt x="398343" y="50059"/>
                </a:cubicBezTo>
                <a:lnTo>
                  <a:pt x="398159" y="70206"/>
                </a:lnTo>
                <a:cubicBezTo>
                  <a:pt x="398159" y="75938"/>
                  <a:pt x="398435" y="80166"/>
                  <a:pt x="398988" y="82889"/>
                </a:cubicBezTo>
                <a:cubicBezTo>
                  <a:pt x="399541" y="85612"/>
                  <a:pt x="400575" y="88530"/>
                  <a:pt x="402090" y="91642"/>
                </a:cubicBezTo>
                <a:lnTo>
                  <a:pt x="385014" y="91642"/>
                </a:lnTo>
                <a:cubicBezTo>
                  <a:pt x="384564" y="90496"/>
                  <a:pt x="384011" y="88796"/>
                  <a:pt x="383356" y="86544"/>
                </a:cubicBezTo>
                <a:cubicBezTo>
                  <a:pt x="383069" y="85520"/>
                  <a:pt x="382864" y="84845"/>
                  <a:pt x="382742" y="84517"/>
                </a:cubicBezTo>
                <a:cubicBezTo>
                  <a:pt x="379793" y="87383"/>
                  <a:pt x="376640" y="89533"/>
                  <a:pt x="373283" y="90966"/>
                </a:cubicBezTo>
                <a:cubicBezTo>
                  <a:pt x="369925" y="92400"/>
                  <a:pt x="366342" y="93116"/>
                  <a:pt x="362534" y="93116"/>
                </a:cubicBezTo>
                <a:cubicBezTo>
                  <a:pt x="355818" y="93116"/>
                  <a:pt x="350526" y="91302"/>
                  <a:pt x="346656" y="87673"/>
                </a:cubicBezTo>
                <a:cubicBezTo>
                  <a:pt x="342786" y="84044"/>
                  <a:pt x="340852" y="79456"/>
                  <a:pt x="340852" y="73910"/>
                </a:cubicBezTo>
                <a:cubicBezTo>
                  <a:pt x="340852" y="70240"/>
                  <a:pt x="341732" y="66968"/>
                  <a:pt x="343493" y="64094"/>
                </a:cubicBezTo>
                <a:cubicBezTo>
                  <a:pt x="345254" y="61219"/>
                  <a:pt x="347721" y="59017"/>
                  <a:pt x="350894" y="57487"/>
                </a:cubicBezTo>
                <a:cubicBezTo>
                  <a:pt x="354068" y="55958"/>
                  <a:pt x="358644" y="54623"/>
                  <a:pt x="364622" y="53482"/>
                </a:cubicBezTo>
                <a:cubicBezTo>
                  <a:pt x="372689" y="51973"/>
                  <a:pt x="378278" y="50566"/>
                  <a:pt x="381390" y="49261"/>
                </a:cubicBezTo>
                <a:lnTo>
                  <a:pt x="381390" y="47522"/>
                </a:lnTo>
                <a:cubicBezTo>
                  <a:pt x="381390" y="44168"/>
                  <a:pt x="380571" y="41777"/>
                  <a:pt x="378933" y="40349"/>
                </a:cubicBezTo>
                <a:cubicBezTo>
                  <a:pt x="377295" y="38919"/>
                  <a:pt x="374204" y="38205"/>
                  <a:pt x="369659" y="38205"/>
                </a:cubicBezTo>
                <a:cubicBezTo>
                  <a:pt x="366588" y="38205"/>
                  <a:pt x="364192" y="38823"/>
                  <a:pt x="362472" y="40059"/>
                </a:cubicBezTo>
                <a:cubicBezTo>
                  <a:pt x="360752" y="41294"/>
                  <a:pt x="359360" y="43460"/>
                  <a:pt x="358296" y="46558"/>
                </a:cubicBezTo>
                <a:moveTo>
                  <a:pt x="381390" y="60562"/>
                </a:moveTo>
                <a:cubicBezTo>
                  <a:pt x="379179" y="61290"/>
                  <a:pt x="375678" y="62161"/>
                  <a:pt x="370887" y="63173"/>
                </a:cubicBezTo>
                <a:cubicBezTo>
                  <a:pt x="366096" y="64184"/>
                  <a:pt x="362964" y="65175"/>
                  <a:pt x="361489" y="66146"/>
                </a:cubicBezTo>
                <a:cubicBezTo>
                  <a:pt x="359237" y="67724"/>
                  <a:pt x="358111" y="69726"/>
                  <a:pt x="358111" y="72154"/>
                </a:cubicBezTo>
                <a:cubicBezTo>
                  <a:pt x="358111" y="74542"/>
                  <a:pt x="359012" y="76606"/>
                  <a:pt x="360814" y="78346"/>
                </a:cubicBezTo>
                <a:cubicBezTo>
                  <a:pt x="362616" y="80085"/>
                  <a:pt x="364909" y="80955"/>
                  <a:pt x="367693" y="80955"/>
                </a:cubicBezTo>
                <a:cubicBezTo>
                  <a:pt x="370805" y="80955"/>
                  <a:pt x="373774" y="79943"/>
                  <a:pt x="376599" y="77920"/>
                </a:cubicBezTo>
                <a:cubicBezTo>
                  <a:pt x="378688" y="76383"/>
                  <a:pt x="380059" y="74501"/>
                  <a:pt x="380715" y="72275"/>
                </a:cubicBezTo>
                <a:cubicBezTo>
                  <a:pt x="381165" y="70819"/>
                  <a:pt x="381390" y="68048"/>
                  <a:pt x="381390" y="63962"/>
                </a:cubicBezTo>
                <a:lnTo>
                  <a:pt x="381390" y="60562"/>
                </a:lnTo>
                <a:close/>
                <a:moveTo>
                  <a:pt x="415097" y="26412"/>
                </a:moveTo>
                <a:lnTo>
                  <a:pt x="431189" y="26412"/>
                </a:lnTo>
                <a:lnTo>
                  <a:pt x="431189" y="35993"/>
                </a:lnTo>
                <a:cubicBezTo>
                  <a:pt x="433278" y="32718"/>
                  <a:pt x="436103" y="30056"/>
                  <a:pt x="439666" y="28009"/>
                </a:cubicBezTo>
                <a:cubicBezTo>
                  <a:pt x="443228" y="25961"/>
                  <a:pt x="447180" y="24937"/>
                  <a:pt x="451520" y="24937"/>
                </a:cubicBezTo>
                <a:cubicBezTo>
                  <a:pt x="459096" y="24937"/>
                  <a:pt x="465525" y="27906"/>
                  <a:pt x="470807" y="33844"/>
                </a:cubicBezTo>
                <a:cubicBezTo>
                  <a:pt x="476089" y="39781"/>
                  <a:pt x="478730" y="48053"/>
                  <a:pt x="478730" y="58658"/>
                </a:cubicBezTo>
                <a:cubicBezTo>
                  <a:pt x="478730" y="69551"/>
                  <a:pt x="476069" y="78017"/>
                  <a:pt x="470745" y="84056"/>
                </a:cubicBezTo>
                <a:cubicBezTo>
                  <a:pt x="465422" y="90096"/>
                  <a:pt x="458973" y="93116"/>
                  <a:pt x="451397" y="93116"/>
                </a:cubicBezTo>
                <a:cubicBezTo>
                  <a:pt x="447794" y="93116"/>
                  <a:pt x="444528" y="92400"/>
                  <a:pt x="441601" y="90966"/>
                </a:cubicBezTo>
                <a:cubicBezTo>
                  <a:pt x="438673" y="89533"/>
                  <a:pt x="435591" y="87076"/>
                  <a:pt x="432356" y="83596"/>
                </a:cubicBezTo>
                <a:lnTo>
                  <a:pt x="432356" y="116457"/>
                </a:lnTo>
                <a:lnTo>
                  <a:pt x="415097" y="116457"/>
                </a:lnTo>
                <a:lnTo>
                  <a:pt x="415097" y="26412"/>
                </a:lnTo>
                <a:moveTo>
                  <a:pt x="432172" y="57892"/>
                </a:moveTo>
                <a:cubicBezTo>
                  <a:pt x="432172" y="65211"/>
                  <a:pt x="433626" y="70618"/>
                  <a:pt x="436533" y="74114"/>
                </a:cubicBezTo>
                <a:cubicBezTo>
                  <a:pt x="439441" y="77610"/>
                  <a:pt x="442983" y="79358"/>
                  <a:pt x="447159" y="79358"/>
                </a:cubicBezTo>
                <a:cubicBezTo>
                  <a:pt x="451172" y="79358"/>
                  <a:pt x="454509" y="77753"/>
                  <a:pt x="457171" y="74544"/>
                </a:cubicBezTo>
                <a:cubicBezTo>
                  <a:pt x="459833" y="71334"/>
                  <a:pt x="461164" y="66070"/>
                  <a:pt x="461164" y="58750"/>
                </a:cubicBezTo>
                <a:cubicBezTo>
                  <a:pt x="461164" y="51922"/>
                  <a:pt x="459792" y="46852"/>
                  <a:pt x="457048" y="43541"/>
                </a:cubicBezTo>
                <a:cubicBezTo>
                  <a:pt x="454305" y="40229"/>
                  <a:pt x="450906" y="38573"/>
                  <a:pt x="446852" y="38573"/>
                </a:cubicBezTo>
                <a:cubicBezTo>
                  <a:pt x="442634" y="38573"/>
                  <a:pt x="439133" y="40198"/>
                  <a:pt x="436349" y="43449"/>
                </a:cubicBezTo>
                <a:cubicBezTo>
                  <a:pt x="433564" y="46699"/>
                  <a:pt x="432172" y="51513"/>
                  <a:pt x="432172" y="57892"/>
                </a:cubicBezTo>
                <a:close/>
                <a:moveTo>
                  <a:pt x="509682" y="1597"/>
                </a:moveTo>
                <a:lnTo>
                  <a:pt x="509682" y="34750"/>
                </a:lnTo>
                <a:cubicBezTo>
                  <a:pt x="515251" y="28208"/>
                  <a:pt x="521905" y="24937"/>
                  <a:pt x="529644" y="24937"/>
                </a:cubicBezTo>
                <a:cubicBezTo>
                  <a:pt x="533616" y="24937"/>
                  <a:pt x="537199" y="25675"/>
                  <a:pt x="540393" y="27149"/>
                </a:cubicBezTo>
                <a:cubicBezTo>
                  <a:pt x="543587" y="28623"/>
                  <a:pt x="545993" y="30506"/>
                  <a:pt x="547610" y="32800"/>
                </a:cubicBezTo>
                <a:cubicBezTo>
                  <a:pt x="549228" y="35093"/>
                  <a:pt x="550333" y="37631"/>
                  <a:pt x="550927" y="40416"/>
                </a:cubicBezTo>
                <a:cubicBezTo>
                  <a:pt x="551521" y="43200"/>
                  <a:pt x="551818" y="47520"/>
                  <a:pt x="551818" y="53376"/>
                </a:cubicBezTo>
                <a:lnTo>
                  <a:pt x="551818" y="91642"/>
                </a:lnTo>
                <a:lnTo>
                  <a:pt x="534558" y="91642"/>
                </a:lnTo>
                <a:lnTo>
                  <a:pt x="534558" y="57224"/>
                </a:lnTo>
                <a:cubicBezTo>
                  <a:pt x="534558" y="50394"/>
                  <a:pt x="534230" y="46058"/>
                  <a:pt x="533575" y="44218"/>
                </a:cubicBezTo>
                <a:cubicBezTo>
                  <a:pt x="532920" y="42377"/>
                  <a:pt x="531763" y="40914"/>
                  <a:pt x="530105" y="39830"/>
                </a:cubicBezTo>
                <a:cubicBezTo>
                  <a:pt x="528447" y="38747"/>
                  <a:pt x="526368" y="38205"/>
                  <a:pt x="523871" y="38205"/>
                </a:cubicBezTo>
                <a:cubicBezTo>
                  <a:pt x="521004" y="38205"/>
                  <a:pt x="518445" y="38900"/>
                  <a:pt x="516193" y="40291"/>
                </a:cubicBezTo>
                <a:cubicBezTo>
                  <a:pt x="513941" y="41682"/>
                  <a:pt x="512292" y="43778"/>
                  <a:pt x="511248" y="46579"/>
                </a:cubicBezTo>
                <a:cubicBezTo>
                  <a:pt x="510204" y="49380"/>
                  <a:pt x="509682" y="53522"/>
                  <a:pt x="509682" y="59004"/>
                </a:cubicBezTo>
                <a:lnTo>
                  <a:pt x="509682" y="91642"/>
                </a:lnTo>
                <a:lnTo>
                  <a:pt x="492422" y="91642"/>
                </a:lnTo>
                <a:lnTo>
                  <a:pt x="492422" y="1597"/>
                </a:lnTo>
                <a:lnTo>
                  <a:pt x="509682" y="1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construction">
            <a:extLst xmlns:a="http://schemas.openxmlformats.org/drawingml/2006/main">
              <a:ext uri="{FF2B5EF4-FFF2-40B4-BE49-F238E27FC236}">
                <a16:creationId xmlns:a16="http://schemas.microsoft.com/office/drawing/2014/main" id="{3E58A263-1E79-40C7-8B79-1C2B033A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658" y="695442"/>
            <a:ext cx="750074" cy="91519"/>
          </a:xfrm>
          <a:custGeom xmlns:a="http://schemas.openxmlformats.org/drawingml/2006/main">
            <a:pathLst>
              <a:path w="750074" h="91519">
                <a:moveTo>
                  <a:pt x="60685" y="44101"/>
                </a:moveTo>
                <a:lnTo>
                  <a:pt x="43671" y="47172"/>
                </a:lnTo>
                <a:cubicBezTo>
                  <a:pt x="43098" y="43794"/>
                  <a:pt x="41798" y="41250"/>
                  <a:pt x="39771" y="39541"/>
                </a:cubicBezTo>
                <a:cubicBezTo>
                  <a:pt x="37744" y="37831"/>
                  <a:pt x="35113" y="36976"/>
                  <a:pt x="31878" y="36976"/>
                </a:cubicBezTo>
                <a:cubicBezTo>
                  <a:pt x="27579" y="36976"/>
                  <a:pt x="24149" y="38456"/>
                  <a:pt x="21590" y="41416"/>
                </a:cubicBezTo>
                <a:cubicBezTo>
                  <a:pt x="19031" y="44376"/>
                  <a:pt x="17751" y="49325"/>
                  <a:pt x="17751" y="56265"/>
                </a:cubicBezTo>
                <a:cubicBezTo>
                  <a:pt x="17751" y="63981"/>
                  <a:pt x="19051" y="69432"/>
                  <a:pt x="21651" y="72617"/>
                </a:cubicBezTo>
                <a:cubicBezTo>
                  <a:pt x="24252" y="75800"/>
                  <a:pt x="27742" y="77392"/>
                  <a:pt x="32124" y="77392"/>
                </a:cubicBezTo>
                <a:cubicBezTo>
                  <a:pt x="35400" y="77392"/>
                  <a:pt x="38082" y="76461"/>
                  <a:pt x="40170" y="74597"/>
                </a:cubicBezTo>
                <a:cubicBezTo>
                  <a:pt x="42259" y="72734"/>
                  <a:pt x="43733" y="69530"/>
                  <a:pt x="44593" y="64985"/>
                </a:cubicBezTo>
                <a:lnTo>
                  <a:pt x="61545" y="67933"/>
                </a:lnTo>
                <a:cubicBezTo>
                  <a:pt x="59784" y="75713"/>
                  <a:pt x="56406" y="81589"/>
                  <a:pt x="51410" y="85561"/>
                </a:cubicBezTo>
                <a:cubicBezTo>
                  <a:pt x="46415" y="89533"/>
                  <a:pt x="39720" y="91519"/>
                  <a:pt x="31325" y="91519"/>
                </a:cubicBezTo>
                <a:cubicBezTo>
                  <a:pt x="21784" y="91519"/>
                  <a:pt x="14178" y="88510"/>
                  <a:pt x="8507" y="82490"/>
                </a:cubicBezTo>
                <a:cubicBezTo>
                  <a:pt x="2836" y="76471"/>
                  <a:pt x="0" y="68138"/>
                  <a:pt x="0" y="57491"/>
                </a:cubicBezTo>
                <a:cubicBezTo>
                  <a:pt x="0" y="46722"/>
                  <a:pt x="2846" y="38338"/>
                  <a:pt x="8538" y="32339"/>
                </a:cubicBezTo>
                <a:cubicBezTo>
                  <a:pt x="14229" y="26340"/>
                  <a:pt x="21928" y="23340"/>
                  <a:pt x="31632" y="23340"/>
                </a:cubicBezTo>
                <a:cubicBezTo>
                  <a:pt x="39576" y="23340"/>
                  <a:pt x="45893" y="25050"/>
                  <a:pt x="50581" y="28469"/>
                </a:cubicBezTo>
                <a:cubicBezTo>
                  <a:pt x="55270" y="31888"/>
                  <a:pt x="58638" y="37099"/>
                  <a:pt x="60685" y="44101"/>
                </a:cubicBezTo>
                <a:close/>
                <a:moveTo>
                  <a:pt x="70007" y="56509"/>
                </a:moveTo>
                <a:cubicBezTo>
                  <a:pt x="70007" y="50776"/>
                  <a:pt x="71420" y="45227"/>
                  <a:pt x="74246" y="39863"/>
                </a:cubicBezTo>
                <a:cubicBezTo>
                  <a:pt x="77071" y="34499"/>
                  <a:pt x="81074" y="30404"/>
                  <a:pt x="86254" y="27579"/>
                </a:cubicBezTo>
                <a:cubicBezTo>
                  <a:pt x="91434" y="24753"/>
                  <a:pt x="97217" y="23340"/>
                  <a:pt x="103605" y="23340"/>
                </a:cubicBezTo>
                <a:cubicBezTo>
                  <a:pt x="113474" y="23340"/>
                  <a:pt x="121561" y="26545"/>
                  <a:pt x="127867" y="32953"/>
                </a:cubicBezTo>
                <a:cubicBezTo>
                  <a:pt x="134173" y="39361"/>
                  <a:pt x="137326" y="47459"/>
                  <a:pt x="137326" y="57246"/>
                </a:cubicBezTo>
                <a:cubicBezTo>
                  <a:pt x="137326" y="67114"/>
                  <a:pt x="134142" y="75293"/>
                  <a:pt x="127775" y="81784"/>
                </a:cubicBezTo>
                <a:cubicBezTo>
                  <a:pt x="121408" y="88274"/>
                  <a:pt x="113392" y="91519"/>
                  <a:pt x="103728" y="91519"/>
                </a:cubicBezTo>
                <a:cubicBezTo>
                  <a:pt x="97750" y="91519"/>
                  <a:pt x="92048" y="90168"/>
                  <a:pt x="86622" y="87465"/>
                </a:cubicBezTo>
                <a:cubicBezTo>
                  <a:pt x="81196" y="84763"/>
                  <a:pt x="77071" y="80801"/>
                  <a:pt x="74246" y="75580"/>
                </a:cubicBezTo>
                <a:cubicBezTo>
                  <a:pt x="71420" y="70359"/>
                  <a:pt x="70007" y="64002"/>
                  <a:pt x="70007" y="56509"/>
                </a:cubicBezTo>
                <a:moveTo>
                  <a:pt x="87697" y="57430"/>
                </a:moveTo>
                <a:cubicBezTo>
                  <a:pt x="87697" y="63879"/>
                  <a:pt x="89233" y="68819"/>
                  <a:pt x="92304" y="72248"/>
                </a:cubicBezTo>
                <a:cubicBezTo>
                  <a:pt x="95375" y="75677"/>
                  <a:pt x="99162" y="77392"/>
                  <a:pt x="103667" y="77392"/>
                </a:cubicBezTo>
                <a:cubicBezTo>
                  <a:pt x="108171" y="77392"/>
                  <a:pt x="111949" y="75677"/>
                  <a:pt x="114999" y="72248"/>
                </a:cubicBezTo>
                <a:cubicBezTo>
                  <a:pt x="118050" y="68819"/>
                  <a:pt x="119575" y="63838"/>
                  <a:pt x="119575" y="57307"/>
                </a:cubicBezTo>
                <a:cubicBezTo>
                  <a:pt x="119575" y="50940"/>
                  <a:pt x="118050" y="46041"/>
                  <a:pt x="114999" y="42612"/>
                </a:cubicBezTo>
                <a:cubicBezTo>
                  <a:pt x="111949" y="39182"/>
                  <a:pt x="108171" y="37468"/>
                  <a:pt x="103667" y="37468"/>
                </a:cubicBezTo>
                <a:cubicBezTo>
                  <a:pt x="99162" y="37468"/>
                  <a:pt x="95375" y="39182"/>
                  <a:pt x="92304" y="42612"/>
                </a:cubicBezTo>
                <a:cubicBezTo>
                  <a:pt x="89233" y="46041"/>
                  <a:pt x="87697" y="50981"/>
                  <a:pt x="87697" y="57430"/>
                </a:cubicBezTo>
                <a:close/>
                <a:moveTo>
                  <a:pt x="210229" y="90045"/>
                </a:moveTo>
                <a:lnTo>
                  <a:pt x="192969" y="90045"/>
                </a:lnTo>
                <a:lnTo>
                  <a:pt x="192969" y="56793"/>
                </a:lnTo>
                <a:cubicBezTo>
                  <a:pt x="192969" y="49757"/>
                  <a:pt x="192601" y="45207"/>
                  <a:pt x="191864" y="43141"/>
                </a:cubicBezTo>
                <a:cubicBezTo>
                  <a:pt x="191126" y="41076"/>
                  <a:pt x="189929" y="39471"/>
                  <a:pt x="188270" y="38326"/>
                </a:cubicBezTo>
                <a:cubicBezTo>
                  <a:pt x="186612" y="37180"/>
                  <a:pt x="184616" y="36608"/>
                  <a:pt x="182282" y="36608"/>
                </a:cubicBezTo>
                <a:cubicBezTo>
                  <a:pt x="179292" y="36608"/>
                  <a:pt x="176610" y="37426"/>
                  <a:pt x="174235" y="39063"/>
                </a:cubicBezTo>
                <a:cubicBezTo>
                  <a:pt x="171860" y="40698"/>
                  <a:pt x="170233" y="42866"/>
                  <a:pt x="169352" y="45566"/>
                </a:cubicBezTo>
                <a:cubicBezTo>
                  <a:pt x="168472" y="48264"/>
                  <a:pt x="168032" y="53254"/>
                  <a:pt x="168032" y="60536"/>
                </a:cubicBezTo>
                <a:lnTo>
                  <a:pt x="168032" y="90045"/>
                </a:lnTo>
                <a:lnTo>
                  <a:pt x="150772" y="90045"/>
                </a:lnTo>
                <a:lnTo>
                  <a:pt x="150772" y="24815"/>
                </a:lnTo>
                <a:lnTo>
                  <a:pt x="166803" y="24815"/>
                </a:lnTo>
                <a:lnTo>
                  <a:pt x="166803" y="34396"/>
                </a:lnTo>
                <a:cubicBezTo>
                  <a:pt x="172495" y="27026"/>
                  <a:pt x="179661" y="23340"/>
                  <a:pt x="188301" y="23340"/>
                </a:cubicBezTo>
                <a:cubicBezTo>
                  <a:pt x="192109" y="23340"/>
                  <a:pt x="195590" y="24026"/>
                  <a:pt x="198743" y="25398"/>
                </a:cubicBezTo>
                <a:cubicBezTo>
                  <a:pt x="201896" y="26770"/>
                  <a:pt x="204281" y="28520"/>
                  <a:pt x="205899" y="30650"/>
                </a:cubicBezTo>
                <a:cubicBezTo>
                  <a:pt x="207516" y="32779"/>
                  <a:pt x="208642" y="35195"/>
                  <a:pt x="209277" y="37898"/>
                </a:cubicBezTo>
                <a:cubicBezTo>
                  <a:pt x="209911" y="40600"/>
                  <a:pt x="210229" y="44470"/>
                  <a:pt x="210229" y="49506"/>
                </a:cubicBezTo>
                <a:lnTo>
                  <a:pt x="210229" y="90045"/>
                </a:lnTo>
                <a:close/>
                <a:moveTo>
                  <a:pt x="221709" y="71496"/>
                </a:moveTo>
                <a:lnTo>
                  <a:pt x="239030" y="68793"/>
                </a:lnTo>
                <a:cubicBezTo>
                  <a:pt x="239768" y="72130"/>
                  <a:pt x="241262" y="74664"/>
                  <a:pt x="243514" y="76394"/>
                </a:cubicBezTo>
                <a:cubicBezTo>
                  <a:pt x="245766" y="78124"/>
                  <a:pt x="248919" y="78989"/>
                  <a:pt x="252973" y="78989"/>
                </a:cubicBezTo>
                <a:cubicBezTo>
                  <a:pt x="257437" y="78989"/>
                  <a:pt x="260794" y="78171"/>
                  <a:pt x="263047" y="76536"/>
                </a:cubicBezTo>
                <a:cubicBezTo>
                  <a:pt x="264562" y="75391"/>
                  <a:pt x="265319" y="73857"/>
                  <a:pt x="265319" y="71935"/>
                </a:cubicBezTo>
                <a:cubicBezTo>
                  <a:pt x="265319" y="70626"/>
                  <a:pt x="264910" y="69542"/>
                  <a:pt x="264091" y="68684"/>
                </a:cubicBezTo>
                <a:cubicBezTo>
                  <a:pt x="263231" y="67866"/>
                  <a:pt x="261306" y="67110"/>
                  <a:pt x="258317" y="66415"/>
                </a:cubicBezTo>
                <a:cubicBezTo>
                  <a:pt x="244395" y="63349"/>
                  <a:pt x="235570" y="60548"/>
                  <a:pt x="231844" y="58011"/>
                </a:cubicBezTo>
                <a:cubicBezTo>
                  <a:pt x="226685" y="54492"/>
                  <a:pt x="224105" y="49604"/>
                  <a:pt x="224105" y="43345"/>
                </a:cubicBezTo>
                <a:cubicBezTo>
                  <a:pt x="224105" y="37699"/>
                  <a:pt x="226337" y="32954"/>
                  <a:pt x="230800" y="29108"/>
                </a:cubicBezTo>
                <a:cubicBezTo>
                  <a:pt x="235263" y="25263"/>
                  <a:pt x="242183" y="23340"/>
                  <a:pt x="251561" y="23340"/>
                </a:cubicBezTo>
                <a:cubicBezTo>
                  <a:pt x="260487" y="23340"/>
                  <a:pt x="267121" y="24789"/>
                  <a:pt x="271461" y="27686"/>
                </a:cubicBezTo>
                <a:cubicBezTo>
                  <a:pt x="275802" y="30583"/>
                  <a:pt x="278791" y="34867"/>
                  <a:pt x="280429" y="40539"/>
                </a:cubicBezTo>
                <a:lnTo>
                  <a:pt x="264152" y="43610"/>
                </a:lnTo>
                <a:cubicBezTo>
                  <a:pt x="263456" y="41071"/>
                  <a:pt x="262135" y="39126"/>
                  <a:pt x="260190" y="37775"/>
                </a:cubicBezTo>
                <a:cubicBezTo>
                  <a:pt x="258245" y="36423"/>
                  <a:pt x="255471" y="35748"/>
                  <a:pt x="251868" y="35748"/>
                </a:cubicBezTo>
                <a:cubicBezTo>
                  <a:pt x="247322" y="35748"/>
                  <a:pt x="244067" y="36382"/>
                  <a:pt x="242102" y="37650"/>
                </a:cubicBezTo>
                <a:cubicBezTo>
                  <a:pt x="240791" y="38548"/>
                  <a:pt x="240136" y="39713"/>
                  <a:pt x="240136" y="41145"/>
                </a:cubicBezTo>
                <a:cubicBezTo>
                  <a:pt x="240136" y="42371"/>
                  <a:pt x="240709" y="43413"/>
                  <a:pt x="241856" y="44272"/>
                </a:cubicBezTo>
                <a:cubicBezTo>
                  <a:pt x="243412" y="45417"/>
                  <a:pt x="248786" y="47033"/>
                  <a:pt x="257979" y="49119"/>
                </a:cubicBezTo>
                <a:cubicBezTo>
                  <a:pt x="267172" y="51204"/>
                  <a:pt x="273591" y="53763"/>
                  <a:pt x="277235" y="56795"/>
                </a:cubicBezTo>
                <a:cubicBezTo>
                  <a:pt x="280839" y="59868"/>
                  <a:pt x="282640" y="64150"/>
                  <a:pt x="282640" y="69639"/>
                </a:cubicBezTo>
                <a:cubicBezTo>
                  <a:pt x="282640" y="75622"/>
                  <a:pt x="280142" y="80764"/>
                  <a:pt x="275147" y="85066"/>
                </a:cubicBezTo>
                <a:cubicBezTo>
                  <a:pt x="270151" y="89368"/>
                  <a:pt x="262760" y="91519"/>
                  <a:pt x="252973" y="91519"/>
                </a:cubicBezTo>
                <a:cubicBezTo>
                  <a:pt x="244088" y="91519"/>
                  <a:pt x="237055" y="89723"/>
                  <a:pt x="231875" y="86131"/>
                </a:cubicBezTo>
                <a:cubicBezTo>
                  <a:pt x="226695" y="82538"/>
                  <a:pt x="223306" y="77660"/>
                  <a:pt x="221709" y="71496"/>
                </a:cubicBezTo>
                <a:close/>
                <a:moveTo>
                  <a:pt x="327894" y="24815"/>
                </a:moveTo>
                <a:lnTo>
                  <a:pt x="327894" y="38573"/>
                </a:lnTo>
                <a:lnTo>
                  <a:pt x="316101" y="38573"/>
                </a:lnTo>
                <a:lnTo>
                  <a:pt x="316101" y="64820"/>
                </a:lnTo>
                <a:cubicBezTo>
                  <a:pt x="316101" y="70135"/>
                  <a:pt x="316214" y="73233"/>
                  <a:pt x="316439" y="74112"/>
                </a:cubicBezTo>
                <a:cubicBezTo>
                  <a:pt x="316664" y="74990"/>
                  <a:pt x="317176" y="75715"/>
                  <a:pt x="317975" y="76288"/>
                </a:cubicBezTo>
                <a:cubicBezTo>
                  <a:pt x="318773" y="76860"/>
                  <a:pt x="319746" y="77146"/>
                  <a:pt x="320892" y="77146"/>
                </a:cubicBezTo>
                <a:cubicBezTo>
                  <a:pt x="322489" y="77146"/>
                  <a:pt x="324803" y="76594"/>
                  <a:pt x="327833" y="75488"/>
                </a:cubicBezTo>
                <a:lnTo>
                  <a:pt x="329307" y="88928"/>
                </a:lnTo>
                <a:cubicBezTo>
                  <a:pt x="325294" y="90655"/>
                  <a:pt x="320749" y="91519"/>
                  <a:pt x="315671" y="91519"/>
                </a:cubicBezTo>
                <a:cubicBezTo>
                  <a:pt x="312559" y="91519"/>
                  <a:pt x="309754" y="90997"/>
                  <a:pt x="307257" y="89953"/>
                </a:cubicBezTo>
                <a:cubicBezTo>
                  <a:pt x="304759" y="88909"/>
                  <a:pt x="302926" y="87557"/>
                  <a:pt x="301759" y="85899"/>
                </a:cubicBezTo>
                <a:cubicBezTo>
                  <a:pt x="300592" y="84241"/>
                  <a:pt x="299784" y="81999"/>
                  <a:pt x="299333" y="79173"/>
                </a:cubicBezTo>
                <a:cubicBezTo>
                  <a:pt x="298965" y="77167"/>
                  <a:pt x="298780" y="73113"/>
                  <a:pt x="298780" y="67012"/>
                </a:cubicBezTo>
                <a:lnTo>
                  <a:pt x="298780" y="38573"/>
                </a:lnTo>
                <a:lnTo>
                  <a:pt x="290857" y="38573"/>
                </a:lnTo>
                <a:lnTo>
                  <a:pt x="290857" y="24815"/>
                </a:lnTo>
                <a:lnTo>
                  <a:pt x="298780" y="24815"/>
                </a:lnTo>
                <a:lnTo>
                  <a:pt x="298780" y="11793"/>
                </a:lnTo>
                <a:lnTo>
                  <a:pt x="316101" y="1597"/>
                </a:lnTo>
                <a:lnTo>
                  <a:pt x="316101" y="24815"/>
                </a:lnTo>
                <a:lnTo>
                  <a:pt x="327894" y="24815"/>
                </a:lnTo>
                <a:close/>
                <a:moveTo>
                  <a:pt x="356698" y="90045"/>
                </a:moveTo>
                <a:lnTo>
                  <a:pt x="339439" y="90045"/>
                </a:lnTo>
                <a:lnTo>
                  <a:pt x="339439" y="24815"/>
                </a:lnTo>
                <a:lnTo>
                  <a:pt x="355470" y="24815"/>
                </a:lnTo>
                <a:lnTo>
                  <a:pt x="355470" y="34089"/>
                </a:lnTo>
                <a:cubicBezTo>
                  <a:pt x="358213" y="29708"/>
                  <a:pt x="360680" y="26821"/>
                  <a:pt x="362871" y="25429"/>
                </a:cubicBezTo>
                <a:cubicBezTo>
                  <a:pt x="365062" y="24037"/>
                  <a:pt x="367550" y="23340"/>
                  <a:pt x="370334" y="23340"/>
                </a:cubicBezTo>
                <a:cubicBezTo>
                  <a:pt x="374265" y="23340"/>
                  <a:pt x="378053" y="24426"/>
                  <a:pt x="381697" y="26596"/>
                </a:cubicBezTo>
                <a:lnTo>
                  <a:pt x="376353" y="41644"/>
                </a:lnTo>
                <a:cubicBezTo>
                  <a:pt x="373446" y="39761"/>
                  <a:pt x="370743" y="38819"/>
                  <a:pt x="368246" y="38819"/>
                </a:cubicBezTo>
                <a:cubicBezTo>
                  <a:pt x="365830" y="38819"/>
                  <a:pt x="363782" y="39484"/>
                  <a:pt x="362103" y="40815"/>
                </a:cubicBezTo>
                <a:cubicBezTo>
                  <a:pt x="360425" y="42146"/>
                  <a:pt x="359104" y="44552"/>
                  <a:pt x="358142" y="48032"/>
                </a:cubicBezTo>
                <a:cubicBezTo>
                  <a:pt x="357179" y="51513"/>
                  <a:pt x="356698" y="58802"/>
                  <a:pt x="356698" y="69899"/>
                </a:cubicBezTo>
                <a:lnTo>
                  <a:pt x="356698" y="90045"/>
                </a:lnTo>
                <a:close/>
                <a:moveTo>
                  <a:pt x="432402" y="90045"/>
                </a:moveTo>
                <a:lnTo>
                  <a:pt x="432402" y="80279"/>
                </a:lnTo>
                <a:cubicBezTo>
                  <a:pt x="430027" y="83760"/>
                  <a:pt x="426905" y="86503"/>
                  <a:pt x="423035" y="88510"/>
                </a:cubicBezTo>
                <a:cubicBezTo>
                  <a:pt x="419165" y="90516"/>
                  <a:pt x="415081" y="91519"/>
                  <a:pt x="410781" y="91519"/>
                </a:cubicBezTo>
                <a:cubicBezTo>
                  <a:pt x="406400" y="91519"/>
                  <a:pt x="402469" y="90557"/>
                  <a:pt x="398988" y="88632"/>
                </a:cubicBezTo>
                <a:cubicBezTo>
                  <a:pt x="395508" y="86708"/>
                  <a:pt x="392989" y="84005"/>
                  <a:pt x="391433" y="80525"/>
                </a:cubicBezTo>
                <a:cubicBezTo>
                  <a:pt x="389877" y="77044"/>
                  <a:pt x="389099" y="72233"/>
                  <a:pt x="389099" y="66090"/>
                </a:cubicBezTo>
                <a:lnTo>
                  <a:pt x="389099" y="24815"/>
                </a:lnTo>
                <a:lnTo>
                  <a:pt x="406359" y="24815"/>
                </a:lnTo>
                <a:lnTo>
                  <a:pt x="406359" y="54720"/>
                </a:lnTo>
                <a:cubicBezTo>
                  <a:pt x="406359" y="63872"/>
                  <a:pt x="406676" y="69479"/>
                  <a:pt x="407311" y="71542"/>
                </a:cubicBezTo>
                <a:cubicBezTo>
                  <a:pt x="407946" y="73604"/>
                  <a:pt x="409102" y="75238"/>
                  <a:pt x="410781" y="76444"/>
                </a:cubicBezTo>
                <a:cubicBezTo>
                  <a:pt x="412460" y="77649"/>
                  <a:pt x="414590" y="78252"/>
                  <a:pt x="417169" y="78252"/>
                </a:cubicBezTo>
                <a:cubicBezTo>
                  <a:pt x="420118" y="78252"/>
                  <a:pt x="422759" y="77445"/>
                  <a:pt x="425093" y="75832"/>
                </a:cubicBezTo>
                <a:cubicBezTo>
                  <a:pt x="427427" y="74218"/>
                  <a:pt x="429024" y="72216"/>
                  <a:pt x="429884" y="69826"/>
                </a:cubicBezTo>
                <a:cubicBezTo>
                  <a:pt x="430744" y="67435"/>
                  <a:pt x="431174" y="61583"/>
                  <a:pt x="431174" y="52268"/>
                </a:cubicBezTo>
                <a:lnTo>
                  <a:pt x="431174" y="24815"/>
                </a:lnTo>
                <a:lnTo>
                  <a:pt x="448433" y="24815"/>
                </a:lnTo>
                <a:lnTo>
                  <a:pt x="448433" y="90045"/>
                </a:lnTo>
                <a:lnTo>
                  <a:pt x="432402" y="90045"/>
                </a:lnTo>
                <a:close/>
                <a:moveTo>
                  <a:pt x="523240" y="44101"/>
                </a:moveTo>
                <a:lnTo>
                  <a:pt x="506226" y="47172"/>
                </a:lnTo>
                <a:cubicBezTo>
                  <a:pt x="505653" y="43794"/>
                  <a:pt x="504353" y="41250"/>
                  <a:pt x="502326" y="39541"/>
                </a:cubicBezTo>
                <a:cubicBezTo>
                  <a:pt x="500299" y="37831"/>
                  <a:pt x="497668" y="36976"/>
                  <a:pt x="494433" y="36976"/>
                </a:cubicBezTo>
                <a:cubicBezTo>
                  <a:pt x="490133" y="36976"/>
                  <a:pt x="486704" y="38456"/>
                  <a:pt x="484145" y="41416"/>
                </a:cubicBezTo>
                <a:cubicBezTo>
                  <a:pt x="481585" y="44376"/>
                  <a:pt x="480306" y="49325"/>
                  <a:pt x="480306" y="56265"/>
                </a:cubicBezTo>
                <a:cubicBezTo>
                  <a:pt x="480306" y="63981"/>
                  <a:pt x="481606" y="69432"/>
                  <a:pt x="484206" y="72617"/>
                </a:cubicBezTo>
                <a:cubicBezTo>
                  <a:pt x="486806" y="75800"/>
                  <a:pt x="490297" y="77392"/>
                  <a:pt x="494679" y="77392"/>
                </a:cubicBezTo>
                <a:cubicBezTo>
                  <a:pt x="497954" y="77392"/>
                  <a:pt x="500636" y="76461"/>
                  <a:pt x="502725" y="74597"/>
                </a:cubicBezTo>
                <a:cubicBezTo>
                  <a:pt x="504813" y="72734"/>
                  <a:pt x="506287" y="69530"/>
                  <a:pt x="507147" y="64985"/>
                </a:cubicBezTo>
                <a:lnTo>
                  <a:pt x="524100" y="67933"/>
                </a:lnTo>
                <a:cubicBezTo>
                  <a:pt x="522339" y="75713"/>
                  <a:pt x="518961" y="81589"/>
                  <a:pt x="513965" y="85561"/>
                </a:cubicBezTo>
                <a:cubicBezTo>
                  <a:pt x="508969" y="89533"/>
                  <a:pt x="502274" y="91519"/>
                  <a:pt x="493880" y="91519"/>
                </a:cubicBezTo>
                <a:cubicBezTo>
                  <a:pt x="484339" y="91519"/>
                  <a:pt x="476733" y="88510"/>
                  <a:pt x="471062" y="82490"/>
                </a:cubicBezTo>
                <a:cubicBezTo>
                  <a:pt x="465390" y="76471"/>
                  <a:pt x="462555" y="68138"/>
                  <a:pt x="462555" y="57491"/>
                </a:cubicBezTo>
                <a:cubicBezTo>
                  <a:pt x="462555" y="46722"/>
                  <a:pt x="465401" y="38338"/>
                  <a:pt x="471092" y="32339"/>
                </a:cubicBezTo>
                <a:cubicBezTo>
                  <a:pt x="476784" y="26340"/>
                  <a:pt x="484482" y="23340"/>
                  <a:pt x="494187" y="23340"/>
                </a:cubicBezTo>
                <a:cubicBezTo>
                  <a:pt x="502131" y="23340"/>
                  <a:pt x="508447" y="25050"/>
                  <a:pt x="513136" y="28469"/>
                </a:cubicBezTo>
                <a:cubicBezTo>
                  <a:pt x="517824" y="31888"/>
                  <a:pt x="521192" y="37099"/>
                  <a:pt x="523240" y="44101"/>
                </a:cubicBezTo>
                <a:close/>
                <a:moveTo>
                  <a:pt x="566467" y="24815"/>
                </a:moveTo>
                <a:lnTo>
                  <a:pt x="566467" y="38573"/>
                </a:lnTo>
                <a:lnTo>
                  <a:pt x="554674" y="38573"/>
                </a:lnTo>
                <a:lnTo>
                  <a:pt x="554674" y="64820"/>
                </a:lnTo>
                <a:cubicBezTo>
                  <a:pt x="554674" y="70135"/>
                  <a:pt x="554787" y="73233"/>
                  <a:pt x="555012" y="74112"/>
                </a:cubicBezTo>
                <a:cubicBezTo>
                  <a:pt x="555237" y="74990"/>
                  <a:pt x="555749" y="75715"/>
                  <a:pt x="556547" y="76288"/>
                </a:cubicBezTo>
                <a:cubicBezTo>
                  <a:pt x="557346" y="76860"/>
                  <a:pt x="558318" y="77146"/>
                  <a:pt x="559465" y="77146"/>
                </a:cubicBezTo>
                <a:cubicBezTo>
                  <a:pt x="561062" y="77146"/>
                  <a:pt x="563376" y="76594"/>
                  <a:pt x="566406" y="75488"/>
                </a:cubicBezTo>
                <a:lnTo>
                  <a:pt x="567880" y="88928"/>
                </a:lnTo>
                <a:cubicBezTo>
                  <a:pt x="563867" y="90655"/>
                  <a:pt x="559322" y="91519"/>
                  <a:pt x="554244" y="91519"/>
                </a:cubicBezTo>
                <a:cubicBezTo>
                  <a:pt x="551132" y="91519"/>
                  <a:pt x="548327" y="90997"/>
                  <a:pt x="545829" y="89953"/>
                </a:cubicBezTo>
                <a:cubicBezTo>
                  <a:pt x="543331" y="88909"/>
                  <a:pt x="541499" y="87557"/>
                  <a:pt x="540332" y="85899"/>
                </a:cubicBezTo>
                <a:cubicBezTo>
                  <a:pt x="539165" y="84241"/>
                  <a:pt x="538356" y="81999"/>
                  <a:pt x="537906" y="79173"/>
                </a:cubicBezTo>
                <a:cubicBezTo>
                  <a:pt x="537537" y="77167"/>
                  <a:pt x="537353" y="73113"/>
                  <a:pt x="537353" y="67012"/>
                </a:cubicBezTo>
                <a:lnTo>
                  <a:pt x="537353" y="38573"/>
                </a:lnTo>
                <a:lnTo>
                  <a:pt x="529429" y="38573"/>
                </a:lnTo>
                <a:lnTo>
                  <a:pt x="529429" y="24815"/>
                </a:lnTo>
                <a:lnTo>
                  <a:pt x="537353" y="24815"/>
                </a:lnTo>
                <a:lnTo>
                  <a:pt x="537353" y="11793"/>
                </a:lnTo>
                <a:lnTo>
                  <a:pt x="554674" y="1597"/>
                </a:lnTo>
                <a:lnTo>
                  <a:pt x="554674" y="24815"/>
                </a:lnTo>
                <a:lnTo>
                  <a:pt x="566467" y="24815"/>
                </a:lnTo>
                <a:close/>
                <a:moveTo>
                  <a:pt x="578748" y="15970"/>
                </a:moveTo>
                <a:lnTo>
                  <a:pt x="578748" y="0"/>
                </a:lnTo>
                <a:lnTo>
                  <a:pt x="596008" y="0"/>
                </a:lnTo>
                <a:lnTo>
                  <a:pt x="596008" y="15970"/>
                </a:lnTo>
                <a:lnTo>
                  <a:pt x="578748" y="15970"/>
                </a:lnTo>
                <a:moveTo>
                  <a:pt x="578748" y="90045"/>
                </a:moveTo>
                <a:lnTo>
                  <a:pt x="578748" y="24815"/>
                </a:lnTo>
                <a:lnTo>
                  <a:pt x="596008" y="24815"/>
                </a:lnTo>
                <a:lnTo>
                  <a:pt x="596008" y="90045"/>
                </a:lnTo>
                <a:lnTo>
                  <a:pt x="578748" y="90045"/>
                </a:lnTo>
                <a:close/>
                <a:moveTo>
                  <a:pt x="609852" y="56509"/>
                </a:moveTo>
                <a:cubicBezTo>
                  <a:pt x="609852" y="50776"/>
                  <a:pt x="611265" y="45227"/>
                  <a:pt x="614090" y="39863"/>
                </a:cubicBezTo>
                <a:cubicBezTo>
                  <a:pt x="616916" y="34499"/>
                  <a:pt x="620918" y="30404"/>
                  <a:pt x="626098" y="27579"/>
                </a:cubicBezTo>
                <a:cubicBezTo>
                  <a:pt x="631278" y="24753"/>
                  <a:pt x="637062" y="23340"/>
                  <a:pt x="643450" y="23340"/>
                </a:cubicBezTo>
                <a:cubicBezTo>
                  <a:pt x="653318" y="23340"/>
                  <a:pt x="661406" y="26545"/>
                  <a:pt x="667712" y="32953"/>
                </a:cubicBezTo>
                <a:cubicBezTo>
                  <a:pt x="674018" y="39361"/>
                  <a:pt x="677171" y="47459"/>
                  <a:pt x="677171" y="57246"/>
                </a:cubicBezTo>
                <a:cubicBezTo>
                  <a:pt x="677171" y="67114"/>
                  <a:pt x="673987" y="75293"/>
                  <a:pt x="667620" y="81784"/>
                </a:cubicBezTo>
                <a:cubicBezTo>
                  <a:pt x="661252" y="88274"/>
                  <a:pt x="653237" y="91519"/>
                  <a:pt x="643573" y="91519"/>
                </a:cubicBezTo>
                <a:cubicBezTo>
                  <a:pt x="637594" y="91519"/>
                  <a:pt x="631892" y="90168"/>
                  <a:pt x="626467" y="87465"/>
                </a:cubicBezTo>
                <a:cubicBezTo>
                  <a:pt x="621041" y="84763"/>
                  <a:pt x="616916" y="80801"/>
                  <a:pt x="614090" y="75580"/>
                </a:cubicBezTo>
                <a:cubicBezTo>
                  <a:pt x="611265" y="70359"/>
                  <a:pt x="609852" y="64002"/>
                  <a:pt x="609852" y="56509"/>
                </a:cubicBezTo>
                <a:moveTo>
                  <a:pt x="627542" y="57430"/>
                </a:moveTo>
                <a:cubicBezTo>
                  <a:pt x="627542" y="63879"/>
                  <a:pt x="629077" y="68819"/>
                  <a:pt x="632148" y="72248"/>
                </a:cubicBezTo>
                <a:cubicBezTo>
                  <a:pt x="635219" y="75677"/>
                  <a:pt x="639007" y="77392"/>
                  <a:pt x="643511" y="77392"/>
                </a:cubicBezTo>
                <a:cubicBezTo>
                  <a:pt x="648016" y="77392"/>
                  <a:pt x="651793" y="75677"/>
                  <a:pt x="654844" y="72248"/>
                </a:cubicBezTo>
                <a:cubicBezTo>
                  <a:pt x="657894" y="68819"/>
                  <a:pt x="659420" y="63838"/>
                  <a:pt x="659420" y="57307"/>
                </a:cubicBezTo>
                <a:cubicBezTo>
                  <a:pt x="659420" y="50940"/>
                  <a:pt x="657894" y="46041"/>
                  <a:pt x="654844" y="42612"/>
                </a:cubicBezTo>
                <a:cubicBezTo>
                  <a:pt x="651793" y="39182"/>
                  <a:pt x="648016" y="37468"/>
                  <a:pt x="643511" y="37468"/>
                </a:cubicBezTo>
                <a:cubicBezTo>
                  <a:pt x="639007" y="37468"/>
                  <a:pt x="635219" y="39182"/>
                  <a:pt x="632148" y="42612"/>
                </a:cubicBezTo>
                <a:cubicBezTo>
                  <a:pt x="629077" y="46041"/>
                  <a:pt x="627542" y="50981"/>
                  <a:pt x="627542" y="57430"/>
                </a:cubicBezTo>
                <a:close/>
                <a:moveTo>
                  <a:pt x="750074" y="90045"/>
                </a:moveTo>
                <a:lnTo>
                  <a:pt x="732814" y="90045"/>
                </a:lnTo>
                <a:lnTo>
                  <a:pt x="732814" y="56793"/>
                </a:lnTo>
                <a:cubicBezTo>
                  <a:pt x="732814" y="49757"/>
                  <a:pt x="732445" y="45207"/>
                  <a:pt x="731708" y="43141"/>
                </a:cubicBezTo>
                <a:cubicBezTo>
                  <a:pt x="730971" y="41076"/>
                  <a:pt x="729774" y="39471"/>
                  <a:pt x="728115" y="38326"/>
                </a:cubicBezTo>
                <a:cubicBezTo>
                  <a:pt x="726457" y="37180"/>
                  <a:pt x="724461" y="36608"/>
                  <a:pt x="722127" y="36608"/>
                </a:cubicBezTo>
                <a:cubicBezTo>
                  <a:pt x="719137" y="36608"/>
                  <a:pt x="716455" y="37426"/>
                  <a:pt x="714080" y="39063"/>
                </a:cubicBezTo>
                <a:cubicBezTo>
                  <a:pt x="711705" y="40698"/>
                  <a:pt x="710078" y="42866"/>
                  <a:pt x="709197" y="45566"/>
                </a:cubicBezTo>
                <a:cubicBezTo>
                  <a:pt x="708317" y="48264"/>
                  <a:pt x="707877" y="53254"/>
                  <a:pt x="707877" y="60536"/>
                </a:cubicBezTo>
                <a:lnTo>
                  <a:pt x="707877" y="90045"/>
                </a:lnTo>
                <a:lnTo>
                  <a:pt x="690617" y="90045"/>
                </a:lnTo>
                <a:lnTo>
                  <a:pt x="690617" y="24815"/>
                </a:lnTo>
                <a:lnTo>
                  <a:pt x="706648" y="24815"/>
                </a:lnTo>
                <a:lnTo>
                  <a:pt x="706648" y="34396"/>
                </a:lnTo>
                <a:cubicBezTo>
                  <a:pt x="712340" y="27026"/>
                  <a:pt x="719506" y="23340"/>
                  <a:pt x="728146" y="23340"/>
                </a:cubicBezTo>
                <a:cubicBezTo>
                  <a:pt x="731954" y="23340"/>
                  <a:pt x="735435" y="24026"/>
                  <a:pt x="738588" y="25398"/>
                </a:cubicBezTo>
                <a:cubicBezTo>
                  <a:pt x="741741" y="26770"/>
                  <a:pt x="744126" y="28520"/>
                  <a:pt x="745743" y="30650"/>
                </a:cubicBezTo>
                <a:cubicBezTo>
                  <a:pt x="747361" y="32779"/>
                  <a:pt x="748487" y="35195"/>
                  <a:pt x="749122" y="37898"/>
                </a:cubicBezTo>
                <a:cubicBezTo>
                  <a:pt x="749756" y="40600"/>
                  <a:pt x="750074" y="44470"/>
                  <a:pt x="750074" y="49506"/>
                </a:cubicBezTo>
                <a:lnTo>
                  <a:pt x="750074" y="900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12ccd07ad4043"/>
          <a:stretch xmlns:a="http://schemas.openxmlformats.org/drawingml/2006/main"/>
        </p:blipFill>
        <p:spPr>
          <a:xfrm xmlns:a="http://schemas.openxmlformats.org/drawingml/2006/main">
            <a:off x="2143933" y="1065497"/>
            <a:ext cx="923966" cy="456821"/>
          </a:xfrm>
          <a:prstGeom xmlns:a="http://schemas.openxmlformats.org/drawingml/2006/main" prst="rect">
            <a:avLst/>
          </a:prstGeom>
        </p:spPr>
      </p:pic>
      <p:pic>
        <p:nvPicPr>
          <p:cNvPr id="7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7b818289a40c2"/>
          <a:stretch xmlns:a="http://schemas.openxmlformats.org/drawingml/2006/main"/>
        </p:blipFill>
        <p:spPr>
          <a:xfrm xmlns:a="http://schemas.openxmlformats.org/drawingml/2006/main">
            <a:off x="2152254" y="1058021"/>
            <a:ext cx="909415" cy="462458"/>
          </a:xfrm>
          <a:prstGeom xmlns:a="http://schemas.openxmlformats.org/drawingml/2006/main" prst="rect">
            <a:avLst/>
          </a:prstGeom>
        </p:spPr>
      </p:pic>
      <p:pic>
        <p:nvPicPr>
          <p:cNvPr id="7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05a2cdbf44e2a"/>
          <a:stretch xmlns:a="http://schemas.openxmlformats.org/drawingml/2006/main"/>
        </p:blipFill>
        <p:spPr>
          <a:xfrm xmlns:a="http://schemas.openxmlformats.org/drawingml/2006/main">
            <a:off x="2106582" y="1073556"/>
            <a:ext cx="160833" cy="443589"/>
          </a:xfrm>
          <a:prstGeom xmlns:a="http://schemas.openxmlformats.org/drawingml/2006/main" prst="rect">
            <a:avLst/>
          </a:prstGeom>
        </p:spPr>
      </p:pic>
      <p:pic>
        <p:nvPicPr>
          <p:cNvPr id="7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d26a430eb4cb2"/>
          <a:stretch xmlns:a="http://schemas.openxmlformats.org/drawingml/2006/main"/>
        </p:blipFill>
        <p:spPr>
          <a:xfrm xmlns:a="http://schemas.openxmlformats.org/drawingml/2006/main">
            <a:off x="2950080" y="1065489"/>
            <a:ext cx="160037" cy="451719"/>
          </a:xfrm>
          <a:prstGeom xmlns:a="http://schemas.openxmlformats.org/drawingml/2006/main" prst="rect">
            <a:avLst/>
          </a:prstGeom>
        </p:spPr>
      </p:pic>
      <p:pic>
        <p:nvPicPr>
          <p:cNvPr id="7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b2d70ee874595"/>
          <a:stretch xmlns:a="http://schemas.openxmlformats.org/drawingml/2006/main"/>
        </p:blipFill>
        <p:spPr>
          <a:xfrm xmlns:a="http://schemas.openxmlformats.org/drawingml/2006/main">
            <a:off x="2217612" y="847146"/>
            <a:ext cx="780789" cy="904888"/>
          </a:xfrm>
          <a:prstGeom xmlns:a="http://schemas.openxmlformats.org/drawingml/2006/main" prst="rect">
            <a:avLst/>
          </a:prstGeom>
        </p:spPr>
      </p:pic>
      <p:pic>
        <p:nvPicPr>
          <p:cNvPr id="7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35e8a7fd64752"/>
          <a:stretch xmlns:a="http://schemas.openxmlformats.org/drawingml/2006/main"/>
        </p:blipFill>
        <p:spPr>
          <a:xfrm xmlns:a="http://schemas.openxmlformats.org/drawingml/2006/main">
            <a:off x="2209481" y="265052"/>
            <a:ext cx="780789" cy="904888"/>
          </a:xfrm>
          <a:prstGeom xmlns:a="http://schemas.openxmlformats.org/drawingml/2006/main" prst="rect">
            <a:avLst/>
          </a:prstGeom>
        </p:spPr>
      </p:pic>
      <p:pic>
        <p:nvPicPr>
          <p:cNvPr id="7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042b26e9449e5"/>
          <a:stretch xmlns:a="http://schemas.openxmlformats.org/drawingml/2006/main"/>
        </p:blipFill>
        <p:spPr>
          <a:xfrm xmlns:a="http://schemas.openxmlformats.org/drawingml/2006/main">
            <a:off x="2039159" y="902356"/>
            <a:ext cx="287849" cy="300815"/>
          </a:xfrm>
          <a:prstGeom xmlns:a="http://schemas.openxmlformats.org/drawingml/2006/main" prst="rect">
            <a:avLst/>
          </a:prstGeom>
        </p:spPr>
      </p:pic>
      <p:sp>
        <p:nvSpPr>
          <p:cNvPr id="197" name="Text AS">
            <a:extLst xmlns:a="http://schemas.openxmlformats.org/drawingml/2006/main">
              <a:ext uri="{FF2B5EF4-FFF2-40B4-BE49-F238E27FC236}">
                <a16:creationId xmlns:a16="http://schemas.microsoft.com/office/drawing/2014/main" id="{AB9999D6-5CB0-40DF-BEA0-654A5BF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7" y="998415"/>
            <a:ext cx="105293" cy="58241"/>
          </a:xfrm>
          <a:custGeom xmlns:a="http://schemas.openxmlformats.org/drawingml/2006/main">
            <a:pathLst>
              <a:path w="105293" h="58241">
                <a:moveTo>
                  <a:pt x="56364" y="57169"/>
                </a:moveTo>
                <a:lnTo>
                  <a:pt x="44026" y="57169"/>
                </a:lnTo>
                <a:lnTo>
                  <a:pt x="39121" y="44371"/>
                </a:lnTo>
                <a:lnTo>
                  <a:pt x="16668" y="44371"/>
                </a:lnTo>
                <a:lnTo>
                  <a:pt x="12031" y="57169"/>
                </a:lnTo>
                <a:lnTo>
                  <a:pt x="0" y="57169"/>
                </a:lnTo>
                <a:lnTo>
                  <a:pt x="21879" y="996"/>
                </a:lnTo>
                <a:lnTo>
                  <a:pt x="33872" y="996"/>
                </a:lnTo>
                <a:lnTo>
                  <a:pt x="56364" y="57169"/>
                </a:lnTo>
                <a:moveTo>
                  <a:pt x="35481" y="34868"/>
                </a:moveTo>
                <a:lnTo>
                  <a:pt x="27741" y="14101"/>
                </a:lnTo>
                <a:lnTo>
                  <a:pt x="20155" y="34868"/>
                </a:lnTo>
                <a:lnTo>
                  <a:pt x="35481" y="34868"/>
                </a:lnTo>
                <a:close/>
                <a:moveTo>
                  <a:pt x="59620" y="38930"/>
                </a:moveTo>
                <a:lnTo>
                  <a:pt x="70655" y="37857"/>
                </a:lnTo>
                <a:cubicBezTo>
                  <a:pt x="71319" y="41574"/>
                  <a:pt x="72666" y="44305"/>
                  <a:pt x="74697" y="46048"/>
                </a:cubicBezTo>
                <a:cubicBezTo>
                  <a:pt x="76728" y="47791"/>
                  <a:pt x="79468" y="48662"/>
                  <a:pt x="82916" y="48662"/>
                </a:cubicBezTo>
                <a:cubicBezTo>
                  <a:pt x="86569" y="48662"/>
                  <a:pt x="89322" y="47887"/>
                  <a:pt x="91173" y="46337"/>
                </a:cubicBezTo>
                <a:cubicBezTo>
                  <a:pt x="93025" y="44787"/>
                  <a:pt x="93951" y="42973"/>
                  <a:pt x="93951" y="40897"/>
                </a:cubicBezTo>
                <a:cubicBezTo>
                  <a:pt x="93951" y="39565"/>
                  <a:pt x="93562" y="38431"/>
                  <a:pt x="92783" y="37497"/>
                </a:cubicBezTo>
                <a:cubicBezTo>
                  <a:pt x="92004" y="36561"/>
                  <a:pt x="90643" y="35747"/>
                  <a:pt x="88702" y="35055"/>
                </a:cubicBezTo>
                <a:cubicBezTo>
                  <a:pt x="87374" y="34594"/>
                  <a:pt x="84347" y="33775"/>
                  <a:pt x="79621" y="32598"/>
                </a:cubicBezTo>
                <a:cubicBezTo>
                  <a:pt x="73541" y="31088"/>
                  <a:pt x="69275" y="29232"/>
                  <a:pt x="66823" y="27030"/>
                </a:cubicBezTo>
                <a:cubicBezTo>
                  <a:pt x="63375" y="23933"/>
                  <a:pt x="61650" y="20157"/>
                  <a:pt x="61650" y="15704"/>
                </a:cubicBezTo>
                <a:cubicBezTo>
                  <a:pt x="61650" y="12837"/>
                  <a:pt x="62461" y="10156"/>
                  <a:pt x="64084" y="7661"/>
                </a:cubicBezTo>
                <a:cubicBezTo>
                  <a:pt x="65706" y="5165"/>
                  <a:pt x="68043" y="3264"/>
                  <a:pt x="71096" y="1959"/>
                </a:cubicBezTo>
                <a:cubicBezTo>
                  <a:pt x="74148" y="653"/>
                  <a:pt x="77833" y="0"/>
                  <a:pt x="82150" y="0"/>
                </a:cubicBezTo>
                <a:cubicBezTo>
                  <a:pt x="89200" y="0"/>
                  <a:pt x="94507" y="1553"/>
                  <a:pt x="98070" y="4658"/>
                </a:cubicBezTo>
                <a:cubicBezTo>
                  <a:pt x="101634" y="7762"/>
                  <a:pt x="103505" y="11906"/>
                  <a:pt x="103684" y="17089"/>
                </a:cubicBezTo>
                <a:lnTo>
                  <a:pt x="92342" y="17549"/>
                </a:lnTo>
                <a:cubicBezTo>
                  <a:pt x="91857" y="14663"/>
                  <a:pt x="90816" y="12587"/>
                  <a:pt x="89219" y="11323"/>
                </a:cubicBezTo>
                <a:cubicBezTo>
                  <a:pt x="87623" y="10058"/>
                  <a:pt x="85228" y="9426"/>
                  <a:pt x="82035" y="9426"/>
                </a:cubicBezTo>
                <a:cubicBezTo>
                  <a:pt x="78740" y="9426"/>
                  <a:pt x="76160" y="10103"/>
                  <a:pt x="74295" y="11458"/>
                </a:cubicBezTo>
                <a:cubicBezTo>
                  <a:pt x="73094" y="12326"/>
                  <a:pt x="72494" y="13489"/>
                  <a:pt x="72494" y="14946"/>
                </a:cubicBezTo>
                <a:cubicBezTo>
                  <a:pt x="72494" y="16275"/>
                  <a:pt x="73056" y="17412"/>
                  <a:pt x="74180" y="18357"/>
                </a:cubicBezTo>
                <a:cubicBezTo>
                  <a:pt x="75610" y="19559"/>
                  <a:pt x="79085" y="20812"/>
                  <a:pt x="84602" y="22117"/>
                </a:cubicBezTo>
                <a:cubicBezTo>
                  <a:pt x="90120" y="23422"/>
                  <a:pt x="94200" y="24773"/>
                  <a:pt x="96844" y="26168"/>
                </a:cubicBezTo>
                <a:cubicBezTo>
                  <a:pt x="99488" y="27562"/>
                  <a:pt x="101557" y="29469"/>
                  <a:pt x="103052" y="31888"/>
                </a:cubicBezTo>
                <a:cubicBezTo>
                  <a:pt x="104546" y="34306"/>
                  <a:pt x="105293" y="37294"/>
                  <a:pt x="105293" y="40852"/>
                </a:cubicBezTo>
                <a:cubicBezTo>
                  <a:pt x="105293" y="44076"/>
                  <a:pt x="104399" y="47096"/>
                  <a:pt x="102611" y="49911"/>
                </a:cubicBezTo>
                <a:cubicBezTo>
                  <a:pt x="100823" y="52727"/>
                  <a:pt x="98294" y="54819"/>
                  <a:pt x="95024" y="56188"/>
                </a:cubicBezTo>
                <a:cubicBezTo>
                  <a:pt x="91755" y="57557"/>
                  <a:pt x="87680" y="58241"/>
                  <a:pt x="82801" y="58241"/>
                </a:cubicBezTo>
                <a:cubicBezTo>
                  <a:pt x="75700" y="58241"/>
                  <a:pt x="70246" y="56597"/>
                  <a:pt x="66440" y="53308"/>
                </a:cubicBezTo>
                <a:cubicBezTo>
                  <a:pt x="62634" y="50019"/>
                  <a:pt x="60360" y="45227"/>
                  <a:pt x="59620" y="38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1">
            <a:extLst xmlns:a="http://schemas.openxmlformats.org/drawingml/2006/main">
              <a:ext uri="{FF2B5EF4-FFF2-40B4-BE49-F238E27FC236}">
                <a16:creationId xmlns:a16="http://schemas.microsoft.com/office/drawing/2014/main" id="{1E3197FA-2766-41F1-A30C-3D8B0271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492" y="1034117"/>
            <a:ext cx="16120" cy="36846"/>
          </a:xfrm>
          <a:custGeom xmlns:a="http://schemas.openxmlformats.org/drawingml/2006/main">
            <a:pathLst>
              <a:path w="16120" h="36846">
                <a:moveTo>
                  <a:pt x="16120" y="36846"/>
                </a:moveTo>
                <a:lnTo>
                  <a:pt x="9086" y="36846"/>
                </a:lnTo>
                <a:lnTo>
                  <a:pt x="9086" y="10367"/>
                </a:lnTo>
                <a:cubicBezTo>
                  <a:pt x="6516" y="12779"/>
                  <a:pt x="3488" y="14563"/>
                  <a:pt x="0" y="15719"/>
                </a:cubicBezTo>
                <a:lnTo>
                  <a:pt x="0" y="9312"/>
                </a:lnTo>
                <a:cubicBezTo>
                  <a:pt x="1836" y="8709"/>
                  <a:pt x="3830" y="7567"/>
                  <a:pt x="5982" y="5886"/>
                </a:cubicBezTo>
                <a:cubicBezTo>
                  <a:pt x="8135" y="4204"/>
                  <a:pt x="9612" y="2242"/>
                  <a:pt x="10413" y="0"/>
                </a:cubicBezTo>
                <a:lnTo>
                  <a:pt x="16120" y="0"/>
                </a:lnTo>
                <a:lnTo>
                  <a:pt x="16120" y="36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b2edfd126489d"/>
          <a:stretch xmlns:a="http://schemas.openxmlformats.org/drawingml/2006/main"/>
        </p:blipFill>
        <p:spPr>
          <a:xfrm xmlns:a="http://schemas.openxmlformats.org/drawingml/2006/main">
            <a:off x="2878303" y="894470"/>
            <a:ext cx="287849" cy="300815"/>
          </a:xfrm>
          <a:prstGeom xmlns:a="http://schemas.openxmlformats.org/drawingml/2006/main" prst="rect">
            <a:avLst/>
          </a:prstGeom>
        </p:spPr>
      </p:pic>
      <p:sp>
        <p:nvSpPr>
          <p:cNvPr id="200" name="Text AS">
            <a:extLst xmlns:a="http://schemas.openxmlformats.org/drawingml/2006/main">
              <a:ext uri="{FF2B5EF4-FFF2-40B4-BE49-F238E27FC236}">
                <a16:creationId xmlns:a16="http://schemas.microsoft.com/office/drawing/2014/main" id="{F364BB5E-0A53-493B-8030-B8E85AE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51" y="990528"/>
            <a:ext cx="105294" cy="58241"/>
          </a:xfrm>
          <a:custGeom xmlns:a="http://schemas.openxmlformats.org/drawingml/2006/main">
            <a:pathLst>
              <a:path w="105294" h="58241">
                <a:moveTo>
                  <a:pt x="56364" y="57169"/>
                </a:moveTo>
                <a:lnTo>
                  <a:pt x="44026" y="57169"/>
                </a:lnTo>
                <a:lnTo>
                  <a:pt x="39121" y="44371"/>
                </a:lnTo>
                <a:lnTo>
                  <a:pt x="16668" y="44371"/>
                </a:lnTo>
                <a:lnTo>
                  <a:pt x="12031" y="57169"/>
                </a:lnTo>
                <a:lnTo>
                  <a:pt x="0" y="57169"/>
                </a:lnTo>
                <a:lnTo>
                  <a:pt x="21879" y="996"/>
                </a:lnTo>
                <a:lnTo>
                  <a:pt x="33872" y="996"/>
                </a:lnTo>
                <a:lnTo>
                  <a:pt x="56364" y="57169"/>
                </a:lnTo>
                <a:moveTo>
                  <a:pt x="35481" y="34868"/>
                </a:moveTo>
                <a:lnTo>
                  <a:pt x="27741" y="14101"/>
                </a:lnTo>
                <a:lnTo>
                  <a:pt x="20155" y="34868"/>
                </a:lnTo>
                <a:lnTo>
                  <a:pt x="35481" y="34868"/>
                </a:lnTo>
                <a:close/>
                <a:moveTo>
                  <a:pt x="59620" y="38930"/>
                </a:moveTo>
                <a:lnTo>
                  <a:pt x="70655" y="37857"/>
                </a:lnTo>
                <a:cubicBezTo>
                  <a:pt x="71319" y="41574"/>
                  <a:pt x="72667" y="44305"/>
                  <a:pt x="74698" y="46048"/>
                </a:cubicBezTo>
                <a:cubicBezTo>
                  <a:pt x="76728" y="47791"/>
                  <a:pt x="79468" y="48662"/>
                  <a:pt x="82917" y="48662"/>
                </a:cubicBezTo>
                <a:cubicBezTo>
                  <a:pt x="86569" y="48662"/>
                  <a:pt x="89322" y="47887"/>
                  <a:pt x="91174" y="46337"/>
                </a:cubicBezTo>
                <a:cubicBezTo>
                  <a:pt x="93026" y="44787"/>
                  <a:pt x="93952" y="42973"/>
                  <a:pt x="93952" y="40897"/>
                </a:cubicBezTo>
                <a:cubicBezTo>
                  <a:pt x="93952" y="39565"/>
                  <a:pt x="93562" y="38431"/>
                  <a:pt x="92783" y="37497"/>
                </a:cubicBezTo>
                <a:cubicBezTo>
                  <a:pt x="92004" y="36561"/>
                  <a:pt x="90644" y="35747"/>
                  <a:pt x="88702" y="35055"/>
                </a:cubicBezTo>
                <a:cubicBezTo>
                  <a:pt x="87374" y="34594"/>
                  <a:pt x="84347" y="33775"/>
                  <a:pt x="79621" y="32598"/>
                </a:cubicBezTo>
                <a:cubicBezTo>
                  <a:pt x="73542" y="31088"/>
                  <a:pt x="69276" y="29232"/>
                  <a:pt x="66824" y="27030"/>
                </a:cubicBezTo>
                <a:cubicBezTo>
                  <a:pt x="63375" y="23933"/>
                  <a:pt x="61651" y="20157"/>
                  <a:pt x="61651" y="15704"/>
                </a:cubicBezTo>
                <a:cubicBezTo>
                  <a:pt x="61651" y="12837"/>
                  <a:pt x="62462" y="10156"/>
                  <a:pt x="64084" y="7661"/>
                </a:cubicBezTo>
                <a:cubicBezTo>
                  <a:pt x="65706" y="5165"/>
                  <a:pt x="68043" y="3264"/>
                  <a:pt x="71096" y="1959"/>
                </a:cubicBezTo>
                <a:cubicBezTo>
                  <a:pt x="74148" y="653"/>
                  <a:pt x="77833" y="0"/>
                  <a:pt x="82150" y="0"/>
                </a:cubicBezTo>
                <a:cubicBezTo>
                  <a:pt x="89200" y="0"/>
                  <a:pt x="94507" y="1553"/>
                  <a:pt x="98071" y="4658"/>
                </a:cubicBezTo>
                <a:cubicBezTo>
                  <a:pt x="101634" y="7762"/>
                  <a:pt x="103505" y="11906"/>
                  <a:pt x="103684" y="17089"/>
                </a:cubicBezTo>
                <a:lnTo>
                  <a:pt x="92342" y="17549"/>
                </a:lnTo>
                <a:cubicBezTo>
                  <a:pt x="91857" y="14663"/>
                  <a:pt x="90816" y="12587"/>
                  <a:pt x="89220" y="11323"/>
                </a:cubicBezTo>
                <a:cubicBezTo>
                  <a:pt x="87623" y="10058"/>
                  <a:pt x="85228" y="9426"/>
                  <a:pt x="82035" y="9426"/>
                </a:cubicBezTo>
                <a:cubicBezTo>
                  <a:pt x="78740" y="9426"/>
                  <a:pt x="76160" y="10103"/>
                  <a:pt x="74295" y="11458"/>
                </a:cubicBezTo>
                <a:cubicBezTo>
                  <a:pt x="73095" y="12326"/>
                  <a:pt x="72494" y="13489"/>
                  <a:pt x="72494" y="14946"/>
                </a:cubicBezTo>
                <a:cubicBezTo>
                  <a:pt x="72494" y="16275"/>
                  <a:pt x="73056" y="17412"/>
                  <a:pt x="74180" y="18357"/>
                </a:cubicBezTo>
                <a:cubicBezTo>
                  <a:pt x="75611" y="19559"/>
                  <a:pt x="79085" y="20812"/>
                  <a:pt x="84602" y="22117"/>
                </a:cubicBezTo>
                <a:cubicBezTo>
                  <a:pt x="90120" y="23422"/>
                  <a:pt x="94201" y="24773"/>
                  <a:pt x="96845" y="26168"/>
                </a:cubicBezTo>
                <a:cubicBezTo>
                  <a:pt x="99489" y="27562"/>
                  <a:pt x="101558" y="29469"/>
                  <a:pt x="103052" y="31888"/>
                </a:cubicBezTo>
                <a:cubicBezTo>
                  <a:pt x="104546" y="34306"/>
                  <a:pt x="105294" y="37294"/>
                  <a:pt x="105294" y="40852"/>
                </a:cubicBezTo>
                <a:cubicBezTo>
                  <a:pt x="105294" y="44076"/>
                  <a:pt x="104399" y="47096"/>
                  <a:pt x="102611" y="49911"/>
                </a:cubicBezTo>
                <a:cubicBezTo>
                  <a:pt x="100823" y="52727"/>
                  <a:pt x="98294" y="54819"/>
                  <a:pt x="95025" y="56188"/>
                </a:cubicBezTo>
                <a:cubicBezTo>
                  <a:pt x="91755" y="57557"/>
                  <a:pt x="87681" y="58241"/>
                  <a:pt x="82802" y="58241"/>
                </a:cubicBezTo>
                <a:cubicBezTo>
                  <a:pt x="75700" y="58241"/>
                  <a:pt x="70246" y="56597"/>
                  <a:pt x="66440" y="53308"/>
                </a:cubicBezTo>
                <a:cubicBezTo>
                  <a:pt x="62634" y="50019"/>
                  <a:pt x="60361" y="45227"/>
                  <a:pt x="59620" y="38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2">
            <a:extLst xmlns:a="http://schemas.openxmlformats.org/drawingml/2006/main">
              <a:ext uri="{FF2B5EF4-FFF2-40B4-BE49-F238E27FC236}">
                <a16:creationId xmlns:a16="http://schemas.microsoft.com/office/drawing/2014/main" id="{8CBBB29E-01E5-4E0D-979A-6A446B15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859" y="1026230"/>
            <a:ext cx="24656" cy="36846"/>
          </a:xfrm>
          <a:custGeom xmlns:a="http://schemas.openxmlformats.org/drawingml/2006/main">
            <a:pathLst>
              <a:path w="24656" h="36846">
                <a:moveTo>
                  <a:pt x="24656" y="30288"/>
                </a:moveTo>
                <a:lnTo>
                  <a:pt x="24656" y="36846"/>
                </a:lnTo>
                <a:lnTo>
                  <a:pt x="0" y="36846"/>
                </a:lnTo>
                <a:cubicBezTo>
                  <a:pt x="267" y="34378"/>
                  <a:pt x="1068" y="32040"/>
                  <a:pt x="2403" y="29831"/>
                </a:cubicBezTo>
                <a:cubicBezTo>
                  <a:pt x="3738" y="27621"/>
                  <a:pt x="6375" y="24691"/>
                  <a:pt x="10313" y="21039"/>
                </a:cubicBezTo>
                <a:cubicBezTo>
                  <a:pt x="13483" y="18088"/>
                  <a:pt x="15427" y="16087"/>
                  <a:pt x="16145" y="15037"/>
                </a:cubicBezTo>
                <a:cubicBezTo>
                  <a:pt x="17113" y="13586"/>
                  <a:pt x="17597" y="12152"/>
                  <a:pt x="17597" y="10734"/>
                </a:cubicBezTo>
                <a:cubicBezTo>
                  <a:pt x="17597" y="9167"/>
                  <a:pt x="17175" y="7962"/>
                  <a:pt x="16333" y="7121"/>
                </a:cubicBezTo>
                <a:cubicBezTo>
                  <a:pt x="15490" y="6278"/>
                  <a:pt x="14326" y="5857"/>
                  <a:pt x="12841" y="5857"/>
                </a:cubicBezTo>
                <a:cubicBezTo>
                  <a:pt x="11372" y="5857"/>
                  <a:pt x="10204" y="6302"/>
                  <a:pt x="9337" y="7190"/>
                </a:cubicBezTo>
                <a:cubicBezTo>
                  <a:pt x="8469" y="8078"/>
                  <a:pt x="7968" y="9553"/>
                  <a:pt x="7835" y="11614"/>
                </a:cubicBezTo>
                <a:lnTo>
                  <a:pt x="826" y="10910"/>
                </a:lnTo>
                <a:cubicBezTo>
                  <a:pt x="1243" y="7022"/>
                  <a:pt x="2553" y="4232"/>
                  <a:pt x="4756" y="2539"/>
                </a:cubicBezTo>
                <a:cubicBezTo>
                  <a:pt x="6959" y="846"/>
                  <a:pt x="9712" y="0"/>
                  <a:pt x="13016" y="0"/>
                </a:cubicBezTo>
                <a:cubicBezTo>
                  <a:pt x="16637" y="0"/>
                  <a:pt x="19482" y="975"/>
                  <a:pt x="21552" y="2926"/>
                </a:cubicBezTo>
                <a:cubicBezTo>
                  <a:pt x="23621" y="4877"/>
                  <a:pt x="24656" y="7303"/>
                  <a:pt x="24656" y="10204"/>
                </a:cubicBezTo>
                <a:cubicBezTo>
                  <a:pt x="24656" y="11855"/>
                  <a:pt x="24359" y="13427"/>
                  <a:pt x="23767" y="14919"/>
                </a:cubicBezTo>
                <a:cubicBezTo>
                  <a:pt x="23175" y="16411"/>
                  <a:pt x="22236" y="17974"/>
                  <a:pt x="20951" y="19608"/>
                </a:cubicBezTo>
                <a:cubicBezTo>
                  <a:pt x="20100" y="20692"/>
                  <a:pt x="18565" y="22251"/>
                  <a:pt x="16345" y="24286"/>
                </a:cubicBezTo>
                <a:cubicBezTo>
                  <a:pt x="14126" y="26319"/>
                  <a:pt x="12720" y="27670"/>
                  <a:pt x="12128" y="28337"/>
                </a:cubicBezTo>
                <a:cubicBezTo>
                  <a:pt x="11535" y="29004"/>
                  <a:pt x="11055" y="29654"/>
                  <a:pt x="10688" y="30288"/>
                </a:cubicBezTo>
                <a:lnTo>
                  <a:pt x="24656" y="302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2ea8f02284f3f"/>
          <a:stretch xmlns:a="http://schemas.openxmlformats.org/drawingml/2006/main"/>
        </p:blipFill>
        <p:spPr>
          <a:xfrm xmlns:a="http://schemas.openxmlformats.org/drawingml/2006/main">
            <a:off x="2044679" y="1426033"/>
            <a:ext cx="287849" cy="300815"/>
          </a:xfrm>
          <a:prstGeom xmlns:a="http://schemas.openxmlformats.org/drawingml/2006/main" prst="rect">
            <a:avLst/>
          </a:prstGeom>
        </p:spPr>
      </p:pic>
      <p:sp>
        <p:nvSpPr>
          <p:cNvPr id="203" name="Text AS">
            <a:extLst xmlns:a="http://schemas.openxmlformats.org/drawingml/2006/main">
              <a:ext uri="{FF2B5EF4-FFF2-40B4-BE49-F238E27FC236}">
                <a16:creationId xmlns:a16="http://schemas.microsoft.com/office/drawing/2014/main" id="{2ECD1FE2-D1AC-4FC3-BEDA-2C3E697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727" y="1522092"/>
            <a:ext cx="105293" cy="58241"/>
          </a:xfrm>
          <a:custGeom xmlns:a="http://schemas.openxmlformats.org/drawingml/2006/main">
            <a:pathLst>
              <a:path w="105293" h="58241">
                <a:moveTo>
                  <a:pt x="56364" y="57169"/>
                </a:moveTo>
                <a:lnTo>
                  <a:pt x="44026" y="57169"/>
                </a:lnTo>
                <a:lnTo>
                  <a:pt x="39121" y="44371"/>
                </a:lnTo>
                <a:lnTo>
                  <a:pt x="16668" y="44371"/>
                </a:lnTo>
                <a:lnTo>
                  <a:pt x="12031" y="57169"/>
                </a:lnTo>
                <a:lnTo>
                  <a:pt x="0" y="57169"/>
                </a:lnTo>
                <a:lnTo>
                  <a:pt x="21879" y="996"/>
                </a:lnTo>
                <a:lnTo>
                  <a:pt x="33872" y="996"/>
                </a:lnTo>
                <a:lnTo>
                  <a:pt x="56364" y="57169"/>
                </a:lnTo>
                <a:moveTo>
                  <a:pt x="35481" y="34868"/>
                </a:moveTo>
                <a:lnTo>
                  <a:pt x="27741" y="14101"/>
                </a:lnTo>
                <a:lnTo>
                  <a:pt x="20155" y="34868"/>
                </a:lnTo>
                <a:lnTo>
                  <a:pt x="35481" y="34868"/>
                </a:lnTo>
                <a:close/>
                <a:moveTo>
                  <a:pt x="59620" y="38930"/>
                </a:moveTo>
                <a:lnTo>
                  <a:pt x="70655" y="37857"/>
                </a:lnTo>
                <a:cubicBezTo>
                  <a:pt x="71319" y="41574"/>
                  <a:pt x="72667" y="44305"/>
                  <a:pt x="74697" y="46048"/>
                </a:cubicBezTo>
                <a:cubicBezTo>
                  <a:pt x="76728" y="47791"/>
                  <a:pt x="79468" y="48662"/>
                  <a:pt x="82916" y="48662"/>
                </a:cubicBezTo>
                <a:cubicBezTo>
                  <a:pt x="86569" y="48662"/>
                  <a:pt x="89322" y="47887"/>
                  <a:pt x="91174" y="46337"/>
                </a:cubicBezTo>
                <a:cubicBezTo>
                  <a:pt x="93025" y="44787"/>
                  <a:pt x="93951" y="42973"/>
                  <a:pt x="93951" y="40897"/>
                </a:cubicBezTo>
                <a:cubicBezTo>
                  <a:pt x="93951" y="39565"/>
                  <a:pt x="93562" y="38431"/>
                  <a:pt x="92783" y="37497"/>
                </a:cubicBezTo>
                <a:cubicBezTo>
                  <a:pt x="92004" y="36561"/>
                  <a:pt x="90643" y="35747"/>
                  <a:pt x="88702" y="35055"/>
                </a:cubicBezTo>
                <a:cubicBezTo>
                  <a:pt x="87374" y="34594"/>
                  <a:pt x="84347" y="33775"/>
                  <a:pt x="79621" y="32598"/>
                </a:cubicBezTo>
                <a:cubicBezTo>
                  <a:pt x="73541" y="31088"/>
                  <a:pt x="69275" y="29232"/>
                  <a:pt x="66823" y="27030"/>
                </a:cubicBezTo>
                <a:cubicBezTo>
                  <a:pt x="63375" y="23933"/>
                  <a:pt x="61650" y="20157"/>
                  <a:pt x="61650" y="15704"/>
                </a:cubicBezTo>
                <a:cubicBezTo>
                  <a:pt x="61650" y="12837"/>
                  <a:pt x="62462" y="10156"/>
                  <a:pt x="64084" y="7661"/>
                </a:cubicBezTo>
                <a:cubicBezTo>
                  <a:pt x="65706" y="5165"/>
                  <a:pt x="68043" y="3264"/>
                  <a:pt x="71096" y="1959"/>
                </a:cubicBezTo>
                <a:cubicBezTo>
                  <a:pt x="74148" y="653"/>
                  <a:pt x="77833" y="0"/>
                  <a:pt x="82150" y="0"/>
                </a:cubicBezTo>
                <a:cubicBezTo>
                  <a:pt x="89200" y="0"/>
                  <a:pt x="94507" y="1553"/>
                  <a:pt x="98071" y="4658"/>
                </a:cubicBezTo>
                <a:cubicBezTo>
                  <a:pt x="101634" y="7762"/>
                  <a:pt x="103505" y="11906"/>
                  <a:pt x="103684" y="17089"/>
                </a:cubicBezTo>
                <a:lnTo>
                  <a:pt x="92342" y="17549"/>
                </a:lnTo>
                <a:cubicBezTo>
                  <a:pt x="91857" y="14663"/>
                  <a:pt x="90816" y="12587"/>
                  <a:pt x="89219" y="11323"/>
                </a:cubicBezTo>
                <a:cubicBezTo>
                  <a:pt x="87623" y="10058"/>
                  <a:pt x="85228" y="9426"/>
                  <a:pt x="82035" y="9426"/>
                </a:cubicBezTo>
                <a:cubicBezTo>
                  <a:pt x="78740" y="9426"/>
                  <a:pt x="76160" y="10103"/>
                  <a:pt x="74295" y="11458"/>
                </a:cubicBezTo>
                <a:cubicBezTo>
                  <a:pt x="73094" y="12326"/>
                  <a:pt x="72494" y="13489"/>
                  <a:pt x="72494" y="14946"/>
                </a:cubicBezTo>
                <a:cubicBezTo>
                  <a:pt x="72494" y="16275"/>
                  <a:pt x="73056" y="17412"/>
                  <a:pt x="74180" y="18357"/>
                </a:cubicBezTo>
                <a:cubicBezTo>
                  <a:pt x="75611" y="19559"/>
                  <a:pt x="79085" y="20812"/>
                  <a:pt x="84602" y="22117"/>
                </a:cubicBezTo>
                <a:cubicBezTo>
                  <a:pt x="90120" y="23422"/>
                  <a:pt x="94201" y="24773"/>
                  <a:pt x="96844" y="26168"/>
                </a:cubicBezTo>
                <a:cubicBezTo>
                  <a:pt x="99488" y="27562"/>
                  <a:pt x="101557" y="29469"/>
                  <a:pt x="103052" y="31888"/>
                </a:cubicBezTo>
                <a:cubicBezTo>
                  <a:pt x="104546" y="34306"/>
                  <a:pt x="105293" y="37294"/>
                  <a:pt x="105293" y="40852"/>
                </a:cubicBezTo>
                <a:cubicBezTo>
                  <a:pt x="105293" y="44076"/>
                  <a:pt x="104399" y="47096"/>
                  <a:pt x="102611" y="49911"/>
                </a:cubicBezTo>
                <a:cubicBezTo>
                  <a:pt x="100823" y="52727"/>
                  <a:pt x="98294" y="54819"/>
                  <a:pt x="95024" y="56188"/>
                </a:cubicBezTo>
                <a:cubicBezTo>
                  <a:pt x="91755" y="57557"/>
                  <a:pt x="87680" y="58241"/>
                  <a:pt x="82801" y="58241"/>
                </a:cubicBezTo>
                <a:cubicBezTo>
                  <a:pt x="75700" y="58241"/>
                  <a:pt x="70246" y="56597"/>
                  <a:pt x="66440" y="53308"/>
                </a:cubicBezTo>
                <a:cubicBezTo>
                  <a:pt x="62634" y="50019"/>
                  <a:pt x="60360" y="45227"/>
                  <a:pt x="59620" y="38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3">
            <a:extLst xmlns:a="http://schemas.openxmlformats.org/drawingml/2006/main">
              <a:ext uri="{FF2B5EF4-FFF2-40B4-BE49-F238E27FC236}">
                <a16:creationId xmlns:a16="http://schemas.microsoft.com/office/drawing/2014/main" id="{E53CD20E-0AED-4FCA-9037-08C2FA59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885" y="1557793"/>
            <a:ext cx="24380" cy="37496"/>
          </a:xfrm>
          <a:custGeom xmlns:a="http://schemas.openxmlformats.org/drawingml/2006/main">
            <a:pathLst>
              <a:path w="24380" h="37496">
                <a:moveTo>
                  <a:pt x="0" y="27109"/>
                </a:moveTo>
                <a:lnTo>
                  <a:pt x="6808" y="26283"/>
                </a:lnTo>
                <a:cubicBezTo>
                  <a:pt x="7025" y="28018"/>
                  <a:pt x="7609" y="29345"/>
                  <a:pt x="8561" y="30263"/>
                </a:cubicBezTo>
                <a:cubicBezTo>
                  <a:pt x="9512" y="31180"/>
                  <a:pt x="10663" y="31639"/>
                  <a:pt x="12015" y="31639"/>
                </a:cubicBezTo>
                <a:cubicBezTo>
                  <a:pt x="13467" y="31639"/>
                  <a:pt x="14689" y="31089"/>
                  <a:pt x="15682" y="29987"/>
                </a:cubicBezTo>
                <a:cubicBezTo>
                  <a:pt x="16675" y="28886"/>
                  <a:pt x="17171" y="27401"/>
                  <a:pt x="17171" y="25532"/>
                </a:cubicBezTo>
                <a:cubicBezTo>
                  <a:pt x="17171" y="23763"/>
                  <a:pt x="16696" y="22361"/>
                  <a:pt x="15745" y="21326"/>
                </a:cubicBezTo>
                <a:cubicBezTo>
                  <a:pt x="14793" y="20292"/>
                  <a:pt x="13634" y="19775"/>
                  <a:pt x="12265" y="19775"/>
                </a:cubicBezTo>
                <a:cubicBezTo>
                  <a:pt x="11364" y="19775"/>
                  <a:pt x="10288" y="19950"/>
                  <a:pt x="9036" y="20300"/>
                </a:cubicBezTo>
                <a:lnTo>
                  <a:pt x="9812" y="14618"/>
                </a:lnTo>
                <a:cubicBezTo>
                  <a:pt x="11715" y="14668"/>
                  <a:pt x="13166" y="14256"/>
                  <a:pt x="14168" y="13383"/>
                </a:cubicBezTo>
                <a:cubicBezTo>
                  <a:pt x="15169" y="12509"/>
                  <a:pt x="15669" y="11348"/>
                  <a:pt x="15669" y="9901"/>
                </a:cubicBezTo>
                <a:cubicBezTo>
                  <a:pt x="15669" y="8669"/>
                  <a:pt x="15302" y="7688"/>
                  <a:pt x="14568" y="6955"/>
                </a:cubicBezTo>
                <a:cubicBezTo>
                  <a:pt x="13834" y="6223"/>
                  <a:pt x="12858" y="5857"/>
                  <a:pt x="11639" y="5857"/>
                </a:cubicBezTo>
                <a:cubicBezTo>
                  <a:pt x="10438" y="5857"/>
                  <a:pt x="9412" y="6274"/>
                  <a:pt x="8561" y="7109"/>
                </a:cubicBezTo>
                <a:cubicBezTo>
                  <a:pt x="7710" y="7943"/>
                  <a:pt x="7192" y="9161"/>
                  <a:pt x="7009" y="10763"/>
                </a:cubicBezTo>
                <a:lnTo>
                  <a:pt x="526" y="9662"/>
                </a:lnTo>
                <a:cubicBezTo>
                  <a:pt x="976" y="7425"/>
                  <a:pt x="1656" y="5638"/>
                  <a:pt x="2566" y="4301"/>
                </a:cubicBezTo>
                <a:cubicBezTo>
                  <a:pt x="3475" y="2964"/>
                  <a:pt x="4743" y="1913"/>
                  <a:pt x="6370" y="1148"/>
                </a:cubicBezTo>
                <a:cubicBezTo>
                  <a:pt x="7997" y="383"/>
                  <a:pt x="9821" y="0"/>
                  <a:pt x="11840" y="0"/>
                </a:cubicBezTo>
                <a:cubicBezTo>
                  <a:pt x="15294" y="0"/>
                  <a:pt x="18064" y="1103"/>
                  <a:pt x="20150" y="3309"/>
                </a:cubicBezTo>
                <a:cubicBezTo>
                  <a:pt x="21869" y="5114"/>
                  <a:pt x="22728" y="7153"/>
                  <a:pt x="22728" y="9426"/>
                </a:cubicBezTo>
                <a:cubicBezTo>
                  <a:pt x="22728" y="12651"/>
                  <a:pt x="20968" y="15225"/>
                  <a:pt x="17447" y="17147"/>
                </a:cubicBezTo>
                <a:cubicBezTo>
                  <a:pt x="19549" y="17598"/>
                  <a:pt x="21230" y="18607"/>
                  <a:pt x="22490" y="20176"/>
                </a:cubicBezTo>
                <a:cubicBezTo>
                  <a:pt x="23750" y="21744"/>
                  <a:pt x="24380" y="23638"/>
                  <a:pt x="24380" y="25858"/>
                </a:cubicBezTo>
                <a:cubicBezTo>
                  <a:pt x="24380" y="29078"/>
                  <a:pt x="23204" y="31823"/>
                  <a:pt x="20851" y="34092"/>
                </a:cubicBezTo>
                <a:cubicBezTo>
                  <a:pt x="18498" y="36362"/>
                  <a:pt x="15569" y="37496"/>
                  <a:pt x="12065" y="37496"/>
                </a:cubicBezTo>
                <a:cubicBezTo>
                  <a:pt x="8744" y="37496"/>
                  <a:pt x="5991" y="36539"/>
                  <a:pt x="3805" y="34623"/>
                </a:cubicBezTo>
                <a:cubicBezTo>
                  <a:pt x="1619" y="32708"/>
                  <a:pt x="350" y="30203"/>
                  <a:pt x="0" y="271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p2p">
            <a:extLst xmlns:a="http://schemas.openxmlformats.org/drawingml/2006/main">
              <a:ext uri="{FF2B5EF4-FFF2-40B4-BE49-F238E27FC236}">
                <a16:creationId xmlns:a16="http://schemas.microsoft.com/office/drawing/2014/main" id="{491E8A46-7A7E-443F-9DAC-F7684E9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470" y="960190"/>
            <a:ext cx="185001" cy="101502"/>
          </a:xfrm>
          <a:custGeom xmlns:a="http://schemas.openxmlformats.org/drawingml/2006/main">
            <a:pathLst>
              <a:path w="185001" h="101502">
                <a:moveTo>
                  <a:pt x="0" y="22183"/>
                </a:moveTo>
                <a:lnTo>
                  <a:pt x="14176" y="22183"/>
                </a:lnTo>
                <a:lnTo>
                  <a:pt x="14176" y="30624"/>
                </a:lnTo>
                <a:cubicBezTo>
                  <a:pt x="16015" y="27738"/>
                  <a:pt x="18504" y="25394"/>
                  <a:pt x="21642" y="23590"/>
                </a:cubicBezTo>
                <a:cubicBezTo>
                  <a:pt x="24780" y="21786"/>
                  <a:pt x="28261" y="20885"/>
                  <a:pt x="32085" y="20885"/>
                </a:cubicBezTo>
                <a:cubicBezTo>
                  <a:pt x="38758" y="20885"/>
                  <a:pt x="44421" y="23500"/>
                  <a:pt x="49074" y="28730"/>
                </a:cubicBezTo>
                <a:cubicBezTo>
                  <a:pt x="53727" y="33960"/>
                  <a:pt x="56053" y="41246"/>
                  <a:pt x="56053" y="50589"/>
                </a:cubicBezTo>
                <a:cubicBezTo>
                  <a:pt x="56053" y="60183"/>
                  <a:pt x="53709" y="67641"/>
                  <a:pt x="49020" y="72961"/>
                </a:cubicBezTo>
                <a:cubicBezTo>
                  <a:pt x="44330" y="78282"/>
                  <a:pt x="38649" y="80942"/>
                  <a:pt x="31976" y="80942"/>
                </a:cubicBezTo>
                <a:cubicBezTo>
                  <a:pt x="28802" y="80942"/>
                  <a:pt x="25926" y="80311"/>
                  <a:pt x="23347" y="79048"/>
                </a:cubicBezTo>
                <a:cubicBezTo>
                  <a:pt x="20768" y="77786"/>
                  <a:pt x="18053" y="75622"/>
                  <a:pt x="15204" y="72556"/>
                </a:cubicBezTo>
                <a:lnTo>
                  <a:pt x="15204" y="101502"/>
                </a:lnTo>
                <a:lnTo>
                  <a:pt x="0" y="101502"/>
                </a:lnTo>
                <a:lnTo>
                  <a:pt x="0" y="22183"/>
                </a:lnTo>
                <a:moveTo>
                  <a:pt x="15041" y="49914"/>
                </a:moveTo>
                <a:cubicBezTo>
                  <a:pt x="15041" y="56360"/>
                  <a:pt x="16322" y="61123"/>
                  <a:pt x="18883" y="64203"/>
                </a:cubicBezTo>
                <a:cubicBezTo>
                  <a:pt x="21444" y="67282"/>
                  <a:pt x="24564" y="68822"/>
                  <a:pt x="28243" y="68822"/>
                </a:cubicBezTo>
                <a:cubicBezTo>
                  <a:pt x="31778" y="68822"/>
                  <a:pt x="34718" y="67409"/>
                  <a:pt x="37062" y="64582"/>
                </a:cubicBezTo>
                <a:cubicBezTo>
                  <a:pt x="39407" y="61755"/>
                  <a:pt x="40579" y="57117"/>
                  <a:pt x="40579" y="50670"/>
                </a:cubicBezTo>
                <a:cubicBezTo>
                  <a:pt x="40579" y="44655"/>
                  <a:pt x="39371" y="40189"/>
                  <a:pt x="36954" y="37272"/>
                </a:cubicBezTo>
                <a:cubicBezTo>
                  <a:pt x="34537" y="34355"/>
                  <a:pt x="31544" y="32896"/>
                  <a:pt x="27973" y="32896"/>
                </a:cubicBezTo>
                <a:cubicBezTo>
                  <a:pt x="24257" y="32896"/>
                  <a:pt x="21173" y="34328"/>
                  <a:pt x="18721" y="37191"/>
                </a:cubicBezTo>
                <a:cubicBezTo>
                  <a:pt x="16268" y="40054"/>
                  <a:pt x="15041" y="44295"/>
                  <a:pt x="15041" y="49914"/>
                </a:cubicBezTo>
                <a:close/>
                <a:moveTo>
                  <a:pt x="115964" y="65468"/>
                </a:moveTo>
                <a:lnTo>
                  <a:pt x="115964" y="79643"/>
                </a:lnTo>
                <a:lnTo>
                  <a:pt x="62670" y="79643"/>
                </a:lnTo>
                <a:cubicBezTo>
                  <a:pt x="63247" y="74309"/>
                  <a:pt x="64978" y="69255"/>
                  <a:pt x="67864" y="64480"/>
                </a:cubicBezTo>
                <a:cubicBezTo>
                  <a:pt x="70750" y="59704"/>
                  <a:pt x="76449" y="53369"/>
                  <a:pt x="84961" y="45476"/>
                </a:cubicBezTo>
                <a:cubicBezTo>
                  <a:pt x="91815" y="39097"/>
                  <a:pt x="96017" y="34772"/>
                  <a:pt x="97568" y="32502"/>
                </a:cubicBezTo>
                <a:cubicBezTo>
                  <a:pt x="99660" y="29366"/>
                  <a:pt x="100706" y="26267"/>
                  <a:pt x="100706" y="23203"/>
                </a:cubicBezTo>
                <a:cubicBezTo>
                  <a:pt x="100706" y="19814"/>
                  <a:pt x="99795" y="17211"/>
                  <a:pt x="97974" y="15391"/>
                </a:cubicBezTo>
                <a:cubicBezTo>
                  <a:pt x="96152" y="13571"/>
                  <a:pt x="93636" y="12661"/>
                  <a:pt x="90426" y="12661"/>
                </a:cubicBezTo>
                <a:cubicBezTo>
                  <a:pt x="87252" y="12661"/>
                  <a:pt x="84727" y="13621"/>
                  <a:pt x="82851" y="15542"/>
                </a:cubicBezTo>
                <a:cubicBezTo>
                  <a:pt x="80976" y="17461"/>
                  <a:pt x="79894" y="20649"/>
                  <a:pt x="79605" y="25105"/>
                </a:cubicBezTo>
                <a:lnTo>
                  <a:pt x="64455" y="23583"/>
                </a:lnTo>
                <a:cubicBezTo>
                  <a:pt x="65357" y="15179"/>
                  <a:pt x="68189" y="9147"/>
                  <a:pt x="72950" y="5488"/>
                </a:cubicBezTo>
                <a:cubicBezTo>
                  <a:pt x="77711" y="1829"/>
                  <a:pt x="83663" y="0"/>
                  <a:pt x="90805" y="0"/>
                </a:cubicBezTo>
                <a:cubicBezTo>
                  <a:pt x="98632" y="0"/>
                  <a:pt x="104782" y="2108"/>
                  <a:pt x="109255" y="6325"/>
                </a:cubicBezTo>
                <a:cubicBezTo>
                  <a:pt x="113728" y="10542"/>
                  <a:pt x="115964" y="15786"/>
                  <a:pt x="115964" y="22056"/>
                </a:cubicBezTo>
                <a:cubicBezTo>
                  <a:pt x="115964" y="25625"/>
                  <a:pt x="115324" y="29023"/>
                  <a:pt x="114043" y="32249"/>
                </a:cubicBezTo>
                <a:cubicBezTo>
                  <a:pt x="112763" y="35474"/>
                  <a:pt x="110734" y="38852"/>
                  <a:pt x="107956" y="42383"/>
                </a:cubicBezTo>
                <a:cubicBezTo>
                  <a:pt x="106117" y="44727"/>
                  <a:pt x="102798" y="48097"/>
                  <a:pt x="98001" y="52494"/>
                </a:cubicBezTo>
                <a:cubicBezTo>
                  <a:pt x="93204" y="56890"/>
                  <a:pt x="90165" y="59809"/>
                  <a:pt x="88884" y="61251"/>
                </a:cubicBezTo>
                <a:cubicBezTo>
                  <a:pt x="87604" y="62693"/>
                  <a:pt x="86567" y="64098"/>
                  <a:pt x="85773" y="65468"/>
                </a:cubicBezTo>
                <a:lnTo>
                  <a:pt x="115964" y="65468"/>
                </a:lnTo>
                <a:close/>
                <a:moveTo>
                  <a:pt x="128947" y="22183"/>
                </a:moveTo>
                <a:lnTo>
                  <a:pt x="143123" y="22183"/>
                </a:lnTo>
                <a:lnTo>
                  <a:pt x="143123" y="30624"/>
                </a:lnTo>
                <a:cubicBezTo>
                  <a:pt x="144962" y="27738"/>
                  <a:pt x="147451" y="25394"/>
                  <a:pt x="150589" y="23590"/>
                </a:cubicBezTo>
                <a:cubicBezTo>
                  <a:pt x="153728" y="21786"/>
                  <a:pt x="157208" y="20885"/>
                  <a:pt x="161032" y="20885"/>
                </a:cubicBezTo>
                <a:cubicBezTo>
                  <a:pt x="167705" y="20885"/>
                  <a:pt x="173368" y="23500"/>
                  <a:pt x="178021" y="28730"/>
                </a:cubicBezTo>
                <a:cubicBezTo>
                  <a:pt x="182674" y="33960"/>
                  <a:pt x="185001" y="41246"/>
                  <a:pt x="185001" y="50589"/>
                </a:cubicBezTo>
                <a:cubicBezTo>
                  <a:pt x="185001" y="60183"/>
                  <a:pt x="182656" y="67641"/>
                  <a:pt x="177967" y="72961"/>
                </a:cubicBezTo>
                <a:cubicBezTo>
                  <a:pt x="173278" y="78282"/>
                  <a:pt x="167597" y="80942"/>
                  <a:pt x="160924" y="80942"/>
                </a:cubicBezTo>
                <a:cubicBezTo>
                  <a:pt x="157749" y="80942"/>
                  <a:pt x="154873" y="80311"/>
                  <a:pt x="152294" y="79048"/>
                </a:cubicBezTo>
                <a:cubicBezTo>
                  <a:pt x="149715" y="77786"/>
                  <a:pt x="147000" y="75622"/>
                  <a:pt x="144151" y="72556"/>
                </a:cubicBezTo>
                <a:lnTo>
                  <a:pt x="144151" y="101502"/>
                </a:lnTo>
                <a:lnTo>
                  <a:pt x="128947" y="101502"/>
                </a:lnTo>
                <a:lnTo>
                  <a:pt x="128947" y="22183"/>
                </a:lnTo>
                <a:moveTo>
                  <a:pt x="143989" y="49914"/>
                </a:moveTo>
                <a:cubicBezTo>
                  <a:pt x="143989" y="56360"/>
                  <a:pt x="145269" y="61123"/>
                  <a:pt x="147830" y="64203"/>
                </a:cubicBezTo>
                <a:cubicBezTo>
                  <a:pt x="150391" y="67282"/>
                  <a:pt x="153511" y="68822"/>
                  <a:pt x="157190" y="68822"/>
                </a:cubicBezTo>
                <a:cubicBezTo>
                  <a:pt x="160725" y="68822"/>
                  <a:pt x="163665" y="67409"/>
                  <a:pt x="166010" y="64582"/>
                </a:cubicBezTo>
                <a:cubicBezTo>
                  <a:pt x="168354" y="61755"/>
                  <a:pt x="169526" y="57117"/>
                  <a:pt x="169526" y="50670"/>
                </a:cubicBezTo>
                <a:cubicBezTo>
                  <a:pt x="169526" y="44655"/>
                  <a:pt x="168318" y="40189"/>
                  <a:pt x="165901" y="37272"/>
                </a:cubicBezTo>
                <a:cubicBezTo>
                  <a:pt x="163485" y="34355"/>
                  <a:pt x="160491" y="32896"/>
                  <a:pt x="156920" y="32896"/>
                </a:cubicBezTo>
                <a:cubicBezTo>
                  <a:pt x="153205" y="32896"/>
                  <a:pt x="150121" y="34328"/>
                  <a:pt x="147668" y="37191"/>
                </a:cubicBezTo>
                <a:cubicBezTo>
                  <a:pt x="145215" y="40054"/>
                  <a:pt x="143989" y="44295"/>
                  <a:pt x="143989" y="49914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a0138cb1e4ebe"/>
          <a:stretch xmlns:a="http://schemas.openxmlformats.org/drawingml/2006/main"/>
        </p:blipFill>
        <p:spPr>
          <a:xfrm xmlns:a="http://schemas.openxmlformats.org/drawingml/2006/main">
            <a:off x="2888950" y="1426033"/>
            <a:ext cx="287849" cy="300815"/>
          </a:xfrm>
          <a:prstGeom xmlns:a="http://schemas.openxmlformats.org/drawingml/2006/main" prst="rect">
            <a:avLst/>
          </a:prstGeom>
        </p:spPr>
      </p:pic>
      <p:sp>
        <p:nvSpPr>
          <p:cNvPr id="207" name="Text AS">
            <a:extLst xmlns:a="http://schemas.openxmlformats.org/drawingml/2006/main">
              <a:ext uri="{FF2B5EF4-FFF2-40B4-BE49-F238E27FC236}">
                <a16:creationId xmlns:a16="http://schemas.microsoft.com/office/drawing/2014/main" id="{9FB97FFC-29F0-4B79-B371-D9A8B8F5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999" y="1522092"/>
            <a:ext cx="105293" cy="58241"/>
          </a:xfrm>
          <a:custGeom xmlns:a="http://schemas.openxmlformats.org/drawingml/2006/main">
            <a:pathLst>
              <a:path w="105293" h="58241">
                <a:moveTo>
                  <a:pt x="56364" y="57169"/>
                </a:moveTo>
                <a:lnTo>
                  <a:pt x="44026" y="57169"/>
                </a:lnTo>
                <a:lnTo>
                  <a:pt x="39121" y="44371"/>
                </a:lnTo>
                <a:lnTo>
                  <a:pt x="16668" y="44371"/>
                </a:lnTo>
                <a:lnTo>
                  <a:pt x="12031" y="57169"/>
                </a:lnTo>
                <a:lnTo>
                  <a:pt x="0" y="57169"/>
                </a:lnTo>
                <a:lnTo>
                  <a:pt x="21879" y="996"/>
                </a:lnTo>
                <a:lnTo>
                  <a:pt x="33872" y="996"/>
                </a:lnTo>
                <a:lnTo>
                  <a:pt x="56364" y="57169"/>
                </a:lnTo>
                <a:moveTo>
                  <a:pt x="35481" y="34868"/>
                </a:moveTo>
                <a:lnTo>
                  <a:pt x="27741" y="14101"/>
                </a:lnTo>
                <a:lnTo>
                  <a:pt x="20155" y="34868"/>
                </a:lnTo>
                <a:lnTo>
                  <a:pt x="35481" y="34868"/>
                </a:lnTo>
                <a:close/>
                <a:moveTo>
                  <a:pt x="59619" y="38930"/>
                </a:moveTo>
                <a:lnTo>
                  <a:pt x="70655" y="37857"/>
                </a:lnTo>
                <a:cubicBezTo>
                  <a:pt x="71319" y="41574"/>
                  <a:pt x="72666" y="44305"/>
                  <a:pt x="74697" y="46048"/>
                </a:cubicBezTo>
                <a:cubicBezTo>
                  <a:pt x="76728" y="47791"/>
                  <a:pt x="79467" y="48662"/>
                  <a:pt x="82916" y="48662"/>
                </a:cubicBezTo>
                <a:cubicBezTo>
                  <a:pt x="86569" y="48662"/>
                  <a:pt x="89321" y="47887"/>
                  <a:pt x="91173" y="46337"/>
                </a:cubicBezTo>
                <a:cubicBezTo>
                  <a:pt x="93025" y="44787"/>
                  <a:pt x="93951" y="42973"/>
                  <a:pt x="93951" y="40897"/>
                </a:cubicBezTo>
                <a:cubicBezTo>
                  <a:pt x="93951" y="39565"/>
                  <a:pt x="93562" y="38431"/>
                  <a:pt x="92783" y="37497"/>
                </a:cubicBezTo>
                <a:cubicBezTo>
                  <a:pt x="92003" y="36561"/>
                  <a:pt x="90643" y="35747"/>
                  <a:pt x="88702" y="35055"/>
                </a:cubicBezTo>
                <a:cubicBezTo>
                  <a:pt x="87374" y="34594"/>
                  <a:pt x="84346" y="33775"/>
                  <a:pt x="79621" y="32598"/>
                </a:cubicBezTo>
                <a:cubicBezTo>
                  <a:pt x="73541" y="31088"/>
                  <a:pt x="69275" y="29232"/>
                  <a:pt x="66823" y="27030"/>
                </a:cubicBezTo>
                <a:cubicBezTo>
                  <a:pt x="63374" y="23933"/>
                  <a:pt x="61650" y="20157"/>
                  <a:pt x="61650" y="15704"/>
                </a:cubicBezTo>
                <a:cubicBezTo>
                  <a:pt x="61650" y="12837"/>
                  <a:pt x="62461" y="10156"/>
                  <a:pt x="64083" y="7661"/>
                </a:cubicBezTo>
                <a:cubicBezTo>
                  <a:pt x="65705" y="5165"/>
                  <a:pt x="68043" y="3264"/>
                  <a:pt x="71095" y="1959"/>
                </a:cubicBezTo>
                <a:cubicBezTo>
                  <a:pt x="74148" y="653"/>
                  <a:pt x="77833" y="0"/>
                  <a:pt x="82150" y="0"/>
                </a:cubicBezTo>
                <a:cubicBezTo>
                  <a:pt x="89200" y="0"/>
                  <a:pt x="94507" y="1553"/>
                  <a:pt x="98070" y="4658"/>
                </a:cubicBezTo>
                <a:cubicBezTo>
                  <a:pt x="101634" y="7762"/>
                  <a:pt x="103505" y="11906"/>
                  <a:pt x="103684" y="17089"/>
                </a:cubicBezTo>
                <a:lnTo>
                  <a:pt x="92342" y="17549"/>
                </a:lnTo>
                <a:cubicBezTo>
                  <a:pt x="91857" y="14663"/>
                  <a:pt x="90816" y="12587"/>
                  <a:pt x="89219" y="11323"/>
                </a:cubicBezTo>
                <a:cubicBezTo>
                  <a:pt x="87623" y="10058"/>
                  <a:pt x="85228" y="9426"/>
                  <a:pt x="82035" y="9426"/>
                </a:cubicBezTo>
                <a:cubicBezTo>
                  <a:pt x="78739" y="9426"/>
                  <a:pt x="76159" y="10103"/>
                  <a:pt x="74295" y="11458"/>
                </a:cubicBezTo>
                <a:cubicBezTo>
                  <a:pt x="73094" y="12326"/>
                  <a:pt x="72494" y="13489"/>
                  <a:pt x="72494" y="14946"/>
                </a:cubicBezTo>
                <a:cubicBezTo>
                  <a:pt x="72494" y="16275"/>
                  <a:pt x="73056" y="17412"/>
                  <a:pt x="74180" y="18357"/>
                </a:cubicBezTo>
                <a:cubicBezTo>
                  <a:pt x="75610" y="19559"/>
                  <a:pt x="79084" y="20812"/>
                  <a:pt x="84602" y="22117"/>
                </a:cubicBezTo>
                <a:cubicBezTo>
                  <a:pt x="90120" y="23422"/>
                  <a:pt x="94200" y="24773"/>
                  <a:pt x="96844" y="26168"/>
                </a:cubicBezTo>
                <a:cubicBezTo>
                  <a:pt x="99488" y="27562"/>
                  <a:pt x="101557" y="29469"/>
                  <a:pt x="103051" y="31888"/>
                </a:cubicBezTo>
                <a:cubicBezTo>
                  <a:pt x="104546" y="34306"/>
                  <a:pt x="105293" y="37294"/>
                  <a:pt x="105293" y="40852"/>
                </a:cubicBezTo>
                <a:cubicBezTo>
                  <a:pt x="105293" y="44076"/>
                  <a:pt x="104399" y="47096"/>
                  <a:pt x="102611" y="49911"/>
                </a:cubicBezTo>
                <a:cubicBezTo>
                  <a:pt x="100823" y="52727"/>
                  <a:pt x="98294" y="54819"/>
                  <a:pt x="95024" y="56188"/>
                </a:cubicBezTo>
                <a:cubicBezTo>
                  <a:pt x="91754" y="57557"/>
                  <a:pt x="87680" y="58241"/>
                  <a:pt x="82801" y="58241"/>
                </a:cubicBezTo>
                <a:cubicBezTo>
                  <a:pt x="75700" y="58241"/>
                  <a:pt x="70246" y="56597"/>
                  <a:pt x="66440" y="53308"/>
                </a:cubicBezTo>
                <a:cubicBezTo>
                  <a:pt x="62634" y="50019"/>
                  <a:pt x="60360" y="45227"/>
                  <a:pt x="59619" y="38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4">
            <a:extLst xmlns:a="http://schemas.openxmlformats.org/drawingml/2006/main">
              <a:ext uri="{FF2B5EF4-FFF2-40B4-BE49-F238E27FC236}">
                <a16:creationId xmlns:a16="http://schemas.microsoft.com/office/drawing/2014/main" id="{144438AF-E3EA-47B1-A015-71806B60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81" y="1557793"/>
            <a:ext cx="26383" cy="36846"/>
          </a:xfrm>
          <a:custGeom xmlns:a="http://schemas.openxmlformats.org/drawingml/2006/main">
            <a:pathLst>
              <a:path w="26383" h="36846">
                <a:moveTo>
                  <a:pt x="15019" y="36846"/>
                </a:moveTo>
                <a:lnTo>
                  <a:pt x="15019" y="29436"/>
                </a:lnTo>
                <a:lnTo>
                  <a:pt x="0" y="29436"/>
                </a:lnTo>
                <a:lnTo>
                  <a:pt x="0" y="23304"/>
                </a:lnTo>
                <a:lnTo>
                  <a:pt x="15920" y="0"/>
                </a:lnTo>
                <a:lnTo>
                  <a:pt x="21827" y="0"/>
                </a:lnTo>
                <a:lnTo>
                  <a:pt x="21827" y="23279"/>
                </a:lnTo>
                <a:lnTo>
                  <a:pt x="26383" y="23279"/>
                </a:lnTo>
                <a:lnTo>
                  <a:pt x="26383" y="29436"/>
                </a:lnTo>
                <a:lnTo>
                  <a:pt x="21827" y="29436"/>
                </a:lnTo>
                <a:lnTo>
                  <a:pt x="21827" y="36846"/>
                </a:lnTo>
                <a:lnTo>
                  <a:pt x="15019" y="36846"/>
                </a:lnTo>
                <a:moveTo>
                  <a:pt x="15019" y="23279"/>
                </a:moveTo>
                <a:lnTo>
                  <a:pt x="15019" y="10752"/>
                </a:lnTo>
                <a:lnTo>
                  <a:pt x="6583" y="23279"/>
                </a:lnTo>
                <a:lnTo>
                  <a:pt x="15019" y="232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p2c">
            <a:extLst xmlns:a="http://schemas.openxmlformats.org/drawingml/2006/main">
              <a:ext uri="{FF2B5EF4-FFF2-40B4-BE49-F238E27FC236}">
                <a16:creationId xmlns:a16="http://schemas.microsoft.com/office/drawing/2014/main" id="{1B4E1010-CE2A-486E-9D29-DA37D973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624" y="1446799"/>
            <a:ext cx="180239" cy="101502"/>
          </a:xfrm>
          <a:custGeom xmlns:a="http://schemas.openxmlformats.org/drawingml/2006/main">
            <a:pathLst>
              <a:path w="180239" h="101502">
                <a:moveTo>
                  <a:pt x="0" y="22183"/>
                </a:moveTo>
                <a:lnTo>
                  <a:pt x="14176" y="22183"/>
                </a:lnTo>
                <a:lnTo>
                  <a:pt x="14176" y="30624"/>
                </a:lnTo>
                <a:cubicBezTo>
                  <a:pt x="16015" y="27738"/>
                  <a:pt x="18504" y="25394"/>
                  <a:pt x="21642" y="23590"/>
                </a:cubicBezTo>
                <a:cubicBezTo>
                  <a:pt x="24780" y="21786"/>
                  <a:pt x="28261" y="20885"/>
                  <a:pt x="32085" y="20885"/>
                </a:cubicBezTo>
                <a:cubicBezTo>
                  <a:pt x="38758" y="20885"/>
                  <a:pt x="44421" y="23500"/>
                  <a:pt x="49074" y="28730"/>
                </a:cubicBezTo>
                <a:cubicBezTo>
                  <a:pt x="53727" y="33960"/>
                  <a:pt x="56053" y="41246"/>
                  <a:pt x="56053" y="50589"/>
                </a:cubicBezTo>
                <a:cubicBezTo>
                  <a:pt x="56053" y="60183"/>
                  <a:pt x="53709" y="67641"/>
                  <a:pt x="49020" y="72961"/>
                </a:cubicBezTo>
                <a:cubicBezTo>
                  <a:pt x="44330" y="78282"/>
                  <a:pt x="38649" y="80942"/>
                  <a:pt x="31976" y="80942"/>
                </a:cubicBezTo>
                <a:cubicBezTo>
                  <a:pt x="28802" y="80942"/>
                  <a:pt x="25926" y="80311"/>
                  <a:pt x="23347" y="79048"/>
                </a:cubicBezTo>
                <a:cubicBezTo>
                  <a:pt x="20768" y="77786"/>
                  <a:pt x="18053" y="75622"/>
                  <a:pt x="15204" y="72556"/>
                </a:cubicBezTo>
                <a:lnTo>
                  <a:pt x="15204" y="101502"/>
                </a:lnTo>
                <a:lnTo>
                  <a:pt x="0" y="101502"/>
                </a:lnTo>
                <a:lnTo>
                  <a:pt x="0" y="22183"/>
                </a:lnTo>
                <a:moveTo>
                  <a:pt x="15041" y="49914"/>
                </a:moveTo>
                <a:cubicBezTo>
                  <a:pt x="15041" y="56360"/>
                  <a:pt x="16322" y="61123"/>
                  <a:pt x="18883" y="64203"/>
                </a:cubicBezTo>
                <a:cubicBezTo>
                  <a:pt x="21444" y="67282"/>
                  <a:pt x="24564" y="68822"/>
                  <a:pt x="28243" y="68822"/>
                </a:cubicBezTo>
                <a:cubicBezTo>
                  <a:pt x="31778" y="68822"/>
                  <a:pt x="34718" y="67409"/>
                  <a:pt x="37062" y="64582"/>
                </a:cubicBezTo>
                <a:cubicBezTo>
                  <a:pt x="39407" y="61755"/>
                  <a:pt x="40579" y="57117"/>
                  <a:pt x="40579" y="50670"/>
                </a:cubicBezTo>
                <a:cubicBezTo>
                  <a:pt x="40579" y="44655"/>
                  <a:pt x="39371" y="40189"/>
                  <a:pt x="36954" y="37272"/>
                </a:cubicBezTo>
                <a:cubicBezTo>
                  <a:pt x="34537" y="34355"/>
                  <a:pt x="31544" y="32896"/>
                  <a:pt x="27973" y="32896"/>
                </a:cubicBezTo>
                <a:cubicBezTo>
                  <a:pt x="24257" y="32896"/>
                  <a:pt x="21173" y="34328"/>
                  <a:pt x="18721" y="37191"/>
                </a:cubicBezTo>
                <a:cubicBezTo>
                  <a:pt x="16268" y="40054"/>
                  <a:pt x="15041" y="44295"/>
                  <a:pt x="15041" y="49914"/>
                </a:cubicBezTo>
                <a:close/>
                <a:moveTo>
                  <a:pt x="115964" y="65468"/>
                </a:moveTo>
                <a:lnTo>
                  <a:pt x="115964" y="79643"/>
                </a:lnTo>
                <a:lnTo>
                  <a:pt x="62670" y="79643"/>
                </a:lnTo>
                <a:cubicBezTo>
                  <a:pt x="63247" y="74309"/>
                  <a:pt x="64978" y="69255"/>
                  <a:pt x="67864" y="64480"/>
                </a:cubicBezTo>
                <a:cubicBezTo>
                  <a:pt x="70749" y="59704"/>
                  <a:pt x="76449" y="53369"/>
                  <a:pt x="84961" y="45476"/>
                </a:cubicBezTo>
                <a:cubicBezTo>
                  <a:pt x="91815" y="39097"/>
                  <a:pt x="96017" y="34772"/>
                  <a:pt x="97568" y="32502"/>
                </a:cubicBezTo>
                <a:cubicBezTo>
                  <a:pt x="99660" y="29366"/>
                  <a:pt x="100706" y="26267"/>
                  <a:pt x="100706" y="23203"/>
                </a:cubicBezTo>
                <a:cubicBezTo>
                  <a:pt x="100706" y="19814"/>
                  <a:pt x="99795" y="17211"/>
                  <a:pt x="97974" y="15391"/>
                </a:cubicBezTo>
                <a:cubicBezTo>
                  <a:pt x="96152" y="13571"/>
                  <a:pt x="93636" y="12661"/>
                  <a:pt x="90426" y="12661"/>
                </a:cubicBezTo>
                <a:cubicBezTo>
                  <a:pt x="87252" y="12661"/>
                  <a:pt x="84727" y="13621"/>
                  <a:pt x="82851" y="15542"/>
                </a:cubicBezTo>
                <a:cubicBezTo>
                  <a:pt x="80975" y="17461"/>
                  <a:pt x="79893" y="20649"/>
                  <a:pt x="79605" y="25105"/>
                </a:cubicBezTo>
                <a:lnTo>
                  <a:pt x="64455" y="23583"/>
                </a:lnTo>
                <a:cubicBezTo>
                  <a:pt x="65357" y="15179"/>
                  <a:pt x="68188" y="9147"/>
                  <a:pt x="72950" y="5488"/>
                </a:cubicBezTo>
                <a:cubicBezTo>
                  <a:pt x="77711" y="1829"/>
                  <a:pt x="83663" y="0"/>
                  <a:pt x="90805" y="0"/>
                </a:cubicBezTo>
                <a:cubicBezTo>
                  <a:pt x="98632" y="0"/>
                  <a:pt x="104782" y="2108"/>
                  <a:pt x="109255" y="6325"/>
                </a:cubicBezTo>
                <a:cubicBezTo>
                  <a:pt x="113727" y="10542"/>
                  <a:pt x="115964" y="15786"/>
                  <a:pt x="115964" y="22056"/>
                </a:cubicBezTo>
                <a:cubicBezTo>
                  <a:pt x="115964" y="25625"/>
                  <a:pt x="115323" y="29023"/>
                  <a:pt x="114043" y="32249"/>
                </a:cubicBezTo>
                <a:cubicBezTo>
                  <a:pt x="112762" y="35474"/>
                  <a:pt x="110733" y="38852"/>
                  <a:pt x="107956" y="42383"/>
                </a:cubicBezTo>
                <a:cubicBezTo>
                  <a:pt x="106116" y="44727"/>
                  <a:pt x="102798" y="48097"/>
                  <a:pt x="98001" y="52494"/>
                </a:cubicBezTo>
                <a:cubicBezTo>
                  <a:pt x="93203" y="56890"/>
                  <a:pt x="90164" y="59809"/>
                  <a:pt x="88884" y="61251"/>
                </a:cubicBezTo>
                <a:cubicBezTo>
                  <a:pt x="87603" y="62693"/>
                  <a:pt x="86566" y="64098"/>
                  <a:pt x="85773" y="65468"/>
                </a:cubicBezTo>
                <a:lnTo>
                  <a:pt x="115964" y="65468"/>
                </a:lnTo>
                <a:close/>
                <a:moveTo>
                  <a:pt x="179482" y="39172"/>
                </a:moveTo>
                <a:lnTo>
                  <a:pt x="164495" y="41878"/>
                </a:lnTo>
                <a:cubicBezTo>
                  <a:pt x="163990" y="38902"/>
                  <a:pt x="162844" y="36661"/>
                  <a:pt x="161059" y="35155"/>
                </a:cubicBezTo>
                <a:cubicBezTo>
                  <a:pt x="159273" y="33649"/>
                  <a:pt x="156956" y="32896"/>
                  <a:pt x="154106" y="32896"/>
                </a:cubicBezTo>
                <a:cubicBezTo>
                  <a:pt x="150319" y="32896"/>
                  <a:pt x="147298" y="34200"/>
                  <a:pt x="145044" y="36807"/>
                </a:cubicBezTo>
                <a:cubicBezTo>
                  <a:pt x="142789" y="39414"/>
                  <a:pt x="141662" y="43774"/>
                  <a:pt x="141662" y="49887"/>
                </a:cubicBezTo>
                <a:cubicBezTo>
                  <a:pt x="141662" y="56684"/>
                  <a:pt x="142807" y="61485"/>
                  <a:pt x="145098" y="64291"/>
                </a:cubicBezTo>
                <a:cubicBezTo>
                  <a:pt x="147388" y="67095"/>
                  <a:pt x="150463" y="68498"/>
                  <a:pt x="154323" y="68498"/>
                </a:cubicBezTo>
                <a:cubicBezTo>
                  <a:pt x="157208" y="68498"/>
                  <a:pt x="159571" y="67677"/>
                  <a:pt x="161411" y="66036"/>
                </a:cubicBezTo>
                <a:cubicBezTo>
                  <a:pt x="163250" y="64395"/>
                  <a:pt x="164549" y="61572"/>
                  <a:pt x="165306" y="57568"/>
                </a:cubicBezTo>
                <a:lnTo>
                  <a:pt x="180239" y="60165"/>
                </a:lnTo>
                <a:cubicBezTo>
                  <a:pt x="178688" y="67019"/>
                  <a:pt x="175712" y="72195"/>
                  <a:pt x="171312" y="75694"/>
                </a:cubicBezTo>
                <a:cubicBezTo>
                  <a:pt x="166911" y="79192"/>
                  <a:pt x="161014" y="80942"/>
                  <a:pt x="153619" y="80942"/>
                </a:cubicBezTo>
                <a:cubicBezTo>
                  <a:pt x="145215" y="80942"/>
                  <a:pt x="138515" y="78291"/>
                  <a:pt x="133519" y="72988"/>
                </a:cubicBezTo>
                <a:cubicBezTo>
                  <a:pt x="128523" y="67686"/>
                  <a:pt x="126026" y="60346"/>
                  <a:pt x="126026" y="50967"/>
                </a:cubicBezTo>
                <a:cubicBezTo>
                  <a:pt x="126026" y="41481"/>
                  <a:pt x="128532" y="34096"/>
                  <a:pt x="133546" y="28811"/>
                </a:cubicBezTo>
                <a:cubicBezTo>
                  <a:pt x="138560" y="23527"/>
                  <a:pt x="145341" y="20885"/>
                  <a:pt x="153890" y="20885"/>
                </a:cubicBezTo>
                <a:cubicBezTo>
                  <a:pt x="160888" y="20885"/>
                  <a:pt x="166451" y="22391"/>
                  <a:pt x="170581" y="25403"/>
                </a:cubicBezTo>
                <a:cubicBezTo>
                  <a:pt x="174712" y="28414"/>
                  <a:pt x="177678" y="33004"/>
                  <a:pt x="179482" y="39172"/>
                </a:cubicBezTo>
                <a:close/>
              </a:path>
            </a:pathLst>
          </a:custGeom>
          <a:solidFill xmlns:a="http://schemas.openxmlformats.org/drawingml/2006/main">
            <a:srgbClr val="8497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02B75-0E89-419C-A505-14552857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" y="2221971"/>
            <a:ext cx="3285915" cy="531879"/>
          </a:xfrm>
          <a:custGeom xmlns:a="http://schemas.openxmlformats.org/drawingml/2006/main">
            <a:pathLst>
              <a:path w="3285915" h="531879">
                <a:moveTo>
                  <a:pt x="0" y="0"/>
                </a:moveTo>
                <a:lnTo>
                  <a:pt x="3285915" y="0"/>
                </a:lnTo>
                <a:lnTo>
                  <a:pt x="3285915" y="531879"/>
                </a:lnTo>
                <a:lnTo>
                  <a:pt x="0" y="5318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C0EEE-916D-4D30-B894-C91C2044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5" y="2213177"/>
            <a:ext cx="3303699" cy="549309"/>
          </a:xfrm>
          <a:custGeom xmlns:a="http://schemas.openxmlformats.org/drawingml/2006/main">
            <a:pathLst>
              <a:path w="3303699" h="549309">
                <a:moveTo>
                  <a:pt x="0" y="549309"/>
                </a:moveTo>
                <a:lnTo>
                  <a:pt x="3303699" y="549309"/>
                </a:lnTo>
                <a:lnTo>
                  <a:pt x="3303699" y="0"/>
                </a:lnTo>
                <a:lnTo>
                  <a:pt x="0" y="0"/>
                </a:lnTo>
                <a:lnTo>
                  <a:pt x="0" y="549309"/>
                </a:lnTo>
                <a:close/>
                <a:moveTo>
                  <a:pt x="3285954" y="531564"/>
                </a:moveTo>
                <a:lnTo>
                  <a:pt x="17745" y="531564"/>
                </a:lnTo>
                <a:lnTo>
                  <a:pt x="17745" y="17745"/>
                </a:lnTo>
                <a:lnTo>
                  <a:pt x="3285954" y="17745"/>
                </a:lnTo>
                <a:lnTo>
                  <a:pt x="3285954" y="53156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6B5D6-2931-4420-9DF8-94CACF1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0" y="2217318"/>
            <a:ext cx="3314346" cy="3314386"/>
          </a:xfrm>
          <a:custGeom xmlns:a="http://schemas.openxmlformats.org/drawingml/2006/main">
            <a:pathLst>
              <a:path w="3314346" h="3314386">
                <a:moveTo>
                  <a:pt x="0" y="3314386"/>
                </a:moveTo>
                <a:lnTo>
                  <a:pt x="3314346" y="3314386"/>
                </a:lnTo>
                <a:lnTo>
                  <a:pt x="3314346" y="0"/>
                </a:lnTo>
                <a:lnTo>
                  <a:pt x="0" y="0"/>
                </a:lnTo>
                <a:lnTo>
                  <a:pt x="0" y="3314386"/>
                </a:lnTo>
                <a:close/>
                <a:moveTo>
                  <a:pt x="3290686" y="3290726"/>
                </a:moveTo>
                <a:lnTo>
                  <a:pt x="23660" y="3290726"/>
                </a:lnTo>
                <a:lnTo>
                  <a:pt x="23660" y="23660"/>
                </a:lnTo>
                <a:lnTo>
                  <a:pt x="3290686" y="23660"/>
                </a:lnTo>
                <a:lnTo>
                  <a:pt x="3290686" y="329072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II.1CharacterizeProximity">
            <a:extLst xmlns:a="http://schemas.openxmlformats.org/drawingml/2006/main">
              <a:ext uri="{FF2B5EF4-FFF2-40B4-BE49-F238E27FC236}">
                <a16:creationId xmlns:a16="http://schemas.microsoft.com/office/drawing/2014/main" id="{3FBE0C8E-5AAD-4F30-8278-C89F013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4" y="2336696"/>
            <a:ext cx="1692575" cy="133365"/>
          </a:xfrm>
          <a:custGeom xmlns:a="http://schemas.openxmlformats.org/drawingml/2006/main">
            <a:pathLst>
              <a:path w="1692575" h="133365">
                <a:moveTo>
                  <a:pt x="0" y="103421"/>
                </a:moveTo>
                <a:lnTo>
                  <a:pt x="0" y="1802"/>
                </a:lnTo>
                <a:lnTo>
                  <a:pt x="20518" y="1802"/>
                </a:lnTo>
                <a:lnTo>
                  <a:pt x="20518" y="103421"/>
                </a:lnTo>
                <a:lnTo>
                  <a:pt x="0" y="103421"/>
                </a:lnTo>
                <a:close/>
                <a:moveTo>
                  <a:pt x="39434" y="103421"/>
                </a:moveTo>
                <a:lnTo>
                  <a:pt x="39434" y="1802"/>
                </a:lnTo>
                <a:lnTo>
                  <a:pt x="59951" y="1802"/>
                </a:lnTo>
                <a:lnTo>
                  <a:pt x="59951" y="103421"/>
                </a:lnTo>
                <a:lnTo>
                  <a:pt x="39434" y="103421"/>
                </a:lnTo>
                <a:close/>
                <a:moveTo>
                  <a:pt x="79352" y="103421"/>
                </a:moveTo>
                <a:lnTo>
                  <a:pt x="79352" y="83873"/>
                </a:lnTo>
                <a:lnTo>
                  <a:pt x="98830" y="83873"/>
                </a:lnTo>
                <a:lnTo>
                  <a:pt x="98830" y="103421"/>
                </a:lnTo>
                <a:lnTo>
                  <a:pt x="79352" y="103421"/>
                </a:lnTo>
                <a:close/>
                <a:moveTo>
                  <a:pt x="164465" y="103421"/>
                </a:moveTo>
                <a:lnTo>
                  <a:pt x="144987" y="103421"/>
                </a:lnTo>
                <a:lnTo>
                  <a:pt x="144987" y="30094"/>
                </a:lnTo>
                <a:cubicBezTo>
                  <a:pt x="137871" y="36775"/>
                  <a:pt x="129484" y="41716"/>
                  <a:pt x="119825" y="44917"/>
                </a:cubicBezTo>
                <a:lnTo>
                  <a:pt x="119825" y="27172"/>
                </a:lnTo>
                <a:cubicBezTo>
                  <a:pt x="124909" y="25504"/>
                  <a:pt x="130431" y="22342"/>
                  <a:pt x="136392" y="17687"/>
                </a:cubicBezTo>
                <a:cubicBezTo>
                  <a:pt x="142353" y="13029"/>
                  <a:pt x="146443" y="7596"/>
                  <a:pt x="148661" y="1386"/>
                </a:cubicBezTo>
                <a:lnTo>
                  <a:pt x="164465" y="1386"/>
                </a:lnTo>
                <a:lnTo>
                  <a:pt x="164465" y="103421"/>
                </a:lnTo>
                <a:close/>
                <a:moveTo>
                  <a:pt x="349787" y="67722"/>
                </a:moveTo>
                <a:lnTo>
                  <a:pt x="363235" y="71119"/>
                </a:lnTo>
                <a:cubicBezTo>
                  <a:pt x="360416" y="82163"/>
                  <a:pt x="355344" y="90585"/>
                  <a:pt x="348020" y="96385"/>
                </a:cubicBezTo>
                <a:cubicBezTo>
                  <a:pt x="340695" y="102184"/>
                  <a:pt x="331742" y="105084"/>
                  <a:pt x="321160" y="105084"/>
                </a:cubicBezTo>
                <a:cubicBezTo>
                  <a:pt x="310208" y="105084"/>
                  <a:pt x="301300" y="102854"/>
                  <a:pt x="294438" y="98395"/>
                </a:cubicBezTo>
                <a:cubicBezTo>
                  <a:pt x="287576" y="93936"/>
                  <a:pt x="282354" y="87478"/>
                  <a:pt x="278773" y="79021"/>
                </a:cubicBezTo>
                <a:cubicBezTo>
                  <a:pt x="275191" y="70564"/>
                  <a:pt x="273400" y="61484"/>
                  <a:pt x="273400" y="51780"/>
                </a:cubicBezTo>
                <a:cubicBezTo>
                  <a:pt x="273400" y="41197"/>
                  <a:pt x="275422" y="31967"/>
                  <a:pt x="279466" y="24088"/>
                </a:cubicBezTo>
                <a:cubicBezTo>
                  <a:pt x="283509" y="16209"/>
                  <a:pt x="289262" y="10224"/>
                  <a:pt x="296726" y="6135"/>
                </a:cubicBezTo>
                <a:cubicBezTo>
                  <a:pt x="304189" y="2045"/>
                  <a:pt x="312403" y="0"/>
                  <a:pt x="321368" y="0"/>
                </a:cubicBezTo>
                <a:cubicBezTo>
                  <a:pt x="331534" y="0"/>
                  <a:pt x="340083" y="2588"/>
                  <a:pt x="347015" y="7763"/>
                </a:cubicBezTo>
                <a:cubicBezTo>
                  <a:pt x="353946" y="12939"/>
                  <a:pt x="358776" y="20217"/>
                  <a:pt x="361502" y="29598"/>
                </a:cubicBezTo>
                <a:lnTo>
                  <a:pt x="348263" y="32717"/>
                </a:lnTo>
                <a:cubicBezTo>
                  <a:pt x="345906" y="25324"/>
                  <a:pt x="342486" y="19940"/>
                  <a:pt x="338004" y="16567"/>
                </a:cubicBezTo>
                <a:cubicBezTo>
                  <a:pt x="333521" y="13193"/>
                  <a:pt x="327883" y="11507"/>
                  <a:pt x="321090" y="11507"/>
                </a:cubicBezTo>
                <a:cubicBezTo>
                  <a:pt x="313281" y="11507"/>
                  <a:pt x="306753" y="13378"/>
                  <a:pt x="301508" y="17121"/>
                </a:cubicBezTo>
                <a:cubicBezTo>
                  <a:pt x="296263" y="20864"/>
                  <a:pt x="292578" y="25890"/>
                  <a:pt x="290452" y="32198"/>
                </a:cubicBezTo>
                <a:cubicBezTo>
                  <a:pt x="288327" y="38505"/>
                  <a:pt x="287264" y="45010"/>
                  <a:pt x="287264" y="51710"/>
                </a:cubicBezTo>
                <a:cubicBezTo>
                  <a:pt x="287264" y="60352"/>
                  <a:pt x="288523" y="67896"/>
                  <a:pt x="291042" y="74342"/>
                </a:cubicBezTo>
                <a:cubicBezTo>
                  <a:pt x="293560" y="80789"/>
                  <a:pt x="297476" y="85606"/>
                  <a:pt x="302791" y="88795"/>
                </a:cubicBezTo>
                <a:cubicBezTo>
                  <a:pt x="308105" y="91983"/>
                  <a:pt x="313858" y="93578"/>
                  <a:pt x="320051" y="93578"/>
                </a:cubicBezTo>
                <a:cubicBezTo>
                  <a:pt x="327583" y="93578"/>
                  <a:pt x="333960" y="91406"/>
                  <a:pt x="339182" y="87062"/>
                </a:cubicBezTo>
                <a:cubicBezTo>
                  <a:pt x="344404" y="82718"/>
                  <a:pt x="347939" y="76271"/>
                  <a:pt x="349787" y="67722"/>
                </a:cubicBezTo>
                <a:close/>
                <a:moveTo>
                  <a:pt x="378215" y="103421"/>
                </a:moveTo>
                <a:lnTo>
                  <a:pt x="378215" y="1802"/>
                </a:lnTo>
                <a:lnTo>
                  <a:pt x="390692" y="1802"/>
                </a:lnTo>
                <a:lnTo>
                  <a:pt x="390692" y="38328"/>
                </a:lnTo>
                <a:cubicBezTo>
                  <a:pt x="396515" y="31538"/>
                  <a:pt x="403862" y="28143"/>
                  <a:pt x="412735" y="28143"/>
                </a:cubicBezTo>
                <a:cubicBezTo>
                  <a:pt x="418188" y="28143"/>
                  <a:pt x="422924" y="29217"/>
                  <a:pt x="426945" y="31366"/>
                </a:cubicBezTo>
                <a:cubicBezTo>
                  <a:pt x="430965" y="33515"/>
                  <a:pt x="433842" y="36484"/>
                  <a:pt x="435575" y="40273"/>
                </a:cubicBezTo>
                <a:cubicBezTo>
                  <a:pt x="437308" y="44062"/>
                  <a:pt x="438174" y="49561"/>
                  <a:pt x="438174" y="56770"/>
                </a:cubicBezTo>
                <a:lnTo>
                  <a:pt x="438174" y="103421"/>
                </a:lnTo>
                <a:lnTo>
                  <a:pt x="425697" y="103421"/>
                </a:lnTo>
                <a:lnTo>
                  <a:pt x="425697" y="56820"/>
                </a:lnTo>
                <a:cubicBezTo>
                  <a:pt x="425697" y="50589"/>
                  <a:pt x="424345" y="46054"/>
                  <a:pt x="421642" y="43215"/>
                </a:cubicBezTo>
                <a:cubicBezTo>
                  <a:pt x="418939" y="40376"/>
                  <a:pt x="415115" y="38956"/>
                  <a:pt x="410170" y="38956"/>
                </a:cubicBezTo>
                <a:cubicBezTo>
                  <a:pt x="406473" y="38956"/>
                  <a:pt x="402996" y="39914"/>
                  <a:pt x="399738" y="41830"/>
                </a:cubicBezTo>
                <a:cubicBezTo>
                  <a:pt x="396480" y="43745"/>
                  <a:pt x="394158" y="46342"/>
                  <a:pt x="392772" y="49620"/>
                </a:cubicBezTo>
                <a:cubicBezTo>
                  <a:pt x="391385" y="52897"/>
                  <a:pt x="390692" y="57420"/>
                  <a:pt x="390692" y="63191"/>
                </a:cubicBezTo>
                <a:lnTo>
                  <a:pt x="390692" y="103421"/>
                </a:lnTo>
                <a:lnTo>
                  <a:pt x="378215" y="103421"/>
                </a:lnTo>
                <a:close/>
                <a:moveTo>
                  <a:pt x="505118" y="94132"/>
                </a:moveTo>
                <a:cubicBezTo>
                  <a:pt x="500497" y="98137"/>
                  <a:pt x="496050" y="100963"/>
                  <a:pt x="491775" y="102613"/>
                </a:cubicBezTo>
                <a:cubicBezTo>
                  <a:pt x="487500" y="104260"/>
                  <a:pt x="482914" y="105084"/>
                  <a:pt x="478016" y="105084"/>
                </a:cubicBezTo>
                <a:cubicBezTo>
                  <a:pt x="469929" y="105084"/>
                  <a:pt x="463713" y="103109"/>
                  <a:pt x="459369" y="99158"/>
                </a:cubicBezTo>
                <a:cubicBezTo>
                  <a:pt x="455026" y="95206"/>
                  <a:pt x="452854" y="90158"/>
                  <a:pt x="452854" y="84012"/>
                </a:cubicBezTo>
                <a:cubicBezTo>
                  <a:pt x="452854" y="80407"/>
                  <a:pt x="453674" y="77115"/>
                  <a:pt x="455314" y="74134"/>
                </a:cubicBezTo>
                <a:cubicBezTo>
                  <a:pt x="456955" y="71154"/>
                  <a:pt x="459104" y="68762"/>
                  <a:pt x="461761" y="66960"/>
                </a:cubicBezTo>
                <a:cubicBezTo>
                  <a:pt x="464418" y="65158"/>
                  <a:pt x="467410" y="63794"/>
                  <a:pt x="470737" y="62870"/>
                </a:cubicBezTo>
                <a:cubicBezTo>
                  <a:pt x="473187" y="62223"/>
                  <a:pt x="476883" y="61599"/>
                  <a:pt x="481828" y="60999"/>
                </a:cubicBezTo>
                <a:cubicBezTo>
                  <a:pt x="491902" y="59797"/>
                  <a:pt x="499319" y="58365"/>
                  <a:pt x="504079" y="56701"/>
                </a:cubicBezTo>
                <a:cubicBezTo>
                  <a:pt x="504125" y="54998"/>
                  <a:pt x="504148" y="53917"/>
                  <a:pt x="504148" y="53456"/>
                </a:cubicBezTo>
                <a:cubicBezTo>
                  <a:pt x="504148" y="48392"/>
                  <a:pt x="502970" y="44824"/>
                  <a:pt x="500613" y="42753"/>
                </a:cubicBezTo>
                <a:cubicBezTo>
                  <a:pt x="497424" y="39944"/>
                  <a:pt x="492688" y="38540"/>
                  <a:pt x="486403" y="38540"/>
                </a:cubicBezTo>
                <a:cubicBezTo>
                  <a:pt x="480534" y="38540"/>
                  <a:pt x="476202" y="39568"/>
                  <a:pt x="473406" y="41625"/>
                </a:cubicBezTo>
                <a:cubicBezTo>
                  <a:pt x="470610" y="43681"/>
                  <a:pt x="468542" y="47320"/>
                  <a:pt x="467202" y="52542"/>
                </a:cubicBezTo>
                <a:lnTo>
                  <a:pt x="455003" y="50878"/>
                </a:lnTo>
                <a:cubicBezTo>
                  <a:pt x="456112" y="45641"/>
                  <a:pt x="457937" y="41411"/>
                  <a:pt x="460479" y="38189"/>
                </a:cubicBezTo>
                <a:cubicBezTo>
                  <a:pt x="463020" y="34967"/>
                  <a:pt x="466694" y="32488"/>
                  <a:pt x="471500" y="30751"/>
                </a:cubicBezTo>
                <a:cubicBezTo>
                  <a:pt x="476306" y="29012"/>
                  <a:pt x="481874" y="28143"/>
                  <a:pt x="488205" y="28143"/>
                </a:cubicBezTo>
                <a:cubicBezTo>
                  <a:pt x="494490" y="28143"/>
                  <a:pt x="499596" y="28885"/>
                  <a:pt x="503524" y="30369"/>
                </a:cubicBezTo>
                <a:cubicBezTo>
                  <a:pt x="507452" y="31852"/>
                  <a:pt x="510340" y="33719"/>
                  <a:pt x="512189" y="35969"/>
                </a:cubicBezTo>
                <a:cubicBezTo>
                  <a:pt x="514037" y="38217"/>
                  <a:pt x="515331" y="41058"/>
                  <a:pt x="516071" y="44490"/>
                </a:cubicBezTo>
                <a:cubicBezTo>
                  <a:pt x="516486" y="46623"/>
                  <a:pt x="516694" y="50455"/>
                  <a:pt x="516694" y="55984"/>
                </a:cubicBezTo>
                <a:lnTo>
                  <a:pt x="516694" y="72572"/>
                </a:lnTo>
                <a:cubicBezTo>
                  <a:pt x="516694" y="84138"/>
                  <a:pt x="516960" y="91463"/>
                  <a:pt x="517492" y="94548"/>
                </a:cubicBezTo>
                <a:cubicBezTo>
                  <a:pt x="518023" y="97633"/>
                  <a:pt x="519074" y="100590"/>
                  <a:pt x="520645" y="103421"/>
                </a:cubicBezTo>
                <a:lnTo>
                  <a:pt x="507614" y="103421"/>
                </a:lnTo>
                <a:cubicBezTo>
                  <a:pt x="506320" y="100773"/>
                  <a:pt x="505488" y="97677"/>
                  <a:pt x="505118" y="94132"/>
                </a:cubicBezTo>
                <a:moveTo>
                  <a:pt x="504079" y="66544"/>
                </a:moveTo>
                <a:cubicBezTo>
                  <a:pt x="499550" y="68384"/>
                  <a:pt x="492757" y="69948"/>
                  <a:pt x="483700" y="71236"/>
                </a:cubicBezTo>
                <a:cubicBezTo>
                  <a:pt x="478570" y="71971"/>
                  <a:pt x="474943" y="72798"/>
                  <a:pt x="472817" y="73718"/>
                </a:cubicBezTo>
                <a:cubicBezTo>
                  <a:pt x="470691" y="74638"/>
                  <a:pt x="469051" y="75983"/>
                  <a:pt x="467895" y="77754"/>
                </a:cubicBezTo>
                <a:cubicBezTo>
                  <a:pt x="466740" y="79524"/>
                  <a:pt x="466163" y="81490"/>
                  <a:pt x="466163" y="83652"/>
                </a:cubicBezTo>
                <a:cubicBezTo>
                  <a:pt x="466163" y="86964"/>
                  <a:pt x="467422" y="89723"/>
                  <a:pt x="469940" y="91931"/>
                </a:cubicBezTo>
                <a:cubicBezTo>
                  <a:pt x="472459" y="94138"/>
                  <a:pt x="476144" y="95241"/>
                  <a:pt x="480996" y="95241"/>
                </a:cubicBezTo>
                <a:cubicBezTo>
                  <a:pt x="485802" y="95241"/>
                  <a:pt x="490077" y="94193"/>
                  <a:pt x="493820" y="92098"/>
                </a:cubicBezTo>
                <a:cubicBezTo>
                  <a:pt x="497563" y="90001"/>
                  <a:pt x="500313" y="87137"/>
                  <a:pt x="502069" y="83505"/>
                </a:cubicBezTo>
                <a:cubicBezTo>
                  <a:pt x="503409" y="80702"/>
                  <a:pt x="504079" y="76565"/>
                  <a:pt x="504079" y="71095"/>
                </a:cubicBezTo>
                <a:lnTo>
                  <a:pt x="504079" y="66544"/>
                </a:lnTo>
                <a:close/>
                <a:moveTo>
                  <a:pt x="535810" y="103421"/>
                </a:moveTo>
                <a:lnTo>
                  <a:pt x="535810" y="29806"/>
                </a:lnTo>
                <a:lnTo>
                  <a:pt x="547040" y="29806"/>
                </a:lnTo>
                <a:lnTo>
                  <a:pt x="547040" y="40966"/>
                </a:lnTo>
                <a:cubicBezTo>
                  <a:pt x="549905" y="35744"/>
                  <a:pt x="552550" y="32302"/>
                  <a:pt x="554977" y="30638"/>
                </a:cubicBezTo>
                <a:cubicBezTo>
                  <a:pt x="557403" y="28974"/>
                  <a:pt x="560071" y="28143"/>
                  <a:pt x="562983" y="28143"/>
                </a:cubicBezTo>
                <a:cubicBezTo>
                  <a:pt x="567188" y="28143"/>
                  <a:pt x="571462" y="29483"/>
                  <a:pt x="575806" y="32163"/>
                </a:cubicBezTo>
                <a:lnTo>
                  <a:pt x="571509" y="43730"/>
                </a:lnTo>
                <a:cubicBezTo>
                  <a:pt x="568459" y="41934"/>
                  <a:pt x="565409" y="41035"/>
                  <a:pt x="562359" y="41035"/>
                </a:cubicBezTo>
                <a:cubicBezTo>
                  <a:pt x="559632" y="41035"/>
                  <a:pt x="557183" y="41856"/>
                  <a:pt x="555011" y="43496"/>
                </a:cubicBezTo>
                <a:cubicBezTo>
                  <a:pt x="552839" y="45137"/>
                  <a:pt x="551291" y="47413"/>
                  <a:pt x="550367" y="50324"/>
                </a:cubicBezTo>
                <a:cubicBezTo>
                  <a:pt x="548981" y="54760"/>
                  <a:pt x="548287" y="59612"/>
                  <a:pt x="548287" y="64880"/>
                </a:cubicBezTo>
                <a:lnTo>
                  <a:pt x="548287" y="103421"/>
                </a:lnTo>
                <a:lnTo>
                  <a:pt x="535810" y="103421"/>
                </a:lnTo>
                <a:close/>
                <a:moveTo>
                  <a:pt x="631306" y="94132"/>
                </a:moveTo>
                <a:cubicBezTo>
                  <a:pt x="626685" y="98137"/>
                  <a:pt x="622237" y="100963"/>
                  <a:pt x="617962" y="102613"/>
                </a:cubicBezTo>
                <a:cubicBezTo>
                  <a:pt x="613688" y="104260"/>
                  <a:pt x="609101" y="105084"/>
                  <a:pt x="604203" y="105084"/>
                </a:cubicBezTo>
                <a:cubicBezTo>
                  <a:pt x="596116" y="105084"/>
                  <a:pt x="589901" y="103109"/>
                  <a:pt x="585557" y="99158"/>
                </a:cubicBezTo>
                <a:cubicBezTo>
                  <a:pt x="581213" y="95206"/>
                  <a:pt x="579041" y="90158"/>
                  <a:pt x="579041" y="84012"/>
                </a:cubicBezTo>
                <a:cubicBezTo>
                  <a:pt x="579041" y="80407"/>
                  <a:pt x="579861" y="77115"/>
                  <a:pt x="581502" y="74134"/>
                </a:cubicBezTo>
                <a:cubicBezTo>
                  <a:pt x="583142" y="71154"/>
                  <a:pt x="585291" y="68762"/>
                  <a:pt x="587948" y="66960"/>
                </a:cubicBezTo>
                <a:cubicBezTo>
                  <a:pt x="590605" y="65158"/>
                  <a:pt x="593597" y="63794"/>
                  <a:pt x="596925" y="62870"/>
                </a:cubicBezTo>
                <a:cubicBezTo>
                  <a:pt x="599374" y="62223"/>
                  <a:pt x="603071" y="61599"/>
                  <a:pt x="608015" y="60999"/>
                </a:cubicBezTo>
                <a:cubicBezTo>
                  <a:pt x="618089" y="59797"/>
                  <a:pt x="625506" y="58365"/>
                  <a:pt x="630266" y="56701"/>
                </a:cubicBezTo>
                <a:cubicBezTo>
                  <a:pt x="630312" y="54998"/>
                  <a:pt x="630335" y="53917"/>
                  <a:pt x="630335" y="53456"/>
                </a:cubicBezTo>
                <a:cubicBezTo>
                  <a:pt x="630335" y="48392"/>
                  <a:pt x="629157" y="44824"/>
                  <a:pt x="626800" y="42753"/>
                </a:cubicBezTo>
                <a:cubicBezTo>
                  <a:pt x="623612" y="39944"/>
                  <a:pt x="618875" y="38540"/>
                  <a:pt x="612590" y="38540"/>
                </a:cubicBezTo>
                <a:cubicBezTo>
                  <a:pt x="606721" y="38540"/>
                  <a:pt x="602389" y="39568"/>
                  <a:pt x="599593" y="41625"/>
                </a:cubicBezTo>
                <a:cubicBezTo>
                  <a:pt x="596798" y="43681"/>
                  <a:pt x="594730" y="47320"/>
                  <a:pt x="593389" y="52542"/>
                </a:cubicBezTo>
                <a:lnTo>
                  <a:pt x="581190" y="50878"/>
                </a:lnTo>
                <a:cubicBezTo>
                  <a:pt x="582299" y="45641"/>
                  <a:pt x="584124" y="41411"/>
                  <a:pt x="586666" y="38189"/>
                </a:cubicBezTo>
                <a:cubicBezTo>
                  <a:pt x="589207" y="34967"/>
                  <a:pt x="592881" y="32488"/>
                  <a:pt x="597687" y="30751"/>
                </a:cubicBezTo>
                <a:cubicBezTo>
                  <a:pt x="602493" y="29012"/>
                  <a:pt x="608061" y="28143"/>
                  <a:pt x="614392" y="28143"/>
                </a:cubicBezTo>
                <a:cubicBezTo>
                  <a:pt x="620677" y="28143"/>
                  <a:pt x="625783" y="28885"/>
                  <a:pt x="629711" y="30369"/>
                </a:cubicBezTo>
                <a:cubicBezTo>
                  <a:pt x="633639" y="31852"/>
                  <a:pt x="636528" y="33719"/>
                  <a:pt x="638376" y="35969"/>
                </a:cubicBezTo>
                <a:cubicBezTo>
                  <a:pt x="640224" y="38217"/>
                  <a:pt x="641518" y="41058"/>
                  <a:pt x="642258" y="44490"/>
                </a:cubicBezTo>
                <a:cubicBezTo>
                  <a:pt x="642674" y="46623"/>
                  <a:pt x="642882" y="50455"/>
                  <a:pt x="642882" y="55984"/>
                </a:cubicBezTo>
                <a:lnTo>
                  <a:pt x="642882" y="72572"/>
                </a:lnTo>
                <a:cubicBezTo>
                  <a:pt x="642882" y="84138"/>
                  <a:pt x="643147" y="91463"/>
                  <a:pt x="643679" y="94548"/>
                </a:cubicBezTo>
                <a:cubicBezTo>
                  <a:pt x="644210" y="97633"/>
                  <a:pt x="645261" y="100590"/>
                  <a:pt x="646833" y="103421"/>
                </a:cubicBezTo>
                <a:lnTo>
                  <a:pt x="633801" y="103421"/>
                </a:lnTo>
                <a:cubicBezTo>
                  <a:pt x="632507" y="100773"/>
                  <a:pt x="631675" y="97677"/>
                  <a:pt x="631306" y="94132"/>
                </a:cubicBezTo>
                <a:moveTo>
                  <a:pt x="630266" y="66544"/>
                </a:moveTo>
                <a:cubicBezTo>
                  <a:pt x="625737" y="68384"/>
                  <a:pt x="618944" y="69948"/>
                  <a:pt x="609887" y="71236"/>
                </a:cubicBezTo>
                <a:cubicBezTo>
                  <a:pt x="604757" y="71971"/>
                  <a:pt x="601130" y="72798"/>
                  <a:pt x="599004" y="73718"/>
                </a:cubicBezTo>
                <a:cubicBezTo>
                  <a:pt x="596878" y="74638"/>
                  <a:pt x="595238" y="75983"/>
                  <a:pt x="594083" y="77754"/>
                </a:cubicBezTo>
                <a:cubicBezTo>
                  <a:pt x="592927" y="79524"/>
                  <a:pt x="592350" y="81490"/>
                  <a:pt x="592350" y="83652"/>
                </a:cubicBezTo>
                <a:cubicBezTo>
                  <a:pt x="592350" y="86964"/>
                  <a:pt x="593609" y="89723"/>
                  <a:pt x="596127" y="91931"/>
                </a:cubicBezTo>
                <a:cubicBezTo>
                  <a:pt x="598646" y="94138"/>
                  <a:pt x="602331" y="95241"/>
                  <a:pt x="607183" y="95241"/>
                </a:cubicBezTo>
                <a:cubicBezTo>
                  <a:pt x="611989" y="95241"/>
                  <a:pt x="616264" y="94193"/>
                  <a:pt x="620007" y="92098"/>
                </a:cubicBezTo>
                <a:cubicBezTo>
                  <a:pt x="623750" y="90001"/>
                  <a:pt x="626500" y="87137"/>
                  <a:pt x="628256" y="83505"/>
                </a:cubicBezTo>
                <a:cubicBezTo>
                  <a:pt x="629596" y="80702"/>
                  <a:pt x="630266" y="76565"/>
                  <a:pt x="630266" y="71095"/>
                </a:cubicBezTo>
                <a:lnTo>
                  <a:pt x="630266" y="66544"/>
                </a:lnTo>
                <a:close/>
                <a:moveTo>
                  <a:pt x="710173" y="76387"/>
                </a:moveTo>
                <a:lnTo>
                  <a:pt x="722442" y="78051"/>
                </a:lnTo>
                <a:cubicBezTo>
                  <a:pt x="721102" y="86507"/>
                  <a:pt x="717670" y="93127"/>
                  <a:pt x="712148" y="97910"/>
                </a:cubicBezTo>
                <a:cubicBezTo>
                  <a:pt x="706626" y="102693"/>
                  <a:pt x="699844" y="105084"/>
                  <a:pt x="691804" y="105084"/>
                </a:cubicBezTo>
                <a:cubicBezTo>
                  <a:pt x="681730" y="105084"/>
                  <a:pt x="673631" y="101792"/>
                  <a:pt x="667508" y="95206"/>
                </a:cubicBezTo>
                <a:cubicBezTo>
                  <a:pt x="661385" y="88621"/>
                  <a:pt x="658324" y="79183"/>
                  <a:pt x="658324" y="66891"/>
                </a:cubicBezTo>
                <a:cubicBezTo>
                  <a:pt x="658324" y="58942"/>
                  <a:pt x="659641" y="51988"/>
                  <a:pt x="662275" y="46026"/>
                </a:cubicBezTo>
                <a:cubicBezTo>
                  <a:pt x="664909" y="40065"/>
                  <a:pt x="668918" y="35594"/>
                  <a:pt x="674301" y="32614"/>
                </a:cubicBezTo>
                <a:cubicBezTo>
                  <a:pt x="679685" y="29633"/>
                  <a:pt x="685542" y="28143"/>
                  <a:pt x="691873" y="28143"/>
                </a:cubicBezTo>
                <a:cubicBezTo>
                  <a:pt x="699868" y="28143"/>
                  <a:pt x="706406" y="30153"/>
                  <a:pt x="711490" y="34173"/>
                </a:cubicBezTo>
                <a:cubicBezTo>
                  <a:pt x="716573" y="38192"/>
                  <a:pt x="719831" y="43899"/>
                  <a:pt x="721263" y="51294"/>
                </a:cubicBezTo>
                <a:lnTo>
                  <a:pt x="709133" y="53235"/>
                </a:lnTo>
                <a:cubicBezTo>
                  <a:pt x="707978" y="48314"/>
                  <a:pt x="705933" y="44611"/>
                  <a:pt x="702998" y="42127"/>
                </a:cubicBezTo>
                <a:cubicBezTo>
                  <a:pt x="700064" y="39643"/>
                  <a:pt x="696517" y="38401"/>
                  <a:pt x="692358" y="38401"/>
                </a:cubicBezTo>
                <a:cubicBezTo>
                  <a:pt x="686074" y="38401"/>
                  <a:pt x="680967" y="40654"/>
                  <a:pt x="677039" y="45160"/>
                </a:cubicBezTo>
                <a:cubicBezTo>
                  <a:pt x="673111" y="49665"/>
                  <a:pt x="671147" y="56793"/>
                  <a:pt x="671147" y="66544"/>
                </a:cubicBezTo>
                <a:cubicBezTo>
                  <a:pt x="671147" y="76433"/>
                  <a:pt x="673042" y="83619"/>
                  <a:pt x="676831" y="88102"/>
                </a:cubicBezTo>
                <a:cubicBezTo>
                  <a:pt x="680621" y="92584"/>
                  <a:pt x="685565" y="94825"/>
                  <a:pt x="691665" y="94825"/>
                </a:cubicBezTo>
                <a:cubicBezTo>
                  <a:pt x="696563" y="94825"/>
                  <a:pt x="700653" y="93318"/>
                  <a:pt x="703934" y="90302"/>
                </a:cubicBezTo>
                <a:cubicBezTo>
                  <a:pt x="707215" y="87287"/>
                  <a:pt x="709295" y="82649"/>
                  <a:pt x="710173" y="76387"/>
                </a:cubicBezTo>
                <a:close/>
                <a:moveTo>
                  <a:pt x="760358" y="92261"/>
                </a:moveTo>
                <a:lnTo>
                  <a:pt x="762160" y="103282"/>
                </a:lnTo>
                <a:cubicBezTo>
                  <a:pt x="758648" y="104021"/>
                  <a:pt x="755506" y="104391"/>
                  <a:pt x="752733" y="104391"/>
                </a:cubicBezTo>
                <a:cubicBezTo>
                  <a:pt x="748204" y="104391"/>
                  <a:pt x="744692" y="103675"/>
                  <a:pt x="742197" y="102242"/>
                </a:cubicBezTo>
                <a:cubicBezTo>
                  <a:pt x="739701" y="100810"/>
                  <a:pt x="737945" y="98926"/>
                  <a:pt x="736929" y="96593"/>
                </a:cubicBezTo>
                <a:cubicBezTo>
                  <a:pt x="735912" y="94259"/>
                  <a:pt x="735404" y="89349"/>
                  <a:pt x="735404" y="81863"/>
                </a:cubicBezTo>
                <a:lnTo>
                  <a:pt x="735404" y="39511"/>
                </a:lnTo>
                <a:lnTo>
                  <a:pt x="726254" y="39511"/>
                </a:lnTo>
                <a:lnTo>
                  <a:pt x="726254" y="29806"/>
                </a:lnTo>
                <a:lnTo>
                  <a:pt x="735404" y="29806"/>
                </a:lnTo>
                <a:lnTo>
                  <a:pt x="735404" y="11576"/>
                </a:lnTo>
                <a:lnTo>
                  <a:pt x="747812" y="4090"/>
                </a:lnTo>
                <a:lnTo>
                  <a:pt x="747812" y="29806"/>
                </a:lnTo>
                <a:lnTo>
                  <a:pt x="760358" y="29806"/>
                </a:lnTo>
                <a:lnTo>
                  <a:pt x="760358" y="39511"/>
                </a:lnTo>
                <a:lnTo>
                  <a:pt x="747812" y="39511"/>
                </a:lnTo>
                <a:lnTo>
                  <a:pt x="747812" y="82556"/>
                </a:lnTo>
                <a:cubicBezTo>
                  <a:pt x="747812" y="86114"/>
                  <a:pt x="748031" y="88402"/>
                  <a:pt x="748470" y="89419"/>
                </a:cubicBezTo>
                <a:cubicBezTo>
                  <a:pt x="748909" y="90435"/>
                  <a:pt x="749625" y="91244"/>
                  <a:pt x="750619" y="91845"/>
                </a:cubicBezTo>
                <a:cubicBezTo>
                  <a:pt x="751612" y="92445"/>
                  <a:pt x="753033" y="92746"/>
                  <a:pt x="754882" y="92746"/>
                </a:cubicBezTo>
                <a:cubicBezTo>
                  <a:pt x="756268" y="92746"/>
                  <a:pt x="758094" y="92584"/>
                  <a:pt x="760358" y="92261"/>
                </a:cubicBezTo>
                <a:close/>
                <a:moveTo>
                  <a:pt x="822943" y="79576"/>
                </a:moveTo>
                <a:lnTo>
                  <a:pt x="835836" y="81239"/>
                </a:lnTo>
                <a:cubicBezTo>
                  <a:pt x="833803" y="88793"/>
                  <a:pt x="830037" y="94656"/>
                  <a:pt x="824538" y="98828"/>
                </a:cubicBezTo>
                <a:cubicBezTo>
                  <a:pt x="819039" y="102999"/>
                  <a:pt x="812014" y="105084"/>
                  <a:pt x="803465" y="105084"/>
                </a:cubicBezTo>
                <a:cubicBezTo>
                  <a:pt x="792698" y="105084"/>
                  <a:pt x="784161" y="101768"/>
                  <a:pt x="777853" y="95137"/>
                </a:cubicBezTo>
                <a:cubicBezTo>
                  <a:pt x="771545" y="88506"/>
                  <a:pt x="768391" y="79206"/>
                  <a:pt x="768391" y="67237"/>
                </a:cubicBezTo>
                <a:cubicBezTo>
                  <a:pt x="768391" y="54853"/>
                  <a:pt x="771580" y="45241"/>
                  <a:pt x="777957" y="38401"/>
                </a:cubicBezTo>
                <a:cubicBezTo>
                  <a:pt x="784334" y="31562"/>
                  <a:pt x="792606" y="28143"/>
                  <a:pt x="802772" y="28143"/>
                </a:cubicBezTo>
                <a:cubicBezTo>
                  <a:pt x="812615" y="28143"/>
                  <a:pt x="820656" y="31488"/>
                  <a:pt x="826894" y="38178"/>
                </a:cubicBezTo>
                <a:cubicBezTo>
                  <a:pt x="833133" y="44867"/>
                  <a:pt x="836252" y="54279"/>
                  <a:pt x="836252" y="66412"/>
                </a:cubicBezTo>
                <a:cubicBezTo>
                  <a:pt x="836252" y="67150"/>
                  <a:pt x="836229" y="68257"/>
                  <a:pt x="836183" y="69733"/>
                </a:cubicBezTo>
                <a:lnTo>
                  <a:pt x="781284" y="69733"/>
                </a:lnTo>
                <a:cubicBezTo>
                  <a:pt x="781746" y="77843"/>
                  <a:pt x="784034" y="84052"/>
                  <a:pt x="788146" y="88361"/>
                </a:cubicBezTo>
                <a:cubicBezTo>
                  <a:pt x="792259" y="92671"/>
                  <a:pt x="797389" y="94825"/>
                  <a:pt x="803535" y="94825"/>
                </a:cubicBezTo>
                <a:cubicBezTo>
                  <a:pt x="808110" y="94825"/>
                  <a:pt x="812014" y="93613"/>
                  <a:pt x="815249" y="91188"/>
                </a:cubicBezTo>
                <a:cubicBezTo>
                  <a:pt x="818484" y="88762"/>
                  <a:pt x="821049" y="84891"/>
                  <a:pt x="822943" y="79576"/>
                </a:cubicBezTo>
                <a:moveTo>
                  <a:pt x="781977" y="59474"/>
                </a:moveTo>
                <a:lnTo>
                  <a:pt x="823082" y="59474"/>
                </a:lnTo>
                <a:cubicBezTo>
                  <a:pt x="822527" y="53302"/>
                  <a:pt x="820956" y="48673"/>
                  <a:pt x="818368" y="45587"/>
                </a:cubicBezTo>
                <a:cubicBezTo>
                  <a:pt x="814394" y="40796"/>
                  <a:pt x="809242" y="38401"/>
                  <a:pt x="802911" y="38401"/>
                </a:cubicBezTo>
                <a:cubicBezTo>
                  <a:pt x="797181" y="38401"/>
                  <a:pt x="792363" y="40313"/>
                  <a:pt x="788458" y="44137"/>
                </a:cubicBezTo>
                <a:cubicBezTo>
                  <a:pt x="784553" y="47960"/>
                  <a:pt x="782393" y="53072"/>
                  <a:pt x="781977" y="59474"/>
                </a:cubicBezTo>
                <a:close/>
                <a:moveTo>
                  <a:pt x="851278" y="103421"/>
                </a:moveTo>
                <a:lnTo>
                  <a:pt x="851278" y="29806"/>
                </a:lnTo>
                <a:lnTo>
                  <a:pt x="862508" y="29806"/>
                </a:lnTo>
                <a:lnTo>
                  <a:pt x="862508" y="40966"/>
                </a:lnTo>
                <a:cubicBezTo>
                  <a:pt x="865373" y="35744"/>
                  <a:pt x="868018" y="32302"/>
                  <a:pt x="870444" y="30638"/>
                </a:cubicBezTo>
                <a:cubicBezTo>
                  <a:pt x="872870" y="28974"/>
                  <a:pt x="875539" y="28143"/>
                  <a:pt x="878450" y="28143"/>
                </a:cubicBezTo>
                <a:cubicBezTo>
                  <a:pt x="882656" y="28143"/>
                  <a:pt x="886930" y="29483"/>
                  <a:pt x="891274" y="32163"/>
                </a:cubicBezTo>
                <a:lnTo>
                  <a:pt x="886976" y="43730"/>
                </a:lnTo>
                <a:cubicBezTo>
                  <a:pt x="883926" y="41934"/>
                  <a:pt x="880876" y="41035"/>
                  <a:pt x="877827" y="41035"/>
                </a:cubicBezTo>
                <a:cubicBezTo>
                  <a:pt x="875100" y="41035"/>
                  <a:pt x="872651" y="41856"/>
                  <a:pt x="870479" y="43496"/>
                </a:cubicBezTo>
                <a:cubicBezTo>
                  <a:pt x="868307" y="45137"/>
                  <a:pt x="866759" y="47413"/>
                  <a:pt x="865835" y="50324"/>
                </a:cubicBezTo>
                <a:cubicBezTo>
                  <a:pt x="864448" y="54760"/>
                  <a:pt x="863755" y="59612"/>
                  <a:pt x="863755" y="64880"/>
                </a:cubicBezTo>
                <a:lnTo>
                  <a:pt x="863755" y="103421"/>
                </a:lnTo>
                <a:lnTo>
                  <a:pt x="851278" y="103421"/>
                </a:lnTo>
                <a:close/>
                <a:moveTo>
                  <a:pt x="898807" y="16081"/>
                </a:moveTo>
                <a:lnTo>
                  <a:pt x="898807" y="1802"/>
                </a:lnTo>
                <a:lnTo>
                  <a:pt x="911284" y="1802"/>
                </a:lnTo>
                <a:lnTo>
                  <a:pt x="911284" y="16081"/>
                </a:lnTo>
                <a:lnTo>
                  <a:pt x="898807" y="16081"/>
                </a:lnTo>
                <a:moveTo>
                  <a:pt x="898807" y="103421"/>
                </a:moveTo>
                <a:lnTo>
                  <a:pt x="898807" y="29806"/>
                </a:lnTo>
                <a:lnTo>
                  <a:pt x="911284" y="29806"/>
                </a:lnTo>
                <a:lnTo>
                  <a:pt x="911284" y="103421"/>
                </a:lnTo>
                <a:lnTo>
                  <a:pt x="898807" y="103421"/>
                </a:lnTo>
                <a:close/>
                <a:moveTo>
                  <a:pt x="923699" y="103421"/>
                </a:moveTo>
                <a:lnTo>
                  <a:pt x="923699" y="93235"/>
                </a:lnTo>
                <a:lnTo>
                  <a:pt x="970557" y="39511"/>
                </a:lnTo>
                <a:cubicBezTo>
                  <a:pt x="965243" y="39788"/>
                  <a:pt x="960552" y="39926"/>
                  <a:pt x="956486" y="39926"/>
                </a:cubicBezTo>
                <a:lnTo>
                  <a:pt x="926472" y="39926"/>
                </a:lnTo>
                <a:lnTo>
                  <a:pt x="926472" y="29806"/>
                </a:lnTo>
                <a:lnTo>
                  <a:pt x="986638" y="29806"/>
                </a:lnTo>
                <a:lnTo>
                  <a:pt x="986638" y="38055"/>
                </a:lnTo>
                <a:lnTo>
                  <a:pt x="946781" y="84828"/>
                </a:lnTo>
                <a:lnTo>
                  <a:pt x="939087" y="93439"/>
                </a:lnTo>
                <a:cubicBezTo>
                  <a:pt x="944679" y="92884"/>
                  <a:pt x="949924" y="92607"/>
                  <a:pt x="954822" y="92607"/>
                </a:cubicBezTo>
                <a:lnTo>
                  <a:pt x="988857" y="92607"/>
                </a:lnTo>
                <a:lnTo>
                  <a:pt x="988857" y="103421"/>
                </a:lnTo>
                <a:lnTo>
                  <a:pt x="923699" y="103421"/>
                </a:lnTo>
                <a:close/>
                <a:moveTo>
                  <a:pt x="1051658" y="79576"/>
                </a:moveTo>
                <a:lnTo>
                  <a:pt x="1064551" y="81239"/>
                </a:lnTo>
                <a:cubicBezTo>
                  <a:pt x="1062517" y="88793"/>
                  <a:pt x="1058751" y="94656"/>
                  <a:pt x="1053252" y="98828"/>
                </a:cubicBezTo>
                <a:cubicBezTo>
                  <a:pt x="1047753" y="102999"/>
                  <a:pt x="1040729" y="105084"/>
                  <a:pt x="1032180" y="105084"/>
                </a:cubicBezTo>
                <a:cubicBezTo>
                  <a:pt x="1021412" y="105084"/>
                  <a:pt x="1012875" y="101768"/>
                  <a:pt x="1006567" y="95137"/>
                </a:cubicBezTo>
                <a:cubicBezTo>
                  <a:pt x="1000259" y="88506"/>
                  <a:pt x="997105" y="79206"/>
                  <a:pt x="997105" y="67237"/>
                </a:cubicBezTo>
                <a:cubicBezTo>
                  <a:pt x="997105" y="54853"/>
                  <a:pt x="1000294" y="45241"/>
                  <a:pt x="1006671" y="38401"/>
                </a:cubicBezTo>
                <a:cubicBezTo>
                  <a:pt x="1013048" y="31562"/>
                  <a:pt x="1021320" y="28143"/>
                  <a:pt x="1031486" y="28143"/>
                </a:cubicBezTo>
                <a:cubicBezTo>
                  <a:pt x="1041329" y="28143"/>
                  <a:pt x="1049370" y="31488"/>
                  <a:pt x="1055609" y="38178"/>
                </a:cubicBezTo>
                <a:cubicBezTo>
                  <a:pt x="1061847" y="44867"/>
                  <a:pt x="1064966" y="54279"/>
                  <a:pt x="1064966" y="66412"/>
                </a:cubicBezTo>
                <a:cubicBezTo>
                  <a:pt x="1064966" y="67150"/>
                  <a:pt x="1064943" y="68257"/>
                  <a:pt x="1064897" y="69733"/>
                </a:cubicBezTo>
                <a:lnTo>
                  <a:pt x="1009998" y="69733"/>
                </a:lnTo>
                <a:cubicBezTo>
                  <a:pt x="1010460" y="77843"/>
                  <a:pt x="1012748" y="84052"/>
                  <a:pt x="1016861" y="88361"/>
                </a:cubicBezTo>
                <a:cubicBezTo>
                  <a:pt x="1020973" y="92671"/>
                  <a:pt x="1026103" y="94825"/>
                  <a:pt x="1032249" y="94825"/>
                </a:cubicBezTo>
                <a:cubicBezTo>
                  <a:pt x="1036824" y="94825"/>
                  <a:pt x="1040729" y="93613"/>
                  <a:pt x="1043963" y="91188"/>
                </a:cubicBezTo>
                <a:cubicBezTo>
                  <a:pt x="1047198" y="88762"/>
                  <a:pt x="1049763" y="84891"/>
                  <a:pt x="1051658" y="79576"/>
                </a:cubicBezTo>
                <a:moveTo>
                  <a:pt x="1010691" y="59474"/>
                </a:moveTo>
                <a:lnTo>
                  <a:pt x="1051796" y="59474"/>
                </a:lnTo>
                <a:cubicBezTo>
                  <a:pt x="1051242" y="53302"/>
                  <a:pt x="1049671" y="48673"/>
                  <a:pt x="1047083" y="45587"/>
                </a:cubicBezTo>
                <a:cubicBezTo>
                  <a:pt x="1043109" y="40796"/>
                  <a:pt x="1037956" y="38401"/>
                  <a:pt x="1031625" y="38401"/>
                </a:cubicBezTo>
                <a:cubicBezTo>
                  <a:pt x="1025895" y="38401"/>
                  <a:pt x="1021077" y="40313"/>
                  <a:pt x="1017173" y="44137"/>
                </a:cubicBezTo>
                <a:cubicBezTo>
                  <a:pt x="1013268" y="47960"/>
                  <a:pt x="1011107" y="53072"/>
                  <a:pt x="1010691" y="59474"/>
                </a:cubicBezTo>
                <a:close/>
                <a:moveTo>
                  <a:pt x="1121159" y="103421"/>
                </a:moveTo>
                <a:lnTo>
                  <a:pt x="1121159" y="1802"/>
                </a:lnTo>
                <a:lnTo>
                  <a:pt x="1159491" y="1802"/>
                </a:lnTo>
                <a:cubicBezTo>
                  <a:pt x="1166238" y="1802"/>
                  <a:pt x="1171391" y="2126"/>
                  <a:pt x="1174949" y="2773"/>
                </a:cubicBezTo>
                <a:cubicBezTo>
                  <a:pt x="1179940" y="3604"/>
                  <a:pt x="1184122" y="5187"/>
                  <a:pt x="1187495" y="7521"/>
                </a:cubicBezTo>
                <a:cubicBezTo>
                  <a:pt x="1190869" y="9855"/>
                  <a:pt x="1193584" y="13124"/>
                  <a:pt x="1195640" y="17329"/>
                </a:cubicBezTo>
                <a:cubicBezTo>
                  <a:pt x="1197696" y="21534"/>
                  <a:pt x="1198725" y="26156"/>
                  <a:pt x="1198725" y="31193"/>
                </a:cubicBezTo>
                <a:cubicBezTo>
                  <a:pt x="1198725" y="39834"/>
                  <a:pt x="1195975" y="47147"/>
                  <a:pt x="1190476" y="53131"/>
                </a:cubicBezTo>
                <a:cubicBezTo>
                  <a:pt x="1184977" y="59116"/>
                  <a:pt x="1175041" y="62108"/>
                  <a:pt x="1160670" y="62108"/>
                </a:cubicBezTo>
                <a:lnTo>
                  <a:pt x="1134607" y="62108"/>
                </a:lnTo>
                <a:lnTo>
                  <a:pt x="1134607" y="103421"/>
                </a:lnTo>
                <a:lnTo>
                  <a:pt x="1121159" y="103421"/>
                </a:lnTo>
                <a:moveTo>
                  <a:pt x="1134607" y="50047"/>
                </a:moveTo>
                <a:lnTo>
                  <a:pt x="1160878" y="50047"/>
                </a:lnTo>
                <a:cubicBezTo>
                  <a:pt x="1169565" y="50047"/>
                  <a:pt x="1175734" y="48436"/>
                  <a:pt x="1179385" y="45214"/>
                </a:cubicBezTo>
                <a:cubicBezTo>
                  <a:pt x="1183036" y="41991"/>
                  <a:pt x="1184861" y="37456"/>
                  <a:pt x="1184861" y="31611"/>
                </a:cubicBezTo>
                <a:cubicBezTo>
                  <a:pt x="1184861" y="27375"/>
                  <a:pt x="1183787" y="23750"/>
                  <a:pt x="1181638" y="20734"/>
                </a:cubicBezTo>
                <a:cubicBezTo>
                  <a:pt x="1179489" y="17719"/>
                  <a:pt x="1176659" y="15728"/>
                  <a:pt x="1173147" y="14760"/>
                </a:cubicBezTo>
                <a:cubicBezTo>
                  <a:pt x="1170882" y="14162"/>
                  <a:pt x="1166700" y="13863"/>
                  <a:pt x="1160600" y="13863"/>
                </a:cubicBezTo>
                <a:lnTo>
                  <a:pt x="1134607" y="13863"/>
                </a:lnTo>
                <a:lnTo>
                  <a:pt x="1134607" y="50047"/>
                </a:lnTo>
                <a:close/>
                <a:moveTo>
                  <a:pt x="1214066" y="103421"/>
                </a:moveTo>
                <a:lnTo>
                  <a:pt x="1214066" y="29806"/>
                </a:lnTo>
                <a:lnTo>
                  <a:pt x="1225296" y="29806"/>
                </a:lnTo>
                <a:lnTo>
                  <a:pt x="1225296" y="40966"/>
                </a:lnTo>
                <a:cubicBezTo>
                  <a:pt x="1228161" y="35744"/>
                  <a:pt x="1230806" y="32302"/>
                  <a:pt x="1233233" y="30638"/>
                </a:cubicBezTo>
                <a:cubicBezTo>
                  <a:pt x="1235659" y="28974"/>
                  <a:pt x="1238327" y="28143"/>
                  <a:pt x="1241239" y="28143"/>
                </a:cubicBezTo>
                <a:cubicBezTo>
                  <a:pt x="1245444" y="28143"/>
                  <a:pt x="1249718" y="29483"/>
                  <a:pt x="1254062" y="32163"/>
                </a:cubicBezTo>
                <a:lnTo>
                  <a:pt x="1249765" y="43730"/>
                </a:lnTo>
                <a:cubicBezTo>
                  <a:pt x="1246715" y="41934"/>
                  <a:pt x="1243665" y="41035"/>
                  <a:pt x="1240615" y="41035"/>
                </a:cubicBezTo>
                <a:cubicBezTo>
                  <a:pt x="1237888" y="41035"/>
                  <a:pt x="1235439" y="41856"/>
                  <a:pt x="1233267" y="43496"/>
                </a:cubicBezTo>
                <a:cubicBezTo>
                  <a:pt x="1231095" y="45137"/>
                  <a:pt x="1229547" y="47413"/>
                  <a:pt x="1228623" y="50324"/>
                </a:cubicBezTo>
                <a:cubicBezTo>
                  <a:pt x="1227237" y="54760"/>
                  <a:pt x="1226543" y="59612"/>
                  <a:pt x="1226543" y="64880"/>
                </a:cubicBezTo>
                <a:lnTo>
                  <a:pt x="1226543" y="103421"/>
                </a:lnTo>
                <a:lnTo>
                  <a:pt x="1214066" y="103421"/>
                </a:lnTo>
                <a:close/>
                <a:moveTo>
                  <a:pt x="1256881" y="66613"/>
                </a:moveTo>
                <a:cubicBezTo>
                  <a:pt x="1256881" y="52981"/>
                  <a:pt x="1260671" y="42884"/>
                  <a:pt x="1268249" y="36322"/>
                </a:cubicBezTo>
                <a:cubicBezTo>
                  <a:pt x="1274580" y="30869"/>
                  <a:pt x="1282297" y="28143"/>
                  <a:pt x="1291401" y="28143"/>
                </a:cubicBezTo>
                <a:cubicBezTo>
                  <a:pt x="1301521" y="28143"/>
                  <a:pt x="1309793" y="31458"/>
                  <a:pt x="1316216" y="38090"/>
                </a:cubicBezTo>
                <a:cubicBezTo>
                  <a:pt x="1322640" y="44721"/>
                  <a:pt x="1325851" y="53882"/>
                  <a:pt x="1325851" y="65574"/>
                </a:cubicBezTo>
                <a:cubicBezTo>
                  <a:pt x="1325851" y="75047"/>
                  <a:pt x="1324430" y="82498"/>
                  <a:pt x="1321588" y="87928"/>
                </a:cubicBezTo>
                <a:cubicBezTo>
                  <a:pt x="1318746" y="93358"/>
                  <a:pt x="1314611" y="97575"/>
                  <a:pt x="1309181" y="100579"/>
                </a:cubicBezTo>
                <a:cubicBezTo>
                  <a:pt x="1303751" y="103582"/>
                  <a:pt x="1297824" y="105084"/>
                  <a:pt x="1291401" y="105084"/>
                </a:cubicBezTo>
                <a:cubicBezTo>
                  <a:pt x="1281096" y="105084"/>
                  <a:pt x="1272766" y="101780"/>
                  <a:pt x="1266412" y="95172"/>
                </a:cubicBezTo>
                <a:cubicBezTo>
                  <a:pt x="1260058" y="88564"/>
                  <a:pt x="1256881" y="79044"/>
                  <a:pt x="1256881" y="66613"/>
                </a:cubicBezTo>
                <a:moveTo>
                  <a:pt x="1269705" y="66648"/>
                </a:moveTo>
                <a:cubicBezTo>
                  <a:pt x="1269705" y="76064"/>
                  <a:pt x="1271761" y="83114"/>
                  <a:pt x="1275874" y="87798"/>
                </a:cubicBezTo>
                <a:cubicBezTo>
                  <a:pt x="1279987" y="92483"/>
                  <a:pt x="1285162" y="94825"/>
                  <a:pt x="1291401" y="94825"/>
                </a:cubicBezTo>
                <a:cubicBezTo>
                  <a:pt x="1297593" y="94825"/>
                  <a:pt x="1302746" y="92471"/>
                  <a:pt x="1306859" y="87764"/>
                </a:cubicBezTo>
                <a:cubicBezTo>
                  <a:pt x="1310971" y="83056"/>
                  <a:pt x="1313028" y="75879"/>
                  <a:pt x="1313028" y="66232"/>
                </a:cubicBezTo>
                <a:cubicBezTo>
                  <a:pt x="1313028" y="57140"/>
                  <a:pt x="1310960" y="50252"/>
                  <a:pt x="1306824" y="45567"/>
                </a:cubicBezTo>
                <a:cubicBezTo>
                  <a:pt x="1302688" y="40882"/>
                  <a:pt x="1297547" y="38540"/>
                  <a:pt x="1291401" y="38540"/>
                </a:cubicBezTo>
                <a:cubicBezTo>
                  <a:pt x="1285162" y="38540"/>
                  <a:pt x="1279987" y="40871"/>
                  <a:pt x="1275874" y="45532"/>
                </a:cubicBezTo>
                <a:cubicBezTo>
                  <a:pt x="1271761" y="50194"/>
                  <a:pt x="1269705" y="57232"/>
                  <a:pt x="1269705" y="66648"/>
                </a:cubicBezTo>
                <a:close/>
                <a:moveTo>
                  <a:pt x="1332075" y="103421"/>
                </a:moveTo>
                <a:lnTo>
                  <a:pt x="1358991" y="65357"/>
                </a:lnTo>
                <a:lnTo>
                  <a:pt x="1334085" y="29806"/>
                </a:lnTo>
                <a:lnTo>
                  <a:pt x="1349681" y="29806"/>
                </a:lnTo>
                <a:lnTo>
                  <a:pt x="1360980" y="46962"/>
                </a:lnTo>
                <a:cubicBezTo>
                  <a:pt x="1363105" y="50273"/>
                  <a:pt x="1364815" y="53036"/>
                  <a:pt x="1366109" y="55250"/>
                </a:cubicBezTo>
                <a:cubicBezTo>
                  <a:pt x="1368142" y="52297"/>
                  <a:pt x="1370014" y="49631"/>
                  <a:pt x="1371724" y="47254"/>
                </a:cubicBezTo>
                <a:lnTo>
                  <a:pt x="1384131" y="29806"/>
                </a:lnTo>
                <a:lnTo>
                  <a:pt x="1399034" y="29806"/>
                </a:lnTo>
                <a:lnTo>
                  <a:pt x="1374226" y="65030"/>
                </a:lnTo>
                <a:lnTo>
                  <a:pt x="1400975" y="103421"/>
                </a:lnTo>
                <a:lnTo>
                  <a:pt x="1385656" y="103421"/>
                </a:lnTo>
                <a:lnTo>
                  <a:pt x="1370545" y="80576"/>
                </a:lnTo>
                <a:lnTo>
                  <a:pt x="1366525" y="74804"/>
                </a:lnTo>
                <a:lnTo>
                  <a:pt x="1347186" y="103421"/>
                </a:lnTo>
                <a:lnTo>
                  <a:pt x="1332075" y="103421"/>
                </a:lnTo>
                <a:close/>
                <a:moveTo>
                  <a:pt x="1411442" y="16081"/>
                </a:moveTo>
                <a:lnTo>
                  <a:pt x="1411442" y="1802"/>
                </a:lnTo>
                <a:lnTo>
                  <a:pt x="1423919" y="1802"/>
                </a:lnTo>
                <a:lnTo>
                  <a:pt x="1423919" y="16081"/>
                </a:lnTo>
                <a:lnTo>
                  <a:pt x="1411442" y="16081"/>
                </a:lnTo>
                <a:moveTo>
                  <a:pt x="1411442" y="103421"/>
                </a:moveTo>
                <a:lnTo>
                  <a:pt x="1411442" y="29806"/>
                </a:lnTo>
                <a:lnTo>
                  <a:pt x="1423919" y="29806"/>
                </a:lnTo>
                <a:lnTo>
                  <a:pt x="1423919" y="103421"/>
                </a:lnTo>
                <a:lnTo>
                  <a:pt x="1411442" y="103421"/>
                </a:lnTo>
                <a:close/>
                <a:moveTo>
                  <a:pt x="1442920" y="103421"/>
                </a:moveTo>
                <a:lnTo>
                  <a:pt x="1442920" y="29806"/>
                </a:lnTo>
                <a:lnTo>
                  <a:pt x="1454080" y="29806"/>
                </a:lnTo>
                <a:lnTo>
                  <a:pt x="1454080" y="40134"/>
                </a:lnTo>
                <a:cubicBezTo>
                  <a:pt x="1456390" y="36530"/>
                  <a:pt x="1459463" y="33630"/>
                  <a:pt x="1463299" y="31435"/>
                </a:cubicBezTo>
                <a:cubicBezTo>
                  <a:pt x="1467134" y="29240"/>
                  <a:pt x="1471501" y="28143"/>
                  <a:pt x="1476400" y="28143"/>
                </a:cubicBezTo>
                <a:cubicBezTo>
                  <a:pt x="1481852" y="28143"/>
                  <a:pt x="1486323" y="29275"/>
                  <a:pt x="1489812" y="31539"/>
                </a:cubicBezTo>
                <a:cubicBezTo>
                  <a:pt x="1493301" y="33803"/>
                  <a:pt x="1495762" y="36969"/>
                  <a:pt x="1497195" y="41035"/>
                </a:cubicBezTo>
                <a:cubicBezTo>
                  <a:pt x="1503017" y="32440"/>
                  <a:pt x="1510596" y="28143"/>
                  <a:pt x="1519930" y="28143"/>
                </a:cubicBezTo>
                <a:cubicBezTo>
                  <a:pt x="1527232" y="28143"/>
                  <a:pt x="1532846" y="30164"/>
                  <a:pt x="1536774" y="34208"/>
                </a:cubicBezTo>
                <a:cubicBezTo>
                  <a:pt x="1540702" y="38251"/>
                  <a:pt x="1542666" y="44478"/>
                  <a:pt x="1542666" y="52889"/>
                </a:cubicBezTo>
                <a:lnTo>
                  <a:pt x="1542666" y="103421"/>
                </a:lnTo>
                <a:lnTo>
                  <a:pt x="1530259" y="103421"/>
                </a:lnTo>
                <a:lnTo>
                  <a:pt x="1530259" y="57048"/>
                </a:lnTo>
                <a:cubicBezTo>
                  <a:pt x="1530259" y="52057"/>
                  <a:pt x="1529854" y="48464"/>
                  <a:pt x="1529046" y="46269"/>
                </a:cubicBezTo>
                <a:cubicBezTo>
                  <a:pt x="1528237" y="44074"/>
                  <a:pt x="1526770" y="42306"/>
                  <a:pt x="1524644" y="40966"/>
                </a:cubicBezTo>
                <a:cubicBezTo>
                  <a:pt x="1522518" y="39626"/>
                  <a:pt x="1520023" y="38956"/>
                  <a:pt x="1517158" y="38956"/>
                </a:cubicBezTo>
                <a:cubicBezTo>
                  <a:pt x="1511982" y="38956"/>
                  <a:pt x="1507685" y="40677"/>
                  <a:pt x="1504265" y="44120"/>
                </a:cubicBezTo>
                <a:cubicBezTo>
                  <a:pt x="1500845" y="47563"/>
                  <a:pt x="1499135" y="53073"/>
                  <a:pt x="1499135" y="60652"/>
                </a:cubicBezTo>
                <a:lnTo>
                  <a:pt x="1499135" y="103421"/>
                </a:lnTo>
                <a:lnTo>
                  <a:pt x="1486658" y="103421"/>
                </a:lnTo>
                <a:lnTo>
                  <a:pt x="1486658" y="55592"/>
                </a:lnTo>
                <a:cubicBezTo>
                  <a:pt x="1486658" y="50047"/>
                  <a:pt x="1485642" y="45888"/>
                  <a:pt x="1483609" y="43115"/>
                </a:cubicBezTo>
                <a:cubicBezTo>
                  <a:pt x="1481575" y="40342"/>
                  <a:pt x="1478248" y="38956"/>
                  <a:pt x="1473627" y="38956"/>
                </a:cubicBezTo>
                <a:cubicBezTo>
                  <a:pt x="1470115" y="38956"/>
                  <a:pt x="1466869" y="39880"/>
                  <a:pt x="1463888" y="41729"/>
                </a:cubicBezTo>
                <a:cubicBezTo>
                  <a:pt x="1460907" y="43577"/>
                  <a:pt x="1458747" y="46280"/>
                  <a:pt x="1457407" y="49839"/>
                </a:cubicBezTo>
                <a:cubicBezTo>
                  <a:pt x="1456067" y="53397"/>
                  <a:pt x="1455397" y="58526"/>
                  <a:pt x="1455397" y="65227"/>
                </a:cubicBezTo>
                <a:lnTo>
                  <a:pt x="1455397" y="103421"/>
                </a:lnTo>
                <a:lnTo>
                  <a:pt x="1442920" y="103421"/>
                </a:lnTo>
                <a:close/>
                <a:moveTo>
                  <a:pt x="1561289" y="16081"/>
                </a:moveTo>
                <a:lnTo>
                  <a:pt x="1561289" y="1802"/>
                </a:lnTo>
                <a:lnTo>
                  <a:pt x="1573766" y="1802"/>
                </a:lnTo>
                <a:lnTo>
                  <a:pt x="1573766" y="16081"/>
                </a:lnTo>
                <a:lnTo>
                  <a:pt x="1561289" y="16081"/>
                </a:lnTo>
                <a:moveTo>
                  <a:pt x="1561289" y="103421"/>
                </a:moveTo>
                <a:lnTo>
                  <a:pt x="1561289" y="29806"/>
                </a:lnTo>
                <a:lnTo>
                  <a:pt x="1573766" y="29806"/>
                </a:lnTo>
                <a:lnTo>
                  <a:pt x="1573766" y="103421"/>
                </a:lnTo>
                <a:lnTo>
                  <a:pt x="1561289" y="103421"/>
                </a:lnTo>
                <a:close/>
                <a:moveTo>
                  <a:pt x="1620008" y="92261"/>
                </a:moveTo>
                <a:lnTo>
                  <a:pt x="1621810" y="103282"/>
                </a:lnTo>
                <a:cubicBezTo>
                  <a:pt x="1618298" y="104021"/>
                  <a:pt x="1615156" y="104391"/>
                  <a:pt x="1612383" y="104391"/>
                </a:cubicBezTo>
                <a:cubicBezTo>
                  <a:pt x="1607855" y="104391"/>
                  <a:pt x="1604343" y="103675"/>
                  <a:pt x="1601847" y="102242"/>
                </a:cubicBezTo>
                <a:cubicBezTo>
                  <a:pt x="1599352" y="100810"/>
                  <a:pt x="1597596" y="98926"/>
                  <a:pt x="1596579" y="96593"/>
                </a:cubicBezTo>
                <a:cubicBezTo>
                  <a:pt x="1595562" y="94259"/>
                  <a:pt x="1595054" y="89349"/>
                  <a:pt x="1595054" y="81863"/>
                </a:cubicBezTo>
                <a:lnTo>
                  <a:pt x="1595054" y="39511"/>
                </a:lnTo>
                <a:lnTo>
                  <a:pt x="1585904" y="39511"/>
                </a:lnTo>
                <a:lnTo>
                  <a:pt x="1585904" y="29806"/>
                </a:lnTo>
                <a:lnTo>
                  <a:pt x="1595054" y="29806"/>
                </a:lnTo>
                <a:lnTo>
                  <a:pt x="1595054" y="11576"/>
                </a:lnTo>
                <a:lnTo>
                  <a:pt x="1607462" y="4090"/>
                </a:lnTo>
                <a:lnTo>
                  <a:pt x="1607462" y="29806"/>
                </a:lnTo>
                <a:lnTo>
                  <a:pt x="1620008" y="29806"/>
                </a:lnTo>
                <a:lnTo>
                  <a:pt x="1620008" y="39511"/>
                </a:lnTo>
                <a:lnTo>
                  <a:pt x="1607462" y="39511"/>
                </a:lnTo>
                <a:lnTo>
                  <a:pt x="1607462" y="82556"/>
                </a:lnTo>
                <a:cubicBezTo>
                  <a:pt x="1607462" y="86114"/>
                  <a:pt x="1607681" y="88402"/>
                  <a:pt x="1608120" y="89419"/>
                </a:cubicBezTo>
                <a:cubicBezTo>
                  <a:pt x="1608559" y="90435"/>
                  <a:pt x="1609276" y="91244"/>
                  <a:pt x="1610269" y="91845"/>
                </a:cubicBezTo>
                <a:cubicBezTo>
                  <a:pt x="1611263" y="92445"/>
                  <a:pt x="1612684" y="92746"/>
                  <a:pt x="1614532" y="92746"/>
                </a:cubicBezTo>
                <a:cubicBezTo>
                  <a:pt x="1615918" y="92746"/>
                  <a:pt x="1617744" y="92584"/>
                  <a:pt x="1620008" y="92261"/>
                </a:cubicBezTo>
                <a:close/>
                <a:moveTo>
                  <a:pt x="1631646" y="131849"/>
                </a:moveTo>
                <a:lnTo>
                  <a:pt x="1630260" y="120195"/>
                </a:lnTo>
                <a:cubicBezTo>
                  <a:pt x="1632986" y="120935"/>
                  <a:pt x="1635366" y="121304"/>
                  <a:pt x="1637399" y="121304"/>
                </a:cubicBezTo>
                <a:cubicBezTo>
                  <a:pt x="1640172" y="121304"/>
                  <a:pt x="1642390" y="120841"/>
                  <a:pt x="1644054" y="119916"/>
                </a:cubicBezTo>
                <a:cubicBezTo>
                  <a:pt x="1645717" y="118990"/>
                  <a:pt x="1647080" y="117694"/>
                  <a:pt x="1648143" y="116027"/>
                </a:cubicBezTo>
                <a:cubicBezTo>
                  <a:pt x="1648929" y="114778"/>
                  <a:pt x="1650200" y="111678"/>
                  <a:pt x="1651956" y="106726"/>
                </a:cubicBezTo>
                <a:cubicBezTo>
                  <a:pt x="1652187" y="106031"/>
                  <a:pt x="1652556" y="105013"/>
                  <a:pt x="1653065" y="103672"/>
                </a:cubicBezTo>
                <a:lnTo>
                  <a:pt x="1625130" y="29806"/>
                </a:lnTo>
                <a:lnTo>
                  <a:pt x="1638578" y="29806"/>
                </a:lnTo>
                <a:lnTo>
                  <a:pt x="1653897" y="72449"/>
                </a:lnTo>
                <a:cubicBezTo>
                  <a:pt x="1655884" y="77857"/>
                  <a:pt x="1657663" y="83543"/>
                  <a:pt x="1659234" y="89505"/>
                </a:cubicBezTo>
                <a:cubicBezTo>
                  <a:pt x="1660667" y="83762"/>
                  <a:pt x="1662376" y="78165"/>
                  <a:pt x="1664363" y="72715"/>
                </a:cubicBezTo>
                <a:lnTo>
                  <a:pt x="1680098" y="29806"/>
                </a:lnTo>
                <a:lnTo>
                  <a:pt x="1692575" y="29806"/>
                </a:lnTo>
                <a:lnTo>
                  <a:pt x="1664571" y="104660"/>
                </a:lnTo>
                <a:cubicBezTo>
                  <a:pt x="1661568" y="112768"/>
                  <a:pt x="1659234" y="118352"/>
                  <a:pt x="1657570" y="121410"/>
                </a:cubicBezTo>
                <a:cubicBezTo>
                  <a:pt x="1655352" y="125535"/>
                  <a:pt x="1652811" y="128558"/>
                  <a:pt x="1649946" y="130480"/>
                </a:cubicBezTo>
                <a:cubicBezTo>
                  <a:pt x="1647080" y="132404"/>
                  <a:pt x="1643661" y="133365"/>
                  <a:pt x="1639687" y="133365"/>
                </a:cubicBezTo>
                <a:cubicBezTo>
                  <a:pt x="1637284" y="133365"/>
                  <a:pt x="1634603" y="132860"/>
                  <a:pt x="1631646" y="1318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�_�����(�,�)=(�">
            <a:extLst xmlns:a="http://schemas.openxmlformats.org/drawingml/2006/main">
              <a:ext uri="{FF2B5EF4-FFF2-40B4-BE49-F238E27FC236}">
                <a16:creationId xmlns:a16="http://schemas.microsoft.com/office/drawing/2014/main" id="{417CB297-7502-4B30-B794-98FAD06C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07" y="2583334"/>
            <a:ext cx="1011100" cy="106301"/>
          </a:xfrm>
          <a:custGeom xmlns:a="http://schemas.openxmlformats.org/drawingml/2006/main">
            <a:pathLst>
              <a:path w="1011100" h="106301">
                <a:moveTo>
                  <a:pt x="52080" y="42992"/>
                </a:moveTo>
                <a:cubicBezTo>
                  <a:pt x="52080" y="39520"/>
                  <a:pt x="51600" y="36787"/>
                  <a:pt x="50639" y="34793"/>
                </a:cubicBezTo>
                <a:cubicBezTo>
                  <a:pt x="48792" y="30730"/>
                  <a:pt x="45320" y="28698"/>
                  <a:pt x="40222" y="28698"/>
                </a:cubicBezTo>
                <a:cubicBezTo>
                  <a:pt x="35200" y="28698"/>
                  <a:pt x="31026" y="30508"/>
                  <a:pt x="27702" y="34129"/>
                </a:cubicBezTo>
                <a:cubicBezTo>
                  <a:pt x="24304" y="37748"/>
                  <a:pt x="21940" y="43030"/>
                  <a:pt x="20611" y="49973"/>
                </a:cubicBezTo>
                <a:lnTo>
                  <a:pt x="19502" y="55626"/>
                </a:lnTo>
                <a:cubicBezTo>
                  <a:pt x="19059" y="57915"/>
                  <a:pt x="18763" y="60464"/>
                  <a:pt x="18616" y="63271"/>
                </a:cubicBezTo>
                <a:cubicBezTo>
                  <a:pt x="18616" y="66669"/>
                  <a:pt x="19207" y="69402"/>
                  <a:pt x="20389" y="71470"/>
                </a:cubicBezTo>
                <a:cubicBezTo>
                  <a:pt x="22236" y="75089"/>
                  <a:pt x="25744" y="76899"/>
                  <a:pt x="30915" y="76899"/>
                </a:cubicBezTo>
                <a:cubicBezTo>
                  <a:pt x="36012" y="76899"/>
                  <a:pt x="40260" y="74868"/>
                  <a:pt x="43658" y="70806"/>
                </a:cubicBezTo>
                <a:cubicBezTo>
                  <a:pt x="47057" y="66743"/>
                  <a:pt x="49531" y="60723"/>
                  <a:pt x="51082" y="52744"/>
                </a:cubicBezTo>
                <a:cubicBezTo>
                  <a:pt x="51821" y="49124"/>
                  <a:pt x="52153" y="45873"/>
                  <a:pt x="52080" y="42992"/>
                </a:cubicBezTo>
                <a:moveTo>
                  <a:pt x="63604" y="44101"/>
                </a:moveTo>
                <a:cubicBezTo>
                  <a:pt x="63604" y="46539"/>
                  <a:pt x="63309" y="49420"/>
                  <a:pt x="62717" y="52744"/>
                </a:cubicBezTo>
                <a:cubicBezTo>
                  <a:pt x="60944" y="61756"/>
                  <a:pt x="57287" y="69070"/>
                  <a:pt x="51747" y="74684"/>
                </a:cubicBezTo>
                <a:cubicBezTo>
                  <a:pt x="46132" y="80299"/>
                  <a:pt x="39817" y="83106"/>
                  <a:pt x="32800" y="83106"/>
                </a:cubicBezTo>
                <a:cubicBezTo>
                  <a:pt x="28441" y="83106"/>
                  <a:pt x="24858" y="82256"/>
                  <a:pt x="22051" y="80556"/>
                </a:cubicBezTo>
                <a:cubicBezTo>
                  <a:pt x="19318" y="78858"/>
                  <a:pt x="17360" y="76199"/>
                  <a:pt x="16178" y="72579"/>
                </a:cubicBezTo>
                <a:lnTo>
                  <a:pt x="9972" y="104601"/>
                </a:lnTo>
                <a:lnTo>
                  <a:pt x="0" y="104601"/>
                </a:lnTo>
                <a:lnTo>
                  <a:pt x="14516" y="29807"/>
                </a:lnTo>
                <a:lnTo>
                  <a:pt x="4986" y="29807"/>
                </a:lnTo>
                <a:lnTo>
                  <a:pt x="6094" y="24045"/>
                </a:lnTo>
                <a:lnTo>
                  <a:pt x="25597" y="24045"/>
                </a:lnTo>
                <a:lnTo>
                  <a:pt x="23935" y="33020"/>
                </a:lnTo>
                <a:cubicBezTo>
                  <a:pt x="26594" y="29326"/>
                  <a:pt x="29586" y="26667"/>
                  <a:pt x="32910" y="25042"/>
                </a:cubicBezTo>
                <a:cubicBezTo>
                  <a:pt x="36308" y="23343"/>
                  <a:pt x="40186" y="22493"/>
                  <a:pt x="44544" y="22493"/>
                </a:cubicBezTo>
                <a:cubicBezTo>
                  <a:pt x="51636" y="22493"/>
                  <a:pt x="56881" y="25263"/>
                  <a:pt x="60279" y="30805"/>
                </a:cubicBezTo>
                <a:cubicBezTo>
                  <a:pt x="62496" y="34497"/>
                  <a:pt x="63604" y="38929"/>
                  <a:pt x="63604" y="44101"/>
                </a:cubicBezTo>
                <a:close/>
                <a:moveTo>
                  <a:pt x="127772" y="102165"/>
                </a:moveTo>
                <a:lnTo>
                  <a:pt x="72368" y="102165"/>
                </a:lnTo>
                <a:lnTo>
                  <a:pt x="72368" y="96403"/>
                </a:lnTo>
                <a:lnTo>
                  <a:pt x="127772" y="96403"/>
                </a:lnTo>
                <a:lnTo>
                  <a:pt x="127772" y="102165"/>
                </a:lnTo>
                <a:close/>
                <a:moveTo>
                  <a:pt x="188298" y="27147"/>
                </a:moveTo>
                <a:lnTo>
                  <a:pt x="185860" y="39668"/>
                </a:lnTo>
                <a:lnTo>
                  <a:pt x="180098" y="39668"/>
                </a:lnTo>
                <a:cubicBezTo>
                  <a:pt x="180246" y="38634"/>
                  <a:pt x="180320" y="37859"/>
                  <a:pt x="180320" y="37341"/>
                </a:cubicBezTo>
                <a:cubicBezTo>
                  <a:pt x="180320" y="34682"/>
                  <a:pt x="179396" y="32429"/>
                  <a:pt x="177550" y="30581"/>
                </a:cubicBezTo>
                <a:cubicBezTo>
                  <a:pt x="175777" y="28735"/>
                  <a:pt x="172785" y="27812"/>
                  <a:pt x="168574" y="27812"/>
                </a:cubicBezTo>
                <a:cubicBezTo>
                  <a:pt x="160152" y="27812"/>
                  <a:pt x="155314" y="30767"/>
                  <a:pt x="154058" y="36677"/>
                </a:cubicBezTo>
                <a:cubicBezTo>
                  <a:pt x="153910" y="37415"/>
                  <a:pt x="153837" y="38264"/>
                  <a:pt x="153837" y="39225"/>
                </a:cubicBezTo>
                <a:cubicBezTo>
                  <a:pt x="153837" y="40407"/>
                  <a:pt x="154428" y="41589"/>
                  <a:pt x="155610" y="42770"/>
                </a:cubicBezTo>
                <a:cubicBezTo>
                  <a:pt x="156866" y="44027"/>
                  <a:pt x="159746" y="45431"/>
                  <a:pt x="164252" y="46982"/>
                </a:cubicBezTo>
                <a:lnTo>
                  <a:pt x="171676" y="49420"/>
                </a:lnTo>
                <a:cubicBezTo>
                  <a:pt x="176773" y="51045"/>
                  <a:pt x="180282" y="53187"/>
                  <a:pt x="182203" y="55847"/>
                </a:cubicBezTo>
                <a:cubicBezTo>
                  <a:pt x="183533" y="57620"/>
                  <a:pt x="184198" y="59393"/>
                  <a:pt x="184198" y="61165"/>
                </a:cubicBezTo>
                <a:cubicBezTo>
                  <a:pt x="184198" y="68848"/>
                  <a:pt x="181169" y="74610"/>
                  <a:pt x="175112" y="78451"/>
                </a:cubicBezTo>
                <a:cubicBezTo>
                  <a:pt x="170310" y="81555"/>
                  <a:pt x="164290" y="83106"/>
                  <a:pt x="157051" y="83106"/>
                </a:cubicBezTo>
                <a:cubicBezTo>
                  <a:pt x="149663" y="83106"/>
                  <a:pt x="142793" y="81517"/>
                  <a:pt x="136440" y="78340"/>
                </a:cubicBezTo>
                <a:lnTo>
                  <a:pt x="139100" y="64933"/>
                </a:lnTo>
                <a:lnTo>
                  <a:pt x="144750" y="64933"/>
                </a:lnTo>
                <a:cubicBezTo>
                  <a:pt x="144603" y="66262"/>
                  <a:pt x="144529" y="67259"/>
                  <a:pt x="144529" y="67924"/>
                </a:cubicBezTo>
                <a:cubicBezTo>
                  <a:pt x="144529" y="74499"/>
                  <a:pt x="148998" y="77787"/>
                  <a:pt x="157937" y="77787"/>
                </a:cubicBezTo>
                <a:cubicBezTo>
                  <a:pt x="166875" y="77787"/>
                  <a:pt x="172009" y="74499"/>
                  <a:pt x="173338" y="67924"/>
                </a:cubicBezTo>
                <a:cubicBezTo>
                  <a:pt x="173413" y="67481"/>
                  <a:pt x="173450" y="66595"/>
                  <a:pt x="173450" y="65265"/>
                </a:cubicBezTo>
                <a:cubicBezTo>
                  <a:pt x="173450" y="64083"/>
                  <a:pt x="172822" y="62865"/>
                  <a:pt x="171566" y="61609"/>
                </a:cubicBezTo>
                <a:cubicBezTo>
                  <a:pt x="170384" y="60205"/>
                  <a:pt x="167207" y="58616"/>
                  <a:pt x="162037" y="56843"/>
                </a:cubicBezTo>
                <a:lnTo>
                  <a:pt x="155277" y="54406"/>
                </a:lnTo>
                <a:cubicBezTo>
                  <a:pt x="150623" y="52854"/>
                  <a:pt x="147558" y="51044"/>
                  <a:pt x="146081" y="48976"/>
                </a:cubicBezTo>
                <a:cubicBezTo>
                  <a:pt x="144603" y="46834"/>
                  <a:pt x="143864" y="44618"/>
                  <a:pt x="143864" y="42327"/>
                </a:cubicBezTo>
                <a:cubicBezTo>
                  <a:pt x="143864" y="41294"/>
                  <a:pt x="143975" y="40297"/>
                  <a:pt x="144196" y="39336"/>
                </a:cubicBezTo>
                <a:cubicBezTo>
                  <a:pt x="145230" y="34017"/>
                  <a:pt x="147964" y="29917"/>
                  <a:pt x="152396" y="27036"/>
                </a:cubicBezTo>
                <a:cubicBezTo>
                  <a:pt x="156755" y="24007"/>
                  <a:pt x="162185" y="22493"/>
                  <a:pt x="168685" y="22493"/>
                </a:cubicBezTo>
                <a:cubicBezTo>
                  <a:pt x="174964" y="22493"/>
                  <a:pt x="181501" y="24044"/>
                  <a:pt x="188298" y="27147"/>
                </a:cubicBezTo>
                <a:close/>
                <a:moveTo>
                  <a:pt x="261135" y="27590"/>
                </a:moveTo>
                <a:lnTo>
                  <a:pt x="258254" y="42327"/>
                </a:lnTo>
                <a:lnTo>
                  <a:pt x="252494" y="42327"/>
                </a:lnTo>
                <a:lnTo>
                  <a:pt x="252494" y="40887"/>
                </a:lnTo>
                <a:cubicBezTo>
                  <a:pt x="252494" y="36529"/>
                  <a:pt x="251570" y="33316"/>
                  <a:pt x="249722" y="31248"/>
                </a:cubicBezTo>
                <a:cubicBezTo>
                  <a:pt x="247654" y="28957"/>
                  <a:pt x="244256" y="27812"/>
                  <a:pt x="239529" y="27812"/>
                </a:cubicBezTo>
                <a:cubicBezTo>
                  <a:pt x="234136" y="27812"/>
                  <a:pt x="229667" y="29918"/>
                  <a:pt x="226121" y="34129"/>
                </a:cubicBezTo>
                <a:cubicBezTo>
                  <a:pt x="222649" y="38191"/>
                  <a:pt x="220063" y="44396"/>
                  <a:pt x="218363" y="52744"/>
                </a:cubicBezTo>
                <a:cubicBezTo>
                  <a:pt x="217625" y="56364"/>
                  <a:pt x="217256" y="59725"/>
                  <a:pt x="217256" y="62827"/>
                </a:cubicBezTo>
                <a:cubicBezTo>
                  <a:pt x="217256" y="66152"/>
                  <a:pt x="217773" y="69033"/>
                  <a:pt x="218808" y="71470"/>
                </a:cubicBezTo>
                <a:cubicBezTo>
                  <a:pt x="220654" y="75681"/>
                  <a:pt x="224311" y="77787"/>
                  <a:pt x="229778" y="77787"/>
                </a:cubicBezTo>
                <a:cubicBezTo>
                  <a:pt x="234136" y="77787"/>
                  <a:pt x="237755" y="76679"/>
                  <a:pt x="240636" y="74463"/>
                </a:cubicBezTo>
                <a:cubicBezTo>
                  <a:pt x="243592" y="72247"/>
                  <a:pt x="246030" y="68848"/>
                  <a:pt x="247951" y="64267"/>
                </a:cubicBezTo>
                <a:lnTo>
                  <a:pt x="255928" y="64267"/>
                </a:lnTo>
                <a:cubicBezTo>
                  <a:pt x="253342" y="70472"/>
                  <a:pt x="249722" y="75127"/>
                  <a:pt x="245069" y="78230"/>
                </a:cubicBezTo>
                <a:cubicBezTo>
                  <a:pt x="240636" y="81481"/>
                  <a:pt x="235169" y="83106"/>
                  <a:pt x="228669" y="83106"/>
                </a:cubicBezTo>
                <a:cubicBezTo>
                  <a:pt x="220395" y="83106"/>
                  <a:pt x="214190" y="80335"/>
                  <a:pt x="210053" y="74794"/>
                </a:cubicBezTo>
                <a:cubicBezTo>
                  <a:pt x="207246" y="70879"/>
                  <a:pt x="205843" y="66189"/>
                  <a:pt x="205843" y="60722"/>
                </a:cubicBezTo>
                <a:cubicBezTo>
                  <a:pt x="205843" y="58358"/>
                  <a:pt x="206138" y="55699"/>
                  <a:pt x="206729" y="52744"/>
                </a:cubicBezTo>
                <a:cubicBezTo>
                  <a:pt x="208502" y="43436"/>
                  <a:pt x="212491" y="36086"/>
                  <a:pt x="218696" y="30693"/>
                </a:cubicBezTo>
                <a:cubicBezTo>
                  <a:pt x="224828" y="25226"/>
                  <a:pt x="232068" y="22493"/>
                  <a:pt x="240415" y="22493"/>
                </a:cubicBezTo>
                <a:cubicBezTo>
                  <a:pt x="243813" y="22493"/>
                  <a:pt x="247359" y="22899"/>
                  <a:pt x="251053" y="23712"/>
                </a:cubicBezTo>
                <a:cubicBezTo>
                  <a:pt x="254377" y="24599"/>
                  <a:pt x="257738" y="25892"/>
                  <a:pt x="261135" y="27590"/>
                </a:cubicBezTo>
                <a:close/>
                <a:moveTo>
                  <a:pt x="324780" y="42770"/>
                </a:moveTo>
                <a:cubicBezTo>
                  <a:pt x="324780" y="39446"/>
                  <a:pt x="324263" y="36566"/>
                  <a:pt x="323229" y="34129"/>
                </a:cubicBezTo>
                <a:cubicBezTo>
                  <a:pt x="321382" y="29918"/>
                  <a:pt x="317725" y="27812"/>
                  <a:pt x="312259" y="27812"/>
                </a:cubicBezTo>
                <a:cubicBezTo>
                  <a:pt x="306940" y="27812"/>
                  <a:pt x="302507" y="29918"/>
                  <a:pt x="298961" y="34129"/>
                </a:cubicBezTo>
                <a:cubicBezTo>
                  <a:pt x="295416" y="38339"/>
                  <a:pt x="292867" y="44544"/>
                  <a:pt x="291315" y="52744"/>
                </a:cubicBezTo>
                <a:cubicBezTo>
                  <a:pt x="290577" y="56364"/>
                  <a:pt x="290208" y="59688"/>
                  <a:pt x="290208" y="62717"/>
                </a:cubicBezTo>
                <a:cubicBezTo>
                  <a:pt x="290208" y="66115"/>
                  <a:pt x="290725" y="69033"/>
                  <a:pt x="291760" y="71470"/>
                </a:cubicBezTo>
                <a:cubicBezTo>
                  <a:pt x="293606" y="75681"/>
                  <a:pt x="297226" y="77787"/>
                  <a:pt x="302618" y="77787"/>
                </a:cubicBezTo>
                <a:cubicBezTo>
                  <a:pt x="307937" y="77787"/>
                  <a:pt x="312370" y="75681"/>
                  <a:pt x="315915" y="71470"/>
                </a:cubicBezTo>
                <a:cubicBezTo>
                  <a:pt x="319388" y="67333"/>
                  <a:pt x="321973" y="61091"/>
                  <a:pt x="323672" y="52744"/>
                </a:cubicBezTo>
                <a:cubicBezTo>
                  <a:pt x="324410" y="49124"/>
                  <a:pt x="324780" y="45799"/>
                  <a:pt x="324780" y="42770"/>
                </a:cubicBezTo>
                <a:moveTo>
                  <a:pt x="336082" y="44766"/>
                </a:moveTo>
                <a:cubicBezTo>
                  <a:pt x="336082" y="47499"/>
                  <a:pt x="335824" y="50159"/>
                  <a:pt x="335306" y="52744"/>
                </a:cubicBezTo>
                <a:cubicBezTo>
                  <a:pt x="333533" y="61831"/>
                  <a:pt x="329581" y="69181"/>
                  <a:pt x="323451" y="74794"/>
                </a:cubicBezTo>
                <a:cubicBezTo>
                  <a:pt x="317319" y="80335"/>
                  <a:pt x="310042" y="83106"/>
                  <a:pt x="301621" y="83106"/>
                </a:cubicBezTo>
                <a:cubicBezTo>
                  <a:pt x="293347" y="83106"/>
                  <a:pt x="287142" y="80335"/>
                  <a:pt x="283005" y="74794"/>
                </a:cubicBezTo>
                <a:cubicBezTo>
                  <a:pt x="280198" y="70879"/>
                  <a:pt x="278795" y="66189"/>
                  <a:pt x="278795" y="60722"/>
                </a:cubicBezTo>
                <a:cubicBezTo>
                  <a:pt x="278795" y="58358"/>
                  <a:pt x="279090" y="55699"/>
                  <a:pt x="279681" y="52744"/>
                </a:cubicBezTo>
                <a:cubicBezTo>
                  <a:pt x="281454" y="43584"/>
                  <a:pt x="285406" y="36270"/>
                  <a:pt x="291538" y="30805"/>
                </a:cubicBezTo>
                <a:cubicBezTo>
                  <a:pt x="297669" y="25263"/>
                  <a:pt x="304945" y="22493"/>
                  <a:pt x="313367" y="22493"/>
                </a:cubicBezTo>
                <a:cubicBezTo>
                  <a:pt x="321788" y="22493"/>
                  <a:pt x="327993" y="25263"/>
                  <a:pt x="331982" y="30805"/>
                </a:cubicBezTo>
                <a:cubicBezTo>
                  <a:pt x="334716" y="34645"/>
                  <a:pt x="336082" y="39299"/>
                  <a:pt x="336082" y="44766"/>
                </a:cubicBezTo>
                <a:close/>
                <a:moveTo>
                  <a:pt x="404358" y="23933"/>
                </a:moveTo>
                <a:lnTo>
                  <a:pt x="401587" y="38339"/>
                </a:lnTo>
                <a:lnTo>
                  <a:pt x="395826" y="38339"/>
                </a:lnTo>
                <a:cubicBezTo>
                  <a:pt x="395826" y="38117"/>
                  <a:pt x="395844" y="37784"/>
                  <a:pt x="395880" y="37341"/>
                </a:cubicBezTo>
                <a:cubicBezTo>
                  <a:pt x="395917" y="36898"/>
                  <a:pt x="395973" y="36566"/>
                  <a:pt x="396048" y="36344"/>
                </a:cubicBezTo>
                <a:cubicBezTo>
                  <a:pt x="396048" y="34497"/>
                  <a:pt x="395604" y="33020"/>
                  <a:pt x="394717" y="31912"/>
                </a:cubicBezTo>
                <a:cubicBezTo>
                  <a:pt x="393609" y="30509"/>
                  <a:pt x="391688" y="29807"/>
                  <a:pt x="388955" y="29807"/>
                </a:cubicBezTo>
                <a:cubicBezTo>
                  <a:pt x="384080" y="29807"/>
                  <a:pt x="379980" y="31506"/>
                  <a:pt x="376656" y="34903"/>
                </a:cubicBezTo>
                <a:cubicBezTo>
                  <a:pt x="373332" y="38449"/>
                  <a:pt x="371079" y="43325"/>
                  <a:pt x="369896" y="49530"/>
                </a:cubicBezTo>
                <a:lnTo>
                  <a:pt x="363691" y="81554"/>
                </a:lnTo>
                <a:lnTo>
                  <a:pt x="353719" y="81554"/>
                </a:lnTo>
                <a:lnTo>
                  <a:pt x="363802" y="29695"/>
                </a:lnTo>
                <a:lnTo>
                  <a:pt x="354273" y="29695"/>
                </a:lnTo>
                <a:lnTo>
                  <a:pt x="355381" y="24045"/>
                </a:lnTo>
                <a:lnTo>
                  <a:pt x="374882" y="24045"/>
                </a:lnTo>
                <a:lnTo>
                  <a:pt x="372889" y="34239"/>
                </a:lnTo>
                <a:cubicBezTo>
                  <a:pt x="375696" y="30176"/>
                  <a:pt x="378798" y="27221"/>
                  <a:pt x="382197" y="25374"/>
                </a:cubicBezTo>
                <a:cubicBezTo>
                  <a:pt x="385668" y="23453"/>
                  <a:pt x="389583" y="22493"/>
                  <a:pt x="393941" y="22493"/>
                </a:cubicBezTo>
                <a:cubicBezTo>
                  <a:pt x="395641" y="22493"/>
                  <a:pt x="397303" y="22604"/>
                  <a:pt x="398929" y="22826"/>
                </a:cubicBezTo>
                <a:cubicBezTo>
                  <a:pt x="402105" y="23491"/>
                  <a:pt x="403915" y="23860"/>
                  <a:pt x="404358" y="23933"/>
                </a:cubicBezTo>
                <a:close/>
                <a:moveTo>
                  <a:pt x="477897" y="37453"/>
                </a:moveTo>
                <a:cubicBezTo>
                  <a:pt x="477897" y="44766"/>
                  <a:pt x="474203" y="50232"/>
                  <a:pt x="466816" y="53852"/>
                </a:cubicBezTo>
                <a:cubicBezTo>
                  <a:pt x="459133" y="57546"/>
                  <a:pt x="448015" y="59429"/>
                  <a:pt x="433463" y="59503"/>
                </a:cubicBezTo>
                <a:cubicBezTo>
                  <a:pt x="433315" y="61350"/>
                  <a:pt x="433278" y="62643"/>
                  <a:pt x="433351" y="63381"/>
                </a:cubicBezTo>
                <a:cubicBezTo>
                  <a:pt x="433351" y="66853"/>
                  <a:pt x="433943" y="69660"/>
                  <a:pt x="435125" y="71803"/>
                </a:cubicBezTo>
                <a:cubicBezTo>
                  <a:pt x="437267" y="75792"/>
                  <a:pt x="441182" y="77787"/>
                  <a:pt x="446869" y="77787"/>
                </a:cubicBezTo>
                <a:cubicBezTo>
                  <a:pt x="451006" y="77787"/>
                  <a:pt x="454146" y="77159"/>
                  <a:pt x="456289" y="75903"/>
                </a:cubicBezTo>
                <a:cubicBezTo>
                  <a:pt x="460056" y="73540"/>
                  <a:pt x="462309" y="70917"/>
                  <a:pt x="463049" y="68036"/>
                </a:cubicBezTo>
                <a:lnTo>
                  <a:pt x="470361" y="68036"/>
                </a:lnTo>
                <a:cubicBezTo>
                  <a:pt x="468884" y="72616"/>
                  <a:pt x="465486" y="76531"/>
                  <a:pt x="460167" y="79780"/>
                </a:cubicBezTo>
                <a:cubicBezTo>
                  <a:pt x="456399" y="81998"/>
                  <a:pt x="450822" y="83106"/>
                  <a:pt x="443435" y="83106"/>
                </a:cubicBezTo>
                <a:cubicBezTo>
                  <a:pt x="435974" y="83106"/>
                  <a:pt x="430249" y="80335"/>
                  <a:pt x="426260" y="74794"/>
                </a:cubicBezTo>
                <a:cubicBezTo>
                  <a:pt x="423452" y="70879"/>
                  <a:pt x="422012" y="66189"/>
                  <a:pt x="421939" y="60722"/>
                </a:cubicBezTo>
                <a:cubicBezTo>
                  <a:pt x="421939" y="58432"/>
                  <a:pt x="422234" y="55810"/>
                  <a:pt x="422825" y="52854"/>
                </a:cubicBezTo>
                <a:cubicBezTo>
                  <a:pt x="424598" y="43768"/>
                  <a:pt x="428513" y="36418"/>
                  <a:pt x="434570" y="30805"/>
                </a:cubicBezTo>
                <a:cubicBezTo>
                  <a:pt x="440776" y="25263"/>
                  <a:pt x="448163" y="22493"/>
                  <a:pt x="456732" y="22493"/>
                </a:cubicBezTo>
                <a:cubicBezTo>
                  <a:pt x="470842" y="22493"/>
                  <a:pt x="477897" y="27479"/>
                  <a:pt x="477897" y="37453"/>
                </a:cubicBezTo>
                <a:moveTo>
                  <a:pt x="467370" y="37120"/>
                </a:moveTo>
                <a:cubicBezTo>
                  <a:pt x="467370" y="30989"/>
                  <a:pt x="463270" y="27886"/>
                  <a:pt x="455070" y="27812"/>
                </a:cubicBezTo>
                <a:cubicBezTo>
                  <a:pt x="450342" y="27812"/>
                  <a:pt x="446243" y="29659"/>
                  <a:pt x="442771" y="33353"/>
                </a:cubicBezTo>
                <a:cubicBezTo>
                  <a:pt x="439520" y="36899"/>
                  <a:pt x="436824" y="43695"/>
                  <a:pt x="434682" y="53740"/>
                </a:cubicBezTo>
                <a:cubicBezTo>
                  <a:pt x="446205" y="53224"/>
                  <a:pt x="455070" y="51082"/>
                  <a:pt x="461275" y="47314"/>
                </a:cubicBezTo>
                <a:cubicBezTo>
                  <a:pt x="465339" y="45024"/>
                  <a:pt x="467370" y="41626"/>
                  <a:pt x="467370" y="37120"/>
                </a:cubicBezTo>
                <a:close/>
                <a:moveTo>
                  <a:pt x="527530" y="101056"/>
                </a:moveTo>
                <a:cubicBezTo>
                  <a:pt x="517631" y="96106"/>
                  <a:pt x="510872" y="90197"/>
                  <a:pt x="507252" y="83328"/>
                </a:cubicBezTo>
                <a:cubicBezTo>
                  <a:pt x="502228" y="73576"/>
                  <a:pt x="499716" y="64120"/>
                  <a:pt x="499716" y="54959"/>
                </a:cubicBezTo>
                <a:lnTo>
                  <a:pt x="499716" y="47204"/>
                </a:lnTo>
                <a:cubicBezTo>
                  <a:pt x="499716" y="38043"/>
                  <a:pt x="502228" y="28587"/>
                  <a:pt x="507252" y="18837"/>
                </a:cubicBezTo>
                <a:cubicBezTo>
                  <a:pt x="510872" y="11967"/>
                  <a:pt x="517631" y="6057"/>
                  <a:pt x="527530" y="1107"/>
                </a:cubicBezTo>
                <a:lnTo>
                  <a:pt x="527530" y="7534"/>
                </a:lnTo>
                <a:cubicBezTo>
                  <a:pt x="522506" y="10046"/>
                  <a:pt x="518037" y="14995"/>
                  <a:pt x="514122" y="22383"/>
                </a:cubicBezTo>
                <a:cubicBezTo>
                  <a:pt x="512571" y="25412"/>
                  <a:pt x="511573" y="28810"/>
                  <a:pt x="511129" y="32577"/>
                </a:cubicBezTo>
                <a:cubicBezTo>
                  <a:pt x="510686" y="36344"/>
                  <a:pt x="510465" y="41219"/>
                  <a:pt x="510465" y="47204"/>
                </a:cubicBezTo>
                <a:lnTo>
                  <a:pt x="510465" y="54959"/>
                </a:lnTo>
                <a:cubicBezTo>
                  <a:pt x="510465" y="60944"/>
                  <a:pt x="510686" y="65819"/>
                  <a:pt x="511129" y="69586"/>
                </a:cubicBezTo>
                <a:cubicBezTo>
                  <a:pt x="511573" y="73354"/>
                  <a:pt x="512571" y="76752"/>
                  <a:pt x="514122" y="79780"/>
                </a:cubicBezTo>
                <a:cubicBezTo>
                  <a:pt x="518037" y="87168"/>
                  <a:pt x="522506" y="92117"/>
                  <a:pt x="527530" y="94629"/>
                </a:cubicBezTo>
                <a:lnTo>
                  <a:pt x="527530" y="101056"/>
                </a:lnTo>
                <a:close/>
                <a:moveTo>
                  <a:pt x="566477" y="4986"/>
                </a:moveTo>
                <a:cubicBezTo>
                  <a:pt x="566477" y="5502"/>
                  <a:pt x="566440" y="5909"/>
                  <a:pt x="566367" y="6205"/>
                </a:cubicBezTo>
                <a:cubicBezTo>
                  <a:pt x="565997" y="7977"/>
                  <a:pt x="565147" y="9417"/>
                  <a:pt x="563817" y="10525"/>
                </a:cubicBezTo>
                <a:cubicBezTo>
                  <a:pt x="562341" y="11708"/>
                  <a:pt x="560752" y="12299"/>
                  <a:pt x="559053" y="12299"/>
                </a:cubicBezTo>
                <a:cubicBezTo>
                  <a:pt x="557354" y="12299"/>
                  <a:pt x="556024" y="11708"/>
                  <a:pt x="555064" y="10525"/>
                </a:cubicBezTo>
                <a:cubicBezTo>
                  <a:pt x="554326" y="9714"/>
                  <a:pt x="553957" y="8679"/>
                  <a:pt x="553957" y="7423"/>
                </a:cubicBezTo>
                <a:cubicBezTo>
                  <a:pt x="553957" y="6906"/>
                  <a:pt x="553993" y="6501"/>
                  <a:pt x="554066" y="6205"/>
                </a:cubicBezTo>
                <a:cubicBezTo>
                  <a:pt x="554436" y="4432"/>
                  <a:pt x="555323" y="2992"/>
                  <a:pt x="556726" y="1884"/>
                </a:cubicBezTo>
                <a:cubicBezTo>
                  <a:pt x="558129" y="628"/>
                  <a:pt x="559681" y="0"/>
                  <a:pt x="561381" y="0"/>
                </a:cubicBezTo>
                <a:cubicBezTo>
                  <a:pt x="563005" y="0"/>
                  <a:pt x="564335" y="628"/>
                  <a:pt x="565369" y="1884"/>
                </a:cubicBezTo>
                <a:cubicBezTo>
                  <a:pt x="566108" y="2696"/>
                  <a:pt x="566477" y="3730"/>
                  <a:pt x="566477" y="4986"/>
                </a:cubicBezTo>
                <a:moveTo>
                  <a:pt x="563264" y="24045"/>
                </a:moveTo>
                <a:lnTo>
                  <a:pt x="553180" y="75792"/>
                </a:lnTo>
                <a:lnTo>
                  <a:pt x="562600" y="75792"/>
                </a:lnTo>
                <a:lnTo>
                  <a:pt x="561491" y="81554"/>
                </a:lnTo>
                <a:lnTo>
                  <a:pt x="542211" y="81554"/>
                </a:lnTo>
                <a:lnTo>
                  <a:pt x="552183" y="29807"/>
                </a:lnTo>
                <a:lnTo>
                  <a:pt x="542654" y="29807"/>
                </a:lnTo>
                <a:lnTo>
                  <a:pt x="543873" y="24045"/>
                </a:lnTo>
                <a:lnTo>
                  <a:pt x="563264" y="24045"/>
                </a:lnTo>
                <a:close/>
                <a:moveTo>
                  <a:pt x="599633" y="69255"/>
                </a:moveTo>
                <a:cubicBezTo>
                  <a:pt x="599265" y="75386"/>
                  <a:pt x="597825" y="80667"/>
                  <a:pt x="595313" y="85100"/>
                </a:cubicBezTo>
                <a:cubicBezTo>
                  <a:pt x="592653" y="89532"/>
                  <a:pt x="588700" y="93373"/>
                  <a:pt x="583456" y="96624"/>
                </a:cubicBezTo>
                <a:lnTo>
                  <a:pt x="579134" y="92302"/>
                </a:lnTo>
                <a:cubicBezTo>
                  <a:pt x="582458" y="89791"/>
                  <a:pt x="584970" y="86873"/>
                  <a:pt x="586670" y="83549"/>
                </a:cubicBezTo>
                <a:cubicBezTo>
                  <a:pt x="588221" y="80151"/>
                  <a:pt x="588996" y="76050"/>
                  <a:pt x="588996" y="71249"/>
                </a:cubicBezTo>
                <a:lnTo>
                  <a:pt x="588996" y="69255"/>
                </a:lnTo>
                <a:lnTo>
                  <a:pt x="599633" y="69255"/>
                </a:lnTo>
                <a:close/>
                <a:moveTo>
                  <a:pt x="682025" y="4986"/>
                </a:moveTo>
                <a:cubicBezTo>
                  <a:pt x="682025" y="5502"/>
                  <a:pt x="681988" y="5909"/>
                  <a:pt x="681913" y="6205"/>
                </a:cubicBezTo>
                <a:cubicBezTo>
                  <a:pt x="681544" y="7977"/>
                  <a:pt x="680694" y="9417"/>
                  <a:pt x="679365" y="10525"/>
                </a:cubicBezTo>
                <a:cubicBezTo>
                  <a:pt x="677962" y="11708"/>
                  <a:pt x="676374" y="12299"/>
                  <a:pt x="674601" y="12299"/>
                </a:cubicBezTo>
                <a:cubicBezTo>
                  <a:pt x="672901" y="12299"/>
                  <a:pt x="671571" y="11708"/>
                  <a:pt x="670611" y="10525"/>
                </a:cubicBezTo>
                <a:cubicBezTo>
                  <a:pt x="669872" y="9714"/>
                  <a:pt x="669503" y="8679"/>
                  <a:pt x="669503" y="7423"/>
                </a:cubicBezTo>
                <a:cubicBezTo>
                  <a:pt x="669503" y="6906"/>
                  <a:pt x="669540" y="6501"/>
                  <a:pt x="669615" y="6205"/>
                </a:cubicBezTo>
                <a:cubicBezTo>
                  <a:pt x="669983" y="4580"/>
                  <a:pt x="670870" y="3139"/>
                  <a:pt x="672274" y="1884"/>
                </a:cubicBezTo>
                <a:cubicBezTo>
                  <a:pt x="673751" y="628"/>
                  <a:pt x="675339" y="0"/>
                  <a:pt x="677039" y="0"/>
                </a:cubicBezTo>
                <a:cubicBezTo>
                  <a:pt x="678590" y="0"/>
                  <a:pt x="679882" y="628"/>
                  <a:pt x="680916" y="1884"/>
                </a:cubicBezTo>
                <a:cubicBezTo>
                  <a:pt x="681655" y="2696"/>
                  <a:pt x="682025" y="3730"/>
                  <a:pt x="682025" y="4986"/>
                </a:cubicBezTo>
                <a:moveTo>
                  <a:pt x="678589" y="24045"/>
                </a:moveTo>
                <a:lnTo>
                  <a:pt x="666291" y="87205"/>
                </a:lnTo>
                <a:cubicBezTo>
                  <a:pt x="665034" y="93041"/>
                  <a:pt x="662374" y="97695"/>
                  <a:pt x="658312" y="101167"/>
                </a:cubicBezTo>
                <a:cubicBezTo>
                  <a:pt x="654175" y="104639"/>
                  <a:pt x="649004" y="106301"/>
                  <a:pt x="642799" y="106153"/>
                </a:cubicBezTo>
                <a:cubicBezTo>
                  <a:pt x="640360" y="106153"/>
                  <a:pt x="637960" y="105858"/>
                  <a:pt x="635596" y="105267"/>
                </a:cubicBezTo>
                <a:cubicBezTo>
                  <a:pt x="633454" y="104750"/>
                  <a:pt x="631312" y="103863"/>
                  <a:pt x="629169" y="102608"/>
                </a:cubicBezTo>
                <a:lnTo>
                  <a:pt x="631496" y="90750"/>
                </a:lnTo>
                <a:lnTo>
                  <a:pt x="636593" y="90750"/>
                </a:lnTo>
                <a:cubicBezTo>
                  <a:pt x="636519" y="91342"/>
                  <a:pt x="636482" y="92155"/>
                  <a:pt x="636482" y="93188"/>
                </a:cubicBezTo>
                <a:cubicBezTo>
                  <a:pt x="636482" y="95479"/>
                  <a:pt x="636925" y="97215"/>
                  <a:pt x="637812" y="98396"/>
                </a:cubicBezTo>
                <a:cubicBezTo>
                  <a:pt x="638994" y="100021"/>
                  <a:pt x="641062" y="100834"/>
                  <a:pt x="644018" y="100834"/>
                </a:cubicBezTo>
                <a:cubicBezTo>
                  <a:pt x="647267" y="100834"/>
                  <a:pt x="649926" y="99726"/>
                  <a:pt x="651995" y="97510"/>
                </a:cubicBezTo>
                <a:cubicBezTo>
                  <a:pt x="653990" y="95294"/>
                  <a:pt x="655431" y="91859"/>
                  <a:pt x="656316" y="87205"/>
                </a:cubicBezTo>
                <a:lnTo>
                  <a:pt x="667508" y="29807"/>
                </a:lnTo>
                <a:lnTo>
                  <a:pt x="658090" y="29807"/>
                </a:lnTo>
                <a:lnTo>
                  <a:pt x="659198" y="24045"/>
                </a:lnTo>
                <a:lnTo>
                  <a:pt x="678589" y="24045"/>
                </a:lnTo>
                <a:close/>
                <a:moveTo>
                  <a:pt x="724260" y="54959"/>
                </a:moveTo>
                <a:cubicBezTo>
                  <a:pt x="724260" y="64268"/>
                  <a:pt x="721785" y="73724"/>
                  <a:pt x="716835" y="83328"/>
                </a:cubicBezTo>
                <a:cubicBezTo>
                  <a:pt x="713290" y="90123"/>
                  <a:pt x="706531" y="96033"/>
                  <a:pt x="696558" y="101056"/>
                </a:cubicBezTo>
                <a:lnTo>
                  <a:pt x="696558" y="94629"/>
                </a:lnTo>
                <a:cubicBezTo>
                  <a:pt x="701655" y="92043"/>
                  <a:pt x="706087" y="87094"/>
                  <a:pt x="709856" y="79780"/>
                </a:cubicBezTo>
                <a:cubicBezTo>
                  <a:pt x="710964" y="77712"/>
                  <a:pt x="711794" y="75219"/>
                  <a:pt x="712348" y="72302"/>
                </a:cubicBezTo>
                <a:cubicBezTo>
                  <a:pt x="712903" y="69384"/>
                  <a:pt x="713235" y="66780"/>
                  <a:pt x="713346" y="64490"/>
                </a:cubicBezTo>
                <a:cubicBezTo>
                  <a:pt x="713456" y="62200"/>
                  <a:pt x="713511" y="59023"/>
                  <a:pt x="713511" y="54959"/>
                </a:cubicBezTo>
                <a:lnTo>
                  <a:pt x="713511" y="47204"/>
                </a:lnTo>
                <a:cubicBezTo>
                  <a:pt x="713511" y="43140"/>
                  <a:pt x="713456" y="39964"/>
                  <a:pt x="713346" y="37674"/>
                </a:cubicBezTo>
                <a:cubicBezTo>
                  <a:pt x="713235" y="35384"/>
                  <a:pt x="712903" y="32780"/>
                  <a:pt x="712348" y="29863"/>
                </a:cubicBezTo>
                <a:cubicBezTo>
                  <a:pt x="711794" y="26945"/>
                  <a:pt x="710964" y="24451"/>
                  <a:pt x="709856" y="22383"/>
                </a:cubicBezTo>
                <a:cubicBezTo>
                  <a:pt x="706087" y="15070"/>
                  <a:pt x="701655" y="10120"/>
                  <a:pt x="696558" y="7534"/>
                </a:cubicBezTo>
                <a:lnTo>
                  <a:pt x="696558" y="1107"/>
                </a:lnTo>
                <a:cubicBezTo>
                  <a:pt x="706531" y="6130"/>
                  <a:pt x="713290" y="12040"/>
                  <a:pt x="716835" y="18837"/>
                </a:cubicBezTo>
                <a:cubicBezTo>
                  <a:pt x="721785" y="28440"/>
                  <a:pt x="724260" y="37895"/>
                  <a:pt x="724260" y="47204"/>
                </a:cubicBezTo>
                <a:lnTo>
                  <a:pt x="724260" y="54959"/>
                </a:lnTo>
                <a:close/>
                <a:moveTo>
                  <a:pt x="846821" y="44432"/>
                </a:moveTo>
                <a:lnTo>
                  <a:pt x="777234" y="44432"/>
                </a:lnTo>
                <a:lnTo>
                  <a:pt x="777234" y="35569"/>
                </a:lnTo>
                <a:lnTo>
                  <a:pt x="846821" y="35569"/>
                </a:lnTo>
                <a:lnTo>
                  <a:pt x="846821" y="44432"/>
                </a:lnTo>
                <a:moveTo>
                  <a:pt x="846821" y="66595"/>
                </a:moveTo>
                <a:lnTo>
                  <a:pt x="777234" y="66595"/>
                </a:lnTo>
                <a:lnTo>
                  <a:pt x="777234" y="57731"/>
                </a:lnTo>
                <a:lnTo>
                  <a:pt x="846821" y="57731"/>
                </a:lnTo>
                <a:lnTo>
                  <a:pt x="846821" y="66595"/>
                </a:lnTo>
                <a:close/>
                <a:moveTo>
                  <a:pt x="927386" y="101056"/>
                </a:moveTo>
                <a:cubicBezTo>
                  <a:pt x="917487" y="96106"/>
                  <a:pt x="910727" y="90197"/>
                  <a:pt x="907108" y="83328"/>
                </a:cubicBezTo>
                <a:cubicBezTo>
                  <a:pt x="902084" y="73576"/>
                  <a:pt x="899572" y="64120"/>
                  <a:pt x="899572" y="54959"/>
                </a:cubicBezTo>
                <a:lnTo>
                  <a:pt x="899572" y="47204"/>
                </a:lnTo>
                <a:cubicBezTo>
                  <a:pt x="899572" y="38043"/>
                  <a:pt x="902084" y="28587"/>
                  <a:pt x="907108" y="18837"/>
                </a:cubicBezTo>
                <a:cubicBezTo>
                  <a:pt x="910727" y="11967"/>
                  <a:pt x="917487" y="6057"/>
                  <a:pt x="927386" y="1107"/>
                </a:cubicBezTo>
                <a:lnTo>
                  <a:pt x="927386" y="7534"/>
                </a:lnTo>
                <a:cubicBezTo>
                  <a:pt x="922362" y="10046"/>
                  <a:pt x="917892" y="14995"/>
                  <a:pt x="913978" y="22383"/>
                </a:cubicBezTo>
                <a:cubicBezTo>
                  <a:pt x="912427" y="25412"/>
                  <a:pt x="911429" y="28810"/>
                  <a:pt x="910985" y="32577"/>
                </a:cubicBezTo>
                <a:cubicBezTo>
                  <a:pt x="910542" y="36344"/>
                  <a:pt x="910321" y="41219"/>
                  <a:pt x="910321" y="47204"/>
                </a:cubicBezTo>
                <a:lnTo>
                  <a:pt x="910321" y="54959"/>
                </a:lnTo>
                <a:cubicBezTo>
                  <a:pt x="910321" y="60944"/>
                  <a:pt x="910542" y="65819"/>
                  <a:pt x="910985" y="69586"/>
                </a:cubicBezTo>
                <a:cubicBezTo>
                  <a:pt x="911429" y="73354"/>
                  <a:pt x="912427" y="76752"/>
                  <a:pt x="913978" y="79780"/>
                </a:cubicBezTo>
                <a:cubicBezTo>
                  <a:pt x="917892" y="87168"/>
                  <a:pt x="922362" y="92117"/>
                  <a:pt x="927386" y="94629"/>
                </a:cubicBezTo>
                <a:lnTo>
                  <a:pt x="927386" y="101056"/>
                </a:lnTo>
                <a:close/>
                <a:moveTo>
                  <a:pt x="1011100" y="24045"/>
                </a:moveTo>
                <a:lnTo>
                  <a:pt x="986500" y="51082"/>
                </a:lnTo>
                <a:lnTo>
                  <a:pt x="998911" y="75016"/>
                </a:lnTo>
                <a:lnTo>
                  <a:pt x="1006557" y="75016"/>
                </a:lnTo>
                <a:lnTo>
                  <a:pt x="1005338" y="81554"/>
                </a:lnTo>
                <a:lnTo>
                  <a:pt x="980738" y="81554"/>
                </a:lnTo>
                <a:lnTo>
                  <a:pt x="969547" y="59836"/>
                </a:lnTo>
                <a:lnTo>
                  <a:pt x="949712" y="81554"/>
                </a:lnTo>
                <a:lnTo>
                  <a:pt x="942066" y="81554"/>
                </a:lnTo>
                <a:lnTo>
                  <a:pt x="967442" y="53519"/>
                </a:lnTo>
                <a:lnTo>
                  <a:pt x="955363" y="30581"/>
                </a:lnTo>
                <a:lnTo>
                  <a:pt x="948936" y="30581"/>
                </a:lnTo>
                <a:lnTo>
                  <a:pt x="950155" y="24045"/>
                </a:lnTo>
                <a:lnTo>
                  <a:pt x="973647" y="24045"/>
                </a:lnTo>
                <a:lnTo>
                  <a:pt x="984505" y="44877"/>
                </a:lnTo>
                <a:lnTo>
                  <a:pt x="1003343" y="24045"/>
                </a:lnTo>
                <a:lnTo>
                  <a:pt x="1011100" y="240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�">
            <a:extLst xmlns:a="http://schemas.openxmlformats.org/drawingml/2006/main">
              <a:ext uri="{FF2B5EF4-FFF2-40B4-BE49-F238E27FC236}">
                <a16:creationId xmlns:a16="http://schemas.microsoft.com/office/drawing/2014/main" id="{9D84E727-8D42-4DEE-A3EC-0DB9F825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68" y="2627726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−�">
            <a:extLst xmlns:a="http://schemas.openxmlformats.org/drawingml/2006/main">
              <a:ext uri="{FF2B5EF4-FFF2-40B4-BE49-F238E27FC236}">
                <a16:creationId xmlns:a16="http://schemas.microsoft.com/office/drawing/2014/main" id="{F644CD93-441E-4FD1-A3FE-FA32F6B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39" y="2607379"/>
            <a:ext cx="180630" cy="57509"/>
          </a:xfrm>
          <a:custGeom xmlns:a="http://schemas.openxmlformats.org/drawingml/2006/main">
            <a:pathLst>
              <a:path w="180630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0" y="0"/>
                </a:moveTo>
                <a:lnTo>
                  <a:pt x="156031" y="27038"/>
                </a:lnTo>
                <a:lnTo>
                  <a:pt x="168441" y="50971"/>
                </a:lnTo>
                <a:lnTo>
                  <a:pt x="176087" y="50971"/>
                </a:lnTo>
                <a:lnTo>
                  <a:pt x="174868" y="57509"/>
                </a:lnTo>
                <a:lnTo>
                  <a:pt x="150269" y="57509"/>
                </a:lnTo>
                <a:lnTo>
                  <a:pt x="139077" y="35791"/>
                </a:lnTo>
                <a:lnTo>
                  <a:pt x="119242" y="57509"/>
                </a:lnTo>
                <a:lnTo>
                  <a:pt x="111597" y="57509"/>
                </a:lnTo>
                <a:lnTo>
                  <a:pt x="136972" y="29474"/>
                </a:lnTo>
                <a:lnTo>
                  <a:pt x="124893" y="6537"/>
                </a:lnTo>
                <a:lnTo>
                  <a:pt x="118466" y="6537"/>
                </a:lnTo>
                <a:lnTo>
                  <a:pt x="119685" y="0"/>
                </a:lnTo>
                <a:lnTo>
                  <a:pt x="143177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�">
            <a:extLst xmlns:a="http://schemas.openxmlformats.org/drawingml/2006/main">
              <a:ext uri="{FF2B5EF4-FFF2-40B4-BE49-F238E27FC236}">
                <a16:creationId xmlns:a16="http://schemas.microsoft.com/office/drawing/2014/main" id="{BC7EF78A-1DA8-4DF1-AD6A-924EE396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108" y="2627726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)">
            <a:extLst xmlns:a="http://schemas.openxmlformats.org/drawingml/2006/main">
              <a:ext uri="{FF2B5EF4-FFF2-40B4-BE49-F238E27FC236}">
                <a16:creationId xmlns:a16="http://schemas.microsoft.com/office/drawing/2014/main" id="{B88CE2BE-7B4C-49C9-A069-B66C3819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319" y="2584441"/>
            <a:ext cx="27702" cy="99948"/>
          </a:xfrm>
          <a:custGeom xmlns:a="http://schemas.openxmlformats.org/drawingml/2006/main">
            <a:pathLst>
              <a:path w="27702" h="99948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⊺">
            <a:extLst xmlns:a="http://schemas.openxmlformats.org/drawingml/2006/main">
              <a:ext uri="{FF2B5EF4-FFF2-40B4-BE49-F238E27FC236}">
                <a16:creationId xmlns:a16="http://schemas.microsoft.com/office/drawing/2014/main" id="{85828CD4-D9B9-4C26-81A0-6C551ED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651" y="2569970"/>
            <a:ext cx="49280" cy="54696"/>
          </a:xfrm>
          <a:custGeom xmlns:a="http://schemas.openxmlformats.org/drawingml/2006/main">
            <a:pathLst>
              <a:path w="49280" h="54696">
                <a:moveTo>
                  <a:pt x="49280" y="6278"/>
                </a:moveTo>
                <a:lnTo>
                  <a:pt x="27780" y="6278"/>
                </a:lnTo>
                <a:lnTo>
                  <a:pt x="27780" y="54696"/>
                </a:lnTo>
                <a:lnTo>
                  <a:pt x="21502" y="54696"/>
                </a:lnTo>
                <a:lnTo>
                  <a:pt x="21502" y="6278"/>
                </a:lnTo>
                <a:lnTo>
                  <a:pt x="0" y="6278"/>
                </a:lnTo>
                <a:lnTo>
                  <a:pt x="0" y="0"/>
                </a:lnTo>
                <a:lnTo>
                  <a:pt x="49280" y="0"/>
                </a:lnTo>
                <a:lnTo>
                  <a:pt x="49280" y="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((�">
            <a:extLst xmlns:a="http://schemas.openxmlformats.org/drawingml/2006/main">
              <a:ext uri="{FF2B5EF4-FFF2-40B4-BE49-F238E27FC236}">
                <a16:creationId xmlns:a16="http://schemas.microsoft.com/office/drawing/2014/main" id="{F41DDAEB-7388-43C5-9901-A185799D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312" y="2584441"/>
            <a:ext cx="158454" cy="99948"/>
          </a:xfrm>
          <a:custGeom xmlns:a="http://schemas.openxmlformats.org/drawingml/2006/main">
            <a:pathLst>
              <a:path w="158454" h="99948">
                <a:moveTo>
                  <a:pt x="27814" y="99948"/>
                </a:moveTo>
                <a:cubicBezTo>
                  <a:pt x="17915" y="94999"/>
                  <a:pt x="11155" y="89089"/>
                  <a:pt x="7536" y="82220"/>
                </a:cubicBezTo>
                <a:cubicBezTo>
                  <a:pt x="2512" y="72469"/>
                  <a:pt x="0" y="63013"/>
                  <a:pt x="0" y="53852"/>
                </a:cubicBezTo>
                <a:lnTo>
                  <a:pt x="0" y="46096"/>
                </a:lnTo>
                <a:cubicBezTo>
                  <a:pt x="0" y="36935"/>
                  <a:pt x="2512" y="27480"/>
                  <a:pt x="7536" y="17730"/>
                </a:cubicBezTo>
                <a:cubicBezTo>
                  <a:pt x="11155" y="10859"/>
                  <a:pt x="17915" y="4950"/>
                  <a:pt x="27814" y="0"/>
                </a:cubicBezTo>
                <a:lnTo>
                  <a:pt x="27814" y="6427"/>
                </a:lnTo>
                <a:cubicBezTo>
                  <a:pt x="22790" y="8938"/>
                  <a:pt x="18320" y="13888"/>
                  <a:pt x="14406" y="21275"/>
                </a:cubicBezTo>
                <a:cubicBezTo>
                  <a:pt x="12855" y="24304"/>
                  <a:pt x="11857" y="27702"/>
                  <a:pt x="11413" y="31469"/>
                </a:cubicBezTo>
                <a:cubicBezTo>
                  <a:pt x="10970" y="35236"/>
                  <a:pt x="10748" y="40112"/>
                  <a:pt x="10748" y="46096"/>
                </a:cubicBezTo>
                <a:lnTo>
                  <a:pt x="10748" y="53852"/>
                </a:lnTo>
                <a:cubicBezTo>
                  <a:pt x="10748" y="59836"/>
                  <a:pt x="10970" y="64712"/>
                  <a:pt x="11413" y="68479"/>
                </a:cubicBezTo>
                <a:cubicBezTo>
                  <a:pt x="11857" y="72246"/>
                  <a:pt x="12855" y="75644"/>
                  <a:pt x="14406" y="78673"/>
                </a:cubicBezTo>
                <a:cubicBezTo>
                  <a:pt x="18320" y="86060"/>
                  <a:pt x="22790" y="91010"/>
                  <a:pt x="27814" y="93521"/>
                </a:cubicBezTo>
                <a:lnTo>
                  <a:pt x="27814" y="99948"/>
                </a:lnTo>
                <a:close/>
                <a:moveTo>
                  <a:pt x="74739" y="99948"/>
                </a:moveTo>
                <a:cubicBezTo>
                  <a:pt x="64840" y="94999"/>
                  <a:pt x="58081" y="89089"/>
                  <a:pt x="54462" y="82220"/>
                </a:cubicBezTo>
                <a:cubicBezTo>
                  <a:pt x="49438" y="72469"/>
                  <a:pt x="46926" y="63013"/>
                  <a:pt x="46926" y="53852"/>
                </a:cubicBezTo>
                <a:lnTo>
                  <a:pt x="46926" y="46096"/>
                </a:lnTo>
                <a:cubicBezTo>
                  <a:pt x="46926" y="36935"/>
                  <a:pt x="49438" y="27480"/>
                  <a:pt x="54462" y="17730"/>
                </a:cubicBezTo>
                <a:cubicBezTo>
                  <a:pt x="58081" y="10859"/>
                  <a:pt x="64840" y="4950"/>
                  <a:pt x="74739" y="0"/>
                </a:cubicBezTo>
                <a:lnTo>
                  <a:pt x="74739" y="6427"/>
                </a:lnTo>
                <a:cubicBezTo>
                  <a:pt x="69715" y="8938"/>
                  <a:pt x="65246" y="13888"/>
                  <a:pt x="61331" y="21275"/>
                </a:cubicBezTo>
                <a:cubicBezTo>
                  <a:pt x="59780" y="24304"/>
                  <a:pt x="58783" y="27702"/>
                  <a:pt x="58339" y="31469"/>
                </a:cubicBezTo>
                <a:cubicBezTo>
                  <a:pt x="57896" y="35236"/>
                  <a:pt x="57674" y="40112"/>
                  <a:pt x="57674" y="46096"/>
                </a:cubicBezTo>
                <a:lnTo>
                  <a:pt x="57674" y="53852"/>
                </a:lnTo>
                <a:cubicBezTo>
                  <a:pt x="57674" y="59836"/>
                  <a:pt x="57896" y="64712"/>
                  <a:pt x="58339" y="68479"/>
                </a:cubicBezTo>
                <a:cubicBezTo>
                  <a:pt x="58783" y="72246"/>
                  <a:pt x="59780" y="75644"/>
                  <a:pt x="61331" y="78673"/>
                </a:cubicBezTo>
                <a:cubicBezTo>
                  <a:pt x="65246" y="86060"/>
                  <a:pt x="69715" y="91010"/>
                  <a:pt x="74739" y="93521"/>
                </a:cubicBezTo>
                <a:lnTo>
                  <a:pt x="74739" y="99948"/>
                </a:lnTo>
                <a:close/>
                <a:moveTo>
                  <a:pt x="158454" y="22937"/>
                </a:moveTo>
                <a:lnTo>
                  <a:pt x="133854" y="49975"/>
                </a:lnTo>
                <a:lnTo>
                  <a:pt x="146265" y="73908"/>
                </a:lnTo>
                <a:lnTo>
                  <a:pt x="153911" y="73908"/>
                </a:lnTo>
                <a:lnTo>
                  <a:pt x="152692" y="80446"/>
                </a:lnTo>
                <a:lnTo>
                  <a:pt x="128092" y="80446"/>
                </a:lnTo>
                <a:lnTo>
                  <a:pt x="116901" y="58728"/>
                </a:lnTo>
                <a:lnTo>
                  <a:pt x="97066" y="80446"/>
                </a:lnTo>
                <a:lnTo>
                  <a:pt x="89420" y="80446"/>
                </a:lnTo>
                <a:lnTo>
                  <a:pt x="114796" y="52411"/>
                </a:lnTo>
                <a:lnTo>
                  <a:pt x="102717" y="29474"/>
                </a:lnTo>
                <a:lnTo>
                  <a:pt x="96290" y="29474"/>
                </a:lnTo>
                <a:lnTo>
                  <a:pt x="97509" y="22937"/>
                </a:lnTo>
                <a:lnTo>
                  <a:pt x="121001" y="22937"/>
                </a:lnTo>
                <a:lnTo>
                  <a:pt x="131859" y="43770"/>
                </a:lnTo>
                <a:lnTo>
                  <a:pt x="150696" y="22937"/>
                </a:lnTo>
                <a:lnTo>
                  <a:pt x="158454" y="22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�">
            <a:extLst xmlns:a="http://schemas.openxmlformats.org/drawingml/2006/main">
              <a:ext uri="{FF2B5EF4-FFF2-40B4-BE49-F238E27FC236}">
                <a16:creationId xmlns:a16="http://schemas.microsoft.com/office/drawing/2014/main" id="{92682246-C1BB-43C9-9D32-ACBC96A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226" y="2627726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−�">
            <a:extLst xmlns:a="http://schemas.openxmlformats.org/drawingml/2006/main">
              <a:ext uri="{FF2B5EF4-FFF2-40B4-BE49-F238E27FC236}">
                <a16:creationId xmlns:a16="http://schemas.microsoft.com/office/drawing/2014/main" id="{8A343ED1-CB92-4D0C-BA05-8AFAEE55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198" y="2607379"/>
            <a:ext cx="180630" cy="57509"/>
          </a:xfrm>
          <a:custGeom xmlns:a="http://schemas.openxmlformats.org/drawingml/2006/main">
            <a:pathLst>
              <a:path w="180630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0" y="0"/>
                </a:moveTo>
                <a:lnTo>
                  <a:pt x="156031" y="27038"/>
                </a:lnTo>
                <a:lnTo>
                  <a:pt x="168441" y="50971"/>
                </a:lnTo>
                <a:lnTo>
                  <a:pt x="176087" y="50971"/>
                </a:lnTo>
                <a:lnTo>
                  <a:pt x="174868" y="57509"/>
                </a:lnTo>
                <a:lnTo>
                  <a:pt x="150268" y="57509"/>
                </a:lnTo>
                <a:lnTo>
                  <a:pt x="139077" y="35791"/>
                </a:lnTo>
                <a:lnTo>
                  <a:pt x="119242" y="57509"/>
                </a:lnTo>
                <a:lnTo>
                  <a:pt x="111597" y="57509"/>
                </a:lnTo>
                <a:lnTo>
                  <a:pt x="136972" y="29474"/>
                </a:lnTo>
                <a:lnTo>
                  <a:pt x="124893" y="6537"/>
                </a:lnTo>
                <a:lnTo>
                  <a:pt x="118466" y="6537"/>
                </a:lnTo>
                <a:lnTo>
                  <a:pt x="119685" y="0"/>
                </a:lnTo>
                <a:lnTo>
                  <a:pt x="143177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�">
            <a:extLst xmlns:a="http://schemas.openxmlformats.org/drawingml/2006/main">
              <a:ext uri="{FF2B5EF4-FFF2-40B4-BE49-F238E27FC236}">
                <a16:creationId xmlns:a16="http://schemas.microsoft.com/office/drawing/2014/main" id="{68876079-9FCA-47F5-A7B0-CC4ECB2F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567" y="2627726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)⨀�)">
            <a:extLst xmlns:a="http://schemas.openxmlformats.org/drawingml/2006/main">
              <a:ext uri="{FF2B5EF4-FFF2-40B4-BE49-F238E27FC236}">
                <a16:creationId xmlns:a16="http://schemas.microsoft.com/office/drawing/2014/main" id="{3E5F107B-02A0-44E4-97F8-ADC0631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78" y="2580674"/>
            <a:ext cx="252078" cy="107151"/>
          </a:xfrm>
          <a:custGeom xmlns:a="http://schemas.openxmlformats.org/drawingml/2006/main">
            <a:pathLst>
              <a:path w="252078" h="107151">
                <a:moveTo>
                  <a:pt x="27702" y="57619"/>
                </a:moveTo>
                <a:cubicBezTo>
                  <a:pt x="27702" y="66927"/>
                  <a:pt x="25227" y="76383"/>
                  <a:pt x="20278" y="85987"/>
                </a:cubicBezTo>
                <a:cubicBezTo>
                  <a:pt x="16733" y="92783"/>
                  <a:pt x="9973" y="98692"/>
                  <a:pt x="0" y="103715"/>
                </a:cubicBezTo>
                <a:lnTo>
                  <a:pt x="0" y="97289"/>
                </a:lnTo>
                <a:cubicBezTo>
                  <a:pt x="5097" y="94703"/>
                  <a:pt x="9530" y="89753"/>
                  <a:pt x="13298" y="82440"/>
                </a:cubicBezTo>
                <a:cubicBezTo>
                  <a:pt x="14406" y="80372"/>
                  <a:pt x="15237" y="77879"/>
                  <a:pt x="15790" y="74962"/>
                </a:cubicBezTo>
                <a:cubicBezTo>
                  <a:pt x="16345" y="72043"/>
                  <a:pt x="16677" y="69439"/>
                  <a:pt x="16788" y="67150"/>
                </a:cubicBezTo>
                <a:cubicBezTo>
                  <a:pt x="16898" y="64860"/>
                  <a:pt x="16954" y="61683"/>
                  <a:pt x="16954" y="57619"/>
                </a:cubicBezTo>
                <a:lnTo>
                  <a:pt x="16954" y="49863"/>
                </a:lnTo>
                <a:cubicBezTo>
                  <a:pt x="16954" y="45800"/>
                  <a:pt x="16898" y="42623"/>
                  <a:pt x="16788" y="40334"/>
                </a:cubicBezTo>
                <a:cubicBezTo>
                  <a:pt x="16677" y="38044"/>
                  <a:pt x="16345" y="35440"/>
                  <a:pt x="15790" y="32522"/>
                </a:cubicBezTo>
                <a:cubicBezTo>
                  <a:pt x="15237" y="29604"/>
                  <a:pt x="14406" y="27111"/>
                  <a:pt x="13298" y="25042"/>
                </a:cubicBezTo>
                <a:cubicBezTo>
                  <a:pt x="9530" y="17729"/>
                  <a:pt x="5097" y="12780"/>
                  <a:pt x="0" y="10194"/>
                </a:cubicBezTo>
                <a:lnTo>
                  <a:pt x="0" y="3767"/>
                </a:lnTo>
                <a:cubicBezTo>
                  <a:pt x="9973" y="8790"/>
                  <a:pt x="16733" y="14700"/>
                  <a:pt x="20278" y="21497"/>
                </a:cubicBezTo>
                <a:cubicBezTo>
                  <a:pt x="25227" y="31099"/>
                  <a:pt x="27702" y="40555"/>
                  <a:pt x="27702" y="49863"/>
                </a:cubicBezTo>
                <a:lnTo>
                  <a:pt x="27702" y="57619"/>
                </a:lnTo>
                <a:close/>
                <a:moveTo>
                  <a:pt x="149589" y="26926"/>
                </a:moveTo>
                <a:cubicBezTo>
                  <a:pt x="154355" y="35125"/>
                  <a:pt x="156738" y="44064"/>
                  <a:pt x="156738" y="53742"/>
                </a:cubicBezTo>
                <a:cubicBezTo>
                  <a:pt x="156738" y="63419"/>
                  <a:pt x="154355" y="72358"/>
                  <a:pt x="149589" y="80558"/>
                </a:cubicBezTo>
                <a:cubicBezTo>
                  <a:pt x="144825" y="88757"/>
                  <a:pt x="138342" y="95239"/>
                  <a:pt x="130142" y="100004"/>
                </a:cubicBezTo>
                <a:cubicBezTo>
                  <a:pt x="121943" y="104769"/>
                  <a:pt x="113005" y="107151"/>
                  <a:pt x="103328" y="107151"/>
                </a:cubicBezTo>
                <a:cubicBezTo>
                  <a:pt x="93651" y="107151"/>
                  <a:pt x="84712" y="104769"/>
                  <a:pt x="76511" y="100004"/>
                </a:cubicBezTo>
                <a:cubicBezTo>
                  <a:pt x="68312" y="95239"/>
                  <a:pt x="61830" y="88757"/>
                  <a:pt x="57066" y="80558"/>
                </a:cubicBezTo>
                <a:cubicBezTo>
                  <a:pt x="52301" y="72358"/>
                  <a:pt x="49919" y="63419"/>
                  <a:pt x="49919" y="53742"/>
                </a:cubicBezTo>
                <a:cubicBezTo>
                  <a:pt x="49919" y="44064"/>
                  <a:pt x="52301" y="35125"/>
                  <a:pt x="57066" y="26926"/>
                </a:cubicBezTo>
                <a:cubicBezTo>
                  <a:pt x="61830" y="18726"/>
                  <a:pt x="68312" y="12243"/>
                  <a:pt x="76511" y="7478"/>
                </a:cubicBezTo>
                <a:cubicBezTo>
                  <a:pt x="84712" y="2714"/>
                  <a:pt x="93651" y="331"/>
                  <a:pt x="103328" y="331"/>
                </a:cubicBezTo>
                <a:cubicBezTo>
                  <a:pt x="113005" y="331"/>
                  <a:pt x="121943" y="2714"/>
                  <a:pt x="130142" y="7478"/>
                </a:cubicBezTo>
                <a:cubicBezTo>
                  <a:pt x="138342" y="12243"/>
                  <a:pt x="144825" y="18726"/>
                  <a:pt x="149589" y="26926"/>
                </a:cubicBezTo>
                <a:moveTo>
                  <a:pt x="108425" y="48644"/>
                </a:moveTo>
                <a:cubicBezTo>
                  <a:pt x="109829" y="50048"/>
                  <a:pt x="110530" y="51747"/>
                  <a:pt x="110530" y="53742"/>
                </a:cubicBezTo>
                <a:cubicBezTo>
                  <a:pt x="110530" y="55736"/>
                  <a:pt x="109829" y="57435"/>
                  <a:pt x="108425" y="58838"/>
                </a:cubicBezTo>
                <a:cubicBezTo>
                  <a:pt x="107022" y="60241"/>
                  <a:pt x="105323" y="60943"/>
                  <a:pt x="103328" y="60943"/>
                </a:cubicBezTo>
                <a:cubicBezTo>
                  <a:pt x="101334" y="60943"/>
                  <a:pt x="99634" y="60241"/>
                  <a:pt x="98230" y="58838"/>
                </a:cubicBezTo>
                <a:cubicBezTo>
                  <a:pt x="96826" y="57435"/>
                  <a:pt x="96125" y="55736"/>
                  <a:pt x="96125" y="53742"/>
                </a:cubicBezTo>
                <a:cubicBezTo>
                  <a:pt x="96125" y="51747"/>
                  <a:pt x="96826" y="50048"/>
                  <a:pt x="98230" y="48644"/>
                </a:cubicBezTo>
                <a:cubicBezTo>
                  <a:pt x="99634" y="47241"/>
                  <a:pt x="101334" y="46539"/>
                  <a:pt x="103328" y="46539"/>
                </a:cubicBezTo>
                <a:cubicBezTo>
                  <a:pt x="105323" y="46539"/>
                  <a:pt x="107022" y="47241"/>
                  <a:pt x="108425" y="48644"/>
                </a:cubicBezTo>
                <a:moveTo>
                  <a:pt x="134354" y="84768"/>
                </a:moveTo>
                <a:cubicBezTo>
                  <a:pt x="142923" y="76199"/>
                  <a:pt x="147207" y="65857"/>
                  <a:pt x="147207" y="53742"/>
                </a:cubicBezTo>
                <a:cubicBezTo>
                  <a:pt x="147207" y="41627"/>
                  <a:pt x="142923" y="31285"/>
                  <a:pt x="134354" y="22716"/>
                </a:cubicBezTo>
                <a:cubicBezTo>
                  <a:pt x="125785" y="14146"/>
                  <a:pt x="115443" y="9861"/>
                  <a:pt x="103328" y="9861"/>
                </a:cubicBezTo>
                <a:cubicBezTo>
                  <a:pt x="91212" y="9861"/>
                  <a:pt x="80870" y="14146"/>
                  <a:pt x="72301" y="22716"/>
                </a:cubicBezTo>
                <a:cubicBezTo>
                  <a:pt x="63732" y="31285"/>
                  <a:pt x="59448" y="41627"/>
                  <a:pt x="59448" y="53742"/>
                </a:cubicBezTo>
                <a:cubicBezTo>
                  <a:pt x="59448" y="65857"/>
                  <a:pt x="63732" y="76199"/>
                  <a:pt x="72301" y="84768"/>
                </a:cubicBezTo>
                <a:cubicBezTo>
                  <a:pt x="80870" y="93337"/>
                  <a:pt x="91212" y="97622"/>
                  <a:pt x="103328" y="97622"/>
                </a:cubicBezTo>
                <a:cubicBezTo>
                  <a:pt x="115443" y="97622"/>
                  <a:pt x="125785" y="93337"/>
                  <a:pt x="134354" y="84768"/>
                </a:cubicBezTo>
                <a:close/>
                <a:moveTo>
                  <a:pt x="209703" y="0"/>
                </a:moveTo>
                <a:lnTo>
                  <a:pt x="194523" y="77675"/>
                </a:lnTo>
                <a:lnTo>
                  <a:pt x="202833" y="77675"/>
                </a:lnTo>
                <a:lnTo>
                  <a:pt x="201503" y="84214"/>
                </a:lnTo>
                <a:lnTo>
                  <a:pt x="174134" y="84214"/>
                </a:lnTo>
                <a:lnTo>
                  <a:pt x="189204" y="6537"/>
                </a:lnTo>
                <a:lnTo>
                  <a:pt x="181115" y="6537"/>
                </a:lnTo>
                <a:lnTo>
                  <a:pt x="182334" y="0"/>
                </a:lnTo>
                <a:lnTo>
                  <a:pt x="209703" y="0"/>
                </a:lnTo>
                <a:close/>
                <a:moveTo>
                  <a:pt x="252078" y="57619"/>
                </a:moveTo>
                <a:cubicBezTo>
                  <a:pt x="252078" y="66927"/>
                  <a:pt x="249604" y="76383"/>
                  <a:pt x="244654" y="85987"/>
                </a:cubicBezTo>
                <a:cubicBezTo>
                  <a:pt x="241109" y="92783"/>
                  <a:pt x="234350" y="98692"/>
                  <a:pt x="224376" y="103715"/>
                </a:cubicBezTo>
                <a:lnTo>
                  <a:pt x="224376" y="97289"/>
                </a:lnTo>
                <a:cubicBezTo>
                  <a:pt x="229474" y="94703"/>
                  <a:pt x="233906" y="89753"/>
                  <a:pt x="237674" y="82440"/>
                </a:cubicBezTo>
                <a:cubicBezTo>
                  <a:pt x="238783" y="80372"/>
                  <a:pt x="239613" y="77879"/>
                  <a:pt x="240167" y="74962"/>
                </a:cubicBezTo>
                <a:cubicBezTo>
                  <a:pt x="240721" y="72043"/>
                  <a:pt x="241054" y="69439"/>
                  <a:pt x="241164" y="67150"/>
                </a:cubicBezTo>
                <a:cubicBezTo>
                  <a:pt x="241275" y="64860"/>
                  <a:pt x="241330" y="61683"/>
                  <a:pt x="241330" y="57619"/>
                </a:cubicBezTo>
                <a:lnTo>
                  <a:pt x="241330" y="49863"/>
                </a:lnTo>
                <a:cubicBezTo>
                  <a:pt x="241330" y="45800"/>
                  <a:pt x="241275" y="42623"/>
                  <a:pt x="241164" y="40334"/>
                </a:cubicBezTo>
                <a:cubicBezTo>
                  <a:pt x="241054" y="38044"/>
                  <a:pt x="240721" y="35440"/>
                  <a:pt x="240167" y="32522"/>
                </a:cubicBezTo>
                <a:cubicBezTo>
                  <a:pt x="239613" y="29604"/>
                  <a:pt x="238783" y="27111"/>
                  <a:pt x="237674" y="25042"/>
                </a:cubicBezTo>
                <a:cubicBezTo>
                  <a:pt x="233906" y="17729"/>
                  <a:pt x="229474" y="12780"/>
                  <a:pt x="224376" y="10194"/>
                </a:cubicBezTo>
                <a:lnTo>
                  <a:pt x="224376" y="3767"/>
                </a:lnTo>
                <a:cubicBezTo>
                  <a:pt x="234350" y="8790"/>
                  <a:pt x="241109" y="14700"/>
                  <a:pt x="244654" y="21497"/>
                </a:cubicBezTo>
                <a:cubicBezTo>
                  <a:pt x="249604" y="31099"/>
                  <a:pt x="252078" y="40555"/>
                  <a:pt x="252078" y="49863"/>
                </a:cubicBezTo>
                <a:lnTo>
                  <a:pt x="252078" y="57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7870E-02AC-4F67-A77B-B536C789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99" y="2499662"/>
            <a:ext cx="3063951" cy="11830"/>
          </a:xfrm>
          <a:custGeom xmlns:a="http://schemas.openxmlformats.org/drawingml/2006/main">
            <a:pathLst>
              <a:path w="3063951" h="11830">
                <a:moveTo>
                  <a:pt x="0" y="0"/>
                </a:moveTo>
                <a:lnTo>
                  <a:pt x="3063951" y="0"/>
                </a:lnTo>
                <a:lnTo>
                  <a:pt x="3063951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52485-2032-4D14-8410-1424C8BC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6" y="4099873"/>
            <a:ext cx="3063951" cy="11830"/>
          </a:xfrm>
          <a:custGeom xmlns:a="http://schemas.openxmlformats.org/drawingml/2006/main">
            <a:pathLst>
              <a:path w="3063951" h="11830">
                <a:moveTo>
                  <a:pt x="0" y="0"/>
                </a:moveTo>
                <a:lnTo>
                  <a:pt x="3063951" y="0"/>
                </a:lnTo>
                <a:lnTo>
                  <a:pt x="3063951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6c38aa5ab4234"/>
          <a:stretch xmlns:a="http://schemas.openxmlformats.org/drawingml/2006/main"/>
        </p:blipFill>
        <p:spPr>
          <a:xfrm xmlns:a="http://schemas.openxmlformats.org/drawingml/2006/main">
            <a:off x="927165" y="3941650"/>
            <a:ext cx="1785533" cy="170543"/>
          </a:xfrm>
          <a:prstGeom xmlns:a="http://schemas.openxmlformats.org/drawingml/2006/main" prst="rect">
            <a:avLst/>
          </a:prstGeom>
        </p:spPr>
      </p:pic>
      <p:pic>
        <p:nvPicPr>
          <p:cNvPr id="8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12578587c492f"/>
          <a:stretch xmlns:a="http://schemas.openxmlformats.org/drawingml/2006/main"/>
        </p:blipFill>
        <p:spPr>
          <a:xfrm xmlns:a="http://schemas.openxmlformats.org/drawingml/2006/main">
            <a:off x="1446670" y="4000492"/>
            <a:ext cx="355225" cy="75194"/>
          </a:xfrm>
          <a:prstGeom xmlns:a="http://schemas.openxmlformats.org/drawingml/2006/main" prst="rect">
            <a:avLst/>
          </a:prstGeom>
        </p:spPr>
      </p:pic>
      <p:pic>
        <p:nvPicPr>
          <p:cNvPr id="8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a18e682e44462"/>
          <a:stretch xmlns:a="http://schemas.openxmlformats.org/drawingml/2006/main"/>
        </p:blipFill>
        <p:spPr>
          <a:xfrm xmlns:a="http://schemas.openxmlformats.org/drawingml/2006/main">
            <a:off x="1795806" y="3985707"/>
            <a:ext cx="410313" cy="105804"/>
          </a:xfrm>
          <a:prstGeom xmlns:a="http://schemas.openxmlformats.org/drawingml/2006/main" prst="rect">
            <a:avLst/>
          </a:prstGeom>
        </p:spPr>
      </p:pic>
      <p:pic>
        <p:nvPicPr>
          <p:cNvPr id="8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124b6ce1846c2"/>
          <a:stretch xmlns:a="http://schemas.openxmlformats.org/drawingml/2006/main"/>
        </p:blipFill>
        <p:spPr>
          <a:xfrm xmlns:a="http://schemas.openxmlformats.org/drawingml/2006/main">
            <a:off x="1156153" y="2788315"/>
            <a:ext cx="2047985" cy="1128587"/>
          </a:xfrm>
          <a:prstGeom xmlns:a="http://schemas.openxmlformats.org/drawingml/2006/main" prst="rect">
            <a:avLst/>
          </a:prstGeom>
        </p:spPr>
      </p:pic>
      <p:pic>
        <p:nvPicPr>
          <p:cNvPr id="8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6ae6cb9a54790"/>
          <a:stretch xmlns:a="http://schemas.openxmlformats.org/drawingml/2006/main"/>
        </p:blipFill>
        <p:spPr>
          <a:xfrm xmlns:a="http://schemas.openxmlformats.org/drawingml/2006/main">
            <a:off x="430698" y="2773666"/>
            <a:ext cx="1971257" cy="1139350"/>
          </a:xfrm>
          <a:prstGeom xmlns:a="http://schemas.openxmlformats.org/drawingml/2006/main" prst="rect">
            <a:avLst/>
          </a:prstGeom>
        </p:spPr>
      </p:pic>
      <p:pic>
        <p:nvPicPr>
          <p:cNvPr id="8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213ee03c54ffd"/>
          <a:stretch xmlns:a="http://schemas.openxmlformats.org/drawingml/2006/main"/>
        </p:blipFill>
        <p:spPr>
          <a:xfrm xmlns:a="http://schemas.openxmlformats.org/drawingml/2006/main">
            <a:off x="495313" y="3564697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459241ff24810"/>
          <a:stretch xmlns:a="http://schemas.openxmlformats.org/drawingml/2006/main"/>
        </p:blipFill>
        <p:spPr>
          <a:xfrm xmlns:a="http://schemas.openxmlformats.org/drawingml/2006/main">
            <a:off x="1002815" y="2843459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49f7a3fb440f3"/>
          <a:stretch xmlns:a="http://schemas.openxmlformats.org/drawingml/2006/main"/>
        </p:blipFill>
        <p:spPr>
          <a:xfrm xmlns:a="http://schemas.openxmlformats.org/drawingml/2006/main">
            <a:off x="1234281" y="3542614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ddd9bb65e4c20"/>
          <a:stretch xmlns:a="http://schemas.openxmlformats.org/drawingml/2006/main"/>
        </p:blipFill>
        <p:spPr>
          <a:xfrm xmlns:a="http://schemas.openxmlformats.org/drawingml/2006/main">
            <a:off x="2003621" y="3542614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cdee4d6674b2b"/>
          <a:stretch xmlns:a="http://schemas.openxmlformats.org/drawingml/2006/main"/>
        </p:blipFill>
        <p:spPr>
          <a:xfrm xmlns:a="http://schemas.openxmlformats.org/drawingml/2006/main">
            <a:off x="2778087" y="3564697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1d48b00974829"/>
          <a:stretch xmlns:a="http://schemas.openxmlformats.org/drawingml/2006/main"/>
        </p:blipFill>
        <p:spPr>
          <a:xfrm xmlns:a="http://schemas.openxmlformats.org/drawingml/2006/main">
            <a:off x="2445276" y="2843459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ba92c3cdb4d7c"/>
          <a:stretch xmlns:a="http://schemas.openxmlformats.org/drawingml/2006/main"/>
        </p:blipFill>
        <p:spPr>
          <a:xfrm xmlns:a="http://schemas.openxmlformats.org/drawingml/2006/main">
            <a:off x="729091" y="3071297"/>
            <a:ext cx="398136" cy="607546"/>
          </a:xfrm>
          <a:prstGeom xmlns:a="http://schemas.openxmlformats.org/drawingml/2006/main" prst="rect">
            <a:avLst/>
          </a:prstGeom>
        </p:spPr>
      </p:pic>
      <p:pic>
        <p:nvPicPr>
          <p:cNvPr id="8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48f9fb3db4aa2"/>
          <a:stretch xmlns:a="http://schemas.openxmlformats.org/drawingml/2006/main"/>
        </p:blipFill>
        <p:spPr>
          <a:xfrm xmlns:a="http://schemas.openxmlformats.org/drawingml/2006/main">
            <a:off x="2142339" y="3107782"/>
            <a:ext cx="483409" cy="509260"/>
          </a:xfrm>
          <a:prstGeom xmlns:a="http://schemas.openxmlformats.org/drawingml/2006/main" prst="rect">
            <a:avLst/>
          </a:prstGeom>
        </p:spPr>
      </p:pic>
      <p:pic>
        <p:nvPicPr>
          <p:cNvPr id="8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2701612de4ee3"/>
          <a:stretch xmlns:a="http://schemas.openxmlformats.org/drawingml/2006/main"/>
        </p:blipFill>
        <p:spPr>
          <a:xfrm xmlns:a="http://schemas.openxmlformats.org/drawingml/2006/main">
            <a:off x="2626757" y="3101820"/>
            <a:ext cx="361408" cy="536949"/>
          </a:xfrm>
          <a:prstGeom xmlns:a="http://schemas.openxmlformats.org/drawingml/2006/main" prst="rect">
            <a:avLst/>
          </a:prstGeom>
        </p:spPr>
      </p:pic>
      <p:pic>
        <p:nvPicPr>
          <p:cNvPr id="8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8dd3d91b64b9b"/>
          <a:stretch xmlns:a="http://schemas.openxmlformats.org/drawingml/2006/main"/>
        </p:blipFill>
        <p:spPr>
          <a:xfrm xmlns:a="http://schemas.openxmlformats.org/drawingml/2006/main">
            <a:off x="1130497" y="3111441"/>
            <a:ext cx="313732" cy="505601"/>
          </a:xfrm>
          <a:prstGeom xmlns:a="http://schemas.openxmlformats.org/drawingml/2006/main" prst="rect">
            <a:avLst/>
          </a:prstGeom>
        </p:spPr>
      </p:pic>
      <p:pic>
        <p:nvPicPr>
          <p:cNvPr id="8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97e113dd546ac"/>
          <a:stretch xmlns:a="http://schemas.openxmlformats.org/drawingml/2006/main"/>
        </p:blipFill>
        <p:spPr>
          <a:xfrm xmlns:a="http://schemas.openxmlformats.org/drawingml/2006/main">
            <a:off x="1230561" y="3067220"/>
            <a:ext cx="887060" cy="589649"/>
          </a:xfrm>
          <a:prstGeom xmlns:a="http://schemas.openxmlformats.org/drawingml/2006/main" prst="rect">
            <a:avLst/>
          </a:prstGeom>
        </p:spPr>
      </p:pic>
      <p:pic>
        <p:nvPicPr>
          <p:cNvPr id="8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a8b242dc94fbf"/>
          <a:stretch xmlns:a="http://schemas.openxmlformats.org/drawingml/2006/main"/>
        </p:blipFill>
        <p:spPr>
          <a:xfrm xmlns:a="http://schemas.openxmlformats.org/drawingml/2006/main">
            <a:off x="1468067" y="3067093"/>
            <a:ext cx="1096338" cy="589540"/>
          </a:xfrm>
          <a:prstGeom xmlns:a="http://schemas.openxmlformats.org/drawingml/2006/main" prst="rect">
            <a:avLst/>
          </a:prstGeom>
        </p:spPr>
      </p:pic>
      <p:sp>
        <p:nvSpPr>
          <p:cNvPr id="244" name="Text C">
            <a:extLst xmlns:a="http://schemas.openxmlformats.org/drawingml/2006/main">
              <a:ext uri="{FF2B5EF4-FFF2-40B4-BE49-F238E27FC236}">
                <a16:creationId xmlns:a16="http://schemas.microsoft.com/office/drawing/2014/main" id="{82D2774D-E24C-4F1C-867C-D3DC2020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028" y="2955014"/>
            <a:ext cx="88517" cy="105223"/>
          </a:xfrm>
          <a:custGeom xmlns:a="http://schemas.openxmlformats.org/drawingml/2006/main">
            <a:pathLst>
              <a:path w="88517" h="105223">
                <a:moveTo>
                  <a:pt x="68624" y="65989"/>
                </a:moveTo>
                <a:lnTo>
                  <a:pt x="88517" y="72228"/>
                </a:lnTo>
                <a:cubicBezTo>
                  <a:pt x="85467" y="83389"/>
                  <a:pt x="80396" y="91679"/>
                  <a:pt x="73302" y="97098"/>
                </a:cubicBezTo>
                <a:cubicBezTo>
                  <a:pt x="66209" y="102514"/>
                  <a:pt x="57209" y="105223"/>
                  <a:pt x="46304" y="105223"/>
                </a:cubicBezTo>
                <a:cubicBezTo>
                  <a:pt x="32810" y="105223"/>
                  <a:pt x="21719" y="100607"/>
                  <a:pt x="13032" y="91377"/>
                </a:cubicBezTo>
                <a:cubicBezTo>
                  <a:pt x="4344" y="82145"/>
                  <a:pt x="0" y="69524"/>
                  <a:pt x="0" y="53515"/>
                </a:cubicBezTo>
                <a:cubicBezTo>
                  <a:pt x="0" y="36578"/>
                  <a:pt x="4367" y="23425"/>
                  <a:pt x="13101" y="14056"/>
                </a:cubicBezTo>
                <a:cubicBezTo>
                  <a:pt x="21835" y="4685"/>
                  <a:pt x="33318" y="0"/>
                  <a:pt x="47551" y="0"/>
                </a:cubicBezTo>
                <a:cubicBezTo>
                  <a:pt x="59982" y="0"/>
                  <a:pt x="70079" y="3682"/>
                  <a:pt x="77843" y="11047"/>
                </a:cubicBezTo>
                <a:cubicBezTo>
                  <a:pt x="82464" y="15401"/>
                  <a:pt x="85930" y="21654"/>
                  <a:pt x="88240" y="29806"/>
                </a:cubicBezTo>
                <a:lnTo>
                  <a:pt x="67930" y="34658"/>
                </a:lnTo>
                <a:cubicBezTo>
                  <a:pt x="66729" y="29390"/>
                  <a:pt x="64222" y="25231"/>
                  <a:pt x="60410" y="22181"/>
                </a:cubicBezTo>
                <a:cubicBezTo>
                  <a:pt x="56597" y="19131"/>
                  <a:pt x="51964" y="17606"/>
                  <a:pt x="46512" y="17606"/>
                </a:cubicBezTo>
                <a:cubicBezTo>
                  <a:pt x="38979" y="17606"/>
                  <a:pt x="32868" y="20310"/>
                  <a:pt x="28177" y="25716"/>
                </a:cubicBezTo>
                <a:cubicBezTo>
                  <a:pt x="23487" y="31123"/>
                  <a:pt x="21142" y="39880"/>
                  <a:pt x="21142" y="51988"/>
                </a:cubicBezTo>
                <a:cubicBezTo>
                  <a:pt x="21142" y="64834"/>
                  <a:pt x="23452" y="73984"/>
                  <a:pt x="28073" y="79437"/>
                </a:cubicBezTo>
                <a:cubicBezTo>
                  <a:pt x="32694" y="84890"/>
                  <a:pt x="38702" y="87616"/>
                  <a:pt x="46096" y="87616"/>
                </a:cubicBezTo>
                <a:cubicBezTo>
                  <a:pt x="51549" y="87616"/>
                  <a:pt x="56239" y="85878"/>
                  <a:pt x="60167" y="82402"/>
                </a:cubicBezTo>
                <a:cubicBezTo>
                  <a:pt x="64095" y="78925"/>
                  <a:pt x="66914" y="73454"/>
                  <a:pt x="68624" y="65989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D">
            <a:extLst xmlns:a="http://schemas.openxmlformats.org/drawingml/2006/main">
              <a:ext uri="{FF2B5EF4-FFF2-40B4-BE49-F238E27FC236}">
                <a16:creationId xmlns:a16="http://schemas.microsoft.com/office/drawing/2014/main" id="{4F8EFEB5-3C39-4DE4-B20D-53C95C8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504" y="2959182"/>
            <a:ext cx="85190" cy="101618"/>
          </a:xfrm>
          <a:custGeom xmlns:a="http://schemas.openxmlformats.org/drawingml/2006/main">
            <a:pathLst>
              <a:path w="85190" h="101618">
                <a:moveTo>
                  <a:pt x="0" y="0"/>
                </a:moveTo>
                <a:lnTo>
                  <a:pt x="37500" y="0"/>
                </a:lnTo>
                <a:cubicBezTo>
                  <a:pt x="45957" y="0"/>
                  <a:pt x="52403" y="647"/>
                  <a:pt x="56840" y="1941"/>
                </a:cubicBezTo>
                <a:cubicBezTo>
                  <a:pt x="62801" y="3697"/>
                  <a:pt x="67907" y="6816"/>
                  <a:pt x="72159" y="11299"/>
                </a:cubicBezTo>
                <a:cubicBezTo>
                  <a:pt x="76410" y="15781"/>
                  <a:pt x="79645" y="21269"/>
                  <a:pt x="81863" y="27761"/>
                </a:cubicBezTo>
                <a:cubicBezTo>
                  <a:pt x="84081" y="34254"/>
                  <a:pt x="85190" y="42260"/>
                  <a:pt x="85190" y="51780"/>
                </a:cubicBezTo>
                <a:cubicBezTo>
                  <a:pt x="85190" y="60144"/>
                  <a:pt x="84150" y="67353"/>
                  <a:pt x="82071" y="73406"/>
                </a:cubicBezTo>
                <a:cubicBezTo>
                  <a:pt x="79529" y="80800"/>
                  <a:pt x="75902" y="86785"/>
                  <a:pt x="71188" y="91359"/>
                </a:cubicBezTo>
                <a:cubicBezTo>
                  <a:pt x="67630" y="94825"/>
                  <a:pt x="62824" y="97529"/>
                  <a:pt x="56770" y="99469"/>
                </a:cubicBezTo>
                <a:cubicBezTo>
                  <a:pt x="52242" y="100902"/>
                  <a:pt x="46188" y="101618"/>
                  <a:pt x="38609" y="101618"/>
                </a:cubicBezTo>
                <a:lnTo>
                  <a:pt x="0" y="101618"/>
                </a:lnTo>
                <a:lnTo>
                  <a:pt x="0" y="0"/>
                </a:lnTo>
                <a:moveTo>
                  <a:pt x="20518" y="17191"/>
                </a:moveTo>
                <a:lnTo>
                  <a:pt x="20518" y="84428"/>
                </a:lnTo>
                <a:lnTo>
                  <a:pt x="35837" y="84428"/>
                </a:lnTo>
                <a:cubicBezTo>
                  <a:pt x="41567" y="84428"/>
                  <a:pt x="45703" y="84104"/>
                  <a:pt x="48244" y="83457"/>
                </a:cubicBezTo>
                <a:cubicBezTo>
                  <a:pt x="51572" y="82627"/>
                  <a:pt x="54333" y="81220"/>
                  <a:pt x="56528" y="79235"/>
                </a:cubicBezTo>
                <a:cubicBezTo>
                  <a:pt x="58723" y="77250"/>
                  <a:pt x="60513" y="73983"/>
                  <a:pt x="61900" y="69436"/>
                </a:cubicBezTo>
                <a:cubicBezTo>
                  <a:pt x="63286" y="64888"/>
                  <a:pt x="63979" y="58691"/>
                  <a:pt x="63979" y="50844"/>
                </a:cubicBezTo>
                <a:cubicBezTo>
                  <a:pt x="63979" y="42997"/>
                  <a:pt x="63286" y="36973"/>
                  <a:pt x="61900" y="32772"/>
                </a:cubicBezTo>
                <a:cubicBezTo>
                  <a:pt x="60513" y="28571"/>
                  <a:pt x="58573" y="25293"/>
                  <a:pt x="56077" y="22939"/>
                </a:cubicBezTo>
                <a:cubicBezTo>
                  <a:pt x="53582" y="20584"/>
                  <a:pt x="50416" y="18991"/>
                  <a:pt x="46581" y="18161"/>
                </a:cubicBezTo>
                <a:cubicBezTo>
                  <a:pt x="43716" y="17514"/>
                  <a:pt x="38101" y="17191"/>
                  <a:pt x="29737" y="17191"/>
                </a:cubicBezTo>
                <a:lnTo>
                  <a:pt x="20518" y="17191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E">
            <a:extLst xmlns:a="http://schemas.openxmlformats.org/drawingml/2006/main">
              <a:ext uri="{FF2B5EF4-FFF2-40B4-BE49-F238E27FC236}">
                <a16:creationId xmlns:a16="http://schemas.microsoft.com/office/drawing/2014/main" id="{71D5023E-899B-4214-95AE-7A99914B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69" y="3683181"/>
            <a:ext cx="77288" cy="101618"/>
          </a:xfrm>
          <a:custGeom xmlns:a="http://schemas.openxmlformats.org/drawingml/2006/main">
            <a:pathLst>
              <a:path w="77288" h="101618">
                <a:moveTo>
                  <a:pt x="0" y="101618"/>
                </a:moveTo>
                <a:lnTo>
                  <a:pt x="0" y="0"/>
                </a:lnTo>
                <a:lnTo>
                  <a:pt x="75347" y="0"/>
                </a:lnTo>
                <a:lnTo>
                  <a:pt x="75347" y="17191"/>
                </a:lnTo>
                <a:lnTo>
                  <a:pt x="20518" y="17191"/>
                </a:lnTo>
                <a:lnTo>
                  <a:pt x="20518" y="39649"/>
                </a:lnTo>
                <a:lnTo>
                  <a:pt x="71535" y="39649"/>
                </a:lnTo>
                <a:lnTo>
                  <a:pt x="71535" y="56840"/>
                </a:lnTo>
                <a:lnTo>
                  <a:pt x="20518" y="56840"/>
                </a:lnTo>
                <a:lnTo>
                  <a:pt x="20518" y="84428"/>
                </a:lnTo>
                <a:lnTo>
                  <a:pt x="77288" y="84428"/>
                </a:lnTo>
                <a:lnTo>
                  <a:pt x="7728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F">
            <a:extLst xmlns:a="http://schemas.openxmlformats.org/drawingml/2006/main">
              <a:ext uri="{FF2B5EF4-FFF2-40B4-BE49-F238E27FC236}">
                <a16:creationId xmlns:a16="http://schemas.microsoft.com/office/drawing/2014/main" id="{7EFA0168-E356-4940-9FF6-CFC8CC85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223" y="3658338"/>
            <a:ext cx="69663" cy="101618"/>
          </a:xfrm>
          <a:custGeom xmlns:a="http://schemas.openxmlformats.org/drawingml/2006/main">
            <a:pathLst>
              <a:path w="69663" h="101618">
                <a:moveTo>
                  <a:pt x="0" y="101618"/>
                </a:moveTo>
                <a:lnTo>
                  <a:pt x="0" y="0"/>
                </a:lnTo>
                <a:lnTo>
                  <a:pt x="69663" y="0"/>
                </a:lnTo>
                <a:lnTo>
                  <a:pt x="69663" y="17191"/>
                </a:lnTo>
                <a:lnTo>
                  <a:pt x="20518" y="17191"/>
                </a:lnTo>
                <a:lnTo>
                  <a:pt x="20518" y="41174"/>
                </a:lnTo>
                <a:lnTo>
                  <a:pt x="62940" y="41174"/>
                </a:lnTo>
                <a:lnTo>
                  <a:pt x="62940" y="58365"/>
                </a:lnTo>
                <a:lnTo>
                  <a:pt x="20518" y="58365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G">
            <a:extLst xmlns:a="http://schemas.openxmlformats.org/drawingml/2006/main">
              <a:ext uri="{FF2B5EF4-FFF2-40B4-BE49-F238E27FC236}">
                <a16:creationId xmlns:a16="http://schemas.microsoft.com/office/drawing/2014/main" id="{23721933-2DBE-4AB2-8767-35043541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57" y="3657324"/>
            <a:ext cx="95033" cy="105223"/>
          </a:xfrm>
          <a:custGeom xmlns:a="http://schemas.openxmlformats.org/drawingml/2006/main">
            <a:pathLst>
              <a:path w="95033" h="105223">
                <a:moveTo>
                  <a:pt x="50809" y="66128"/>
                </a:moveTo>
                <a:lnTo>
                  <a:pt x="50809" y="48938"/>
                </a:lnTo>
                <a:lnTo>
                  <a:pt x="95033" y="48938"/>
                </a:lnTo>
                <a:lnTo>
                  <a:pt x="95033" y="89425"/>
                </a:lnTo>
                <a:cubicBezTo>
                  <a:pt x="90736" y="93600"/>
                  <a:pt x="84509" y="97277"/>
                  <a:pt x="76352" y="100455"/>
                </a:cubicBezTo>
                <a:cubicBezTo>
                  <a:pt x="68196" y="103634"/>
                  <a:pt x="59936" y="105223"/>
                  <a:pt x="51572" y="105223"/>
                </a:cubicBezTo>
                <a:cubicBezTo>
                  <a:pt x="40943" y="105223"/>
                  <a:pt x="31678" y="102990"/>
                  <a:pt x="23776" y="98525"/>
                </a:cubicBezTo>
                <a:cubicBezTo>
                  <a:pt x="15874" y="94060"/>
                  <a:pt x="9935" y="87675"/>
                  <a:pt x="5961" y="79370"/>
                </a:cubicBezTo>
                <a:cubicBezTo>
                  <a:pt x="1987" y="71063"/>
                  <a:pt x="0" y="62028"/>
                  <a:pt x="0" y="52265"/>
                </a:cubicBezTo>
                <a:cubicBezTo>
                  <a:pt x="0" y="41668"/>
                  <a:pt x="2218" y="32252"/>
                  <a:pt x="6654" y="24016"/>
                </a:cubicBezTo>
                <a:cubicBezTo>
                  <a:pt x="11091" y="15779"/>
                  <a:pt x="17583" y="9462"/>
                  <a:pt x="26132" y="5067"/>
                </a:cubicBezTo>
                <a:cubicBezTo>
                  <a:pt x="32648" y="1689"/>
                  <a:pt x="40758" y="0"/>
                  <a:pt x="50463" y="0"/>
                </a:cubicBezTo>
                <a:cubicBezTo>
                  <a:pt x="63078" y="0"/>
                  <a:pt x="72933" y="2652"/>
                  <a:pt x="80026" y="7956"/>
                </a:cubicBezTo>
                <a:cubicBezTo>
                  <a:pt x="87120" y="13259"/>
                  <a:pt x="91683" y="20589"/>
                  <a:pt x="93716" y="29945"/>
                </a:cubicBezTo>
                <a:lnTo>
                  <a:pt x="73337" y="33827"/>
                </a:lnTo>
                <a:cubicBezTo>
                  <a:pt x="71905" y="28814"/>
                  <a:pt x="69213" y="24858"/>
                  <a:pt x="65262" y="21958"/>
                </a:cubicBezTo>
                <a:cubicBezTo>
                  <a:pt x="61311" y="19057"/>
                  <a:pt x="56378" y="17606"/>
                  <a:pt x="50463" y="17606"/>
                </a:cubicBezTo>
                <a:cubicBezTo>
                  <a:pt x="41498" y="17606"/>
                  <a:pt x="34370" y="20448"/>
                  <a:pt x="29078" y="26132"/>
                </a:cubicBezTo>
                <a:cubicBezTo>
                  <a:pt x="23787" y="31816"/>
                  <a:pt x="21142" y="40250"/>
                  <a:pt x="21142" y="51433"/>
                </a:cubicBezTo>
                <a:cubicBezTo>
                  <a:pt x="21142" y="63494"/>
                  <a:pt x="23822" y="72540"/>
                  <a:pt x="29182" y="78570"/>
                </a:cubicBezTo>
                <a:cubicBezTo>
                  <a:pt x="34543" y="84601"/>
                  <a:pt x="41567" y="87616"/>
                  <a:pt x="50255" y="87616"/>
                </a:cubicBezTo>
                <a:cubicBezTo>
                  <a:pt x="54552" y="87616"/>
                  <a:pt x="58861" y="86776"/>
                  <a:pt x="63182" y="85095"/>
                </a:cubicBezTo>
                <a:cubicBezTo>
                  <a:pt x="67503" y="83414"/>
                  <a:pt x="71211" y="81376"/>
                  <a:pt x="74308" y="78980"/>
                </a:cubicBezTo>
                <a:lnTo>
                  <a:pt x="74308" y="66128"/>
                </a:lnTo>
                <a:lnTo>
                  <a:pt x="50809" y="661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H">
            <a:extLst xmlns:a="http://schemas.openxmlformats.org/drawingml/2006/main">
              <a:ext uri="{FF2B5EF4-FFF2-40B4-BE49-F238E27FC236}">
                <a16:creationId xmlns:a16="http://schemas.microsoft.com/office/drawing/2014/main" id="{BECBA1C7-67C8-4D9F-9A38-134B672E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29" y="3676083"/>
            <a:ext cx="81239" cy="101618"/>
          </a:xfrm>
          <a:custGeom xmlns:a="http://schemas.openxmlformats.org/drawingml/2006/main">
            <a:pathLst>
              <a:path w="81239" h="101618">
                <a:moveTo>
                  <a:pt x="0" y="101618"/>
                </a:moveTo>
                <a:lnTo>
                  <a:pt x="0" y="0"/>
                </a:lnTo>
                <a:lnTo>
                  <a:pt x="20518" y="0"/>
                </a:lnTo>
                <a:lnTo>
                  <a:pt x="20518" y="39926"/>
                </a:lnTo>
                <a:lnTo>
                  <a:pt x="60721" y="39926"/>
                </a:lnTo>
                <a:lnTo>
                  <a:pt x="60721" y="0"/>
                </a:lnTo>
                <a:lnTo>
                  <a:pt x="81239" y="0"/>
                </a:lnTo>
                <a:lnTo>
                  <a:pt x="81239" y="101618"/>
                </a:lnTo>
                <a:lnTo>
                  <a:pt x="60721" y="101618"/>
                </a:lnTo>
                <a:lnTo>
                  <a:pt x="60721" y="57117"/>
                </a:lnTo>
                <a:lnTo>
                  <a:pt x="20518" y="57117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e61b908cb4be9"/>
          <a:stretch xmlns:a="http://schemas.openxmlformats.org/drawingml/2006/main"/>
        </p:blipFill>
        <p:spPr>
          <a:xfrm xmlns:a="http://schemas.openxmlformats.org/drawingml/2006/main">
            <a:off x="1264416" y="2800227"/>
            <a:ext cx="1277306" cy="1739201"/>
          </a:xfrm>
          <a:prstGeom xmlns:a="http://schemas.openxmlformats.org/drawingml/2006/main" prst="rect">
            <a:avLst/>
          </a:prstGeom>
        </p:spPr>
      </p:pic>
      <p:pic>
        <p:nvPicPr>
          <p:cNvPr id="8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9350911204b73"/>
          <a:stretch xmlns:a="http://schemas.openxmlformats.org/drawingml/2006/main"/>
        </p:blipFill>
        <p:spPr>
          <a:xfrm xmlns:a="http://schemas.openxmlformats.org/drawingml/2006/main">
            <a:off x="1253612" y="1444661"/>
            <a:ext cx="1277306" cy="1739201"/>
          </a:xfrm>
          <a:prstGeom xmlns:a="http://schemas.openxmlformats.org/drawingml/2006/main" prst="rect">
            <a:avLst/>
          </a:prstGeom>
        </p:spPr>
      </p:pic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219DD-EF5C-4BC8-8884-F2A2602E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755" y="3870039"/>
            <a:ext cx="866346" cy="110548"/>
          </a:xfrm>
          <a:custGeom xmlns:a="http://schemas.openxmlformats.org/drawingml/2006/main">
            <a:pathLst>
              <a:path w="866346" h="110548">
                <a:moveTo>
                  <a:pt x="430519" y="15907"/>
                </a:moveTo>
                <a:lnTo>
                  <a:pt x="16897" y="15907"/>
                </a:lnTo>
                <a:lnTo>
                  <a:pt x="16812" y="15482"/>
                </a:lnTo>
                <a:lnTo>
                  <a:pt x="16392" y="12429"/>
                </a:lnTo>
                <a:lnTo>
                  <a:pt x="16069" y="8848"/>
                </a:lnTo>
                <a:lnTo>
                  <a:pt x="15849" y="4590"/>
                </a:lnTo>
                <a:lnTo>
                  <a:pt x="15773" y="0"/>
                </a:lnTo>
                <a:lnTo>
                  <a:pt x="0" y="268"/>
                </a:lnTo>
                <a:lnTo>
                  <a:pt x="87" y="5174"/>
                </a:lnTo>
                <a:lnTo>
                  <a:pt x="331" y="9906"/>
                </a:lnTo>
                <a:lnTo>
                  <a:pt x="726" y="14259"/>
                </a:lnTo>
                <a:lnTo>
                  <a:pt x="1262" y="18187"/>
                </a:lnTo>
                <a:lnTo>
                  <a:pt x="1972" y="21696"/>
                </a:lnTo>
                <a:lnTo>
                  <a:pt x="2910" y="24741"/>
                </a:lnTo>
                <a:lnTo>
                  <a:pt x="3723" y="26531"/>
                </a:lnTo>
                <a:lnTo>
                  <a:pt x="4969" y="28447"/>
                </a:lnTo>
                <a:lnTo>
                  <a:pt x="7421" y="30703"/>
                </a:lnTo>
                <a:lnTo>
                  <a:pt x="10663" y="31681"/>
                </a:lnTo>
                <a:lnTo>
                  <a:pt x="424285" y="31681"/>
                </a:lnTo>
                <a:lnTo>
                  <a:pt x="424370" y="32106"/>
                </a:lnTo>
                <a:lnTo>
                  <a:pt x="424767" y="34992"/>
                </a:lnTo>
                <a:lnTo>
                  <a:pt x="425124" y="38944"/>
                </a:lnTo>
                <a:lnTo>
                  <a:pt x="425333" y="42999"/>
                </a:lnTo>
                <a:lnTo>
                  <a:pt x="426465" y="110548"/>
                </a:lnTo>
                <a:lnTo>
                  <a:pt x="440117" y="110548"/>
                </a:lnTo>
                <a:lnTo>
                  <a:pt x="441261" y="42817"/>
                </a:lnTo>
                <a:lnTo>
                  <a:pt x="441245" y="43093"/>
                </a:lnTo>
                <a:lnTo>
                  <a:pt x="441477" y="38745"/>
                </a:lnTo>
                <a:lnTo>
                  <a:pt x="441801" y="35159"/>
                </a:lnTo>
                <a:lnTo>
                  <a:pt x="442237" y="31983"/>
                </a:lnTo>
                <a:lnTo>
                  <a:pt x="442298" y="31681"/>
                </a:lnTo>
                <a:lnTo>
                  <a:pt x="855683" y="31681"/>
                </a:lnTo>
                <a:lnTo>
                  <a:pt x="858925" y="30703"/>
                </a:lnTo>
                <a:lnTo>
                  <a:pt x="861377" y="28447"/>
                </a:lnTo>
                <a:lnTo>
                  <a:pt x="862624" y="26531"/>
                </a:lnTo>
                <a:lnTo>
                  <a:pt x="863444" y="24741"/>
                </a:lnTo>
                <a:lnTo>
                  <a:pt x="864374" y="21696"/>
                </a:lnTo>
                <a:lnTo>
                  <a:pt x="865084" y="18187"/>
                </a:lnTo>
                <a:lnTo>
                  <a:pt x="865621" y="14259"/>
                </a:lnTo>
                <a:lnTo>
                  <a:pt x="866015" y="9906"/>
                </a:lnTo>
                <a:lnTo>
                  <a:pt x="866259" y="5174"/>
                </a:lnTo>
                <a:lnTo>
                  <a:pt x="866346" y="268"/>
                </a:lnTo>
                <a:lnTo>
                  <a:pt x="850573" y="0"/>
                </a:lnTo>
                <a:lnTo>
                  <a:pt x="850497" y="4590"/>
                </a:lnTo>
                <a:lnTo>
                  <a:pt x="850278" y="8848"/>
                </a:lnTo>
                <a:lnTo>
                  <a:pt x="849954" y="12429"/>
                </a:lnTo>
                <a:lnTo>
                  <a:pt x="849534" y="15482"/>
                </a:lnTo>
                <a:lnTo>
                  <a:pt x="849449" y="15907"/>
                </a:lnTo>
                <a:lnTo>
                  <a:pt x="436064" y="15907"/>
                </a:lnTo>
                <a:lnTo>
                  <a:pt x="433291" y="16746"/>
                </a:lnTo>
                <a:lnTo>
                  <a:pt x="430519" y="15907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8bbb3912e43ef"/>
          <a:stretch xmlns:a="http://schemas.openxmlformats.org/drawingml/2006/main"/>
        </p:blipFill>
        <p:spPr>
          <a:xfrm xmlns:a="http://schemas.openxmlformats.org/drawingml/2006/main">
            <a:off x="1013919" y="2900211"/>
            <a:ext cx="1785533" cy="170543"/>
          </a:xfrm>
          <a:prstGeom xmlns:a="http://schemas.openxmlformats.org/drawingml/2006/main" prst="rect">
            <a:avLst/>
          </a:prstGeom>
        </p:spPr>
      </p:pic>
      <p:pic>
        <p:nvPicPr>
          <p:cNvPr id="8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14fbc106b460d"/>
          <a:stretch xmlns:a="http://schemas.openxmlformats.org/drawingml/2006/main"/>
        </p:blipFill>
        <p:spPr>
          <a:xfrm xmlns:a="http://schemas.openxmlformats.org/drawingml/2006/main">
            <a:off x="1443973" y="2944164"/>
            <a:ext cx="193926" cy="106013"/>
          </a:xfrm>
          <a:prstGeom xmlns:a="http://schemas.openxmlformats.org/drawingml/2006/main" prst="rect">
            <a:avLst/>
          </a:prstGeom>
        </p:spPr>
      </p:pic>
      <p:pic>
        <p:nvPicPr>
          <p:cNvPr id="8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22dc619be4b6a"/>
          <a:stretch xmlns:a="http://schemas.openxmlformats.org/drawingml/2006/main"/>
        </p:blipFill>
        <p:spPr>
          <a:xfrm xmlns:a="http://schemas.openxmlformats.org/drawingml/2006/main">
            <a:off x="1638207" y="2943939"/>
            <a:ext cx="748038" cy="106123"/>
          </a:xfrm>
          <a:prstGeom xmlns:a="http://schemas.openxmlformats.org/drawingml/2006/main" prst="rect">
            <a:avLst/>
          </a:prstGeom>
        </p:spPr>
      </p:pic>
      <p:pic>
        <p:nvPicPr>
          <p:cNvPr id="8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1b534e32c4e9d"/>
          <a:stretch xmlns:a="http://schemas.openxmlformats.org/drawingml/2006/main"/>
        </p:blipFill>
        <p:spPr>
          <a:xfrm xmlns:a="http://schemas.openxmlformats.org/drawingml/2006/main">
            <a:off x="452060" y="4104605"/>
            <a:ext cx="1177331" cy="1089548"/>
          </a:xfrm>
          <a:prstGeom xmlns:a="http://schemas.openxmlformats.org/drawingml/2006/main" prst="rect">
            <a:avLst/>
          </a:prstGeom>
        </p:spPr>
      </p:pic>
      <p:pic>
        <p:nvPicPr>
          <p:cNvPr id="8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d027a1b24e77"/>
          <a:stretch xmlns:a="http://schemas.openxmlformats.org/drawingml/2006/main"/>
        </p:blipFill>
        <p:spPr>
          <a:xfrm xmlns:a="http://schemas.openxmlformats.org/drawingml/2006/main">
            <a:off x="1954722" y="4128265"/>
            <a:ext cx="1230043" cy="1080478"/>
          </a:xfrm>
          <a:prstGeom xmlns:a="http://schemas.openxmlformats.org/drawingml/2006/main" prst="rect">
            <a:avLst/>
          </a:prstGeom>
        </p:spPr>
      </p:pic>
      <p:pic>
        <p:nvPicPr>
          <p:cNvPr id="8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f5fc49e3442e5"/>
          <a:stretch xmlns:a="http://schemas.openxmlformats.org/drawingml/2006/main"/>
        </p:blipFill>
        <p:spPr>
          <a:xfrm xmlns:a="http://schemas.openxmlformats.org/drawingml/2006/main">
            <a:off x="483089" y="4853779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ab036acb547ba"/>
          <a:stretch xmlns:a="http://schemas.openxmlformats.org/drawingml/2006/main"/>
        </p:blipFill>
        <p:spPr>
          <a:xfrm xmlns:a="http://schemas.openxmlformats.org/drawingml/2006/main">
            <a:off x="990590" y="4132540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da9c8cbf0495a"/>
          <a:stretch xmlns:a="http://schemas.openxmlformats.org/drawingml/2006/main"/>
        </p:blipFill>
        <p:spPr>
          <a:xfrm xmlns:a="http://schemas.openxmlformats.org/drawingml/2006/main">
            <a:off x="1222057" y="4831695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5f1b850844761"/>
          <a:stretch xmlns:a="http://schemas.openxmlformats.org/drawingml/2006/main"/>
        </p:blipFill>
        <p:spPr>
          <a:xfrm xmlns:a="http://schemas.openxmlformats.org/drawingml/2006/main">
            <a:off x="1991397" y="4831695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e1d51cd3743d3"/>
          <a:stretch xmlns:a="http://schemas.openxmlformats.org/drawingml/2006/main"/>
        </p:blipFill>
        <p:spPr>
          <a:xfrm xmlns:a="http://schemas.openxmlformats.org/drawingml/2006/main">
            <a:off x="2765863" y="4853779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948874310471c"/>
          <a:stretch xmlns:a="http://schemas.openxmlformats.org/drawingml/2006/main"/>
        </p:blipFill>
        <p:spPr>
          <a:xfrm xmlns:a="http://schemas.openxmlformats.org/drawingml/2006/main">
            <a:off x="2433052" y="4132540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86bc8afab4b8e"/>
          <a:stretch xmlns:a="http://schemas.openxmlformats.org/drawingml/2006/main"/>
        </p:blipFill>
        <p:spPr>
          <a:xfrm xmlns:a="http://schemas.openxmlformats.org/drawingml/2006/main">
            <a:off x="716866" y="4360378"/>
            <a:ext cx="398136" cy="607546"/>
          </a:xfrm>
          <a:prstGeom xmlns:a="http://schemas.openxmlformats.org/drawingml/2006/main" prst="rect">
            <a:avLst/>
          </a:prstGeom>
        </p:spPr>
      </p:pic>
      <p:pic>
        <p:nvPicPr>
          <p:cNvPr id="8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2edefc69246d0"/>
          <a:stretch xmlns:a="http://schemas.openxmlformats.org/drawingml/2006/main"/>
        </p:blipFill>
        <p:spPr>
          <a:xfrm xmlns:a="http://schemas.openxmlformats.org/drawingml/2006/main">
            <a:off x="2130115" y="4396862"/>
            <a:ext cx="483409" cy="509260"/>
          </a:xfrm>
          <a:prstGeom xmlns:a="http://schemas.openxmlformats.org/drawingml/2006/main" prst="rect">
            <a:avLst/>
          </a:prstGeom>
        </p:spPr>
      </p:pic>
      <p:pic>
        <p:nvPicPr>
          <p:cNvPr id="8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b38aacd524c43"/>
          <a:stretch xmlns:a="http://schemas.openxmlformats.org/drawingml/2006/main"/>
        </p:blipFill>
        <p:spPr>
          <a:xfrm xmlns:a="http://schemas.openxmlformats.org/drawingml/2006/main">
            <a:off x="2614533" y="4390901"/>
            <a:ext cx="361408" cy="536949"/>
          </a:xfrm>
          <a:prstGeom xmlns:a="http://schemas.openxmlformats.org/drawingml/2006/main" prst="rect">
            <a:avLst/>
          </a:prstGeom>
        </p:spPr>
      </p:pic>
      <p:pic>
        <p:nvPicPr>
          <p:cNvPr id="8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537e915d54c60"/>
          <a:stretch xmlns:a="http://schemas.openxmlformats.org/drawingml/2006/main"/>
        </p:blipFill>
        <p:spPr>
          <a:xfrm xmlns:a="http://schemas.openxmlformats.org/drawingml/2006/main">
            <a:off x="1118272" y="4400522"/>
            <a:ext cx="313732" cy="505601"/>
          </a:xfrm>
          <a:prstGeom xmlns:a="http://schemas.openxmlformats.org/drawingml/2006/main" prst="rect">
            <a:avLst/>
          </a:prstGeom>
        </p:spPr>
      </p:pic>
      <p:sp>
        <p:nvSpPr>
          <p:cNvPr id="268" name="Text C’">
            <a:extLst xmlns:a="http://schemas.openxmlformats.org/drawingml/2006/main">
              <a:ext uri="{FF2B5EF4-FFF2-40B4-BE49-F238E27FC236}">
                <a16:creationId xmlns:a16="http://schemas.microsoft.com/office/drawing/2014/main" id="{E65C71AF-16DB-48EF-86DC-D1EFE673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87" y="4244095"/>
            <a:ext cx="124986" cy="105223"/>
          </a:xfrm>
          <a:custGeom xmlns:a="http://schemas.openxmlformats.org/drawingml/2006/main">
            <a:pathLst>
              <a:path w="124986" h="105223">
                <a:moveTo>
                  <a:pt x="68624" y="65989"/>
                </a:moveTo>
                <a:lnTo>
                  <a:pt x="88517" y="72228"/>
                </a:lnTo>
                <a:cubicBezTo>
                  <a:pt x="85467" y="83389"/>
                  <a:pt x="80396" y="91679"/>
                  <a:pt x="73302" y="97098"/>
                </a:cubicBezTo>
                <a:cubicBezTo>
                  <a:pt x="66209" y="102514"/>
                  <a:pt x="57209" y="105223"/>
                  <a:pt x="46304" y="105223"/>
                </a:cubicBezTo>
                <a:cubicBezTo>
                  <a:pt x="32810" y="105223"/>
                  <a:pt x="21719" y="100607"/>
                  <a:pt x="13032" y="91377"/>
                </a:cubicBezTo>
                <a:cubicBezTo>
                  <a:pt x="4344" y="82145"/>
                  <a:pt x="0" y="69524"/>
                  <a:pt x="0" y="53515"/>
                </a:cubicBezTo>
                <a:cubicBezTo>
                  <a:pt x="0" y="36578"/>
                  <a:pt x="4367" y="23425"/>
                  <a:pt x="13101" y="14056"/>
                </a:cubicBezTo>
                <a:cubicBezTo>
                  <a:pt x="21835" y="4685"/>
                  <a:pt x="33318" y="0"/>
                  <a:pt x="47551" y="0"/>
                </a:cubicBezTo>
                <a:cubicBezTo>
                  <a:pt x="59982" y="0"/>
                  <a:pt x="70079" y="3682"/>
                  <a:pt x="77843" y="11047"/>
                </a:cubicBezTo>
                <a:cubicBezTo>
                  <a:pt x="82464" y="15401"/>
                  <a:pt x="85930" y="21654"/>
                  <a:pt x="88240" y="29806"/>
                </a:cubicBezTo>
                <a:lnTo>
                  <a:pt x="67930" y="34658"/>
                </a:lnTo>
                <a:cubicBezTo>
                  <a:pt x="66729" y="29390"/>
                  <a:pt x="64222" y="25231"/>
                  <a:pt x="60410" y="22181"/>
                </a:cubicBezTo>
                <a:cubicBezTo>
                  <a:pt x="56597" y="19131"/>
                  <a:pt x="51964" y="17606"/>
                  <a:pt x="46512" y="17606"/>
                </a:cubicBezTo>
                <a:cubicBezTo>
                  <a:pt x="38979" y="17606"/>
                  <a:pt x="32868" y="20310"/>
                  <a:pt x="28177" y="25716"/>
                </a:cubicBezTo>
                <a:cubicBezTo>
                  <a:pt x="23487" y="31123"/>
                  <a:pt x="21142" y="39880"/>
                  <a:pt x="21142" y="51988"/>
                </a:cubicBezTo>
                <a:cubicBezTo>
                  <a:pt x="21142" y="64834"/>
                  <a:pt x="23452" y="73984"/>
                  <a:pt x="28073" y="79437"/>
                </a:cubicBezTo>
                <a:cubicBezTo>
                  <a:pt x="32694" y="84890"/>
                  <a:pt x="38702" y="87616"/>
                  <a:pt x="46096" y="87616"/>
                </a:cubicBezTo>
                <a:cubicBezTo>
                  <a:pt x="51549" y="87616"/>
                  <a:pt x="56239" y="85878"/>
                  <a:pt x="60167" y="82402"/>
                </a:cubicBezTo>
                <a:cubicBezTo>
                  <a:pt x="64095" y="78925"/>
                  <a:pt x="66914" y="73454"/>
                  <a:pt x="68624" y="65989"/>
                </a:cubicBezTo>
                <a:close/>
                <a:moveTo>
                  <a:pt x="105508" y="1802"/>
                </a:moveTo>
                <a:lnTo>
                  <a:pt x="124986" y="1802"/>
                </a:lnTo>
                <a:lnTo>
                  <a:pt x="124986" y="15780"/>
                </a:lnTo>
                <a:cubicBezTo>
                  <a:pt x="124986" y="21437"/>
                  <a:pt x="124500" y="25900"/>
                  <a:pt x="123530" y="29169"/>
                </a:cubicBezTo>
                <a:cubicBezTo>
                  <a:pt x="122560" y="32437"/>
                  <a:pt x="120723" y="35370"/>
                  <a:pt x="118019" y="37966"/>
                </a:cubicBezTo>
                <a:cubicBezTo>
                  <a:pt x="115316" y="40563"/>
                  <a:pt x="111885" y="42602"/>
                  <a:pt x="107726" y="44085"/>
                </a:cubicBezTo>
                <a:lnTo>
                  <a:pt x="103913" y="36045"/>
                </a:lnTo>
                <a:cubicBezTo>
                  <a:pt x="107841" y="34745"/>
                  <a:pt x="110637" y="32958"/>
                  <a:pt x="112301" y="30683"/>
                </a:cubicBezTo>
                <a:cubicBezTo>
                  <a:pt x="113964" y="28408"/>
                  <a:pt x="114842" y="25296"/>
                  <a:pt x="114935" y="21350"/>
                </a:cubicBezTo>
                <a:lnTo>
                  <a:pt x="105508" y="21350"/>
                </a:lnTo>
                <a:lnTo>
                  <a:pt x="105508" y="180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D’">
            <a:extLst xmlns:a="http://schemas.openxmlformats.org/drawingml/2006/main">
              <a:ext uri="{FF2B5EF4-FFF2-40B4-BE49-F238E27FC236}">
                <a16:creationId xmlns:a16="http://schemas.microsoft.com/office/drawing/2014/main" id="{CD2C65F5-CFE8-4F7A-AD7D-ED66940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125" y="4239982"/>
            <a:ext cx="121451" cy="101618"/>
          </a:xfrm>
          <a:custGeom xmlns:a="http://schemas.openxmlformats.org/drawingml/2006/main">
            <a:pathLst>
              <a:path w="121451" h="101618">
                <a:moveTo>
                  <a:pt x="0" y="0"/>
                </a:moveTo>
                <a:lnTo>
                  <a:pt x="37500" y="0"/>
                </a:lnTo>
                <a:cubicBezTo>
                  <a:pt x="45957" y="0"/>
                  <a:pt x="52403" y="647"/>
                  <a:pt x="56840" y="1941"/>
                </a:cubicBezTo>
                <a:cubicBezTo>
                  <a:pt x="62801" y="3697"/>
                  <a:pt x="67907" y="6816"/>
                  <a:pt x="72159" y="11299"/>
                </a:cubicBezTo>
                <a:cubicBezTo>
                  <a:pt x="76410" y="15781"/>
                  <a:pt x="79645" y="21269"/>
                  <a:pt x="81863" y="27761"/>
                </a:cubicBezTo>
                <a:cubicBezTo>
                  <a:pt x="84081" y="34254"/>
                  <a:pt x="85190" y="42260"/>
                  <a:pt x="85190" y="51780"/>
                </a:cubicBezTo>
                <a:cubicBezTo>
                  <a:pt x="85190" y="60144"/>
                  <a:pt x="84150" y="67353"/>
                  <a:pt x="82071" y="73406"/>
                </a:cubicBezTo>
                <a:cubicBezTo>
                  <a:pt x="79529" y="80800"/>
                  <a:pt x="75902" y="86785"/>
                  <a:pt x="71188" y="91359"/>
                </a:cubicBezTo>
                <a:cubicBezTo>
                  <a:pt x="67630" y="94825"/>
                  <a:pt x="62824" y="97529"/>
                  <a:pt x="56770" y="99469"/>
                </a:cubicBezTo>
                <a:cubicBezTo>
                  <a:pt x="52242" y="100902"/>
                  <a:pt x="46188" y="101618"/>
                  <a:pt x="38609" y="101618"/>
                </a:cubicBezTo>
                <a:lnTo>
                  <a:pt x="0" y="101618"/>
                </a:lnTo>
                <a:lnTo>
                  <a:pt x="0" y="0"/>
                </a:lnTo>
                <a:moveTo>
                  <a:pt x="20518" y="17191"/>
                </a:moveTo>
                <a:lnTo>
                  <a:pt x="20518" y="84428"/>
                </a:lnTo>
                <a:lnTo>
                  <a:pt x="35837" y="84428"/>
                </a:lnTo>
                <a:cubicBezTo>
                  <a:pt x="41567" y="84428"/>
                  <a:pt x="45703" y="84104"/>
                  <a:pt x="48244" y="83457"/>
                </a:cubicBezTo>
                <a:cubicBezTo>
                  <a:pt x="51572" y="82627"/>
                  <a:pt x="54333" y="81220"/>
                  <a:pt x="56528" y="79235"/>
                </a:cubicBezTo>
                <a:cubicBezTo>
                  <a:pt x="58723" y="77250"/>
                  <a:pt x="60513" y="73983"/>
                  <a:pt x="61900" y="69436"/>
                </a:cubicBezTo>
                <a:cubicBezTo>
                  <a:pt x="63286" y="64888"/>
                  <a:pt x="63979" y="58691"/>
                  <a:pt x="63979" y="50844"/>
                </a:cubicBezTo>
                <a:cubicBezTo>
                  <a:pt x="63979" y="42997"/>
                  <a:pt x="63286" y="36973"/>
                  <a:pt x="61900" y="32772"/>
                </a:cubicBezTo>
                <a:cubicBezTo>
                  <a:pt x="60513" y="28571"/>
                  <a:pt x="58573" y="25293"/>
                  <a:pt x="56077" y="22939"/>
                </a:cubicBezTo>
                <a:cubicBezTo>
                  <a:pt x="53582" y="20584"/>
                  <a:pt x="50416" y="18991"/>
                  <a:pt x="46581" y="18161"/>
                </a:cubicBezTo>
                <a:cubicBezTo>
                  <a:pt x="43716" y="17514"/>
                  <a:pt x="38101" y="17191"/>
                  <a:pt x="29737" y="17191"/>
                </a:cubicBezTo>
                <a:lnTo>
                  <a:pt x="20518" y="17191"/>
                </a:lnTo>
                <a:close/>
                <a:moveTo>
                  <a:pt x="101973" y="0"/>
                </a:moveTo>
                <a:lnTo>
                  <a:pt x="121451" y="0"/>
                </a:lnTo>
                <a:lnTo>
                  <a:pt x="121451" y="13978"/>
                </a:lnTo>
                <a:cubicBezTo>
                  <a:pt x="121451" y="19635"/>
                  <a:pt x="120965" y="24098"/>
                  <a:pt x="119995" y="27367"/>
                </a:cubicBezTo>
                <a:cubicBezTo>
                  <a:pt x="119024" y="30635"/>
                  <a:pt x="117188" y="33567"/>
                  <a:pt x="114484" y="36164"/>
                </a:cubicBezTo>
                <a:cubicBezTo>
                  <a:pt x="111781" y="38760"/>
                  <a:pt x="108350" y="40800"/>
                  <a:pt x="104191" y="42283"/>
                </a:cubicBezTo>
                <a:lnTo>
                  <a:pt x="100378" y="34242"/>
                </a:lnTo>
                <a:cubicBezTo>
                  <a:pt x="104306" y="32943"/>
                  <a:pt x="107102" y="31156"/>
                  <a:pt x="108766" y="28881"/>
                </a:cubicBezTo>
                <a:cubicBezTo>
                  <a:pt x="110429" y="26605"/>
                  <a:pt x="111307" y="23494"/>
                  <a:pt x="111400" y="19547"/>
                </a:cubicBezTo>
                <a:lnTo>
                  <a:pt x="101973" y="19547"/>
                </a:lnTo>
                <a:lnTo>
                  <a:pt x="101973" y="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E">
            <a:extLst xmlns:a="http://schemas.openxmlformats.org/drawingml/2006/main">
              <a:ext uri="{FF2B5EF4-FFF2-40B4-BE49-F238E27FC236}">
                <a16:creationId xmlns:a16="http://schemas.microsoft.com/office/drawing/2014/main" id="{D838BED6-2760-4AA4-BC74-C85F608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4" y="4972262"/>
            <a:ext cx="77288" cy="101618"/>
          </a:xfrm>
          <a:custGeom xmlns:a="http://schemas.openxmlformats.org/drawingml/2006/main">
            <a:pathLst>
              <a:path w="77288" h="101618">
                <a:moveTo>
                  <a:pt x="0" y="101618"/>
                </a:moveTo>
                <a:lnTo>
                  <a:pt x="0" y="0"/>
                </a:lnTo>
                <a:lnTo>
                  <a:pt x="75347" y="0"/>
                </a:lnTo>
                <a:lnTo>
                  <a:pt x="75347" y="17191"/>
                </a:lnTo>
                <a:lnTo>
                  <a:pt x="20518" y="17191"/>
                </a:lnTo>
                <a:lnTo>
                  <a:pt x="20518" y="39649"/>
                </a:lnTo>
                <a:lnTo>
                  <a:pt x="71535" y="39649"/>
                </a:lnTo>
                <a:lnTo>
                  <a:pt x="71535" y="56840"/>
                </a:lnTo>
                <a:lnTo>
                  <a:pt x="20518" y="56840"/>
                </a:lnTo>
                <a:lnTo>
                  <a:pt x="20518" y="84428"/>
                </a:lnTo>
                <a:lnTo>
                  <a:pt x="77288" y="84428"/>
                </a:lnTo>
                <a:lnTo>
                  <a:pt x="7728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F">
            <a:extLst xmlns:a="http://schemas.openxmlformats.org/drawingml/2006/main">
              <a:ext uri="{FF2B5EF4-FFF2-40B4-BE49-F238E27FC236}">
                <a16:creationId xmlns:a16="http://schemas.microsoft.com/office/drawing/2014/main" id="{DF4231D8-6A40-4730-A6F8-A63B228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998" y="4947419"/>
            <a:ext cx="69663" cy="101618"/>
          </a:xfrm>
          <a:custGeom xmlns:a="http://schemas.openxmlformats.org/drawingml/2006/main">
            <a:pathLst>
              <a:path w="69663" h="101618">
                <a:moveTo>
                  <a:pt x="0" y="101618"/>
                </a:moveTo>
                <a:lnTo>
                  <a:pt x="0" y="0"/>
                </a:lnTo>
                <a:lnTo>
                  <a:pt x="69663" y="0"/>
                </a:lnTo>
                <a:lnTo>
                  <a:pt x="69663" y="17191"/>
                </a:lnTo>
                <a:lnTo>
                  <a:pt x="20518" y="17191"/>
                </a:lnTo>
                <a:lnTo>
                  <a:pt x="20518" y="41174"/>
                </a:lnTo>
                <a:lnTo>
                  <a:pt x="62940" y="41174"/>
                </a:lnTo>
                <a:lnTo>
                  <a:pt x="62940" y="58365"/>
                </a:lnTo>
                <a:lnTo>
                  <a:pt x="20518" y="58365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G">
            <a:extLst xmlns:a="http://schemas.openxmlformats.org/drawingml/2006/main">
              <a:ext uri="{FF2B5EF4-FFF2-40B4-BE49-F238E27FC236}">
                <a16:creationId xmlns:a16="http://schemas.microsoft.com/office/drawing/2014/main" id="{30AF0CFC-D303-46C0-B42E-C088C847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33" y="4946405"/>
            <a:ext cx="95033" cy="105223"/>
          </a:xfrm>
          <a:custGeom xmlns:a="http://schemas.openxmlformats.org/drawingml/2006/main">
            <a:pathLst>
              <a:path w="95033" h="105223">
                <a:moveTo>
                  <a:pt x="50809" y="66128"/>
                </a:moveTo>
                <a:lnTo>
                  <a:pt x="50809" y="48938"/>
                </a:lnTo>
                <a:lnTo>
                  <a:pt x="95033" y="48938"/>
                </a:lnTo>
                <a:lnTo>
                  <a:pt x="95033" y="89425"/>
                </a:lnTo>
                <a:cubicBezTo>
                  <a:pt x="90736" y="93600"/>
                  <a:pt x="84509" y="97277"/>
                  <a:pt x="76352" y="100455"/>
                </a:cubicBezTo>
                <a:cubicBezTo>
                  <a:pt x="68196" y="103634"/>
                  <a:pt x="59936" y="105223"/>
                  <a:pt x="51572" y="105223"/>
                </a:cubicBezTo>
                <a:cubicBezTo>
                  <a:pt x="40943" y="105223"/>
                  <a:pt x="31678" y="102990"/>
                  <a:pt x="23776" y="98525"/>
                </a:cubicBezTo>
                <a:cubicBezTo>
                  <a:pt x="15874" y="94060"/>
                  <a:pt x="9935" y="87675"/>
                  <a:pt x="5961" y="79370"/>
                </a:cubicBezTo>
                <a:cubicBezTo>
                  <a:pt x="1987" y="71063"/>
                  <a:pt x="0" y="62028"/>
                  <a:pt x="0" y="52265"/>
                </a:cubicBezTo>
                <a:cubicBezTo>
                  <a:pt x="0" y="41668"/>
                  <a:pt x="2218" y="32252"/>
                  <a:pt x="6654" y="24016"/>
                </a:cubicBezTo>
                <a:cubicBezTo>
                  <a:pt x="11091" y="15779"/>
                  <a:pt x="17583" y="9462"/>
                  <a:pt x="26132" y="5067"/>
                </a:cubicBezTo>
                <a:cubicBezTo>
                  <a:pt x="32648" y="1689"/>
                  <a:pt x="40758" y="0"/>
                  <a:pt x="50463" y="0"/>
                </a:cubicBezTo>
                <a:cubicBezTo>
                  <a:pt x="63078" y="0"/>
                  <a:pt x="72933" y="2652"/>
                  <a:pt x="80026" y="7956"/>
                </a:cubicBezTo>
                <a:cubicBezTo>
                  <a:pt x="87120" y="13259"/>
                  <a:pt x="91683" y="20589"/>
                  <a:pt x="93716" y="29945"/>
                </a:cubicBezTo>
                <a:lnTo>
                  <a:pt x="73337" y="33827"/>
                </a:lnTo>
                <a:cubicBezTo>
                  <a:pt x="71905" y="28814"/>
                  <a:pt x="69213" y="24858"/>
                  <a:pt x="65262" y="21958"/>
                </a:cubicBezTo>
                <a:cubicBezTo>
                  <a:pt x="61311" y="19057"/>
                  <a:pt x="56378" y="17606"/>
                  <a:pt x="50463" y="17606"/>
                </a:cubicBezTo>
                <a:cubicBezTo>
                  <a:pt x="41498" y="17606"/>
                  <a:pt x="34370" y="20448"/>
                  <a:pt x="29078" y="26132"/>
                </a:cubicBezTo>
                <a:cubicBezTo>
                  <a:pt x="23787" y="31816"/>
                  <a:pt x="21142" y="40250"/>
                  <a:pt x="21142" y="51433"/>
                </a:cubicBezTo>
                <a:cubicBezTo>
                  <a:pt x="21142" y="63494"/>
                  <a:pt x="23822" y="72540"/>
                  <a:pt x="29182" y="78570"/>
                </a:cubicBezTo>
                <a:cubicBezTo>
                  <a:pt x="34543" y="84601"/>
                  <a:pt x="41567" y="87616"/>
                  <a:pt x="50255" y="87616"/>
                </a:cubicBezTo>
                <a:cubicBezTo>
                  <a:pt x="54552" y="87616"/>
                  <a:pt x="58861" y="86776"/>
                  <a:pt x="63182" y="85095"/>
                </a:cubicBezTo>
                <a:cubicBezTo>
                  <a:pt x="67503" y="83414"/>
                  <a:pt x="71211" y="81376"/>
                  <a:pt x="74308" y="78980"/>
                </a:cubicBezTo>
                <a:lnTo>
                  <a:pt x="74308" y="66128"/>
                </a:lnTo>
                <a:lnTo>
                  <a:pt x="50809" y="661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H">
            <a:extLst xmlns:a="http://schemas.openxmlformats.org/drawingml/2006/main">
              <a:ext uri="{FF2B5EF4-FFF2-40B4-BE49-F238E27FC236}">
                <a16:creationId xmlns:a16="http://schemas.microsoft.com/office/drawing/2014/main" id="{15EB5A25-1377-44D7-A427-1BC1BE9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05" y="4965164"/>
            <a:ext cx="81239" cy="101618"/>
          </a:xfrm>
          <a:custGeom xmlns:a="http://schemas.openxmlformats.org/drawingml/2006/main">
            <a:pathLst>
              <a:path w="81239" h="101618">
                <a:moveTo>
                  <a:pt x="0" y="101618"/>
                </a:moveTo>
                <a:lnTo>
                  <a:pt x="0" y="0"/>
                </a:lnTo>
                <a:lnTo>
                  <a:pt x="20518" y="0"/>
                </a:lnTo>
                <a:lnTo>
                  <a:pt x="20518" y="39926"/>
                </a:lnTo>
                <a:lnTo>
                  <a:pt x="60721" y="39926"/>
                </a:lnTo>
                <a:lnTo>
                  <a:pt x="60721" y="0"/>
                </a:lnTo>
                <a:lnTo>
                  <a:pt x="81239" y="0"/>
                </a:lnTo>
                <a:lnTo>
                  <a:pt x="81239" y="101618"/>
                </a:lnTo>
                <a:lnTo>
                  <a:pt x="60721" y="101618"/>
                </a:lnTo>
                <a:lnTo>
                  <a:pt x="60721" y="57117"/>
                </a:lnTo>
                <a:lnTo>
                  <a:pt x="20518" y="57117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015946fe945e3"/>
          <a:stretch xmlns:a="http://schemas.openxmlformats.org/drawingml/2006/main"/>
        </p:blipFill>
        <p:spPr>
          <a:xfrm xmlns:a="http://schemas.openxmlformats.org/drawingml/2006/main">
            <a:off x="936235" y="4313902"/>
            <a:ext cx="1785533" cy="170543"/>
          </a:xfrm>
          <a:prstGeom xmlns:a="http://schemas.openxmlformats.org/drawingml/2006/main" prst="rect">
            <a:avLst/>
          </a:prstGeom>
        </p:spPr>
      </p:pic>
      <p:pic>
        <p:nvPicPr>
          <p:cNvPr id="8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ca7767aff4caf"/>
          <a:stretch xmlns:a="http://schemas.openxmlformats.org/drawingml/2006/main"/>
        </p:blipFill>
        <p:spPr>
          <a:xfrm xmlns:a="http://schemas.openxmlformats.org/drawingml/2006/main">
            <a:off x="1383645" y="4357855"/>
            <a:ext cx="165255" cy="90374"/>
          </a:xfrm>
          <a:prstGeom xmlns:a="http://schemas.openxmlformats.org/drawingml/2006/main" prst="rect">
            <a:avLst/>
          </a:prstGeom>
        </p:spPr>
      </p:pic>
      <p:pic>
        <p:nvPicPr>
          <p:cNvPr id="8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ebf5f9fae46b8"/>
          <a:stretch xmlns:a="http://schemas.openxmlformats.org/drawingml/2006/main"/>
        </p:blipFill>
        <p:spPr>
          <a:xfrm xmlns:a="http://schemas.openxmlformats.org/drawingml/2006/main">
            <a:off x="1543172" y="4357630"/>
            <a:ext cx="748038" cy="106123"/>
          </a:xfrm>
          <a:prstGeom xmlns:a="http://schemas.openxmlformats.org/drawingml/2006/main" prst="rect">
            <a:avLst/>
          </a:prstGeom>
        </p:spPr>
      </p:pic>
      <p:pic>
        <p:nvPicPr>
          <p:cNvPr id="8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91a14c64247e9"/>
          <a:stretch xmlns:a="http://schemas.openxmlformats.org/drawingml/2006/main"/>
        </p:blipFill>
        <p:spPr>
          <a:xfrm xmlns:a="http://schemas.openxmlformats.org/drawingml/2006/main">
            <a:off x="927165" y="4530786"/>
            <a:ext cx="1785533" cy="170543"/>
          </a:xfrm>
          <a:prstGeom xmlns:a="http://schemas.openxmlformats.org/drawingml/2006/main" prst="rect">
            <a:avLst/>
          </a:prstGeom>
        </p:spPr>
      </p:pic>
      <p:pic>
        <p:nvPicPr>
          <p:cNvPr id="8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1f595759349d8"/>
          <a:stretch xmlns:a="http://schemas.openxmlformats.org/drawingml/2006/main"/>
        </p:blipFill>
        <p:spPr>
          <a:xfrm xmlns:a="http://schemas.openxmlformats.org/drawingml/2006/main">
            <a:off x="1361562" y="4574739"/>
            <a:ext cx="165255" cy="90374"/>
          </a:xfrm>
          <a:prstGeom xmlns:a="http://schemas.openxmlformats.org/drawingml/2006/main" prst="rect">
            <a:avLst/>
          </a:prstGeom>
        </p:spPr>
      </p:pic>
      <p:pic>
        <p:nvPicPr>
          <p:cNvPr id="8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0efe96bc64c8e"/>
          <a:stretch xmlns:a="http://schemas.openxmlformats.org/drawingml/2006/main"/>
        </p:blipFill>
        <p:spPr>
          <a:xfrm xmlns:a="http://schemas.openxmlformats.org/drawingml/2006/main">
            <a:off x="1516499" y="4574600"/>
            <a:ext cx="778646" cy="106061"/>
          </a:xfrm>
          <a:prstGeom xmlns:a="http://schemas.openxmlformats.org/drawingml/2006/main" prst="rect">
            <a:avLst/>
          </a:prstGeom>
        </p:spPr>
      </p:pic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4A5C9D-2A0E-451F-BC2E-7B492BE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368" y="4491053"/>
            <a:ext cx="736216" cy="47320"/>
          </a:xfrm>
          <a:custGeom xmlns:a="http://schemas.openxmlformats.org/drawingml/2006/main">
            <a:pathLst>
              <a:path w="736216" h="47320">
                <a:moveTo>
                  <a:pt x="47320" y="47320"/>
                </a:moveTo>
                <a:lnTo>
                  <a:pt x="47320" y="31547"/>
                </a:lnTo>
                <a:lnTo>
                  <a:pt x="82810" y="31547"/>
                </a:lnTo>
                <a:lnTo>
                  <a:pt x="82810" y="15773"/>
                </a:lnTo>
                <a:lnTo>
                  <a:pt x="47320" y="15773"/>
                </a:lnTo>
                <a:lnTo>
                  <a:pt x="47320" y="0"/>
                </a:lnTo>
                <a:lnTo>
                  <a:pt x="0" y="23660"/>
                </a:lnTo>
                <a:lnTo>
                  <a:pt x="47320" y="47320"/>
                </a:lnTo>
                <a:close/>
                <a:moveTo>
                  <a:pt x="98584" y="15773"/>
                </a:moveTo>
                <a:lnTo>
                  <a:pt x="98584" y="31547"/>
                </a:lnTo>
                <a:lnTo>
                  <a:pt x="145904" y="31547"/>
                </a:lnTo>
                <a:lnTo>
                  <a:pt x="145904" y="15773"/>
                </a:lnTo>
                <a:lnTo>
                  <a:pt x="98584" y="15773"/>
                </a:lnTo>
                <a:close/>
                <a:moveTo>
                  <a:pt x="161677" y="15773"/>
                </a:moveTo>
                <a:lnTo>
                  <a:pt x="161677" y="31547"/>
                </a:lnTo>
                <a:lnTo>
                  <a:pt x="208998" y="31547"/>
                </a:lnTo>
                <a:lnTo>
                  <a:pt x="208998" y="15773"/>
                </a:lnTo>
                <a:lnTo>
                  <a:pt x="161677" y="15773"/>
                </a:lnTo>
                <a:close/>
                <a:moveTo>
                  <a:pt x="224771" y="15773"/>
                </a:moveTo>
                <a:lnTo>
                  <a:pt x="224771" y="31547"/>
                </a:lnTo>
                <a:lnTo>
                  <a:pt x="272091" y="31547"/>
                </a:lnTo>
                <a:lnTo>
                  <a:pt x="272091" y="15773"/>
                </a:lnTo>
                <a:lnTo>
                  <a:pt x="224771" y="15773"/>
                </a:lnTo>
                <a:close/>
                <a:moveTo>
                  <a:pt x="287865" y="15773"/>
                </a:moveTo>
                <a:lnTo>
                  <a:pt x="287865" y="31547"/>
                </a:lnTo>
                <a:lnTo>
                  <a:pt x="335185" y="31547"/>
                </a:lnTo>
                <a:lnTo>
                  <a:pt x="335185" y="15773"/>
                </a:lnTo>
                <a:lnTo>
                  <a:pt x="287865" y="15773"/>
                </a:lnTo>
                <a:close/>
                <a:moveTo>
                  <a:pt x="350958" y="15773"/>
                </a:moveTo>
                <a:lnTo>
                  <a:pt x="350958" y="31547"/>
                </a:lnTo>
                <a:lnTo>
                  <a:pt x="398278" y="31547"/>
                </a:lnTo>
                <a:lnTo>
                  <a:pt x="398278" y="15773"/>
                </a:lnTo>
                <a:lnTo>
                  <a:pt x="350958" y="15773"/>
                </a:lnTo>
                <a:close/>
                <a:moveTo>
                  <a:pt x="414052" y="15773"/>
                </a:moveTo>
                <a:lnTo>
                  <a:pt x="414052" y="31547"/>
                </a:lnTo>
                <a:lnTo>
                  <a:pt x="461372" y="31547"/>
                </a:lnTo>
                <a:lnTo>
                  <a:pt x="461372" y="15773"/>
                </a:lnTo>
                <a:lnTo>
                  <a:pt x="414052" y="15773"/>
                </a:lnTo>
                <a:close/>
                <a:moveTo>
                  <a:pt x="477145" y="15773"/>
                </a:moveTo>
                <a:lnTo>
                  <a:pt x="477145" y="31547"/>
                </a:lnTo>
                <a:lnTo>
                  <a:pt x="524466" y="31547"/>
                </a:lnTo>
                <a:lnTo>
                  <a:pt x="524466" y="15773"/>
                </a:lnTo>
                <a:lnTo>
                  <a:pt x="477145" y="15773"/>
                </a:lnTo>
                <a:close/>
                <a:moveTo>
                  <a:pt x="540239" y="15773"/>
                </a:moveTo>
                <a:lnTo>
                  <a:pt x="540239" y="31547"/>
                </a:lnTo>
                <a:lnTo>
                  <a:pt x="587559" y="31547"/>
                </a:lnTo>
                <a:lnTo>
                  <a:pt x="587559" y="15773"/>
                </a:lnTo>
                <a:lnTo>
                  <a:pt x="540239" y="15773"/>
                </a:lnTo>
                <a:close/>
                <a:moveTo>
                  <a:pt x="603333" y="15773"/>
                </a:moveTo>
                <a:lnTo>
                  <a:pt x="603333" y="31547"/>
                </a:lnTo>
                <a:lnTo>
                  <a:pt x="650653" y="31547"/>
                </a:lnTo>
                <a:lnTo>
                  <a:pt x="650653" y="15773"/>
                </a:lnTo>
                <a:lnTo>
                  <a:pt x="603333" y="15773"/>
                </a:lnTo>
                <a:close/>
                <a:moveTo>
                  <a:pt x="688895" y="31547"/>
                </a:moveTo>
                <a:lnTo>
                  <a:pt x="688895" y="47320"/>
                </a:lnTo>
                <a:lnTo>
                  <a:pt x="736216" y="23660"/>
                </a:lnTo>
                <a:lnTo>
                  <a:pt x="688895" y="0"/>
                </a:lnTo>
                <a:lnTo>
                  <a:pt x="688895" y="15773"/>
                </a:lnTo>
                <a:lnTo>
                  <a:pt x="666426" y="15773"/>
                </a:lnTo>
                <a:lnTo>
                  <a:pt x="666426" y="31547"/>
                </a:lnTo>
                <a:lnTo>
                  <a:pt x="688895" y="31547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372F1-EB1E-4914-88A6-570D61F7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46" y="5228854"/>
            <a:ext cx="3063951" cy="11830"/>
          </a:xfrm>
          <a:custGeom xmlns:a="http://schemas.openxmlformats.org/drawingml/2006/main">
            <a:pathLst>
              <a:path w="3063951" h="11830">
                <a:moveTo>
                  <a:pt x="0" y="0"/>
                </a:moveTo>
                <a:lnTo>
                  <a:pt x="3063951" y="0"/>
                </a:lnTo>
                <a:lnTo>
                  <a:pt x="3063951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�_�����(">
            <a:extLst xmlns:a="http://schemas.openxmlformats.org/drawingml/2006/main">
              <a:ext uri="{FF2B5EF4-FFF2-40B4-BE49-F238E27FC236}">
                <a16:creationId xmlns:a16="http://schemas.microsoft.com/office/drawing/2014/main" id="{EABAEBB5-5CA7-4CCC-B032-41D90B44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15" y="5310479"/>
            <a:ext cx="527530" cy="103494"/>
          </a:xfrm>
          <a:custGeom xmlns:a="http://schemas.openxmlformats.org/drawingml/2006/main">
            <a:pathLst>
              <a:path w="527530" h="103494">
                <a:moveTo>
                  <a:pt x="52080" y="41884"/>
                </a:moveTo>
                <a:cubicBezTo>
                  <a:pt x="52080" y="38413"/>
                  <a:pt x="51600" y="35680"/>
                  <a:pt x="50639" y="33686"/>
                </a:cubicBezTo>
                <a:cubicBezTo>
                  <a:pt x="48792" y="29622"/>
                  <a:pt x="45320" y="27590"/>
                  <a:pt x="40222" y="27590"/>
                </a:cubicBezTo>
                <a:cubicBezTo>
                  <a:pt x="35200" y="27590"/>
                  <a:pt x="31026" y="29401"/>
                  <a:pt x="27702" y="33021"/>
                </a:cubicBezTo>
                <a:cubicBezTo>
                  <a:pt x="24304" y="36641"/>
                  <a:pt x="21940" y="41922"/>
                  <a:pt x="20611" y="48866"/>
                </a:cubicBezTo>
                <a:lnTo>
                  <a:pt x="19502" y="54518"/>
                </a:lnTo>
                <a:cubicBezTo>
                  <a:pt x="19059" y="56807"/>
                  <a:pt x="18763" y="59356"/>
                  <a:pt x="18616" y="62164"/>
                </a:cubicBezTo>
                <a:cubicBezTo>
                  <a:pt x="18616" y="65561"/>
                  <a:pt x="19207" y="68294"/>
                  <a:pt x="20389" y="70363"/>
                </a:cubicBezTo>
                <a:cubicBezTo>
                  <a:pt x="22236" y="73982"/>
                  <a:pt x="25744" y="75792"/>
                  <a:pt x="30915" y="75792"/>
                </a:cubicBezTo>
                <a:cubicBezTo>
                  <a:pt x="36012" y="75792"/>
                  <a:pt x="40260" y="73760"/>
                  <a:pt x="43658" y="69698"/>
                </a:cubicBezTo>
                <a:cubicBezTo>
                  <a:pt x="47057" y="65636"/>
                  <a:pt x="49531" y="59615"/>
                  <a:pt x="51082" y="51637"/>
                </a:cubicBezTo>
                <a:cubicBezTo>
                  <a:pt x="51821" y="48016"/>
                  <a:pt x="52153" y="44766"/>
                  <a:pt x="52080" y="41884"/>
                </a:cubicBezTo>
                <a:moveTo>
                  <a:pt x="63604" y="42994"/>
                </a:moveTo>
                <a:cubicBezTo>
                  <a:pt x="63604" y="45432"/>
                  <a:pt x="63309" y="48313"/>
                  <a:pt x="62717" y="51637"/>
                </a:cubicBezTo>
                <a:cubicBezTo>
                  <a:pt x="60944" y="60649"/>
                  <a:pt x="57287" y="67962"/>
                  <a:pt x="51747" y="73577"/>
                </a:cubicBezTo>
                <a:cubicBezTo>
                  <a:pt x="46132" y="79191"/>
                  <a:pt x="39817" y="81999"/>
                  <a:pt x="32800" y="81999"/>
                </a:cubicBezTo>
                <a:cubicBezTo>
                  <a:pt x="28441" y="81999"/>
                  <a:pt x="24858" y="81149"/>
                  <a:pt x="22051" y="79449"/>
                </a:cubicBezTo>
                <a:cubicBezTo>
                  <a:pt x="19318" y="77750"/>
                  <a:pt x="17360" y="75091"/>
                  <a:pt x="16178" y="71472"/>
                </a:cubicBezTo>
                <a:lnTo>
                  <a:pt x="9972" y="103494"/>
                </a:lnTo>
                <a:lnTo>
                  <a:pt x="0" y="103494"/>
                </a:lnTo>
                <a:lnTo>
                  <a:pt x="14516" y="28700"/>
                </a:lnTo>
                <a:lnTo>
                  <a:pt x="4986" y="28700"/>
                </a:lnTo>
                <a:lnTo>
                  <a:pt x="6094" y="22937"/>
                </a:lnTo>
                <a:lnTo>
                  <a:pt x="25597" y="22937"/>
                </a:lnTo>
                <a:lnTo>
                  <a:pt x="23935" y="31912"/>
                </a:lnTo>
                <a:cubicBezTo>
                  <a:pt x="26594" y="28218"/>
                  <a:pt x="29586" y="25559"/>
                  <a:pt x="32910" y="23935"/>
                </a:cubicBezTo>
                <a:cubicBezTo>
                  <a:pt x="36308" y="22235"/>
                  <a:pt x="40186" y="21385"/>
                  <a:pt x="44544" y="21385"/>
                </a:cubicBezTo>
                <a:cubicBezTo>
                  <a:pt x="51636" y="21385"/>
                  <a:pt x="56881" y="24156"/>
                  <a:pt x="60279" y="29697"/>
                </a:cubicBezTo>
                <a:cubicBezTo>
                  <a:pt x="62496" y="33390"/>
                  <a:pt x="63604" y="37822"/>
                  <a:pt x="63604" y="42994"/>
                </a:cubicBezTo>
                <a:close/>
                <a:moveTo>
                  <a:pt x="127772" y="101057"/>
                </a:moveTo>
                <a:lnTo>
                  <a:pt x="72368" y="101057"/>
                </a:lnTo>
                <a:lnTo>
                  <a:pt x="72368" y="95295"/>
                </a:lnTo>
                <a:lnTo>
                  <a:pt x="127772" y="95295"/>
                </a:lnTo>
                <a:lnTo>
                  <a:pt x="127772" y="101057"/>
                </a:lnTo>
                <a:close/>
                <a:moveTo>
                  <a:pt x="188298" y="26040"/>
                </a:moveTo>
                <a:lnTo>
                  <a:pt x="185860" y="38560"/>
                </a:lnTo>
                <a:lnTo>
                  <a:pt x="180098" y="38560"/>
                </a:lnTo>
                <a:cubicBezTo>
                  <a:pt x="180246" y="37527"/>
                  <a:pt x="180319" y="36751"/>
                  <a:pt x="180319" y="36234"/>
                </a:cubicBezTo>
                <a:cubicBezTo>
                  <a:pt x="180319" y="33575"/>
                  <a:pt x="179396" y="31321"/>
                  <a:pt x="177550" y="29474"/>
                </a:cubicBezTo>
                <a:cubicBezTo>
                  <a:pt x="175777" y="27628"/>
                  <a:pt x="172785" y="26704"/>
                  <a:pt x="168573" y="26704"/>
                </a:cubicBezTo>
                <a:cubicBezTo>
                  <a:pt x="160152" y="26704"/>
                  <a:pt x="155314" y="29659"/>
                  <a:pt x="154058" y="35569"/>
                </a:cubicBezTo>
                <a:cubicBezTo>
                  <a:pt x="153910" y="36308"/>
                  <a:pt x="153836" y="37157"/>
                  <a:pt x="153836" y="38117"/>
                </a:cubicBezTo>
                <a:cubicBezTo>
                  <a:pt x="153836" y="39300"/>
                  <a:pt x="154428" y="40482"/>
                  <a:pt x="155610" y="41663"/>
                </a:cubicBezTo>
                <a:cubicBezTo>
                  <a:pt x="156866" y="42920"/>
                  <a:pt x="159746" y="44324"/>
                  <a:pt x="164252" y="45875"/>
                </a:cubicBezTo>
                <a:lnTo>
                  <a:pt x="171676" y="48313"/>
                </a:lnTo>
                <a:cubicBezTo>
                  <a:pt x="176773" y="49937"/>
                  <a:pt x="180282" y="52079"/>
                  <a:pt x="182203" y="54740"/>
                </a:cubicBezTo>
                <a:cubicBezTo>
                  <a:pt x="183533" y="56513"/>
                  <a:pt x="184198" y="58285"/>
                  <a:pt x="184198" y="60057"/>
                </a:cubicBezTo>
                <a:cubicBezTo>
                  <a:pt x="184198" y="67740"/>
                  <a:pt x="181169" y="73502"/>
                  <a:pt x="175112" y="77344"/>
                </a:cubicBezTo>
                <a:cubicBezTo>
                  <a:pt x="170310" y="80447"/>
                  <a:pt x="164289" y="81999"/>
                  <a:pt x="157051" y="81999"/>
                </a:cubicBezTo>
                <a:cubicBezTo>
                  <a:pt x="149663" y="81999"/>
                  <a:pt x="142793" y="80410"/>
                  <a:pt x="136440" y="77232"/>
                </a:cubicBezTo>
                <a:lnTo>
                  <a:pt x="139099" y="63826"/>
                </a:lnTo>
                <a:lnTo>
                  <a:pt x="144750" y="63826"/>
                </a:lnTo>
                <a:cubicBezTo>
                  <a:pt x="144602" y="65155"/>
                  <a:pt x="144529" y="66152"/>
                  <a:pt x="144529" y="66817"/>
                </a:cubicBezTo>
                <a:cubicBezTo>
                  <a:pt x="144529" y="73392"/>
                  <a:pt x="148998" y="76679"/>
                  <a:pt x="157937" y="76679"/>
                </a:cubicBezTo>
                <a:cubicBezTo>
                  <a:pt x="166875" y="76679"/>
                  <a:pt x="172009" y="73392"/>
                  <a:pt x="173338" y="66817"/>
                </a:cubicBezTo>
                <a:cubicBezTo>
                  <a:pt x="173412" y="66374"/>
                  <a:pt x="173450" y="65487"/>
                  <a:pt x="173450" y="64157"/>
                </a:cubicBezTo>
                <a:cubicBezTo>
                  <a:pt x="173450" y="62976"/>
                  <a:pt x="172822" y="61758"/>
                  <a:pt x="171566" y="60502"/>
                </a:cubicBezTo>
                <a:cubicBezTo>
                  <a:pt x="170384" y="59097"/>
                  <a:pt x="167207" y="57509"/>
                  <a:pt x="162037" y="55735"/>
                </a:cubicBezTo>
                <a:lnTo>
                  <a:pt x="155277" y="53299"/>
                </a:lnTo>
                <a:cubicBezTo>
                  <a:pt x="150623" y="51747"/>
                  <a:pt x="147557" y="49937"/>
                  <a:pt x="146081" y="47868"/>
                </a:cubicBezTo>
                <a:cubicBezTo>
                  <a:pt x="144603" y="45727"/>
                  <a:pt x="143864" y="43510"/>
                  <a:pt x="143864" y="41220"/>
                </a:cubicBezTo>
                <a:cubicBezTo>
                  <a:pt x="143864" y="40186"/>
                  <a:pt x="143975" y="39189"/>
                  <a:pt x="144195" y="38229"/>
                </a:cubicBezTo>
                <a:cubicBezTo>
                  <a:pt x="145230" y="32910"/>
                  <a:pt x="147964" y="28810"/>
                  <a:pt x="152396" y="25928"/>
                </a:cubicBezTo>
                <a:cubicBezTo>
                  <a:pt x="156755" y="22900"/>
                  <a:pt x="162184" y="21385"/>
                  <a:pt x="168685" y="21385"/>
                </a:cubicBezTo>
                <a:cubicBezTo>
                  <a:pt x="174964" y="21385"/>
                  <a:pt x="181501" y="22937"/>
                  <a:pt x="188298" y="26040"/>
                </a:cubicBezTo>
                <a:close/>
                <a:moveTo>
                  <a:pt x="261135" y="26483"/>
                </a:moveTo>
                <a:lnTo>
                  <a:pt x="258254" y="41220"/>
                </a:lnTo>
                <a:lnTo>
                  <a:pt x="252494" y="41220"/>
                </a:lnTo>
                <a:lnTo>
                  <a:pt x="252494" y="39779"/>
                </a:lnTo>
                <a:cubicBezTo>
                  <a:pt x="252494" y="35422"/>
                  <a:pt x="251570" y="32209"/>
                  <a:pt x="249722" y="30140"/>
                </a:cubicBezTo>
                <a:cubicBezTo>
                  <a:pt x="247654" y="27850"/>
                  <a:pt x="244256" y="26704"/>
                  <a:pt x="239529" y="26704"/>
                </a:cubicBezTo>
                <a:cubicBezTo>
                  <a:pt x="234136" y="26704"/>
                  <a:pt x="229667" y="28810"/>
                  <a:pt x="226121" y="33021"/>
                </a:cubicBezTo>
                <a:cubicBezTo>
                  <a:pt x="222649" y="37084"/>
                  <a:pt x="220063" y="43289"/>
                  <a:pt x="218363" y="51637"/>
                </a:cubicBezTo>
                <a:cubicBezTo>
                  <a:pt x="217625" y="55256"/>
                  <a:pt x="217256" y="58617"/>
                  <a:pt x="217256" y="61719"/>
                </a:cubicBezTo>
                <a:cubicBezTo>
                  <a:pt x="217256" y="65044"/>
                  <a:pt x="217773" y="67926"/>
                  <a:pt x="218808" y="70363"/>
                </a:cubicBezTo>
                <a:cubicBezTo>
                  <a:pt x="220654" y="74574"/>
                  <a:pt x="224311" y="76679"/>
                  <a:pt x="229778" y="76679"/>
                </a:cubicBezTo>
                <a:cubicBezTo>
                  <a:pt x="234136" y="76679"/>
                  <a:pt x="237755" y="75571"/>
                  <a:pt x="240636" y="73355"/>
                </a:cubicBezTo>
                <a:cubicBezTo>
                  <a:pt x="243592" y="71139"/>
                  <a:pt x="246030" y="67741"/>
                  <a:pt x="247950" y="63160"/>
                </a:cubicBezTo>
                <a:lnTo>
                  <a:pt x="255928" y="63160"/>
                </a:lnTo>
                <a:cubicBezTo>
                  <a:pt x="253342" y="69365"/>
                  <a:pt x="249722" y="74019"/>
                  <a:pt x="245069" y="77122"/>
                </a:cubicBezTo>
                <a:cubicBezTo>
                  <a:pt x="240636" y="80373"/>
                  <a:pt x="235169" y="81999"/>
                  <a:pt x="228669" y="81999"/>
                </a:cubicBezTo>
                <a:cubicBezTo>
                  <a:pt x="220395" y="81999"/>
                  <a:pt x="214190" y="79228"/>
                  <a:pt x="210053" y="73687"/>
                </a:cubicBezTo>
                <a:cubicBezTo>
                  <a:pt x="207246" y="69772"/>
                  <a:pt x="205843" y="65081"/>
                  <a:pt x="205843" y="59614"/>
                </a:cubicBezTo>
                <a:cubicBezTo>
                  <a:pt x="205843" y="57250"/>
                  <a:pt x="206138" y="54591"/>
                  <a:pt x="206729" y="51637"/>
                </a:cubicBezTo>
                <a:cubicBezTo>
                  <a:pt x="208502" y="42329"/>
                  <a:pt x="212491" y="34978"/>
                  <a:pt x="218696" y="29586"/>
                </a:cubicBezTo>
                <a:cubicBezTo>
                  <a:pt x="224828" y="24119"/>
                  <a:pt x="232068" y="21385"/>
                  <a:pt x="240415" y="21385"/>
                </a:cubicBezTo>
                <a:cubicBezTo>
                  <a:pt x="243813" y="21385"/>
                  <a:pt x="247359" y="21792"/>
                  <a:pt x="251053" y="22604"/>
                </a:cubicBezTo>
                <a:cubicBezTo>
                  <a:pt x="254377" y="23491"/>
                  <a:pt x="257738" y="24784"/>
                  <a:pt x="261135" y="26483"/>
                </a:cubicBezTo>
                <a:close/>
                <a:moveTo>
                  <a:pt x="324779" y="41663"/>
                </a:moveTo>
                <a:cubicBezTo>
                  <a:pt x="324779" y="38339"/>
                  <a:pt x="324263" y="35458"/>
                  <a:pt x="323229" y="33021"/>
                </a:cubicBezTo>
                <a:cubicBezTo>
                  <a:pt x="321382" y="28810"/>
                  <a:pt x="317725" y="26704"/>
                  <a:pt x="312259" y="26704"/>
                </a:cubicBezTo>
                <a:cubicBezTo>
                  <a:pt x="306940" y="26704"/>
                  <a:pt x="302507" y="28810"/>
                  <a:pt x="298961" y="33021"/>
                </a:cubicBezTo>
                <a:cubicBezTo>
                  <a:pt x="295416" y="37231"/>
                  <a:pt x="292867" y="43437"/>
                  <a:pt x="291315" y="51637"/>
                </a:cubicBezTo>
                <a:cubicBezTo>
                  <a:pt x="290577" y="55256"/>
                  <a:pt x="290208" y="58581"/>
                  <a:pt x="290208" y="61609"/>
                </a:cubicBezTo>
                <a:cubicBezTo>
                  <a:pt x="290208" y="65008"/>
                  <a:pt x="290725" y="67926"/>
                  <a:pt x="291760" y="70363"/>
                </a:cubicBezTo>
                <a:cubicBezTo>
                  <a:pt x="293606" y="74574"/>
                  <a:pt x="297226" y="76679"/>
                  <a:pt x="302618" y="76679"/>
                </a:cubicBezTo>
                <a:cubicBezTo>
                  <a:pt x="307937" y="76679"/>
                  <a:pt x="312370" y="74574"/>
                  <a:pt x="315915" y="70363"/>
                </a:cubicBezTo>
                <a:cubicBezTo>
                  <a:pt x="319388" y="66226"/>
                  <a:pt x="321973" y="59984"/>
                  <a:pt x="323672" y="51637"/>
                </a:cubicBezTo>
                <a:cubicBezTo>
                  <a:pt x="324410" y="48016"/>
                  <a:pt x="324779" y="44692"/>
                  <a:pt x="324779" y="41663"/>
                </a:cubicBezTo>
                <a:moveTo>
                  <a:pt x="336082" y="43658"/>
                </a:moveTo>
                <a:cubicBezTo>
                  <a:pt x="336082" y="46392"/>
                  <a:pt x="335824" y="49051"/>
                  <a:pt x="335306" y="51637"/>
                </a:cubicBezTo>
                <a:cubicBezTo>
                  <a:pt x="333533" y="60723"/>
                  <a:pt x="329581" y="68073"/>
                  <a:pt x="323451" y="73687"/>
                </a:cubicBezTo>
                <a:cubicBezTo>
                  <a:pt x="317319" y="79228"/>
                  <a:pt x="310042" y="81999"/>
                  <a:pt x="301621" y="81999"/>
                </a:cubicBezTo>
                <a:cubicBezTo>
                  <a:pt x="293347" y="81999"/>
                  <a:pt x="287142" y="79228"/>
                  <a:pt x="283005" y="73687"/>
                </a:cubicBezTo>
                <a:cubicBezTo>
                  <a:pt x="280198" y="69772"/>
                  <a:pt x="278795" y="65081"/>
                  <a:pt x="278795" y="59614"/>
                </a:cubicBezTo>
                <a:cubicBezTo>
                  <a:pt x="278795" y="57250"/>
                  <a:pt x="279090" y="54591"/>
                  <a:pt x="279681" y="51637"/>
                </a:cubicBezTo>
                <a:cubicBezTo>
                  <a:pt x="281454" y="42476"/>
                  <a:pt x="285406" y="35163"/>
                  <a:pt x="291538" y="29697"/>
                </a:cubicBezTo>
                <a:cubicBezTo>
                  <a:pt x="297669" y="24156"/>
                  <a:pt x="304945" y="21385"/>
                  <a:pt x="313367" y="21385"/>
                </a:cubicBezTo>
                <a:cubicBezTo>
                  <a:pt x="321788" y="21385"/>
                  <a:pt x="327993" y="24156"/>
                  <a:pt x="331982" y="29697"/>
                </a:cubicBezTo>
                <a:cubicBezTo>
                  <a:pt x="334716" y="33538"/>
                  <a:pt x="336082" y="38191"/>
                  <a:pt x="336082" y="43658"/>
                </a:cubicBezTo>
                <a:close/>
                <a:moveTo>
                  <a:pt x="404358" y="22826"/>
                </a:moveTo>
                <a:lnTo>
                  <a:pt x="401587" y="37231"/>
                </a:lnTo>
                <a:lnTo>
                  <a:pt x="395826" y="37231"/>
                </a:lnTo>
                <a:cubicBezTo>
                  <a:pt x="395826" y="37009"/>
                  <a:pt x="395844" y="36677"/>
                  <a:pt x="395880" y="36234"/>
                </a:cubicBezTo>
                <a:cubicBezTo>
                  <a:pt x="395917" y="35791"/>
                  <a:pt x="395973" y="35458"/>
                  <a:pt x="396048" y="35236"/>
                </a:cubicBezTo>
                <a:cubicBezTo>
                  <a:pt x="396048" y="33390"/>
                  <a:pt x="395604" y="31913"/>
                  <a:pt x="394717" y="30805"/>
                </a:cubicBezTo>
                <a:cubicBezTo>
                  <a:pt x="393609" y="29401"/>
                  <a:pt x="391688" y="28700"/>
                  <a:pt x="388955" y="28700"/>
                </a:cubicBezTo>
                <a:cubicBezTo>
                  <a:pt x="384080" y="28700"/>
                  <a:pt x="379980" y="30398"/>
                  <a:pt x="376656" y="33796"/>
                </a:cubicBezTo>
                <a:cubicBezTo>
                  <a:pt x="373332" y="37342"/>
                  <a:pt x="371078" y="42218"/>
                  <a:pt x="369896" y="48423"/>
                </a:cubicBezTo>
                <a:lnTo>
                  <a:pt x="363691" y="80446"/>
                </a:lnTo>
                <a:lnTo>
                  <a:pt x="353718" y="80446"/>
                </a:lnTo>
                <a:lnTo>
                  <a:pt x="363802" y="28588"/>
                </a:lnTo>
                <a:lnTo>
                  <a:pt x="354273" y="28588"/>
                </a:lnTo>
                <a:lnTo>
                  <a:pt x="355381" y="22937"/>
                </a:lnTo>
                <a:lnTo>
                  <a:pt x="374882" y="22937"/>
                </a:lnTo>
                <a:lnTo>
                  <a:pt x="372889" y="33131"/>
                </a:lnTo>
                <a:cubicBezTo>
                  <a:pt x="375695" y="29069"/>
                  <a:pt x="378798" y="26114"/>
                  <a:pt x="382197" y="24266"/>
                </a:cubicBezTo>
                <a:cubicBezTo>
                  <a:pt x="385668" y="22346"/>
                  <a:pt x="389583" y="21385"/>
                  <a:pt x="393941" y="21385"/>
                </a:cubicBezTo>
                <a:cubicBezTo>
                  <a:pt x="395641" y="21385"/>
                  <a:pt x="397303" y="21496"/>
                  <a:pt x="398929" y="21718"/>
                </a:cubicBezTo>
                <a:cubicBezTo>
                  <a:pt x="402105" y="22383"/>
                  <a:pt x="403915" y="22753"/>
                  <a:pt x="404358" y="22826"/>
                </a:cubicBezTo>
                <a:close/>
                <a:moveTo>
                  <a:pt x="477897" y="36345"/>
                </a:moveTo>
                <a:cubicBezTo>
                  <a:pt x="477897" y="43659"/>
                  <a:pt x="474203" y="49125"/>
                  <a:pt x="466816" y="52744"/>
                </a:cubicBezTo>
                <a:cubicBezTo>
                  <a:pt x="459133" y="56438"/>
                  <a:pt x="448015" y="58322"/>
                  <a:pt x="433463" y="58395"/>
                </a:cubicBezTo>
                <a:cubicBezTo>
                  <a:pt x="433315" y="60243"/>
                  <a:pt x="433278" y="61535"/>
                  <a:pt x="433351" y="62274"/>
                </a:cubicBezTo>
                <a:cubicBezTo>
                  <a:pt x="433351" y="65746"/>
                  <a:pt x="433943" y="68553"/>
                  <a:pt x="435125" y="70696"/>
                </a:cubicBezTo>
                <a:cubicBezTo>
                  <a:pt x="437267" y="74685"/>
                  <a:pt x="441181" y="76679"/>
                  <a:pt x="446869" y="76679"/>
                </a:cubicBezTo>
                <a:cubicBezTo>
                  <a:pt x="451006" y="76679"/>
                  <a:pt x="454146" y="76052"/>
                  <a:pt x="456289" y="74796"/>
                </a:cubicBezTo>
                <a:cubicBezTo>
                  <a:pt x="460056" y="72432"/>
                  <a:pt x="462309" y="69810"/>
                  <a:pt x="463048" y="66929"/>
                </a:cubicBezTo>
                <a:lnTo>
                  <a:pt x="470361" y="66929"/>
                </a:lnTo>
                <a:cubicBezTo>
                  <a:pt x="468883" y="71508"/>
                  <a:pt x="465485" y="75423"/>
                  <a:pt x="460167" y="78673"/>
                </a:cubicBezTo>
                <a:cubicBezTo>
                  <a:pt x="456399" y="80890"/>
                  <a:pt x="450822" y="81999"/>
                  <a:pt x="443435" y="81999"/>
                </a:cubicBezTo>
                <a:cubicBezTo>
                  <a:pt x="435974" y="81999"/>
                  <a:pt x="430249" y="79228"/>
                  <a:pt x="426260" y="73687"/>
                </a:cubicBezTo>
                <a:cubicBezTo>
                  <a:pt x="423452" y="69772"/>
                  <a:pt x="422012" y="65081"/>
                  <a:pt x="421938" y="59614"/>
                </a:cubicBezTo>
                <a:cubicBezTo>
                  <a:pt x="421938" y="57325"/>
                  <a:pt x="422234" y="54702"/>
                  <a:pt x="422824" y="51747"/>
                </a:cubicBezTo>
                <a:cubicBezTo>
                  <a:pt x="424597" y="42661"/>
                  <a:pt x="428513" y="35311"/>
                  <a:pt x="434570" y="29697"/>
                </a:cubicBezTo>
                <a:cubicBezTo>
                  <a:pt x="440776" y="24156"/>
                  <a:pt x="448163" y="21385"/>
                  <a:pt x="456732" y="21385"/>
                </a:cubicBezTo>
                <a:cubicBezTo>
                  <a:pt x="470842" y="21385"/>
                  <a:pt x="477897" y="26372"/>
                  <a:pt x="477897" y="36345"/>
                </a:cubicBezTo>
                <a:moveTo>
                  <a:pt x="467370" y="36012"/>
                </a:moveTo>
                <a:cubicBezTo>
                  <a:pt x="467370" y="29881"/>
                  <a:pt x="463270" y="26779"/>
                  <a:pt x="455070" y="26704"/>
                </a:cubicBezTo>
                <a:cubicBezTo>
                  <a:pt x="450342" y="26704"/>
                  <a:pt x="446243" y="28551"/>
                  <a:pt x="442771" y="32245"/>
                </a:cubicBezTo>
                <a:cubicBezTo>
                  <a:pt x="439520" y="35791"/>
                  <a:pt x="436824" y="42587"/>
                  <a:pt x="434682" y="52633"/>
                </a:cubicBezTo>
                <a:cubicBezTo>
                  <a:pt x="446205" y="52117"/>
                  <a:pt x="455070" y="49974"/>
                  <a:pt x="461275" y="46206"/>
                </a:cubicBezTo>
                <a:cubicBezTo>
                  <a:pt x="465338" y="43917"/>
                  <a:pt x="467370" y="40519"/>
                  <a:pt x="467370" y="36012"/>
                </a:cubicBezTo>
                <a:close/>
                <a:moveTo>
                  <a:pt x="527530" y="99948"/>
                </a:moveTo>
                <a:cubicBezTo>
                  <a:pt x="517631" y="94999"/>
                  <a:pt x="510872" y="89089"/>
                  <a:pt x="507252" y="82220"/>
                </a:cubicBezTo>
                <a:cubicBezTo>
                  <a:pt x="502228" y="72469"/>
                  <a:pt x="499716" y="63013"/>
                  <a:pt x="499716" y="53852"/>
                </a:cubicBezTo>
                <a:lnTo>
                  <a:pt x="499716" y="46096"/>
                </a:lnTo>
                <a:cubicBezTo>
                  <a:pt x="499716" y="36935"/>
                  <a:pt x="502228" y="27480"/>
                  <a:pt x="507252" y="17730"/>
                </a:cubicBezTo>
                <a:cubicBezTo>
                  <a:pt x="510872" y="10859"/>
                  <a:pt x="517631" y="4950"/>
                  <a:pt x="527530" y="0"/>
                </a:cubicBezTo>
                <a:lnTo>
                  <a:pt x="527530" y="6427"/>
                </a:lnTo>
                <a:cubicBezTo>
                  <a:pt x="522506" y="8938"/>
                  <a:pt x="518037" y="13888"/>
                  <a:pt x="514122" y="21275"/>
                </a:cubicBezTo>
                <a:cubicBezTo>
                  <a:pt x="512571" y="24304"/>
                  <a:pt x="511573" y="27702"/>
                  <a:pt x="511129" y="31469"/>
                </a:cubicBezTo>
                <a:cubicBezTo>
                  <a:pt x="510686" y="35236"/>
                  <a:pt x="510465" y="40112"/>
                  <a:pt x="510465" y="46096"/>
                </a:cubicBezTo>
                <a:lnTo>
                  <a:pt x="510465" y="53852"/>
                </a:lnTo>
                <a:cubicBezTo>
                  <a:pt x="510465" y="59836"/>
                  <a:pt x="510686" y="64712"/>
                  <a:pt x="511129" y="68479"/>
                </a:cubicBezTo>
                <a:cubicBezTo>
                  <a:pt x="511573" y="72246"/>
                  <a:pt x="512571" y="75644"/>
                  <a:pt x="514122" y="78673"/>
                </a:cubicBezTo>
                <a:cubicBezTo>
                  <a:pt x="518037" y="86060"/>
                  <a:pt x="522506" y="91010"/>
                  <a:pt x="527530" y="93521"/>
                </a:cubicBezTo>
                <a:lnTo>
                  <a:pt x="527530" y="99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�">
            <a:extLst xmlns:a="http://schemas.openxmlformats.org/drawingml/2006/main">
              <a:ext uri="{FF2B5EF4-FFF2-40B4-BE49-F238E27FC236}">
                <a16:creationId xmlns:a16="http://schemas.microsoft.com/office/drawing/2014/main" id="{849B5B8B-1687-44FE-9C2A-AF6D9A5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11" y="5308706"/>
            <a:ext cx="84952" cy="83772"/>
          </a:xfrm>
          <a:custGeom xmlns:a="http://schemas.openxmlformats.org/drawingml/2006/main">
            <a:pathLst>
              <a:path w="84952" h="83772">
                <a:moveTo>
                  <a:pt x="84952" y="6981"/>
                </a:moveTo>
                <a:lnTo>
                  <a:pt x="81185" y="26816"/>
                </a:lnTo>
                <a:lnTo>
                  <a:pt x="74316" y="26816"/>
                </a:lnTo>
                <a:cubicBezTo>
                  <a:pt x="74168" y="20020"/>
                  <a:pt x="72580" y="14923"/>
                  <a:pt x="69551" y="11524"/>
                </a:cubicBezTo>
                <a:cubicBezTo>
                  <a:pt x="66448" y="8200"/>
                  <a:pt x="61868" y="6538"/>
                  <a:pt x="55812" y="6538"/>
                </a:cubicBezTo>
                <a:cubicBezTo>
                  <a:pt x="47981" y="6538"/>
                  <a:pt x="41591" y="9456"/>
                  <a:pt x="36641" y="15292"/>
                </a:cubicBezTo>
                <a:cubicBezTo>
                  <a:pt x="31692" y="21054"/>
                  <a:pt x="28035" y="29919"/>
                  <a:pt x="25671" y="41886"/>
                </a:cubicBezTo>
                <a:cubicBezTo>
                  <a:pt x="23308" y="54075"/>
                  <a:pt x="23492" y="62976"/>
                  <a:pt x="26224" y="68591"/>
                </a:cubicBezTo>
                <a:cubicBezTo>
                  <a:pt x="28884" y="74353"/>
                  <a:pt x="34204" y="77234"/>
                  <a:pt x="42182" y="77234"/>
                </a:cubicBezTo>
                <a:cubicBezTo>
                  <a:pt x="47648" y="77234"/>
                  <a:pt x="52339" y="75720"/>
                  <a:pt x="56255" y="72691"/>
                </a:cubicBezTo>
                <a:cubicBezTo>
                  <a:pt x="60244" y="69735"/>
                  <a:pt x="63604" y="65229"/>
                  <a:pt x="66337" y="59173"/>
                </a:cubicBezTo>
                <a:lnTo>
                  <a:pt x="77085" y="59173"/>
                </a:lnTo>
                <a:cubicBezTo>
                  <a:pt x="73318" y="67520"/>
                  <a:pt x="68258" y="73725"/>
                  <a:pt x="61905" y="77789"/>
                </a:cubicBezTo>
                <a:cubicBezTo>
                  <a:pt x="55700" y="81778"/>
                  <a:pt x="47907" y="83772"/>
                  <a:pt x="38525" y="83772"/>
                </a:cubicBezTo>
                <a:cubicBezTo>
                  <a:pt x="24859" y="83772"/>
                  <a:pt x="14812" y="80005"/>
                  <a:pt x="8385" y="72469"/>
                </a:cubicBezTo>
                <a:cubicBezTo>
                  <a:pt x="1957" y="65008"/>
                  <a:pt x="0" y="54814"/>
                  <a:pt x="2513" y="41886"/>
                </a:cubicBezTo>
                <a:cubicBezTo>
                  <a:pt x="5097" y="28885"/>
                  <a:pt x="11044" y="18691"/>
                  <a:pt x="20352" y="11303"/>
                </a:cubicBezTo>
                <a:cubicBezTo>
                  <a:pt x="29808" y="3768"/>
                  <a:pt x="41295" y="0"/>
                  <a:pt x="54814" y="0"/>
                </a:cubicBezTo>
                <a:cubicBezTo>
                  <a:pt x="59837" y="0"/>
                  <a:pt x="64712" y="591"/>
                  <a:pt x="69439" y="1774"/>
                </a:cubicBezTo>
                <a:cubicBezTo>
                  <a:pt x="74241" y="2807"/>
                  <a:pt x="79412" y="4543"/>
                  <a:pt x="84952" y="6981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,">
            <a:extLst xmlns:a="http://schemas.openxmlformats.org/drawingml/2006/main">
              <a:ext uri="{FF2B5EF4-FFF2-40B4-BE49-F238E27FC236}">
                <a16:creationId xmlns:a16="http://schemas.microsoft.com/office/drawing/2014/main" id="{F2CBDF2C-44F9-4453-B23C-26A233D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99" y="5378627"/>
            <a:ext cx="20499" cy="27369"/>
          </a:xfrm>
          <a:custGeom xmlns:a="http://schemas.openxmlformats.org/drawingml/2006/main">
            <a:pathLst>
              <a:path w="20499" h="27369">
                <a:moveTo>
                  <a:pt x="20499" y="0"/>
                </a:moveTo>
                <a:cubicBezTo>
                  <a:pt x="20131" y="6131"/>
                  <a:pt x="18691" y="11412"/>
                  <a:pt x="16179" y="15844"/>
                </a:cubicBezTo>
                <a:cubicBezTo>
                  <a:pt x="13519" y="20277"/>
                  <a:pt x="9567" y="24118"/>
                  <a:pt x="4322" y="27369"/>
                </a:cubicBezTo>
                <a:lnTo>
                  <a:pt x="0" y="23047"/>
                </a:lnTo>
                <a:cubicBezTo>
                  <a:pt x="3324" y="20536"/>
                  <a:pt x="5836" y="17618"/>
                  <a:pt x="7536" y="14294"/>
                </a:cubicBezTo>
                <a:cubicBezTo>
                  <a:pt x="9087" y="10896"/>
                  <a:pt x="9862" y="6795"/>
                  <a:pt x="9862" y="1993"/>
                </a:cubicBezTo>
                <a:lnTo>
                  <a:pt x="9862" y="0"/>
                </a:lnTo>
                <a:lnTo>
                  <a:pt x="204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�">
            <a:extLst xmlns:a="http://schemas.openxmlformats.org/drawingml/2006/main">
              <a:ext uri="{FF2B5EF4-FFF2-40B4-BE49-F238E27FC236}">
                <a16:creationId xmlns:a16="http://schemas.microsoft.com/office/drawing/2014/main" id="{0205289E-29B0-410C-9F63-890A018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299" y="5310146"/>
            <a:ext cx="96662" cy="80780"/>
          </a:xfrm>
          <a:custGeom xmlns:a="http://schemas.openxmlformats.org/drawingml/2006/main">
            <a:pathLst>
              <a:path w="96662" h="80780">
                <a:moveTo>
                  <a:pt x="70917" y="40334"/>
                </a:moveTo>
                <a:cubicBezTo>
                  <a:pt x="73208" y="28736"/>
                  <a:pt x="72949" y="20167"/>
                  <a:pt x="70141" y="14627"/>
                </a:cubicBezTo>
                <a:cubicBezTo>
                  <a:pt x="67260" y="9235"/>
                  <a:pt x="61572" y="6538"/>
                  <a:pt x="53078" y="6538"/>
                </a:cubicBezTo>
                <a:lnTo>
                  <a:pt x="45542" y="6538"/>
                </a:lnTo>
                <a:lnTo>
                  <a:pt x="32467" y="74241"/>
                </a:lnTo>
                <a:lnTo>
                  <a:pt x="40001" y="74241"/>
                </a:lnTo>
                <a:cubicBezTo>
                  <a:pt x="48422" y="74241"/>
                  <a:pt x="55108" y="71545"/>
                  <a:pt x="60057" y="66152"/>
                </a:cubicBezTo>
                <a:cubicBezTo>
                  <a:pt x="64933" y="60834"/>
                  <a:pt x="68553" y="52228"/>
                  <a:pt x="70917" y="40334"/>
                </a:cubicBezTo>
                <a:moveTo>
                  <a:pt x="94076" y="40334"/>
                </a:moveTo>
                <a:cubicBezTo>
                  <a:pt x="91565" y="53409"/>
                  <a:pt x="85766" y="63420"/>
                  <a:pt x="76679" y="70364"/>
                </a:cubicBezTo>
                <a:cubicBezTo>
                  <a:pt x="67666" y="77308"/>
                  <a:pt x="55920" y="80780"/>
                  <a:pt x="41441" y="80780"/>
                </a:cubicBezTo>
                <a:lnTo>
                  <a:pt x="0" y="80780"/>
                </a:lnTo>
                <a:lnTo>
                  <a:pt x="1329" y="74241"/>
                </a:lnTo>
                <a:lnTo>
                  <a:pt x="11634" y="74241"/>
                </a:lnTo>
                <a:lnTo>
                  <a:pt x="24821" y="6538"/>
                </a:lnTo>
                <a:lnTo>
                  <a:pt x="14406" y="6538"/>
                </a:lnTo>
                <a:lnTo>
                  <a:pt x="15735" y="0"/>
                </a:lnTo>
                <a:lnTo>
                  <a:pt x="57176" y="0"/>
                </a:lnTo>
                <a:cubicBezTo>
                  <a:pt x="71729" y="0"/>
                  <a:pt x="82146" y="3472"/>
                  <a:pt x="88425" y="10417"/>
                </a:cubicBezTo>
                <a:cubicBezTo>
                  <a:pt x="94778" y="17435"/>
                  <a:pt x="96662" y="27407"/>
                  <a:pt x="94076" y="40334"/>
                </a:cubicBez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)≪�_�����(">
            <a:extLst xmlns:a="http://schemas.openxmlformats.org/drawingml/2006/main">
              <a:ext uri="{FF2B5EF4-FFF2-40B4-BE49-F238E27FC236}">
                <a16:creationId xmlns:a16="http://schemas.microsoft.com/office/drawing/2014/main" id="{191474DF-4ADE-49D8-BED4-F2FB7F0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692" y="5310479"/>
            <a:ext cx="761997" cy="103494"/>
          </a:xfrm>
          <a:custGeom xmlns:a="http://schemas.openxmlformats.org/drawingml/2006/main">
            <a:pathLst>
              <a:path w="761997" h="103494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  <a:moveTo>
                  <a:pt x="137853" y="79449"/>
                </a:moveTo>
                <a:lnTo>
                  <a:pt x="80677" y="54406"/>
                </a:lnTo>
                <a:lnTo>
                  <a:pt x="80677" y="45542"/>
                </a:lnTo>
                <a:lnTo>
                  <a:pt x="137853" y="20499"/>
                </a:lnTo>
                <a:lnTo>
                  <a:pt x="137853" y="30250"/>
                </a:lnTo>
                <a:lnTo>
                  <a:pt x="92644" y="49975"/>
                </a:lnTo>
                <a:lnTo>
                  <a:pt x="137853" y="69698"/>
                </a:lnTo>
                <a:lnTo>
                  <a:pt x="137853" y="79449"/>
                </a:lnTo>
                <a:moveTo>
                  <a:pt x="186609" y="79449"/>
                </a:moveTo>
                <a:lnTo>
                  <a:pt x="129433" y="54406"/>
                </a:lnTo>
                <a:lnTo>
                  <a:pt x="129433" y="45542"/>
                </a:lnTo>
                <a:lnTo>
                  <a:pt x="186609" y="20499"/>
                </a:lnTo>
                <a:lnTo>
                  <a:pt x="186609" y="30250"/>
                </a:lnTo>
                <a:lnTo>
                  <a:pt x="141400" y="49975"/>
                </a:lnTo>
                <a:lnTo>
                  <a:pt x="186609" y="69698"/>
                </a:lnTo>
                <a:lnTo>
                  <a:pt x="186609" y="79449"/>
                </a:lnTo>
                <a:close/>
                <a:moveTo>
                  <a:pt x="286547" y="41884"/>
                </a:moveTo>
                <a:cubicBezTo>
                  <a:pt x="286547" y="38413"/>
                  <a:pt x="286067" y="35680"/>
                  <a:pt x="285107" y="33686"/>
                </a:cubicBezTo>
                <a:cubicBezTo>
                  <a:pt x="283259" y="29622"/>
                  <a:pt x="279787" y="27590"/>
                  <a:pt x="274690" y="27590"/>
                </a:cubicBezTo>
                <a:cubicBezTo>
                  <a:pt x="269667" y="27590"/>
                  <a:pt x="265493" y="29401"/>
                  <a:pt x="262169" y="33021"/>
                </a:cubicBezTo>
                <a:cubicBezTo>
                  <a:pt x="258771" y="36641"/>
                  <a:pt x="256407" y="41922"/>
                  <a:pt x="255078" y="48866"/>
                </a:cubicBezTo>
                <a:lnTo>
                  <a:pt x="253969" y="54518"/>
                </a:lnTo>
                <a:cubicBezTo>
                  <a:pt x="253526" y="56807"/>
                  <a:pt x="253231" y="59356"/>
                  <a:pt x="253083" y="62164"/>
                </a:cubicBezTo>
                <a:cubicBezTo>
                  <a:pt x="253083" y="65561"/>
                  <a:pt x="253674" y="68294"/>
                  <a:pt x="254857" y="70363"/>
                </a:cubicBezTo>
                <a:cubicBezTo>
                  <a:pt x="256703" y="73982"/>
                  <a:pt x="260211" y="75792"/>
                  <a:pt x="265382" y="75792"/>
                </a:cubicBezTo>
                <a:cubicBezTo>
                  <a:pt x="270479" y="75792"/>
                  <a:pt x="274727" y="73760"/>
                  <a:pt x="278125" y="69698"/>
                </a:cubicBezTo>
                <a:cubicBezTo>
                  <a:pt x="281524" y="65636"/>
                  <a:pt x="283999" y="59615"/>
                  <a:pt x="285550" y="51637"/>
                </a:cubicBezTo>
                <a:cubicBezTo>
                  <a:pt x="286288" y="48016"/>
                  <a:pt x="286621" y="44766"/>
                  <a:pt x="286547" y="41884"/>
                </a:cubicBezTo>
                <a:moveTo>
                  <a:pt x="298072" y="42994"/>
                </a:moveTo>
                <a:cubicBezTo>
                  <a:pt x="298072" y="45432"/>
                  <a:pt x="297776" y="48313"/>
                  <a:pt x="297184" y="51637"/>
                </a:cubicBezTo>
                <a:cubicBezTo>
                  <a:pt x="295411" y="60649"/>
                  <a:pt x="291754" y="67962"/>
                  <a:pt x="286214" y="73577"/>
                </a:cubicBezTo>
                <a:cubicBezTo>
                  <a:pt x="280600" y="79191"/>
                  <a:pt x="274284" y="81999"/>
                  <a:pt x="267267" y="81999"/>
                </a:cubicBezTo>
                <a:cubicBezTo>
                  <a:pt x="262908" y="81999"/>
                  <a:pt x="259325" y="81149"/>
                  <a:pt x="256519" y="79449"/>
                </a:cubicBezTo>
                <a:cubicBezTo>
                  <a:pt x="253785" y="77750"/>
                  <a:pt x="251827" y="75091"/>
                  <a:pt x="250645" y="71472"/>
                </a:cubicBezTo>
                <a:lnTo>
                  <a:pt x="244440" y="103494"/>
                </a:lnTo>
                <a:lnTo>
                  <a:pt x="234467" y="103494"/>
                </a:lnTo>
                <a:lnTo>
                  <a:pt x="248983" y="28700"/>
                </a:lnTo>
                <a:lnTo>
                  <a:pt x="239454" y="28700"/>
                </a:lnTo>
                <a:lnTo>
                  <a:pt x="240561" y="22937"/>
                </a:lnTo>
                <a:lnTo>
                  <a:pt x="260064" y="22937"/>
                </a:lnTo>
                <a:lnTo>
                  <a:pt x="258402" y="31912"/>
                </a:lnTo>
                <a:cubicBezTo>
                  <a:pt x="261061" y="28218"/>
                  <a:pt x="264053" y="25559"/>
                  <a:pt x="267377" y="23935"/>
                </a:cubicBezTo>
                <a:cubicBezTo>
                  <a:pt x="270776" y="22235"/>
                  <a:pt x="274654" y="21385"/>
                  <a:pt x="279011" y="21385"/>
                </a:cubicBezTo>
                <a:cubicBezTo>
                  <a:pt x="286104" y="21385"/>
                  <a:pt x="291349" y="24156"/>
                  <a:pt x="294746" y="29697"/>
                </a:cubicBezTo>
                <a:cubicBezTo>
                  <a:pt x="296963" y="33390"/>
                  <a:pt x="298072" y="37822"/>
                  <a:pt x="298072" y="42994"/>
                </a:cubicBezTo>
                <a:close/>
                <a:moveTo>
                  <a:pt x="362240" y="101057"/>
                </a:moveTo>
                <a:lnTo>
                  <a:pt x="306835" y="101057"/>
                </a:lnTo>
                <a:lnTo>
                  <a:pt x="306835" y="95295"/>
                </a:lnTo>
                <a:lnTo>
                  <a:pt x="362240" y="95295"/>
                </a:lnTo>
                <a:lnTo>
                  <a:pt x="362240" y="101057"/>
                </a:lnTo>
                <a:close/>
                <a:moveTo>
                  <a:pt x="422765" y="26040"/>
                </a:moveTo>
                <a:lnTo>
                  <a:pt x="420327" y="38560"/>
                </a:lnTo>
                <a:lnTo>
                  <a:pt x="414565" y="38560"/>
                </a:lnTo>
                <a:cubicBezTo>
                  <a:pt x="414713" y="37527"/>
                  <a:pt x="414787" y="36751"/>
                  <a:pt x="414787" y="36234"/>
                </a:cubicBezTo>
                <a:cubicBezTo>
                  <a:pt x="414787" y="33575"/>
                  <a:pt x="413863" y="31321"/>
                  <a:pt x="412017" y="29474"/>
                </a:cubicBezTo>
                <a:cubicBezTo>
                  <a:pt x="410244" y="27628"/>
                  <a:pt x="407252" y="26704"/>
                  <a:pt x="403041" y="26704"/>
                </a:cubicBezTo>
                <a:cubicBezTo>
                  <a:pt x="394619" y="26704"/>
                  <a:pt x="389781" y="29659"/>
                  <a:pt x="388525" y="35569"/>
                </a:cubicBezTo>
                <a:cubicBezTo>
                  <a:pt x="388377" y="36308"/>
                  <a:pt x="388304" y="37157"/>
                  <a:pt x="388304" y="38117"/>
                </a:cubicBezTo>
                <a:cubicBezTo>
                  <a:pt x="388304" y="39300"/>
                  <a:pt x="388895" y="40482"/>
                  <a:pt x="390077" y="41663"/>
                </a:cubicBezTo>
                <a:cubicBezTo>
                  <a:pt x="391333" y="42920"/>
                  <a:pt x="394214" y="44324"/>
                  <a:pt x="398719" y="45875"/>
                </a:cubicBezTo>
                <a:lnTo>
                  <a:pt x="406143" y="48313"/>
                </a:lnTo>
                <a:cubicBezTo>
                  <a:pt x="411240" y="49937"/>
                  <a:pt x="414749" y="52079"/>
                  <a:pt x="416670" y="54740"/>
                </a:cubicBezTo>
                <a:cubicBezTo>
                  <a:pt x="418000" y="56513"/>
                  <a:pt x="418665" y="58285"/>
                  <a:pt x="418665" y="60057"/>
                </a:cubicBezTo>
                <a:cubicBezTo>
                  <a:pt x="418665" y="67740"/>
                  <a:pt x="415636" y="73502"/>
                  <a:pt x="409579" y="77344"/>
                </a:cubicBezTo>
                <a:cubicBezTo>
                  <a:pt x="404777" y="80447"/>
                  <a:pt x="398757" y="81999"/>
                  <a:pt x="391518" y="81999"/>
                </a:cubicBezTo>
                <a:cubicBezTo>
                  <a:pt x="384130" y="81999"/>
                  <a:pt x="377260" y="80410"/>
                  <a:pt x="370907" y="77232"/>
                </a:cubicBezTo>
                <a:lnTo>
                  <a:pt x="373567" y="63826"/>
                </a:lnTo>
                <a:lnTo>
                  <a:pt x="379217" y="63826"/>
                </a:lnTo>
                <a:cubicBezTo>
                  <a:pt x="379070" y="65155"/>
                  <a:pt x="378996" y="66152"/>
                  <a:pt x="378996" y="66817"/>
                </a:cubicBezTo>
                <a:cubicBezTo>
                  <a:pt x="378996" y="73392"/>
                  <a:pt x="383465" y="76679"/>
                  <a:pt x="392404" y="76679"/>
                </a:cubicBezTo>
                <a:cubicBezTo>
                  <a:pt x="401342" y="76679"/>
                  <a:pt x="406476" y="73392"/>
                  <a:pt x="407805" y="66817"/>
                </a:cubicBezTo>
                <a:cubicBezTo>
                  <a:pt x="407880" y="66374"/>
                  <a:pt x="407917" y="65487"/>
                  <a:pt x="407917" y="64157"/>
                </a:cubicBezTo>
                <a:cubicBezTo>
                  <a:pt x="407917" y="62976"/>
                  <a:pt x="407289" y="61758"/>
                  <a:pt x="406033" y="60502"/>
                </a:cubicBezTo>
                <a:cubicBezTo>
                  <a:pt x="404851" y="59097"/>
                  <a:pt x="401674" y="57509"/>
                  <a:pt x="396504" y="55735"/>
                </a:cubicBezTo>
                <a:lnTo>
                  <a:pt x="389744" y="53299"/>
                </a:lnTo>
                <a:cubicBezTo>
                  <a:pt x="385090" y="51747"/>
                  <a:pt x="382025" y="49937"/>
                  <a:pt x="380548" y="47868"/>
                </a:cubicBezTo>
                <a:cubicBezTo>
                  <a:pt x="379070" y="45727"/>
                  <a:pt x="378331" y="43510"/>
                  <a:pt x="378331" y="41220"/>
                </a:cubicBezTo>
                <a:cubicBezTo>
                  <a:pt x="378331" y="40186"/>
                  <a:pt x="378442" y="39189"/>
                  <a:pt x="378663" y="38229"/>
                </a:cubicBezTo>
                <a:cubicBezTo>
                  <a:pt x="379697" y="32910"/>
                  <a:pt x="382431" y="28810"/>
                  <a:pt x="386863" y="25928"/>
                </a:cubicBezTo>
                <a:cubicBezTo>
                  <a:pt x="391222" y="22900"/>
                  <a:pt x="396652" y="21385"/>
                  <a:pt x="403152" y="21385"/>
                </a:cubicBezTo>
                <a:cubicBezTo>
                  <a:pt x="409431" y="21385"/>
                  <a:pt x="415968" y="22937"/>
                  <a:pt x="422765" y="26040"/>
                </a:cubicBezTo>
                <a:close/>
                <a:moveTo>
                  <a:pt x="495603" y="26483"/>
                </a:moveTo>
                <a:lnTo>
                  <a:pt x="492722" y="41220"/>
                </a:lnTo>
                <a:lnTo>
                  <a:pt x="486961" y="41220"/>
                </a:lnTo>
                <a:lnTo>
                  <a:pt x="486961" y="39779"/>
                </a:lnTo>
                <a:cubicBezTo>
                  <a:pt x="486961" y="35422"/>
                  <a:pt x="486037" y="32209"/>
                  <a:pt x="484190" y="30140"/>
                </a:cubicBezTo>
                <a:cubicBezTo>
                  <a:pt x="482121" y="27850"/>
                  <a:pt x="478723" y="26704"/>
                  <a:pt x="473996" y="26704"/>
                </a:cubicBezTo>
                <a:cubicBezTo>
                  <a:pt x="468603" y="26704"/>
                  <a:pt x="464134" y="28810"/>
                  <a:pt x="460588" y="33021"/>
                </a:cubicBezTo>
                <a:cubicBezTo>
                  <a:pt x="457116" y="37084"/>
                  <a:pt x="454530" y="43289"/>
                  <a:pt x="452831" y="51637"/>
                </a:cubicBezTo>
                <a:cubicBezTo>
                  <a:pt x="452092" y="55256"/>
                  <a:pt x="451723" y="58617"/>
                  <a:pt x="451723" y="61719"/>
                </a:cubicBezTo>
                <a:cubicBezTo>
                  <a:pt x="451723" y="65044"/>
                  <a:pt x="452240" y="67926"/>
                  <a:pt x="453275" y="70363"/>
                </a:cubicBezTo>
                <a:cubicBezTo>
                  <a:pt x="455122" y="74574"/>
                  <a:pt x="458778" y="76679"/>
                  <a:pt x="464245" y="76679"/>
                </a:cubicBezTo>
                <a:cubicBezTo>
                  <a:pt x="468603" y="76679"/>
                  <a:pt x="472222" y="75571"/>
                  <a:pt x="475103" y="73355"/>
                </a:cubicBezTo>
                <a:cubicBezTo>
                  <a:pt x="478059" y="71139"/>
                  <a:pt x="480497" y="67741"/>
                  <a:pt x="482418" y="63160"/>
                </a:cubicBezTo>
                <a:lnTo>
                  <a:pt x="490395" y="63160"/>
                </a:lnTo>
                <a:cubicBezTo>
                  <a:pt x="487809" y="69365"/>
                  <a:pt x="484190" y="74019"/>
                  <a:pt x="479537" y="77122"/>
                </a:cubicBezTo>
                <a:cubicBezTo>
                  <a:pt x="475103" y="80373"/>
                  <a:pt x="469637" y="81999"/>
                  <a:pt x="463136" y="81999"/>
                </a:cubicBezTo>
                <a:cubicBezTo>
                  <a:pt x="454862" y="81999"/>
                  <a:pt x="448657" y="79228"/>
                  <a:pt x="444520" y="73687"/>
                </a:cubicBezTo>
                <a:cubicBezTo>
                  <a:pt x="441714" y="69772"/>
                  <a:pt x="440310" y="65081"/>
                  <a:pt x="440310" y="59614"/>
                </a:cubicBezTo>
                <a:cubicBezTo>
                  <a:pt x="440310" y="57250"/>
                  <a:pt x="440606" y="54591"/>
                  <a:pt x="441196" y="51637"/>
                </a:cubicBezTo>
                <a:cubicBezTo>
                  <a:pt x="442969" y="42329"/>
                  <a:pt x="446958" y="34978"/>
                  <a:pt x="453164" y="29586"/>
                </a:cubicBezTo>
                <a:cubicBezTo>
                  <a:pt x="459296" y="24119"/>
                  <a:pt x="466535" y="21385"/>
                  <a:pt x="474882" y="21385"/>
                </a:cubicBezTo>
                <a:cubicBezTo>
                  <a:pt x="478280" y="21385"/>
                  <a:pt x="481827" y="21792"/>
                  <a:pt x="485520" y="22604"/>
                </a:cubicBezTo>
                <a:cubicBezTo>
                  <a:pt x="488845" y="23491"/>
                  <a:pt x="492205" y="24784"/>
                  <a:pt x="495603" y="26483"/>
                </a:cubicBezTo>
                <a:close/>
                <a:moveTo>
                  <a:pt x="559247" y="41663"/>
                </a:moveTo>
                <a:cubicBezTo>
                  <a:pt x="559247" y="38339"/>
                  <a:pt x="558730" y="35458"/>
                  <a:pt x="557696" y="33021"/>
                </a:cubicBezTo>
                <a:cubicBezTo>
                  <a:pt x="555849" y="28810"/>
                  <a:pt x="552192" y="26704"/>
                  <a:pt x="546726" y="26704"/>
                </a:cubicBezTo>
                <a:cubicBezTo>
                  <a:pt x="541407" y="26704"/>
                  <a:pt x="536974" y="28810"/>
                  <a:pt x="533428" y="33021"/>
                </a:cubicBezTo>
                <a:cubicBezTo>
                  <a:pt x="529883" y="37231"/>
                  <a:pt x="527334" y="43437"/>
                  <a:pt x="525782" y="51637"/>
                </a:cubicBezTo>
                <a:cubicBezTo>
                  <a:pt x="525044" y="55256"/>
                  <a:pt x="524675" y="58581"/>
                  <a:pt x="524675" y="61609"/>
                </a:cubicBezTo>
                <a:cubicBezTo>
                  <a:pt x="524675" y="65008"/>
                  <a:pt x="525192" y="67926"/>
                  <a:pt x="526227" y="70363"/>
                </a:cubicBezTo>
                <a:cubicBezTo>
                  <a:pt x="528073" y="74574"/>
                  <a:pt x="531693" y="76679"/>
                  <a:pt x="537085" y="76679"/>
                </a:cubicBezTo>
                <a:cubicBezTo>
                  <a:pt x="542405" y="76679"/>
                  <a:pt x="546837" y="74574"/>
                  <a:pt x="550382" y="70363"/>
                </a:cubicBezTo>
                <a:cubicBezTo>
                  <a:pt x="553855" y="66226"/>
                  <a:pt x="556440" y="59984"/>
                  <a:pt x="558139" y="51637"/>
                </a:cubicBezTo>
                <a:cubicBezTo>
                  <a:pt x="558877" y="48016"/>
                  <a:pt x="559247" y="44692"/>
                  <a:pt x="559247" y="41663"/>
                </a:cubicBezTo>
                <a:moveTo>
                  <a:pt x="570550" y="43658"/>
                </a:moveTo>
                <a:cubicBezTo>
                  <a:pt x="570550" y="46392"/>
                  <a:pt x="570291" y="49051"/>
                  <a:pt x="569773" y="51637"/>
                </a:cubicBezTo>
                <a:cubicBezTo>
                  <a:pt x="568000" y="60723"/>
                  <a:pt x="564048" y="68073"/>
                  <a:pt x="557918" y="73687"/>
                </a:cubicBezTo>
                <a:cubicBezTo>
                  <a:pt x="551786" y="79228"/>
                  <a:pt x="544509" y="81999"/>
                  <a:pt x="536088" y="81999"/>
                </a:cubicBezTo>
                <a:cubicBezTo>
                  <a:pt x="527814" y="81999"/>
                  <a:pt x="521609" y="79228"/>
                  <a:pt x="517472" y="73687"/>
                </a:cubicBezTo>
                <a:cubicBezTo>
                  <a:pt x="514665" y="69772"/>
                  <a:pt x="513262" y="65081"/>
                  <a:pt x="513262" y="59614"/>
                </a:cubicBezTo>
                <a:cubicBezTo>
                  <a:pt x="513262" y="57250"/>
                  <a:pt x="513557" y="54591"/>
                  <a:pt x="514148" y="51637"/>
                </a:cubicBezTo>
                <a:cubicBezTo>
                  <a:pt x="515921" y="42476"/>
                  <a:pt x="519873" y="35163"/>
                  <a:pt x="526005" y="29697"/>
                </a:cubicBezTo>
                <a:cubicBezTo>
                  <a:pt x="532136" y="24156"/>
                  <a:pt x="539412" y="21385"/>
                  <a:pt x="547834" y="21385"/>
                </a:cubicBezTo>
                <a:cubicBezTo>
                  <a:pt x="556255" y="21385"/>
                  <a:pt x="562460" y="24156"/>
                  <a:pt x="566449" y="29697"/>
                </a:cubicBezTo>
                <a:cubicBezTo>
                  <a:pt x="569183" y="33538"/>
                  <a:pt x="570550" y="38191"/>
                  <a:pt x="570550" y="43658"/>
                </a:cubicBezTo>
                <a:close/>
                <a:moveTo>
                  <a:pt x="638825" y="22826"/>
                </a:moveTo>
                <a:lnTo>
                  <a:pt x="636054" y="37231"/>
                </a:lnTo>
                <a:lnTo>
                  <a:pt x="630293" y="37231"/>
                </a:lnTo>
                <a:cubicBezTo>
                  <a:pt x="630293" y="37009"/>
                  <a:pt x="630311" y="36677"/>
                  <a:pt x="630347" y="36234"/>
                </a:cubicBezTo>
                <a:cubicBezTo>
                  <a:pt x="630385" y="35791"/>
                  <a:pt x="630440" y="35458"/>
                  <a:pt x="630515" y="35236"/>
                </a:cubicBezTo>
                <a:cubicBezTo>
                  <a:pt x="630515" y="33390"/>
                  <a:pt x="630071" y="31913"/>
                  <a:pt x="629184" y="30805"/>
                </a:cubicBezTo>
                <a:cubicBezTo>
                  <a:pt x="628076" y="29401"/>
                  <a:pt x="626155" y="28700"/>
                  <a:pt x="623422" y="28700"/>
                </a:cubicBezTo>
                <a:cubicBezTo>
                  <a:pt x="618547" y="28700"/>
                  <a:pt x="614447" y="30398"/>
                  <a:pt x="611123" y="33796"/>
                </a:cubicBezTo>
                <a:cubicBezTo>
                  <a:pt x="607799" y="37342"/>
                  <a:pt x="605546" y="42218"/>
                  <a:pt x="604363" y="48423"/>
                </a:cubicBezTo>
                <a:lnTo>
                  <a:pt x="598158" y="80446"/>
                </a:lnTo>
                <a:lnTo>
                  <a:pt x="588186" y="80446"/>
                </a:lnTo>
                <a:lnTo>
                  <a:pt x="598269" y="28588"/>
                </a:lnTo>
                <a:lnTo>
                  <a:pt x="588740" y="28588"/>
                </a:lnTo>
                <a:lnTo>
                  <a:pt x="589848" y="22937"/>
                </a:lnTo>
                <a:lnTo>
                  <a:pt x="609349" y="22937"/>
                </a:lnTo>
                <a:lnTo>
                  <a:pt x="607356" y="33131"/>
                </a:lnTo>
                <a:cubicBezTo>
                  <a:pt x="610163" y="29069"/>
                  <a:pt x="613265" y="26114"/>
                  <a:pt x="616664" y="24266"/>
                </a:cubicBezTo>
                <a:cubicBezTo>
                  <a:pt x="620135" y="22346"/>
                  <a:pt x="624050" y="21385"/>
                  <a:pt x="628408" y="21385"/>
                </a:cubicBezTo>
                <a:cubicBezTo>
                  <a:pt x="630108" y="21385"/>
                  <a:pt x="631770" y="21496"/>
                  <a:pt x="633396" y="21718"/>
                </a:cubicBezTo>
                <a:cubicBezTo>
                  <a:pt x="636572" y="22383"/>
                  <a:pt x="638382" y="22753"/>
                  <a:pt x="638825" y="22826"/>
                </a:cubicBezTo>
                <a:close/>
                <a:moveTo>
                  <a:pt x="712364" y="36345"/>
                </a:moveTo>
                <a:cubicBezTo>
                  <a:pt x="712364" y="43659"/>
                  <a:pt x="708670" y="49125"/>
                  <a:pt x="701283" y="52744"/>
                </a:cubicBezTo>
                <a:cubicBezTo>
                  <a:pt x="693600" y="56438"/>
                  <a:pt x="682482" y="58322"/>
                  <a:pt x="667930" y="58395"/>
                </a:cubicBezTo>
                <a:cubicBezTo>
                  <a:pt x="667782" y="60243"/>
                  <a:pt x="667745" y="61535"/>
                  <a:pt x="667818" y="62274"/>
                </a:cubicBezTo>
                <a:cubicBezTo>
                  <a:pt x="667818" y="65746"/>
                  <a:pt x="668410" y="68553"/>
                  <a:pt x="669592" y="70696"/>
                </a:cubicBezTo>
                <a:cubicBezTo>
                  <a:pt x="671734" y="74685"/>
                  <a:pt x="675648" y="76679"/>
                  <a:pt x="681336" y="76679"/>
                </a:cubicBezTo>
                <a:cubicBezTo>
                  <a:pt x="685473" y="76679"/>
                  <a:pt x="688613" y="76052"/>
                  <a:pt x="690756" y="74796"/>
                </a:cubicBezTo>
                <a:cubicBezTo>
                  <a:pt x="694523" y="72432"/>
                  <a:pt x="696776" y="69810"/>
                  <a:pt x="697516" y="66929"/>
                </a:cubicBezTo>
                <a:lnTo>
                  <a:pt x="704828" y="66929"/>
                </a:lnTo>
                <a:cubicBezTo>
                  <a:pt x="703351" y="71508"/>
                  <a:pt x="699953" y="75423"/>
                  <a:pt x="694634" y="78673"/>
                </a:cubicBezTo>
                <a:cubicBezTo>
                  <a:pt x="690866" y="80890"/>
                  <a:pt x="685289" y="81999"/>
                  <a:pt x="677902" y="81999"/>
                </a:cubicBezTo>
                <a:cubicBezTo>
                  <a:pt x="670441" y="81999"/>
                  <a:pt x="664716" y="79228"/>
                  <a:pt x="660727" y="73687"/>
                </a:cubicBezTo>
                <a:cubicBezTo>
                  <a:pt x="657919" y="69772"/>
                  <a:pt x="656479" y="65081"/>
                  <a:pt x="656406" y="59614"/>
                </a:cubicBezTo>
                <a:cubicBezTo>
                  <a:pt x="656406" y="57325"/>
                  <a:pt x="656701" y="54702"/>
                  <a:pt x="657291" y="51747"/>
                </a:cubicBezTo>
                <a:cubicBezTo>
                  <a:pt x="659065" y="42661"/>
                  <a:pt x="662980" y="35311"/>
                  <a:pt x="669037" y="29697"/>
                </a:cubicBezTo>
                <a:cubicBezTo>
                  <a:pt x="675243" y="24156"/>
                  <a:pt x="682630" y="21385"/>
                  <a:pt x="691199" y="21385"/>
                </a:cubicBezTo>
                <a:cubicBezTo>
                  <a:pt x="705309" y="21385"/>
                  <a:pt x="712364" y="26372"/>
                  <a:pt x="712364" y="36345"/>
                </a:cubicBezTo>
                <a:moveTo>
                  <a:pt x="701837" y="36012"/>
                </a:moveTo>
                <a:cubicBezTo>
                  <a:pt x="701837" y="29881"/>
                  <a:pt x="697737" y="26779"/>
                  <a:pt x="689537" y="26704"/>
                </a:cubicBezTo>
                <a:cubicBezTo>
                  <a:pt x="684809" y="26704"/>
                  <a:pt x="680710" y="28551"/>
                  <a:pt x="677238" y="32245"/>
                </a:cubicBezTo>
                <a:cubicBezTo>
                  <a:pt x="673987" y="35791"/>
                  <a:pt x="671291" y="42587"/>
                  <a:pt x="669149" y="52633"/>
                </a:cubicBezTo>
                <a:cubicBezTo>
                  <a:pt x="680672" y="52117"/>
                  <a:pt x="689537" y="49974"/>
                  <a:pt x="695742" y="46206"/>
                </a:cubicBezTo>
                <a:cubicBezTo>
                  <a:pt x="699805" y="43917"/>
                  <a:pt x="701837" y="40519"/>
                  <a:pt x="701837" y="36012"/>
                </a:cubicBezTo>
                <a:close/>
                <a:moveTo>
                  <a:pt x="761997" y="99948"/>
                </a:moveTo>
                <a:cubicBezTo>
                  <a:pt x="752098" y="94999"/>
                  <a:pt x="745339" y="89089"/>
                  <a:pt x="741720" y="82220"/>
                </a:cubicBezTo>
                <a:cubicBezTo>
                  <a:pt x="736696" y="72469"/>
                  <a:pt x="734184" y="63013"/>
                  <a:pt x="734184" y="53852"/>
                </a:cubicBezTo>
                <a:lnTo>
                  <a:pt x="734184" y="46096"/>
                </a:lnTo>
                <a:cubicBezTo>
                  <a:pt x="734184" y="36935"/>
                  <a:pt x="736696" y="27480"/>
                  <a:pt x="741720" y="17730"/>
                </a:cubicBezTo>
                <a:cubicBezTo>
                  <a:pt x="745339" y="10859"/>
                  <a:pt x="752098" y="4950"/>
                  <a:pt x="761997" y="0"/>
                </a:cubicBezTo>
                <a:lnTo>
                  <a:pt x="761997" y="6427"/>
                </a:lnTo>
                <a:cubicBezTo>
                  <a:pt x="756973" y="8938"/>
                  <a:pt x="752504" y="13888"/>
                  <a:pt x="748589" y="21275"/>
                </a:cubicBezTo>
                <a:cubicBezTo>
                  <a:pt x="747038" y="24304"/>
                  <a:pt x="746041" y="27702"/>
                  <a:pt x="745597" y="31469"/>
                </a:cubicBezTo>
                <a:cubicBezTo>
                  <a:pt x="745154" y="35236"/>
                  <a:pt x="744932" y="40112"/>
                  <a:pt x="744932" y="46096"/>
                </a:cubicBezTo>
                <a:lnTo>
                  <a:pt x="744932" y="53852"/>
                </a:lnTo>
                <a:cubicBezTo>
                  <a:pt x="744932" y="59836"/>
                  <a:pt x="745154" y="64712"/>
                  <a:pt x="745597" y="68479"/>
                </a:cubicBezTo>
                <a:cubicBezTo>
                  <a:pt x="746041" y="72246"/>
                  <a:pt x="747038" y="75644"/>
                  <a:pt x="748589" y="78673"/>
                </a:cubicBezTo>
                <a:cubicBezTo>
                  <a:pt x="752504" y="86060"/>
                  <a:pt x="756973" y="91010"/>
                  <a:pt x="761997" y="93521"/>
                </a:cubicBezTo>
                <a:lnTo>
                  <a:pt x="761997" y="99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�’">
            <a:extLst xmlns:a="http://schemas.openxmlformats.org/drawingml/2006/main">
              <a:ext uri="{FF2B5EF4-FFF2-40B4-BE49-F238E27FC236}">
                <a16:creationId xmlns:a16="http://schemas.microsoft.com/office/drawing/2014/main" id="{239FFC48-83EE-4E01-92F7-D0BE0F0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855" y="5308706"/>
            <a:ext cx="119973" cy="83772"/>
          </a:xfrm>
          <a:custGeom xmlns:a="http://schemas.openxmlformats.org/drawingml/2006/main">
            <a:pathLst>
              <a:path w="119973" h="83772">
                <a:moveTo>
                  <a:pt x="84952" y="6981"/>
                </a:moveTo>
                <a:lnTo>
                  <a:pt x="81185" y="26816"/>
                </a:lnTo>
                <a:lnTo>
                  <a:pt x="74316" y="26816"/>
                </a:lnTo>
                <a:cubicBezTo>
                  <a:pt x="74168" y="20020"/>
                  <a:pt x="72580" y="14923"/>
                  <a:pt x="69551" y="11524"/>
                </a:cubicBezTo>
                <a:cubicBezTo>
                  <a:pt x="66448" y="8200"/>
                  <a:pt x="61868" y="6538"/>
                  <a:pt x="55812" y="6538"/>
                </a:cubicBezTo>
                <a:cubicBezTo>
                  <a:pt x="47981" y="6538"/>
                  <a:pt x="41591" y="9456"/>
                  <a:pt x="36641" y="15292"/>
                </a:cubicBezTo>
                <a:cubicBezTo>
                  <a:pt x="31692" y="21054"/>
                  <a:pt x="28035" y="29919"/>
                  <a:pt x="25671" y="41886"/>
                </a:cubicBezTo>
                <a:cubicBezTo>
                  <a:pt x="23308" y="54075"/>
                  <a:pt x="23492" y="62976"/>
                  <a:pt x="26224" y="68591"/>
                </a:cubicBezTo>
                <a:cubicBezTo>
                  <a:pt x="28884" y="74353"/>
                  <a:pt x="34204" y="77234"/>
                  <a:pt x="42182" y="77234"/>
                </a:cubicBezTo>
                <a:cubicBezTo>
                  <a:pt x="47648" y="77234"/>
                  <a:pt x="52339" y="75720"/>
                  <a:pt x="56255" y="72691"/>
                </a:cubicBezTo>
                <a:cubicBezTo>
                  <a:pt x="60244" y="69735"/>
                  <a:pt x="63604" y="65229"/>
                  <a:pt x="66337" y="59173"/>
                </a:cubicBezTo>
                <a:lnTo>
                  <a:pt x="77085" y="59173"/>
                </a:lnTo>
                <a:cubicBezTo>
                  <a:pt x="73318" y="67520"/>
                  <a:pt x="68258" y="73725"/>
                  <a:pt x="61905" y="77789"/>
                </a:cubicBezTo>
                <a:cubicBezTo>
                  <a:pt x="55700" y="81778"/>
                  <a:pt x="47907" y="83772"/>
                  <a:pt x="38525" y="83772"/>
                </a:cubicBezTo>
                <a:cubicBezTo>
                  <a:pt x="24859" y="83772"/>
                  <a:pt x="14812" y="80005"/>
                  <a:pt x="8385" y="72469"/>
                </a:cubicBezTo>
                <a:cubicBezTo>
                  <a:pt x="1957" y="65008"/>
                  <a:pt x="0" y="54814"/>
                  <a:pt x="2513" y="41886"/>
                </a:cubicBezTo>
                <a:cubicBezTo>
                  <a:pt x="5097" y="28885"/>
                  <a:pt x="11044" y="18691"/>
                  <a:pt x="20352" y="11303"/>
                </a:cubicBezTo>
                <a:cubicBezTo>
                  <a:pt x="29808" y="3768"/>
                  <a:pt x="41295" y="0"/>
                  <a:pt x="54814" y="0"/>
                </a:cubicBezTo>
                <a:cubicBezTo>
                  <a:pt x="59837" y="0"/>
                  <a:pt x="64712" y="591"/>
                  <a:pt x="69439" y="1774"/>
                </a:cubicBezTo>
                <a:cubicBezTo>
                  <a:pt x="74241" y="2807"/>
                  <a:pt x="79412" y="4543"/>
                  <a:pt x="84952" y="6981"/>
                </a:cubicBezTo>
                <a:close/>
                <a:moveTo>
                  <a:pt x="119973" y="1441"/>
                </a:moveTo>
                <a:cubicBezTo>
                  <a:pt x="119973" y="7720"/>
                  <a:pt x="118828" y="13002"/>
                  <a:pt x="116537" y="17287"/>
                </a:cubicBezTo>
                <a:cubicBezTo>
                  <a:pt x="114173" y="21867"/>
                  <a:pt x="110553" y="25708"/>
                  <a:pt x="105677" y="28811"/>
                </a:cubicBezTo>
                <a:lnTo>
                  <a:pt x="101467" y="24490"/>
                </a:lnTo>
                <a:cubicBezTo>
                  <a:pt x="104348" y="22051"/>
                  <a:pt x="106380" y="19355"/>
                  <a:pt x="107562" y="16401"/>
                </a:cubicBezTo>
                <a:cubicBezTo>
                  <a:pt x="108818" y="13224"/>
                  <a:pt x="109446" y="9346"/>
                  <a:pt x="109446" y="4765"/>
                </a:cubicBezTo>
                <a:lnTo>
                  <a:pt x="109446" y="1441"/>
                </a:lnTo>
                <a:lnTo>
                  <a:pt x="119973" y="144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,">
            <a:extLst xmlns:a="http://schemas.openxmlformats.org/drawingml/2006/main">
              <a:ext uri="{FF2B5EF4-FFF2-40B4-BE49-F238E27FC236}">
                <a16:creationId xmlns:a16="http://schemas.microsoft.com/office/drawing/2014/main" id="{16EE8600-D9E7-4DBB-8A3A-595CD13C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539" y="5378627"/>
            <a:ext cx="20499" cy="27369"/>
          </a:xfrm>
          <a:custGeom xmlns:a="http://schemas.openxmlformats.org/drawingml/2006/main">
            <a:pathLst>
              <a:path w="20499" h="27369">
                <a:moveTo>
                  <a:pt x="20499" y="0"/>
                </a:moveTo>
                <a:cubicBezTo>
                  <a:pt x="20131" y="6131"/>
                  <a:pt x="18691" y="11412"/>
                  <a:pt x="16179" y="15844"/>
                </a:cubicBezTo>
                <a:cubicBezTo>
                  <a:pt x="13519" y="20277"/>
                  <a:pt x="9567" y="24118"/>
                  <a:pt x="4322" y="27369"/>
                </a:cubicBezTo>
                <a:lnTo>
                  <a:pt x="0" y="23047"/>
                </a:lnTo>
                <a:cubicBezTo>
                  <a:pt x="3324" y="20536"/>
                  <a:pt x="5836" y="17618"/>
                  <a:pt x="7536" y="14294"/>
                </a:cubicBezTo>
                <a:cubicBezTo>
                  <a:pt x="9087" y="10896"/>
                  <a:pt x="9862" y="6795"/>
                  <a:pt x="9862" y="1993"/>
                </a:cubicBezTo>
                <a:lnTo>
                  <a:pt x="9862" y="0"/>
                </a:lnTo>
                <a:lnTo>
                  <a:pt x="204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�’">
            <a:extLst xmlns:a="http://schemas.openxmlformats.org/drawingml/2006/main">
              <a:ext uri="{FF2B5EF4-FFF2-40B4-BE49-F238E27FC236}">
                <a16:creationId xmlns:a16="http://schemas.microsoft.com/office/drawing/2014/main" id="{37EB3288-CBE4-469B-A5EA-02CA5452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439" y="5310146"/>
            <a:ext cx="129894" cy="80780"/>
          </a:xfrm>
          <a:custGeom xmlns:a="http://schemas.openxmlformats.org/drawingml/2006/main">
            <a:pathLst>
              <a:path w="129894" h="80780">
                <a:moveTo>
                  <a:pt x="70917" y="40334"/>
                </a:moveTo>
                <a:cubicBezTo>
                  <a:pt x="73208" y="28736"/>
                  <a:pt x="72949" y="20167"/>
                  <a:pt x="70141" y="14627"/>
                </a:cubicBezTo>
                <a:cubicBezTo>
                  <a:pt x="67260" y="9235"/>
                  <a:pt x="61572" y="6538"/>
                  <a:pt x="53078" y="6538"/>
                </a:cubicBezTo>
                <a:lnTo>
                  <a:pt x="45542" y="6538"/>
                </a:lnTo>
                <a:lnTo>
                  <a:pt x="32467" y="74241"/>
                </a:lnTo>
                <a:lnTo>
                  <a:pt x="40001" y="74241"/>
                </a:lnTo>
                <a:cubicBezTo>
                  <a:pt x="48422" y="74241"/>
                  <a:pt x="55108" y="71545"/>
                  <a:pt x="60057" y="66152"/>
                </a:cubicBezTo>
                <a:cubicBezTo>
                  <a:pt x="64933" y="60834"/>
                  <a:pt x="68553" y="52228"/>
                  <a:pt x="70917" y="40334"/>
                </a:cubicBezTo>
                <a:moveTo>
                  <a:pt x="94076" y="40334"/>
                </a:moveTo>
                <a:cubicBezTo>
                  <a:pt x="91565" y="53409"/>
                  <a:pt x="85766" y="63420"/>
                  <a:pt x="76679" y="70364"/>
                </a:cubicBezTo>
                <a:cubicBezTo>
                  <a:pt x="67666" y="77308"/>
                  <a:pt x="55920" y="80780"/>
                  <a:pt x="41441" y="80780"/>
                </a:cubicBezTo>
                <a:lnTo>
                  <a:pt x="0" y="80780"/>
                </a:lnTo>
                <a:lnTo>
                  <a:pt x="1329" y="74241"/>
                </a:lnTo>
                <a:lnTo>
                  <a:pt x="11634" y="74241"/>
                </a:lnTo>
                <a:lnTo>
                  <a:pt x="24821" y="6538"/>
                </a:lnTo>
                <a:lnTo>
                  <a:pt x="14406" y="6538"/>
                </a:lnTo>
                <a:lnTo>
                  <a:pt x="15735" y="0"/>
                </a:lnTo>
                <a:lnTo>
                  <a:pt x="57176" y="0"/>
                </a:lnTo>
                <a:cubicBezTo>
                  <a:pt x="71729" y="0"/>
                  <a:pt x="82146" y="3472"/>
                  <a:pt x="88425" y="10417"/>
                </a:cubicBezTo>
                <a:cubicBezTo>
                  <a:pt x="94778" y="17435"/>
                  <a:pt x="96662" y="27407"/>
                  <a:pt x="94076" y="40334"/>
                </a:cubicBezTo>
                <a:close/>
                <a:moveTo>
                  <a:pt x="129894" y="0"/>
                </a:moveTo>
                <a:cubicBezTo>
                  <a:pt x="129894" y="6280"/>
                  <a:pt x="128748" y="11562"/>
                  <a:pt x="126458" y="15846"/>
                </a:cubicBezTo>
                <a:cubicBezTo>
                  <a:pt x="124094" y="20426"/>
                  <a:pt x="120474" y="24267"/>
                  <a:pt x="115598" y="27371"/>
                </a:cubicBezTo>
                <a:lnTo>
                  <a:pt x="111388" y="23049"/>
                </a:lnTo>
                <a:cubicBezTo>
                  <a:pt x="114269" y="20611"/>
                  <a:pt x="116301" y="17915"/>
                  <a:pt x="117483" y="14960"/>
                </a:cubicBezTo>
                <a:cubicBezTo>
                  <a:pt x="118739" y="11784"/>
                  <a:pt x="119367" y="7905"/>
                  <a:pt x="119367" y="3324"/>
                </a:cubicBezTo>
                <a:lnTo>
                  <a:pt x="119367" y="0"/>
                </a:lnTo>
                <a:lnTo>
                  <a:pt x="129894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)">
            <a:extLst xmlns:a="http://schemas.openxmlformats.org/drawingml/2006/main">
              <a:ext uri="{FF2B5EF4-FFF2-40B4-BE49-F238E27FC236}">
                <a16:creationId xmlns:a16="http://schemas.microsoft.com/office/drawing/2014/main" id="{B2E82171-B512-4AB8-B3DD-193C8F63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28" y="5310479"/>
            <a:ext cx="27702" cy="99948"/>
          </a:xfrm>
          <a:custGeom xmlns:a="http://schemas.openxmlformats.org/drawingml/2006/main">
            <a:pathLst>
              <a:path w="27702" h="99948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f2b9e89794b88"/>
          <a:stretch xmlns:a="http://schemas.openxmlformats.org/drawingml/2006/main"/>
        </p:blipFill>
        <p:spPr>
          <a:xfrm xmlns:a="http://schemas.openxmlformats.org/drawingml/2006/main">
            <a:off x="127067" y="2832783"/>
            <a:ext cx="874627" cy="227714"/>
          </a:xfrm>
          <a:prstGeom xmlns:a="http://schemas.openxmlformats.org/drawingml/2006/main" prst="rect">
            <a:avLst/>
          </a:prstGeom>
        </p:spPr>
      </p:pic>
      <p:pic>
        <p:nvPicPr>
          <p:cNvPr id="8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4005d3eb04bcb"/>
          <a:stretch xmlns:a="http://schemas.openxmlformats.org/drawingml/2006/main"/>
        </p:blipFill>
        <p:spPr>
          <a:xfrm xmlns:a="http://schemas.openxmlformats.org/drawingml/2006/main">
            <a:off x="186494" y="2885639"/>
            <a:ext cx="465867" cy="129408"/>
          </a:xfrm>
          <a:prstGeom xmlns:a="http://schemas.openxmlformats.org/drawingml/2006/main" prst="rect">
            <a:avLst/>
          </a:prstGeom>
        </p:spPr>
      </p:pic>
      <p:pic>
        <p:nvPicPr>
          <p:cNvPr id="8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bd7ed10254774"/>
          <a:stretch xmlns:a="http://schemas.openxmlformats.org/drawingml/2006/main"/>
        </p:blipFill>
        <p:spPr>
          <a:xfrm xmlns:a="http://schemas.openxmlformats.org/drawingml/2006/main">
            <a:off x="127067" y="4156172"/>
            <a:ext cx="874627" cy="227714"/>
          </a:xfrm>
          <a:prstGeom xmlns:a="http://schemas.openxmlformats.org/drawingml/2006/main" prst="rect">
            <a:avLst/>
          </a:prstGeom>
        </p:spPr>
      </p:pic>
      <p:pic>
        <p:nvPicPr>
          <p:cNvPr id="8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522fec4614ac4"/>
          <a:stretch xmlns:a="http://schemas.openxmlformats.org/drawingml/2006/main"/>
        </p:blipFill>
        <p:spPr>
          <a:xfrm xmlns:a="http://schemas.openxmlformats.org/drawingml/2006/main">
            <a:off x="186494" y="4208861"/>
            <a:ext cx="480040" cy="129740"/>
          </a:xfrm>
          <a:prstGeom xmlns:a="http://schemas.openxmlformats.org/drawingml/2006/main" prst="rect">
            <a:avLst/>
          </a:prstGeom>
        </p:spPr>
      </p:pic>
      <p:pic>
        <p:nvPicPr>
          <p:cNvPr id="8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01caab8624b1c"/>
          <a:stretch xmlns:a="http://schemas.openxmlformats.org/drawingml/2006/main"/>
        </p:blipFill>
        <p:spPr>
          <a:xfrm xmlns:a="http://schemas.openxmlformats.org/drawingml/2006/main">
            <a:off x="127067" y="5254395"/>
            <a:ext cx="874627" cy="227714"/>
          </a:xfrm>
          <a:prstGeom xmlns:a="http://schemas.openxmlformats.org/drawingml/2006/main" prst="rect">
            <a:avLst/>
          </a:prstGeom>
        </p:spPr>
      </p:pic>
      <p:pic>
        <p:nvPicPr>
          <p:cNvPr id="8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4851e18f246e9"/>
          <a:stretch xmlns:a="http://schemas.openxmlformats.org/drawingml/2006/main"/>
        </p:blipFill>
        <p:spPr>
          <a:xfrm xmlns:a="http://schemas.openxmlformats.org/drawingml/2006/main">
            <a:off x="186549" y="5307289"/>
            <a:ext cx="302526" cy="129285"/>
          </a:xfrm>
          <a:prstGeom xmlns:a="http://schemas.openxmlformats.org/drawingml/2006/main" prst="rect">
            <a:avLst/>
          </a:prstGeom>
        </p:spPr>
      </p:pic>
      <p:pic>
        <p:nvPicPr>
          <p:cNvPr id="8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0e47980c24952"/>
          <a:stretch xmlns:a="http://schemas.openxmlformats.org/drawingml/2006/main"/>
        </p:blipFill>
        <p:spPr>
          <a:xfrm xmlns:a="http://schemas.openxmlformats.org/drawingml/2006/main">
            <a:off x="3641381" y="4463460"/>
            <a:ext cx="2711053" cy="485408"/>
          </a:xfrm>
          <a:prstGeom xmlns:a="http://schemas.openxmlformats.org/drawingml/2006/main" prst="rect">
            <a:avLst/>
          </a:prstGeom>
        </p:spPr>
      </p:pic>
      <p:pic>
        <p:nvPicPr>
          <p:cNvPr id="8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7a15871b945d6"/>
          <a:stretch xmlns:a="http://schemas.openxmlformats.org/drawingml/2006/main"/>
        </p:blipFill>
        <p:spPr>
          <a:xfrm xmlns:a="http://schemas.openxmlformats.org/drawingml/2006/main">
            <a:off x="3641381" y="3643248"/>
            <a:ext cx="2447637" cy="485396"/>
          </a:xfrm>
          <a:prstGeom xmlns:a="http://schemas.openxmlformats.org/drawingml/2006/main" prst="rect">
            <a:avLst/>
          </a:prstGeom>
        </p:spPr>
      </p:pic>
      <p:pic>
        <p:nvPicPr>
          <p:cNvPr id="8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0ce5e457d4ee1"/>
          <a:stretch xmlns:a="http://schemas.openxmlformats.org/drawingml/2006/main"/>
        </p:blipFill>
        <p:spPr>
          <a:xfrm xmlns:a="http://schemas.openxmlformats.org/drawingml/2006/main">
            <a:off x="3641381" y="2845842"/>
            <a:ext cx="2182250" cy="485518"/>
          </a:xfrm>
          <a:prstGeom xmlns:a="http://schemas.openxmlformats.org/drawingml/2006/main" prst="rect">
            <a:avLst/>
          </a:prstGeom>
        </p:spPr>
      </p:pic>
      <p:pic>
        <p:nvPicPr>
          <p:cNvPr id="8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cc9aaa63449fe"/>
          <a:stretch xmlns:a="http://schemas.openxmlformats.org/drawingml/2006/main"/>
        </p:blipFill>
        <p:spPr>
          <a:xfrm xmlns:a="http://schemas.openxmlformats.org/drawingml/2006/main">
            <a:off x="4854426" y="2808196"/>
            <a:ext cx="925070" cy="1273910"/>
          </a:xfrm>
          <a:prstGeom xmlns:a="http://schemas.openxmlformats.org/drawingml/2006/main" prst="rect">
            <a:avLst/>
          </a:prstGeom>
        </p:spPr>
      </p:pic>
      <p:pic>
        <p:nvPicPr>
          <p:cNvPr id="8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3e7bb5f4741b9"/>
          <a:stretch xmlns:a="http://schemas.openxmlformats.org/drawingml/2006/main"/>
        </p:blipFill>
        <p:spPr>
          <a:xfrm xmlns:a="http://schemas.openxmlformats.org/drawingml/2006/main">
            <a:off x="4845404" y="3724849"/>
            <a:ext cx="909329" cy="1234827"/>
          </a:xfrm>
          <a:prstGeom xmlns:a="http://schemas.openxmlformats.org/drawingml/2006/main" prst="rect">
            <a:avLst/>
          </a:prstGeom>
        </p:spPr>
      </p:pic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29149-0F65-4922-B0A5-1A3B199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843" y="2215346"/>
            <a:ext cx="3285915" cy="530933"/>
          </a:xfrm>
          <a:custGeom xmlns:a="http://schemas.openxmlformats.org/drawingml/2006/main">
            <a:pathLst>
              <a:path w="3285915" h="530933">
                <a:moveTo>
                  <a:pt x="0" y="0"/>
                </a:moveTo>
                <a:lnTo>
                  <a:pt x="3285915" y="0"/>
                </a:lnTo>
                <a:lnTo>
                  <a:pt x="3285915" y="530933"/>
                </a:lnTo>
                <a:lnTo>
                  <a:pt x="0" y="530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88FF1-356B-4C8E-8D84-77FC50F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286" y="2206079"/>
            <a:ext cx="3303739" cy="549309"/>
          </a:xfrm>
          <a:custGeom xmlns:a="http://schemas.openxmlformats.org/drawingml/2006/main">
            <a:pathLst>
              <a:path w="3303739" h="549309">
                <a:moveTo>
                  <a:pt x="0" y="549309"/>
                </a:moveTo>
                <a:lnTo>
                  <a:pt x="3303739" y="549309"/>
                </a:lnTo>
                <a:lnTo>
                  <a:pt x="3303739" y="0"/>
                </a:lnTo>
                <a:lnTo>
                  <a:pt x="0" y="0"/>
                </a:lnTo>
                <a:lnTo>
                  <a:pt x="0" y="549309"/>
                </a:lnTo>
                <a:close/>
                <a:moveTo>
                  <a:pt x="3285994" y="531564"/>
                </a:moveTo>
                <a:lnTo>
                  <a:pt x="17745" y="531564"/>
                </a:lnTo>
                <a:lnTo>
                  <a:pt x="17745" y="17745"/>
                </a:lnTo>
                <a:lnTo>
                  <a:pt x="3285994" y="17745"/>
                </a:lnTo>
                <a:lnTo>
                  <a:pt x="3285994" y="53156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913DD-FF38-405D-9847-9D8E2B99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1300" y="2210220"/>
            <a:ext cx="3314386" cy="3314386"/>
          </a:xfrm>
          <a:custGeom xmlns:a="http://schemas.openxmlformats.org/drawingml/2006/main">
            <a:pathLst>
              <a:path w="3314386" h="3314386">
                <a:moveTo>
                  <a:pt x="0" y="3314386"/>
                </a:moveTo>
                <a:lnTo>
                  <a:pt x="3314386" y="3314386"/>
                </a:lnTo>
                <a:lnTo>
                  <a:pt x="3314386" y="0"/>
                </a:lnTo>
                <a:lnTo>
                  <a:pt x="0" y="0"/>
                </a:lnTo>
                <a:lnTo>
                  <a:pt x="0" y="3314386"/>
                </a:lnTo>
                <a:close/>
                <a:moveTo>
                  <a:pt x="3290726" y="3290726"/>
                </a:moveTo>
                <a:lnTo>
                  <a:pt x="23660" y="3290726"/>
                </a:lnTo>
                <a:lnTo>
                  <a:pt x="23660" y="23660"/>
                </a:lnTo>
                <a:lnTo>
                  <a:pt x="3290726" y="23660"/>
                </a:lnTo>
                <a:lnTo>
                  <a:pt x="3290726" y="329072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II.2CharacterizeHierarchy">
            <a:extLst xmlns:a="http://schemas.openxmlformats.org/drawingml/2006/main">
              <a:ext uri="{FF2B5EF4-FFF2-40B4-BE49-F238E27FC236}">
                <a16:creationId xmlns:a16="http://schemas.microsoft.com/office/drawing/2014/main" id="{BE4CE166-1AAD-441D-8FBB-C7138F4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795" y="2329598"/>
            <a:ext cx="1716235" cy="133365"/>
          </a:xfrm>
          <a:custGeom xmlns:a="http://schemas.openxmlformats.org/drawingml/2006/main">
            <a:pathLst>
              <a:path w="1716235" h="133365">
                <a:moveTo>
                  <a:pt x="0" y="103421"/>
                </a:moveTo>
                <a:lnTo>
                  <a:pt x="0" y="1802"/>
                </a:lnTo>
                <a:lnTo>
                  <a:pt x="20518" y="1802"/>
                </a:lnTo>
                <a:lnTo>
                  <a:pt x="20518" y="103421"/>
                </a:lnTo>
                <a:lnTo>
                  <a:pt x="0" y="103421"/>
                </a:lnTo>
                <a:close/>
                <a:moveTo>
                  <a:pt x="39433" y="103421"/>
                </a:moveTo>
                <a:lnTo>
                  <a:pt x="39433" y="1802"/>
                </a:lnTo>
                <a:lnTo>
                  <a:pt x="59951" y="1802"/>
                </a:lnTo>
                <a:lnTo>
                  <a:pt x="59951" y="103421"/>
                </a:lnTo>
                <a:lnTo>
                  <a:pt x="39433" y="103421"/>
                </a:lnTo>
                <a:close/>
                <a:moveTo>
                  <a:pt x="79352" y="103421"/>
                </a:moveTo>
                <a:lnTo>
                  <a:pt x="79352" y="83873"/>
                </a:lnTo>
                <a:lnTo>
                  <a:pt x="98830" y="83873"/>
                </a:lnTo>
                <a:lnTo>
                  <a:pt x="98830" y="103421"/>
                </a:lnTo>
                <a:lnTo>
                  <a:pt x="79352" y="103421"/>
                </a:lnTo>
                <a:close/>
                <a:moveTo>
                  <a:pt x="180408" y="85260"/>
                </a:moveTo>
                <a:lnTo>
                  <a:pt x="180408" y="103421"/>
                </a:lnTo>
                <a:lnTo>
                  <a:pt x="112131" y="103421"/>
                </a:lnTo>
                <a:cubicBezTo>
                  <a:pt x="112871" y="96587"/>
                  <a:pt x="115089" y="90112"/>
                  <a:pt x="118786" y="83995"/>
                </a:cubicBezTo>
                <a:cubicBezTo>
                  <a:pt x="122483" y="77876"/>
                  <a:pt x="129784" y="69760"/>
                  <a:pt x="140690" y="59647"/>
                </a:cubicBezTo>
                <a:cubicBezTo>
                  <a:pt x="149470" y="51475"/>
                  <a:pt x="154854" y="45935"/>
                  <a:pt x="156841" y="43026"/>
                </a:cubicBezTo>
                <a:cubicBezTo>
                  <a:pt x="159521" y="39009"/>
                  <a:pt x="160861" y="35037"/>
                  <a:pt x="160861" y="31112"/>
                </a:cubicBezTo>
                <a:cubicBezTo>
                  <a:pt x="160861" y="26771"/>
                  <a:pt x="159694" y="23436"/>
                  <a:pt x="157360" y="21105"/>
                </a:cubicBezTo>
                <a:cubicBezTo>
                  <a:pt x="155027" y="18773"/>
                  <a:pt x="151804" y="17606"/>
                  <a:pt x="147691" y="17606"/>
                </a:cubicBezTo>
                <a:cubicBezTo>
                  <a:pt x="143624" y="17606"/>
                  <a:pt x="140389" y="18837"/>
                  <a:pt x="137986" y="21298"/>
                </a:cubicBezTo>
                <a:cubicBezTo>
                  <a:pt x="135583" y="23757"/>
                  <a:pt x="134197" y="27841"/>
                  <a:pt x="133827" y="33549"/>
                </a:cubicBezTo>
                <a:lnTo>
                  <a:pt x="114419" y="31600"/>
                </a:lnTo>
                <a:cubicBezTo>
                  <a:pt x="115574" y="20833"/>
                  <a:pt x="119202" y="13105"/>
                  <a:pt x="125301" y="8418"/>
                </a:cubicBezTo>
                <a:cubicBezTo>
                  <a:pt x="131401" y="3730"/>
                  <a:pt x="139026" y="1386"/>
                  <a:pt x="148176" y="1386"/>
                </a:cubicBezTo>
                <a:cubicBezTo>
                  <a:pt x="158204" y="1386"/>
                  <a:pt x="166083" y="4088"/>
                  <a:pt x="171813" y="9490"/>
                </a:cubicBezTo>
                <a:cubicBezTo>
                  <a:pt x="177543" y="14892"/>
                  <a:pt x="180408" y="21610"/>
                  <a:pt x="180408" y="29644"/>
                </a:cubicBezTo>
                <a:cubicBezTo>
                  <a:pt x="180408" y="34216"/>
                  <a:pt x="179588" y="38568"/>
                  <a:pt x="177948" y="42701"/>
                </a:cubicBezTo>
                <a:cubicBezTo>
                  <a:pt x="176307" y="46833"/>
                  <a:pt x="173708" y="51161"/>
                  <a:pt x="170149" y="55685"/>
                </a:cubicBezTo>
                <a:cubicBezTo>
                  <a:pt x="167793" y="58687"/>
                  <a:pt x="163541" y="63005"/>
                  <a:pt x="157395" y="68639"/>
                </a:cubicBezTo>
                <a:cubicBezTo>
                  <a:pt x="151249" y="74271"/>
                  <a:pt x="147356" y="78010"/>
                  <a:pt x="145715" y="79857"/>
                </a:cubicBezTo>
                <a:cubicBezTo>
                  <a:pt x="144075" y="81704"/>
                  <a:pt x="142746" y="83505"/>
                  <a:pt x="141730" y="85260"/>
                </a:cubicBezTo>
                <a:lnTo>
                  <a:pt x="180408" y="85260"/>
                </a:lnTo>
                <a:close/>
                <a:moveTo>
                  <a:pt x="349787" y="67722"/>
                </a:moveTo>
                <a:lnTo>
                  <a:pt x="363235" y="71119"/>
                </a:lnTo>
                <a:cubicBezTo>
                  <a:pt x="360416" y="82163"/>
                  <a:pt x="355344" y="90585"/>
                  <a:pt x="348020" y="96385"/>
                </a:cubicBezTo>
                <a:cubicBezTo>
                  <a:pt x="340695" y="102184"/>
                  <a:pt x="331742" y="105084"/>
                  <a:pt x="321160" y="105084"/>
                </a:cubicBezTo>
                <a:cubicBezTo>
                  <a:pt x="310208" y="105084"/>
                  <a:pt x="301300" y="102854"/>
                  <a:pt x="294438" y="98395"/>
                </a:cubicBezTo>
                <a:cubicBezTo>
                  <a:pt x="287576" y="93936"/>
                  <a:pt x="282354" y="87478"/>
                  <a:pt x="278773" y="79021"/>
                </a:cubicBezTo>
                <a:cubicBezTo>
                  <a:pt x="275191" y="70564"/>
                  <a:pt x="273400" y="61484"/>
                  <a:pt x="273400" y="51780"/>
                </a:cubicBezTo>
                <a:cubicBezTo>
                  <a:pt x="273400" y="41197"/>
                  <a:pt x="275422" y="31967"/>
                  <a:pt x="279466" y="24088"/>
                </a:cubicBezTo>
                <a:cubicBezTo>
                  <a:pt x="283509" y="16209"/>
                  <a:pt x="289262" y="10224"/>
                  <a:pt x="296726" y="6135"/>
                </a:cubicBezTo>
                <a:cubicBezTo>
                  <a:pt x="304189" y="2045"/>
                  <a:pt x="312403" y="0"/>
                  <a:pt x="321368" y="0"/>
                </a:cubicBezTo>
                <a:cubicBezTo>
                  <a:pt x="331534" y="0"/>
                  <a:pt x="340083" y="2588"/>
                  <a:pt x="347015" y="7763"/>
                </a:cubicBezTo>
                <a:cubicBezTo>
                  <a:pt x="353946" y="12939"/>
                  <a:pt x="358776" y="20217"/>
                  <a:pt x="361502" y="29598"/>
                </a:cubicBezTo>
                <a:lnTo>
                  <a:pt x="348263" y="32717"/>
                </a:lnTo>
                <a:cubicBezTo>
                  <a:pt x="345906" y="25324"/>
                  <a:pt x="342486" y="19940"/>
                  <a:pt x="338004" y="16567"/>
                </a:cubicBezTo>
                <a:cubicBezTo>
                  <a:pt x="333521" y="13193"/>
                  <a:pt x="327883" y="11507"/>
                  <a:pt x="321090" y="11507"/>
                </a:cubicBezTo>
                <a:cubicBezTo>
                  <a:pt x="313281" y="11507"/>
                  <a:pt x="306753" y="13378"/>
                  <a:pt x="301508" y="17121"/>
                </a:cubicBezTo>
                <a:cubicBezTo>
                  <a:pt x="296263" y="20864"/>
                  <a:pt x="292578" y="25890"/>
                  <a:pt x="290452" y="32198"/>
                </a:cubicBezTo>
                <a:cubicBezTo>
                  <a:pt x="288327" y="38505"/>
                  <a:pt x="287264" y="45010"/>
                  <a:pt x="287264" y="51710"/>
                </a:cubicBezTo>
                <a:cubicBezTo>
                  <a:pt x="287264" y="60352"/>
                  <a:pt x="288523" y="67896"/>
                  <a:pt x="291042" y="74342"/>
                </a:cubicBezTo>
                <a:cubicBezTo>
                  <a:pt x="293560" y="80789"/>
                  <a:pt x="297476" y="85606"/>
                  <a:pt x="302791" y="88795"/>
                </a:cubicBezTo>
                <a:cubicBezTo>
                  <a:pt x="308105" y="91983"/>
                  <a:pt x="313858" y="93578"/>
                  <a:pt x="320051" y="93578"/>
                </a:cubicBezTo>
                <a:cubicBezTo>
                  <a:pt x="327583" y="93578"/>
                  <a:pt x="333960" y="91406"/>
                  <a:pt x="339182" y="87062"/>
                </a:cubicBezTo>
                <a:cubicBezTo>
                  <a:pt x="344404" y="82718"/>
                  <a:pt x="347939" y="76271"/>
                  <a:pt x="349787" y="67722"/>
                </a:cubicBezTo>
                <a:close/>
                <a:moveTo>
                  <a:pt x="378215" y="103421"/>
                </a:moveTo>
                <a:lnTo>
                  <a:pt x="378215" y="1802"/>
                </a:lnTo>
                <a:lnTo>
                  <a:pt x="390692" y="1802"/>
                </a:lnTo>
                <a:lnTo>
                  <a:pt x="390692" y="38328"/>
                </a:lnTo>
                <a:cubicBezTo>
                  <a:pt x="396515" y="31538"/>
                  <a:pt x="403862" y="28143"/>
                  <a:pt x="412735" y="28143"/>
                </a:cubicBezTo>
                <a:cubicBezTo>
                  <a:pt x="418188" y="28143"/>
                  <a:pt x="422924" y="29217"/>
                  <a:pt x="426945" y="31366"/>
                </a:cubicBezTo>
                <a:cubicBezTo>
                  <a:pt x="430965" y="33515"/>
                  <a:pt x="433842" y="36484"/>
                  <a:pt x="435575" y="40273"/>
                </a:cubicBezTo>
                <a:cubicBezTo>
                  <a:pt x="437308" y="44062"/>
                  <a:pt x="438174" y="49561"/>
                  <a:pt x="438174" y="56770"/>
                </a:cubicBezTo>
                <a:lnTo>
                  <a:pt x="438174" y="103421"/>
                </a:lnTo>
                <a:lnTo>
                  <a:pt x="425697" y="103421"/>
                </a:lnTo>
                <a:lnTo>
                  <a:pt x="425697" y="56820"/>
                </a:lnTo>
                <a:cubicBezTo>
                  <a:pt x="425697" y="50589"/>
                  <a:pt x="424345" y="46054"/>
                  <a:pt x="421642" y="43215"/>
                </a:cubicBezTo>
                <a:cubicBezTo>
                  <a:pt x="418939" y="40376"/>
                  <a:pt x="415115" y="38956"/>
                  <a:pt x="410170" y="38956"/>
                </a:cubicBezTo>
                <a:cubicBezTo>
                  <a:pt x="406473" y="38956"/>
                  <a:pt x="402996" y="39914"/>
                  <a:pt x="399738" y="41830"/>
                </a:cubicBezTo>
                <a:cubicBezTo>
                  <a:pt x="396480" y="43745"/>
                  <a:pt x="394158" y="46342"/>
                  <a:pt x="392772" y="49620"/>
                </a:cubicBezTo>
                <a:cubicBezTo>
                  <a:pt x="391385" y="52897"/>
                  <a:pt x="390692" y="57420"/>
                  <a:pt x="390692" y="63191"/>
                </a:cubicBezTo>
                <a:lnTo>
                  <a:pt x="390692" y="103421"/>
                </a:lnTo>
                <a:lnTo>
                  <a:pt x="378215" y="103421"/>
                </a:lnTo>
                <a:close/>
                <a:moveTo>
                  <a:pt x="505118" y="94132"/>
                </a:moveTo>
                <a:cubicBezTo>
                  <a:pt x="500497" y="98137"/>
                  <a:pt x="496050" y="100963"/>
                  <a:pt x="491775" y="102613"/>
                </a:cubicBezTo>
                <a:cubicBezTo>
                  <a:pt x="487500" y="104260"/>
                  <a:pt x="482914" y="105084"/>
                  <a:pt x="478016" y="105084"/>
                </a:cubicBezTo>
                <a:cubicBezTo>
                  <a:pt x="469929" y="105084"/>
                  <a:pt x="463713" y="103109"/>
                  <a:pt x="459369" y="99158"/>
                </a:cubicBezTo>
                <a:cubicBezTo>
                  <a:pt x="455026" y="95206"/>
                  <a:pt x="452854" y="90158"/>
                  <a:pt x="452854" y="84012"/>
                </a:cubicBezTo>
                <a:cubicBezTo>
                  <a:pt x="452854" y="80407"/>
                  <a:pt x="453674" y="77115"/>
                  <a:pt x="455314" y="74134"/>
                </a:cubicBezTo>
                <a:cubicBezTo>
                  <a:pt x="456955" y="71154"/>
                  <a:pt x="459104" y="68762"/>
                  <a:pt x="461761" y="66960"/>
                </a:cubicBezTo>
                <a:cubicBezTo>
                  <a:pt x="464418" y="65158"/>
                  <a:pt x="467410" y="63794"/>
                  <a:pt x="470737" y="62870"/>
                </a:cubicBezTo>
                <a:cubicBezTo>
                  <a:pt x="473187" y="62223"/>
                  <a:pt x="476883" y="61599"/>
                  <a:pt x="481828" y="60999"/>
                </a:cubicBezTo>
                <a:cubicBezTo>
                  <a:pt x="491902" y="59797"/>
                  <a:pt x="499319" y="58365"/>
                  <a:pt x="504079" y="56701"/>
                </a:cubicBezTo>
                <a:cubicBezTo>
                  <a:pt x="504125" y="54998"/>
                  <a:pt x="504148" y="53917"/>
                  <a:pt x="504148" y="53456"/>
                </a:cubicBezTo>
                <a:cubicBezTo>
                  <a:pt x="504148" y="48392"/>
                  <a:pt x="502970" y="44824"/>
                  <a:pt x="500613" y="42753"/>
                </a:cubicBezTo>
                <a:cubicBezTo>
                  <a:pt x="497424" y="39944"/>
                  <a:pt x="492688" y="38540"/>
                  <a:pt x="486403" y="38540"/>
                </a:cubicBezTo>
                <a:cubicBezTo>
                  <a:pt x="480534" y="38540"/>
                  <a:pt x="476202" y="39568"/>
                  <a:pt x="473406" y="41625"/>
                </a:cubicBezTo>
                <a:cubicBezTo>
                  <a:pt x="470610" y="43681"/>
                  <a:pt x="468542" y="47320"/>
                  <a:pt x="467202" y="52542"/>
                </a:cubicBezTo>
                <a:lnTo>
                  <a:pt x="455003" y="50878"/>
                </a:lnTo>
                <a:cubicBezTo>
                  <a:pt x="456112" y="45641"/>
                  <a:pt x="457937" y="41411"/>
                  <a:pt x="460479" y="38189"/>
                </a:cubicBezTo>
                <a:cubicBezTo>
                  <a:pt x="463020" y="34967"/>
                  <a:pt x="466694" y="32488"/>
                  <a:pt x="471500" y="30751"/>
                </a:cubicBezTo>
                <a:cubicBezTo>
                  <a:pt x="476306" y="29012"/>
                  <a:pt x="481874" y="28143"/>
                  <a:pt x="488205" y="28143"/>
                </a:cubicBezTo>
                <a:cubicBezTo>
                  <a:pt x="494490" y="28143"/>
                  <a:pt x="499596" y="28885"/>
                  <a:pt x="503524" y="30369"/>
                </a:cubicBezTo>
                <a:cubicBezTo>
                  <a:pt x="507452" y="31852"/>
                  <a:pt x="510340" y="33719"/>
                  <a:pt x="512189" y="35969"/>
                </a:cubicBezTo>
                <a:cubicBezTo>
                  <a:pt x="514037" y="38217"/>
                  <a:pt x="515331" y="41058"/>
                  <a:pt x="516071" y="44490"/>
                </a:cubicBezTo>
                <a:cubicBezTo>
                  <a:pt x="516486" y="46623"/>
                  <a:pt x="516694" y="50455"/>
                  <a:pt x="516694" y="55984"/>
                </a:cubicBezTo>
                <a:lnTo>
                  <a:pt x="516694" y="72572"/>
                </a:lnTo>
                <a:cubicBezTo>
                  <a:pt x="516694" y="84138"/>
                  <a:pt x="516960" y="91463"/>
                  <a:pt x="517492" y="94548"/>
                </a:cubicBezTo>
                <a:cubicBezTo>
                  <a:pt x="518023" y="97633"/>
                  <a:pt x="519074" y="100590"/>
                  <a:pt x="520645" y="103421"/>
                </a:cubicBezTo>
                <a:lnTo>
                  <a:pt x="507614" y="103421"/>
                </a:lnTo>
                <a:cubicBezTo>
                  <a:pt x="506320" y="100773"/>
                  <a:pt x="505488" y="97677"/>
                  <a:pt x="505118" y="94132"/>
                </a:cubicBezTo>
                <a:moveTo>
                  <a:pt x="504079" y="66544"/>
                </a:moveTo>
                <a:cubicBezTo>
                  <a:pt x="499550" y="68384"/>
                  <a:pt x="492757" y="69948"/>
                  <a:pt x="483700" y="71236"/>
                </a:cubicBezTo>
                <a:cubicBezTo>
                  <a:pt x="478570" y="71971"/>
                  <a:pt x="474943" y="72798"/>
                  <a:pt x="472817" y="73718"/>
                </a:cubicBezTo>
                <a:cubicBezTo>
                  <a:pt x="470691" y="74638"/>
                  <a:pt x="469051" y="75983"/>
                  <a:pt x="467895" y="77754"/>
                </a:cubicBezTo>
                <a:cubicBezTo>
                  <a:pt x="466740" y="79524"/>
                  <a:pt x="466163" y="81490"/>
                  <a:pt x="466163" y="83652"/>
                </a:cubicBezTo>
                <a:cubicBezTo>
                  <a:pt x="466163" y="86964"/>
                  <a:pt x="467422" y="89723"/>
                  <a:pt x="469940" y="91931"/>
                </a:cubicBezTo>
                <a:cubicBezTo>
                  <a:pt x="472459" y="94138"/>
                  <a:pt x="476144" y="95241"/>
                  <a:pt x="480996" y="95241"/>
                </a:cubicBezTo>
                <a:cubicBezTo>
                  <a:pt x="485802" y="95241"/>
                  <a:pt x="490077" y="94193"/>
                  <a:pt x="493820" y="92098"/>
                </a:cubicBezTo>
                <a:cubicBezTo>
                  <a:pt x="497563" y="90001"/>
                  <a:pt x="500313" y="87137"/>
                  <a:pt x="502069" y="83505"/>
                </a:cubicBezTo>
                <a:cubicBezTo>
                  <a:pt x="503409" y="80702"/>
                  <a:pt x="504079" y="76565"/>
                  <a:pt x="504079" y="71095"/>
                </a:cubicBezTo>
                <a:lnTo>
                  <a:pt x="504079" y="66544"/>
                </a:lnTo>
                <a:close/>
                <a:moveTo>
                  <a:pt x="535810" y="103421"/>
                </a:moveTo>
                <a:lnTo>
                  <a:pt x="535810" y="29806"/>
                </a:lnTo>
                <a:lnTo>
                  <a:pt x="547040" y="29806"/>
                </a:lnTo>
                <a:lnTo>
                  <a:pt x="547040" y="40966"/>
                </a:lnTo>
                <a:cubicBezTo>
                  <a:pt x="549905" y="35744"/>
                  <a:pt x="552550" y="32302"/>
                  <a:pt x="554976" y="30638"/>
                </a:cubicBezTo>
                <a:cubicBezTo>
                  <a:pt x="557403" y="28974"/>
                  <a:pt x="560071" y="28143"/>
                  <a:pt x="562983" y="28143"/>
                </a:cubicBezTo>
                <a:cubicBezTo>
                  <a:pt x="567188" y="28143"/>
                  <a:pt x="571462" y="29483"/>
                  <a:pt x="575806" y="32163"/>
                </a:cubicBezTo>
                <a:lnTo>
                  <a:pt x="571508" y="43730"/>
                </a:lnTo>
                <a:cubicBezTo>
                  <a:pt x="568459" y="41934"/>
                  <a:pt x="565409" y="41035"/>
                  <a:pt x="562359" y="41035"/>
                </a:cubicBezTo>
                <a:cubicBezTo>
                  <a:pt x="559632" y="41035"/>
                  <a:pt x="557183" y="41856"/>
                  <a:pt x="555011" y="43496"/>
                </a:cubicBezTo>
                <a:cubicBezTo>
                  <a:pt x="552839" y="45137"/>
                  <a:pt x="551291" y="47413"/>
                  <a:pt x="550367" y="50324"/>
                </a:cubicBezTo>
                <a:cubicBezTo>
                  <a:pt x="548981" y="54760"/>
                  <a:pt x="548287" y="59612"/>
                  <a:pt x="548287" y="64880"/>
                </a:cubicBezTo>
                <a:lnTo>
                  <a:pt x="548287" y="103421"/>
                </a:lnTo>
                <a:lnTo>
                  <a:pt x="535810" y="103421"/>
                </a:lnTo>
                <a:close/>
                <a:moveTo>
                  <a:pt x="631306" y="94132"/>
                </a:moveTo>
                <a:cubicBezTo>
                  <a:pt x="626685" y="98137"/>
                  <a:pt x="622237" y="100963"/>
                  <a:pt x="617962" y="102613"/>
                </a:cubicBezTo>
                <a:cubicBezTo>
                  <a:pt x="613688" y="104260"/>
                  <a:pt x="609101" y="105084"/>
                  <a:pt x="604203" y="105084"/>
                </a:cubicBezTo>
                <a:cubicBezTo>
                  <a:pt x="596116" y="105084"/>
                  <a:pt x="589901" y="103109"/>
                  <a:pt x="585557" y="99158"/>
                </a:cubicBezTo>
                <a:cubicBezTo>
                  <a:pt x="581213" y="95206"/>
                  <a:pt x="579041" y="90158"/>
                  <a:pt x="579041" y="84012"/>
                </a:cubicBezTo>
                <a:cubicBezTo>
                  <a:pt x="579041" y="80407"/>
                  <a:pt x="579861" y="77115"/>
                  <a:pt x="581502" y="74134"/>
                </a:cubicBezTo>
                <a:cubicBezTo>
                  <a:pt x="583142" y="71154"/>
                  <a:pt x="585291" y="68762"/>
                  <a:pt x="587948" y="66960"/>
                </a:cubicBezTo>
                <a:cubicBezTo>
                  <a:pt x="590605" y="65158"/>
                  <a:pt x="593597" y="63794"/>
                  <a:pt x="596925" y="62870"/>
                </a:cubicBezTo>
                <a:cubicBezTo>
                  <a:pt x="599374" y="62223"/>
                  <a:pt x="603071" y="61599"/>
                  <a:pt x="608015" y="60999"/>
                </a:cubicBezTo>
                <a:cubicBezTo>
                  <a:pt x="618089" y="59797"/>
                  <a:pt x="625506" y="58365"/>
                  <a:pt x="630266" y="56701"/>
                </a:cubicBezTo>
                <a:cubicBezTo>
                  <a:pt x="630312" y="54998"/>
                  <a:pt x="630335" y="53917"/>
                  <a:pt x="630335" y="53456"/>
                </a:cubicBezTo>
                <a:cubicBezTo>
                  <a:pt x="630335" y="48392"/>
                  <a:pt x="629157" y="44824"/>
                  <a:pt x="626800" y="42753"/>
                </a:cubicBezTo>
                <a:cubicBezTo>
                  <a:pt x="623612" y="39944"/>
                  <a:pt x="618875" y="38540"/>
                  <a:pt x="612590" y="38540"/>
                </a:cubicBezTo>
                <a:cubicBezTo>
                  <a:pt x="606721" y="38540"/>
                  <a:pt x="602389" y="39568"/>
                  <a:pt x="599593" y="41625"/>
                </a:cubicBezTo>
                <a:cubicBezTo>
                  <a:pt x="596798" y="43681"/>
                  <a:pt x="594730" y="47320"/>
                  <a:pt x="593389" y="52542"/>
                </a:cubicBezTo>
                <a:lnTo>
                  <a:pt x="581190" y="50878"/>
                </a:lnTo>
                <a:cubicBezTo>
                  <a:pt x="582299" y="45641"/>
                  <a:pt x="584124" y="41411"/>
                  <a:pt x="586666" y="38189"/>
                </a:cubicBezTo>
                <a:cubicBezTo>
                  <a:pt x="589207" y="34967"/>
                  <a:pt x="592881" y="32488"/>
                  <a:pt x="597687" y="30751"/>
                </a:cubicBezTo>
                <a:cubicBezTo>
                  <a:pt x="602493" y="29012"/>
                  <a:pt x="608061" y="28143"/>
                  <a:pt x="614392" y="28143"/>
                </a:cubicBezTo>
                <a:cubicBezTo>
                  <a:pt x="620677" y="28143"/>
                  <a:pt x="625783" y="28885"/>
                  <a:pt x="629711" y="30369"/>
                </a:cubicBezTo>
                <a:cubicBezTo>
                  <a:pt x="633639" y="31852"/>
                  <a:pt x="636528" y="33719"/>
                  <a:pt x="638376" y="35969"/>
                </a:cubicBezTo>
                <a:cubicBezTo>
                  <a:pt x="640224" y="38217"/>
                  <a:pt x="641518" y="41058"/>
                  <a:pt x="642258" y="44490"/>
                </a:cubicBezTo>
                <a:cubicBezTo>
                  <a:pt x="642674" y="46623"/>
                  <a:pt x="642882" y="50455"/>
                  <a:pt x="642882" y="55984"/>
                </a:cubicBezTo>
                <a:lnTo>
                  <a:pt x="642882" y="72572"/>
                </a:lnTo>
                <a:cubicBezTo>
                  <a:pt x="642882" y="84138"/>
                  <a:pt x="643147" y="91463"/>
                  <a:pt x="643679" y="94548"/>
                </a:cubicBezTo>
                <a:cubicBezTo>
                  <a:pt x="644210" y="97633"/>
                  <a:pt x="645261" y="100590"/>
                  <a:pt x="646833" y="103421"/>
                </a:cubicBezTo>
                <a:lnTo>
                  <a:pt x="633801" y="103421"/>
                </a:lnTo>
                <a:cubicBezTo>
                  <a:pt x="632507" y="100773"/>
                  <a:pt x="631675" y="97677"/>
                  <a:pt x="631306" y="94132"/>
                </a:cubicBezTo>
                <a:moveTo>
                  <a:pt x="630266" y="66544"/>
                </a:moveTo>
                <a:cubicBezTo>
                  <a:pt x="625737" y="68384"/>
                  <a:pt x="618944" y="69948"/>
                  <a:pt x="609887" y="71236"/>
                </a:cubicBezTo>
                <a:cubicBezTo>
                  <a:pt x="604757" y="71971"/>
                  <a:pt x="601130" y="72798"/>
                  <a:pt x="599004" y="73718"/>
                </a:cubicBezTo>
                <a:cubicBezTo>
                  <a:pt x="596878" y="74638"/>
                  <a:pt x="595238" y="75983"/>
                  <a:pt x="594083" y="77754"/>
                </a:cubicBezTo>
                <a:cubicBezTo>
                  <a:pt x="592927" y="79524"/>
                  <a:pt x="592350" y="81490"/>
                  <a:pt x="592350" y="83652"/>
                </a:cubicBezTo>
                <a:cubicBezTo>
                  <a:pt x="592350" y="86964"/>
                  <a:pt x="593609" y="89723"/>
                  <a:pt x="596127" y="91931"/>
                </a:cubicBezTo>
                <a:cubicBezTo>
                  <a:pt x="598646" y="94138"/>
                  <a:pt x="602331" y="95241"/>
                  <a:pt x="607183" y="95241"/>
                </a:cubicBezTo>
                <a:cubicBezTo>
                  <a:pt x="611989" y="95241"/>
                  <a:pt x="616264" y="94193"/>
                  <a:pt x="620007" y="92098"/>
                </a:cubicBezTo>
                <a:cubicBezTo>
                  <a:pt x="623750" y="90001"/>
                  <a:pt x="626500" y="87137"/>
                  <a:pt x="628256" y="83505"/>
                </a:cubicBezTo>
                <a:cubicBezTo>
                  <a:pt x="629596" y="80702"/>
                  <a:pt x="630266" y="76565"/>
                  <a:pt x="630266" y="71095"/>
                </a:cubicBezTo>
                <a:lnTo>
                  <a:pt x="630266" y="66544"/>
                </a:lnTo>
                <a:close/>
                <a:moveTo>
                  <a:pt x="710173" y="76387"/>
                </a:moveTo>
                <a:lnTo>
                  <a:pt x="722442" y="78051"/>
                </a:lnTo>
                <a:cubicBezTo>
                  <a:pt x="721102" y="86507"/>
                  <a:pt x="717670" y="93127"/>
                  <a:pt x="712148" y="97910"/>
                </a:cubicBezTo>
                <a:cubicBezTo>
                  <a:pt x="706626" y="102693"/>
                  <a:pt x="699845" y="105084"/>
                  <a:pt x="691804" y="105084"/>
                </a:cubicBezTo>
                <a:cubicBezTo>
                  <a:pt x="681730" y="105084"/>
                  <a:pt x="673631" y="101792"/>
                  <a:pt x="667508" y="95206"/>
                </a:cubicBezTo>
                <a:cubicBezTo>
                  <a:pt x="661385" y="88621"/>
                  <a:pt x="658324" y="79183"/>
                  <a:pt x="658324" y="66891"/>
                </a:cubicBezTo>
                <a:cubicBezTo>
                  <a:pt x="658324" y="58942"/>
                  <a:pt x="659641" y="51988"/>
                  <a:pt x="662275" y="46026"/>
                </a:cubicBezTo>
                <a:cubicBezTo>
                  <a:pt x="664909" y="40065"/>
                  <a:pt x="668918" y="35594"/>
                  <a:pt x="674301" y="32614"/>
                </a:cubicBezTo>
                <a:cubicBezTo>
                  <a:pt x="679685" y="29633"/>
                  <a:pt x="685542" y="28143"/>
                  <a:pt x="691873" y="28143"/>
                </a:cubicBezTo>
                <a:cubicBezTo>
                  <a:pt x="699868" y="28143"/>
                  <a:pt x="706406" y="30153"/>
                  <a:pt x="711490" y="34173"/>
                </a:cubicBezTo>
                <a:cubicBezTo>
                  <a:pt x="716573" y="38192"/>
                  <a:pt x="719831" y="43899"/>
                  <a:pt x="721263" y="51294"/>
                </a:cubicBezTo>
                <a:lnTo>
                  <a:pt x="709133" y="53235"/>
                </a:lnTo>
                <a:cubicBezTo>
                  <a:pt x="707978" y="48314"/>
                  <a:pt x="705933" y="44611"/>
                  <a:pt x="702998" y="42127"/>
                </a:cubicBezTo>
                <a:cubicBezTo>
                  <a:pt x="700064" y="39643"/>
                  <a:pt x="696517" y="38401"/>
                  <a:pt x="692358" y="38401"/>
                </a:cubicBezTo>
                <a:cubicBezTo>
                  <a:pt x="686074" y="38401"/>
                  <a:pt x="680967" y="40654"/>
                  <a:pt x="677039" y="45160"/>
                </a:cubicBezTo>
                <a:cubicBezTo>
                  <a:pt x="673111" y="49665"/>
                  <a:pt x="671147" y="56793"/>
                  <a:pt x="671147" y="66544"/>
                </a:cubicBezTo>
                <a:cubicBezTo>
                  <a:pt x="671147" y="76433"/>
                  <a:pt x="673042" y="83619"/>
                  <a:pt x="676831" y="88102"/>
                </a:cubicBezTo>
                <a:cubicBezTo>
                  <a:pt x="680621" y="92584"/>
                  <a:pt x="685565" y="94825"/>
                  <a:pt x="691665" y="94825"/>
                </a:cubicBezTo>
                <a:cubicBezTo>
                  <a:pt x="696564" y="94825"/>
                  <a:pt x="700653" y="93318"/>
                  <a:pt x="703934" y="90302"/>
                </a:cubicBezTo>
                <a:cubicBezTo>
                  <a:pt x="707215" y="87287"/>
                  <a:pt x="709295" y="82649"/>
                  <a:pt x="710173" y="76387"/>
                </a:cubicBezTo>
                <a:close/>
                <a:moveTo>
                  <a:pt x="760358" y="92261"/>
                </a:moveTo>
                <a:lnTo>
                  <a:pt x="762160" y="103282"/>
                </a:lnTo>
                <a:cubicBezTo>
                  <a:pt x="758648" y="104021"/>
                  <a:pt x="755506" y="104391"/>
                  <a:pt x="752733" y="104391"/>
                </a:cubicBezTo>
                <a:cubicBezTo>
                  <a:pt x="748204" y="104391"/>
                  <a:pt x="744692" y="103675"/>
                  <a:pt x="742197" y="102242"/>
                </a:cubicBezTo>
                <a:cubicBezTo>
                  <a:pt x="739702" y="100810"/>
                  <a:pt x="737946" y="98926"/>
                  <a:pt x="736929" y="96593"/>
                </a:cubicBezTo>
                <a:cubicBezTo>
                  <a:pt x="735912" y="94259"/>
                  <a:pt x="735404" y="89349"/>
                  <a:pt x="735404" y="81863"/>
                </a:cubicBezTo>
                <a:lnTo>
                  <a:pt x="735404" y="39511"/>
                </a:lnTo>
                <a:lnTo>
                  <a:pt x="726254" y="39511"/>
                </a:lnTo>
                <a:lnTo>
                  <a:pt x="726254" y="29806"/>
                </a:lnTo>
                <a:lnTo>
                  <a:pt x="735404" y="29806"/>
                </a:lnTo>
                <a:lnTo>
                  <a:pt x="735404" y="11576"/>
                </a:lnTo>
                <a:lnTo>
                  <a:pt x="747812" y="4090"/>
                </a:lnTo>
                <a:lnTo>
                  <a:pt x="747812" y="29806"/>
                </a:lnTo>
                <a:lnTo>
                  <a:pt x="760358" y="29806"/>
                </a:lnTo>
                <a:lnTo>
                  <a:pt x="760358" y="39511"/>
                </a:lnTo>
                <a:lnTo>
                  <a:pt x="747812" y="39511"/>
                </a:lnTo>
                <a:lnTo>
                  <a:pt x="747812" y="82556"/>
                </a:lnTo>
                <a:cubicBezTo>
                  <a:pt x="747812" y="86114"/>
                  <a:pt x="748031" y="88402"/>
                  <a:pt x="748470" y="89419"/>
                </a:cubicBezTo>
                <a:cubicBezTo>
                  <a:pt x="748909" y="90435"/>
                  <a:pt x="749625" y="91244"/>
                  <a:pt x="750619" y="91845"/>
                </a:cubicBezTo>
                <a:cubicBezTo>
                  <a:pt x="751613" y="92445"/>
                  <a:pt x="753034" y="92746"/>
                  <a:pt x="754882" y="92746"/>
                </a:cubicBezTo>
                <a:cubicBezTo>
                  <a:pt x="756268" y="92746"/>
                  <a:pt x="758094" y="92584"/>
                  <a:pt x="760358" y="92261"/>
                </a:cubicBezTo>
                <a:close/>
                <a:moveTo>
                  <a:pt x="822943" y="79576"/>
                </a:moveTo>
                <a:lnTo>
                  <a:pt x="835836" y="81239"/>
                </a:lnTo>
                <a:cubicBezTo>
                  <a:pt x="833803" y="88793"/>
                  <a:pt x="830037" y="94656"/>
                  <a:pt x="824538" y="98828"/>
                </a:cubicBezTo>
                <a:cubicBezTo>
                  <a:pt x="819038" y="102999"/>
                  <a:pt x="812014" y="105084"/>
                  <a:pt x="803465" y="105084"/>
                </a:cubicBezTo>
                <a:cubicBezTo>
                  <a:pt x="792698" y="105084"/>
                  <a:pt x="784161" y="101768"/>
                  <a:pt x="777853" y="95137"/>
                </a:cubicBezTo>
                <a:cubicBezTo>
                  <a:pt x="771545" y="88506"/>
                  <a:pt x="768391" y="79206"/>
                  <a:pt x="768391" y="67237"/>
                </a:cubicBezTo>
                <a:cubicBezTo>
                  <a:pt x="768391" y="54853"/>
                  <a:pt x="771580" y="45241"/>
                  <a:pt x="777957" y="38401"/>
                </a:cubicBezTo>
                <a:cubicBezTo>
                  <a:pt x="784334" y="31562"/>
                  <a:pt x="792606" y="28143"/>
                  <a:pt x="802772" y="28143"/>
                </a:cubicBezTo>
                <a:cubicBezTo>
                  <a:pt x="812615" y="28143"/>
                  <a:pt x="820656" y="31488"/>
                  <a:pt x="826894" y="38178"/>
                </a:cubicBezTo>
                <a:cubicBezTo>
                  <a:pt x="833133" y="44867"/>
                  <a:pt x="836252" y="54279"/>
                  <a:pt x="836252" y="66412"/>
                </a:cubicBezTo>
                <a:cubicBezTo>
                  <a:pt x="836252" y="67150"/>
                  <a:pt x="836229" y="68257"/>
                  <a:pt x="836183" y="69733"/>
                </a:cubicBezTo>
                <a:lnTo>
                  <a:pt x="781284" y="69733"/>
                </a:lnTo>
                <a:cubicBezTo>
                  <a:pt x="781746" y="77843"/>
                  <a:pt x="784033" y="84052"/>
                  <a:pt x="788146" y="88361"/>
                </a:cubicBezTo>
                <a:cubicBezTo>
                  <a:pt x="792259" y="92671"/>
                  <a:pt x="797389" y="94825"/>
                  <a:pt x="803535" y="94825"/>
                </a:cubicBezTo>
                <a:cubicBezTo>
                  <a:pt x="808109" y="94825"/>
                  <a:pt x="812014" y="93613"/>
                  <a:pt x="815249" y="91188"/>
                </a:cubicBezTo>
                <a:cubicBezTo>
                  <a:pt x="818484" y="88762"/>
                  <a:pt x="821049" y="84891"/>
                  <a:pt x="822943" y="79576"/>
                </a:cubicBezTo>
                <a:moveTo>
                  <a:pt x="781977" y="59474"/>
                </a:moveTo>
                <a:lnTo>
                  <a:pt x="823082" y="59474"/>
                </a:lnTo>
                <a:cubicBezTo>
                  <a:pt x="822527" y="53302"/>
                  <a:pt x="820956" y="48673"/>
                  <a:pt x="818368" y="45587"/>
                </a:cubicBezTo>
                <a:cubicBezTo>
                  <a:pt x="814394" y="40796"/>
                  <a:pt x="809242" y="38401"/>
                  <a:pt x="802911" y="38401"/>
                </a:cubicBezTo>
                <a:cubicBezTo>
                  <a:pt x="797181" y="38401"/>
                  <a:pt x="792363" y="40313"/>
                  <a:pt x="788458" y="44137"/>
                </a:cubicBezTo>
                <a:cubicBezTo>
                  <a:pt x="784553" y="47960"/>
                  <a:pt x="782393" y="53072"/>
                  <a:pt x="781977" y="59474"/>
                </a:cubicBezTo>
                <a:close/>
                <a:moveTo>
                  <a:pt x="851278" y="103421"/>
                </a:moveTo>
                <a:lnTo>
                  <a:pt x="851278" y="29806"/>
                </a:lnTo>
                <a:lnTo>
                  <a:pt x="862508" y="29806"/>
                </a:lnTo>
                <a:lnTo>
                  <a:pt x="862508" y="40966"/>
                </a:lnTo>
                <a:cubicBezTo>
                  <a:pt x="865373" y="35744"/>
                  <a:pt x="868018" y="32302"/>
                  <a:pt x="870444" y="30638"/>
                </a:cubicBezTo>
                <a:cubicBezTo>
                  <a:pt x="872871" y="28974"/>
                  <a:pt x="875539" y="28143"/>
                  <a:pt x="878451" y="28143"/>
                </a:cubicBezTo>
                <a:cubicBezTo>
                  <a:pt x="882656" y="28143"/>
                  <a:pt x="886930" y="29483"/>
                  <a:pt x="891274" y="32163"/>
                </a:cubicBezTo>
                <a:lnTo>
                  <a:pt x="886976" y="43730"/>
                </a:lnTo>
                <a:cubicBezTo>
                  <a:pt x="883927" y="41934"/>
                  <a:pt x="880877" y="41035"/>
                  <a:pt x="877827" y="41035"/>
                </a:cubicBezTo>
                <a:cubicBezTo>
                  <a:pt x="875100" y="41035"/>
                  <a:pt x="872651" y="41856"/>
                  <a:pt x="870479" y="43496"/>
                </a:cubicBezTo>
                <a:cubicBezTo>
                  <a:pt x="868307" y="45137"/>
                  <a:pt x="866759" y="47413"/>
                  <a:pt x="865835" y="50324"/>
                </a:cubicBezTo>
                <a:cubicBezTo>
                  <a:pt x="864449" y="54760"/>
                  <a:pt x="863755" y="59612"/>
                  <a:pt x="863755" y="64880"/>
                </a:cubicBezTo>
                <a:lnTo>
                  <a:pt x="863755" y="103421"/>
                </a:lnTo>
                <a:lnTo>
                  <a:pt x="851278" y="103421"/>
                </a:lnTo>
                <a:close/>
                <a:moveTo>
                  <a:pt x="898807" y="16081"/>
                </a:moveTo>
                <a:lnTo>
                  <a:pt x="898807" y="1802"/>
                </a:lnTo>
                <a:lnTo>
                  <a:pt x="911284" y="1802"/>
                </a:lnTo>
                <a:lnTo>
                  <a:pt x="911284" y="16081"/>
                </a:lnTo>
                <a:lnTo>
                  <a:pt x="898807" y="16081"/>
                </a:lnTo>
                <a:moveTo>
                  <a:pt x="898807" y="103421"/>
                </a:moveTo>
                <a:lnTo>
                  <a:pt x="898807" y="29806"/>
                </a:lnTo>
                <a:lnTo>
                  <a:pt x="911284" y="29806"/>
                </a:lnTo>
                <a:lnTo>
                  <a:pt x="911284" y="103421"/>
                </a:lnTo>
                <a:lnTo>
                  <a:pt x="898807" y="103421"/>
                </a:lnTo>
                <a:close/>
                <a:moveTo>
                  <a:pt x="923699" y="103421"/>
                </a:moveTo>
                <a:lnTo>
                  <a:pt x="923699" y="93235"/>
                </a:lnTo>
                <a:lnTo>
                  <a:pt x="970557" y="39511"/>
                </a:lnTo>
                <a:cubicBezTo>
                  <a:pt x="965243" y="39788"/>
                  <a:pt x="960552" y="39926"/>
                  <a:pt x="956486" y="39926"/>
                </a:cubicBezTo>
                <a:lnTo>
                  <a:pt x="926472" y="39926"/>
                </a:lnTo>
                <a:lnTo>
                  <a:pt x="926472" y="29806"/>
                </a:lnTo>
                <a:lnTo>
                  <a:pt x="986638" y="29806"/>
                </a:lnTo>
                <a:lnTo>
                  <a:pt x="986638" y="38055"/>
                </a:lnTo>
                <a:lnTo>
                  <a:pt x="946781" y="84828"/>
                </a:lnTo>
                <a:lnTo>
                  <a:pt x="939087" y="93439"/>
                </a:lnTo>
                <a:cubicBezTo>
                  <a:pt x="944679" y="92884"/>
                  <a:pt x="949924" y="92607"/>
                  <a:pt x="954822" y="92607"/>
                </a:cubicBezTo>
                <a:lnTo>
                  <a:pt x="988857" y="92607"/>
                </a:lnTo>
                <a:lnTo>
                  <a:pt x="988857" y="103421"/>
                </a:lnTo>
                <a:lnTo>
                  <a:pt x="923699" y="103421"/>
                </a:lnTo>
                <a:close/>
                <a:moveTo>
                  <a:pt x="1051658" y="79576"/>
                </a:moveTo>
                <a:lnTo>
                  <a:pt x="1064550" y="81239"/>
                </a:lnTo>
                <a:cubicBezTo>
                  <a:pt x="1062517" y="88793"/>
                  <a:pt x="1058751" y="94656"/>
                  <a:pt x="1053252" y="98828"/>
                </a:cubicBezTo>
                <a:cubicBezTo>
                  <a:pt x="1047753" y="102999"/>
                  <a:pt x="1040729" y="105084"/>
                  <a:pt x="1032180" y="105084"/>
                </a:cubicBezTo>
                <a:cubicBezTo>
                  <a:pt x="1021412" y="105084"/>
                  <a:pt x="1012875" y="101768"/>
                  <a:pt x="1006567" y="95137"/>
                </a:cubicBezTo>
                <a:cubicBezTo>
                  <a:pt x="1000259" y="88506"/>
                  <a:pt x="997105" y="79206"/>
                  <a:pt x="997105" y="67237"/>
                </a:cubicBezTo>
                <a:cubicBezTo>
                  <a:pt x="997105" y="54853"/>
                  <a:pt x="1000294" y="45241"/>
                  <a:pt x="1006671" y="38401"/>
                </a:cubicBezTo>
                <a:cubicBezTo>
                  <a:pt x="1013048" y="31562"/>
                  <a:pt x="1021320" y="28143"/>
                  <a:pt x="1031486" y="28143"/>
                </a:cubicBezTo>
                <a:cubicBezTo>
                  <a:pt x="1041329" y="28143"/>
                  <a:pt x="1049370" y="31488"/>
                  <a:pt x="1055609" y="38178"/>
                </a:cubicBezTo>
                <a:cubicBezTo>
                  <a:pt x="1061847" y="44867"/>
                  <a:pt x="1064966" y="54279"/>
                  <a:pt x="1064966" y="66412"/>
                </a:cubicBezTo>
                <a:cubicBezTo>
                  <a:pt x="1064966" y="67150"/>
                  <a:pt x="1064943" y="68257"/>
                  <a:pt x="1064897" y="69733"/>
                </a:cubicBezTo>
                <a:lnTo>
                  <a:pt x="1009998" y="69733"/>
                </a:lnTo>
                <a:cubicBezTo>
                  <a:pt x="1010460" y="77843"/>
                  <a:pt x="1012748" y="84052"/>
                  <a:pt x="1016861" y="88361"/>
                </a:cubicBezTo>
                <a:cubicBezTo>
                  <a:pt x="1020973" y="92671"/>
                  <a:pt x="1026103" y="94825"/>
                  <a:pt x="1032249" y="94825"/>
                </a:cubicBezTo>
                <a:cubicBezTo>
                  <a:pt x="1036824" y="94825"/>
                  <a:pt x="1040729" y="93613"/>
                  <a:pt x="1043963" y="91188"/>
                </a:cubicBezTo>
                <a:cubicBezTo>
                  <a:pt x="1047198" y="88762"/>
                  <a:pt x="1049763" y="84891"/>
                  <a:pt x="1051658" y="79576"/>
                </a:cubicBezTo>
                <a:moveTo>
                  <a:pt x="1010691" y="59474"/>
                </a:moveTo>
                <a:lnTo>
                  <a:pt x="1051796" y="59474"/>
                </a:lnTo>
                <a:cubicBezTo>
                  <a:pt x="1051242" y="53302"/>
                  <a:pt x="1049670" y="48673"/>
                  <a:pt x="1047083" y="45587"/>
                </a:cubicBezTo>
                <a:cubicBezTo>
                  <a:pt x="1043108" y="40796"/>
                  <a:pt x="1037956" y="38401"/>
                  <a:pt x="1031625" y="38401"/>
                </a:cubicBezTo>
                <a:cubicBezTo>
                  <a:pt x="1025895" y="38401"/>
                  <a:pt x="1021077" y="40313"/>
                  <a:pt x="1017172" y="44137"/>
                </a:cubicBezTo>
                <a:cubicBezTo>
                  <a:pt x="1013268" y="47960"/>
                  <a:pt x="1011107" y="53072"/>
                  <a:pt x="1010691" y="59474"/>
                </a:cubicBezTo>
                <a:close/>
                <a:moveTo>
                  <a:pt x="1121575" y="103421"/>
                </a:moveTo>
                <a:lnTo>
                  <a:pt x="1121575" y="1802"/>
                </a:lnTo>
                <a:lnTo>
                  <a:pt x="1135022" y="1802"/>
                </a:lnTo>
                <a:lnTo>
                  <a:pt x="1135022" y="43392"/>
                </a:lnTo>
                <a:lnTo>
                  <a:pt x="1187842" y="43392"/>
                </a:lnTo>
                <a:lnTo>
                  <a:pt x="1187842" y="1802"/>
                </a:lnTo>
                <a:lnTo>
                  <a:pt x="1201289" y="1802"/>
                </a:lnTo>
                <a:lnTo>
                  <a:pt x="1201289" y="103421"/>
                </a:lnTo>
                <a:lnTo>
                  <a:pt x="1187842" y="103421"/>
                </a:lnTo>
                <a:lnTo>
                  <a:pt x="1187842" y="55453"/>
                </a:lnTo>
                <a:lnTo>
                  <a:pt x="1135022" y="55453"/>
                </a:lnTo>
                <a:lnTo>
                  <a:pt x="1135022" y="103421"/>
                </a:lnTo>
                <a:lnTo>
                  <a:pt x="1121575" y="103421"/>
                </a:lnTo>
                <a:close/>
                <a:moveTo>
                  <a:pt x="1222161" y="16081"/>
                </a:moveTo>
                <a:lnTo>
                  <a:pt x="1222161" y="1802"/>
                </a:lnTo>
                <a:lnTo>
                  <a:pt x="1234638" y="1802"/>
                </a:lnTo>
                <a:lnTo>
                  <a:pt x="1234638" y="16081"/>
                </a:lnTo>
                <a:lnTo>
                  <a:pt x="1222161" y="16081"/>
                </a:lnTo>
                <a:moveTo>
                  <a:pt x="1222161" y="103421"/>
                </a:moveTo>
                <a:lnTo>
                  <a:pt x="1222161" y="29806"/>
                </a:lnTo>
                <a:lnTo>
                  <a:pt x="1234638" y="29806"/>
                </a:lnTo>
                <a:lnTo>
                  <a:pt x="1234638" y="103421"/>
                </a:lnTo>
                <a:lnTo>
                  <a:pt x="1222161" y="103421"/>
                </a:lnTo>
                <a:close/>
                <a:moveTo>
                  <a:pt x="1304032" y="79576"/>
                </a:moveTo>
                <a:lnTo>
                  <a:pt x="1316925" y="81239"/>
                </a:lnTo>
                <a:cubicBezTo>
                  <a:pt x="1314892" y="88793"/>
                  <a:pt x="1311125" y="94656"/>
                  <a:pt x="1305626" y="98828"/>
                </a:cubicBezTo>
                <a:cubicBezTo>
                  <a:pt x="1300127" y="102999"/>
                  <a:pt x="1293103" y="105084"/>
                  <a:pt x="1284554" y="105084"/>
                </a:cubicBezTo>
                <a:cubicBezTo>
                  <a:pt x="1273787" y="105084"/>
                  <a:pt x="1265249" y="101768"/>
                  <a:pt x="1258941" y="95137"/>
                </a:cubicBezTo>
                <a:cubicBezTo>
                  <a:pt x="1252634" y="88506"/>
                  <a:pt x="1249480" y="79206"/>
                  <a:pt x="1249480" y="67237"/>
                </a:cubicBezTo>
                <a:cubicBezTo>
                  <a:pt x="1249480" y="54853"/>
                  <a:pt x="1252668" y="45241"/>
                  <a:pt x="1259045" y="38401"/>
                </a:cubicBezTo>
                <a:cubicBezTo>
                  <a:pt x="1265423" y="31562"/>
                  <a:pt x="1273694" y="28143"/>
                  <a:pt x="1283861" y="28143"/>
                </a:cubicBezTo>
                <a:cubicBezTo>
                  <a:pt x="1293704" y="28143"/>
                  <a:pt x="1301745" y="31488"/>
                  <a:pt x="1307983" y="38178"/>
                </a:cubicBezTo>
                <a:cubicBezTo>
                  <a:pt x="1314222" y="44867"/>
                  <a:pt x="1317341" y="54279"/>
                  <a:pt x="1317341" y="66412"/>
                </a:cubicBezTo>
                <a:cubicBezTo>
                  <a:pt x="1317341" y="67150"/>
                  <a:pt x="1317318" y="68257"/>
                  <a:pt x="1317271" y="69733"/>
                </a:cubicBezTo>
                <a:lnTo>
                  <a:pt x="1262373" y="69733"/>
                </a:lnTo>
                <a:cubicBezTo>
                  <a:pt x="1262835" y="77843"/>
                  <a:pt x="1265122" y="84052"/>
                  <a:pt x="1269235" y="88361"/>
                </a:cubicBezTo>
                <a:cubicBezTo>
                  <a:pt x="1273348" y="92671"/>
                  <a:pt x="1278477" y="94825"/>
                  <a:pt x="1284623" y="94825"/>
                </a:cubicBezTo>
                <a:cubicBezTo>
                  <a:pt x="1289198" y="94825"/>
                  <a:pt x="1293103" y="93613"/>
                  <a:pt x="1296338" y="91188"/>
                </a:cubicBezTo>
                <a:cubicBezTo>
                  <a:pt x="1299573" y="88762"/>
                  <a:pt x="1302137" y="84891"/>
                  <a:pt x="1304032" y="79576"/>
                </a:cubicBezTo>
                <a:moveTo>
                  <a:pt x="1263066" y="59474"/>
                </a:moveTo>
                <a:lnTo>
                  <a:pt x="1304171" y="59474"/>
                </a:lnTo>
                <a:cubicBezTo>
                  <a:pt x="1303616" y="53302"/>
                  <a:pt x="1302045" y="48673"/>
                  <a:pt x="1299457" y="45587"/>
                </a:cubicBezTo>
                <a:cubicBezTo>
                  <a:pt x="1295483" y="40796"/>
                  <a:pt x="1290330" y="38401"/>
                  <a:pt x="1283999" y="38401"/>
                </a:cubicBezTo>
                <a:cubicBezTo>
                  <a:pt x="1278269" y="38401"/>
                  <a:pt x="1273452" y="40313"/>
                  <a:pt x="1269547" y="44137"/>
                </a:cubicBezTo>
                <a:cubicBezTo>
                  <a:pt x="1265642" y="47960"/>
                  <a:pt x="1263482" y="53072"/>
                  <a:pt x="1263066" y="59474"/>
                </a:cubicBezTo>
                <a:close/>
                <a:moveTo>
                  <a:pt x="1332367" y="103421"/>
                </a:moveTo>
                <a:lnTo>
                  <a:pt x="1332367" y="29806"/>
                </a:lnTo>
                <a:lnTo>
                  <a:pt x="1343596" y="29806"/>
                </a:lnTo>
                <a:lnTo>
                  <a:pt x="1343596" y="40966"/>
                </a:lnTo>
                <a:cubicBezTo>
                  <a:pt x="1346461" y="35744"/>
                  <a:pt x="1349107" y="32302"/>
                  <a:pt x="1351533" y="30638"/>
                </a:cubicBezTo>
                <a:cubicBezTo>
                  <a:pt x="1353959" y="28974"/>
                  <a:pt x="1356628" y="28143"/>
                  <a:pt x="1359539" y="28143"/>
                </a:cubicBezTo>
                <a:cubicBezTo>
                  <a:pt x="1363744" y="28143"/>
                  <a:pt x="1368019" y="29483"/>
                  <a:pt x="1372363" y="32163"/>
                </a:cubicBezTo>
                <a:lnTo>
                  <a:pt x="1368065" y="43730"/>
                </a:lnTo>
                <a:cubicBezTo>
                  <a:pt x="1365015" y="41934"/>
                  <a:pt x="1361965" y="41035"/>
                  <a:pt x="1358915" y="41035"/>
                </a:cubicBezTo>
                <a:cubicBezTo>
                  <a:pt x="1356189" y="41035"/>
                  <a:pt x="1353740" y="41856"/>
                  <a:pt x="1351568" y="43496"/>
                </a:cubicBezTo>
                <a:cubicBezTo>
                  <a:pt x="1349396" y="45137"/>
                  <a:pt x="1347848" y="47413"/>
                  <a:pt x="1346924" y="50324"/>
                </a:cubicBezTo>
                <a:cubicBezTo>
                  <a:pt x="1345537" y="54760"/>
                  <a:pt x="1344844" y="59612"/>
                  <a:pt x="1344844" y="64880"/>
                </a:cubicBezTo>
                <a:lnTo>
                  <a:pt x="1344844" y="103421"/>
                </a:lnTo>
                <a:lnTo>
                  <a:pt x="1332367" y="103421"/>
                </a:lnTo>
                <a:close/>
                <a:moveTo>
                  <a:pt x="1427862" y="94132"/>
                </a:moveTo>
                <a:cubicBezTo>
                  <a:pt x="1423241" y="98137"/>
                  <a:pt x="1418793" y="100963"/>
                  <a:pt x="1414519" y="102613"/>
                </a:cubicBezTo>
                <a:cubicBezTo>
                  <a:pt x="1410244" y="104260"/>
                  <a:pt x="1405658" y="105084"/>
                  <a:pt x="1400760" y="105084"/>
                </a:cubicBezTo>
                <a:cubicBezTo>
                  <a:pt x="1392673" y="105084"/>
                  <a:pt x="1386457" y="103109"/>
                  <a:pt x="1382113" y="99158"/>
                </a:cubicBezTo>
                <a:cubicBezTo>
                  <a:pt x="1377770" y="95206"/>
                  <a:pt x="1375598" y="90158"/>
                  <a:pt x="1375598" y="84012"/>
                </a:cubicBezTo>
                <a:cubicBezTo>
                  <a:pt x="1375598" y="80407"/>
                  <a:pt x="1376418" y="77115"/>
                  <a:pt x="1378058" y="74134"/>
                </a:cubicBezTo>
                <a:cubicBezTo>
                  <a:pt x="1379699" y="71154"/>
                  <a:pt x="1381848" y="68762"/>
                  <a:pt x="1384505" y="66960"/>
                </a:cubicBezTo>
                <a:cubicBezTo>
                  <a:pt x="1387162" y="65158"/>
                  <a:pt x="1390154" y="63794"/>
                  <a:pt x="1393481" y="62870"/>
                </a:cubicBezTo>
                <a:cubicBezTo>
                  <a:pt x="1395930" y="62223"/>
                  <a:pt x="1399627" y="61599"/>
                  <a:pt x="1404572" y="60999"/>
                </a:cubicBezTo>
                <a:cubicBezTo>
                  <a:pt x="1414646" y="59797"/>
                  <a:pt x="1422063" y="58365"/>
                  <a:pt x="1426823" y="56701"/>
                </a:cubicBezTo>
                <a:cubicBezTo>
                  <a:pt x="1426869" y="54998"/>
                  <a:pt x="1426892" y="53917"/>
                  <a:pt x="1426892" y="53456"/>
                </a:cubicBezTo>
                <a:cubicBezTo>
                  <a:pt x="1426892" y="48392"/>
                  <a:pt x="1425714" y="44824"/>
                  <a:pt x="1423357" y="42753"/>
                </a:cubicBezTo>
                <a:cubicBezTo>
                  <a:pt x="1420168" y="39944"/>
                  <a:pt x="1415432" y="38540"/>
                  <a:pt x="1409147" y="38540"/>
                </a:cubicBezTo>
                <a:cubicBezTo>
                  <a:pt x="1403278" y="38540"/>
                  <a:pt x="1398946" y="39568"/>
                  <a:pt x="1396150" y="41625"/>
                </a:cubicBezTo>
                <a:cubicBezTo>
                  <a:pt x="1393354" y="43681"/>
                  <a:pt x="1391286" y="47320"/>
                  <a:pt x="1389946" y="52542"/>
                </a:cubicBezTo>
                <a:lnTo>
                  <a:pt x="1377746" y="50878"/>
                </a:lnTo>
                <a:cubicBezTo>
                  <a:pt x="1378855" y="45641"/>
                  <a:pt x="1380681" y="41411"/>
                  <a:pt x="1383222" y="38189"/>
                </a:cubicBezTo>
                <a:cubicBezTo>
                  <a:pt x="1385764" y="34967"/>
                  <a:pt x="1389438" y="32488"/>
                  <a:pt x="1394244" y="30751"/>
                </a:cubicBezTo>
                <a:cubicBezTo>
                  <a:pt x="1399050" y="29012"/>
                  <a:pt x="1404618" y="28143"/>
                  <a:pt x="1410949" y="28143"/>
                </a:cubicBezTo>
                <a:cubicBezTo>
                  <a:pt x="1417234" y="28143"/>
                  <a:pt x="1422340" y="28885"/>
                  <a:pt x="1426268" y="30369"/>
                </a:cubicBezTo>
                <a:cubicBezTo>
                  <a:pt x="1430196" y="31852"/>
                  <a:pt x="1433084" y="33719"/>
                  <a:pt x="1434933" y="35969"/>
                </a:cubicBezTo>
                <a:cubicBezTo>
                  <a:pt x="1436781" y="38217"/>
                  <a:pt x="1438075" y="41058"/>
                  <a:pt x="1438814" y="44490"/>
                </a:cubicBezTo>
                <a:cubicBezTo>
                  <a:pt x="1439230" y="46623"/>
                  <a:pt x="1439438" y="50455"/>
                  <a:pt x="1439438" y="55984"/>
                </a:cubicBezTo>
                <a:lnTo>
                  <a:pt x="1439438" y="72572"/>
                </a:lnTo>
                <a:cubicBezTo>
                  <a:pt x="1439438" y="84138"/>
                  <a:pt x="1439704" y="91463"/>
                  <a:pt x="1440235" y="94548"/>
                </a:cubicBezTo>
                <a:cubicBezTo>
                  <a:pt x="1440767" y="97633"/>
                  <a:pt x="1441818" y="100590"/>
                  <a:pt x="1443389" y="103421"/>
                </a:cubicBezTo>
                <a:lnTo>
                  <a:pt x="1430358" y="103421"/>
                </a:lnTo>
                <a:cubicBezTo>
                  <a:pt x="1429064" y="100773"/>
                  <a:pt x="1428232" y="97677"/>
                  <a:pt x="1427862" y="94132"/>
                </a:cubicBezTo>
                <a:moveTo>
                  <a:pt x="1426823" y="66544"/>
                </a:moveTo>
                <a:cubicBezTo>
                  <a:pt x="1422294" y="68384"/>
                  <a:pt x="1415501" y="69948"/>
                  <a:pt x="1406444" y="71236"/>
                </a:cubicBezTo>
                <a:cubicBezTo>
                  <a:pt x="1401314" y="71971"/>
                  <a:pt x="1397687" y="72798"/>
                  <a:pt x="1395561" y="73718"/>
                </a:cubicBezTo>
                <a:cubicBezTo>
                  <a:pt x="1393435" y="74638"/>
                  <a:pt x="1391795" y="75983"/>
                  <a:pt x="1390639" y="77754"/>
                </a:cubicBezTo>
                <a:cubicBezTo>
                  <a:pt x="1389484" y="79524"/>
                  <a:pt x="1388906" y="81490"/>
                  <a:pt x="1388906" y="83652"/>
                </a:cubicBezTo>
                <a:cubicBezTo>
                  <a:pt x="1388906" y="86964"/>
                  <a:pt x="1390166" y="89723"/>
                  <a:pt x="1392684" y="91931"/>
                </a:cubicBezTo>
                <a:cubicBezTo>
                  <a:pt x="1395203" y="94138"/>
                  <a:pt x="1398888" y="95241"/>
                  <a:pt x="1403740" y="95241"/>
                </a:cubicBezTo>
                <a:cubicBezTo>
                  <a:pt x="1408546" y="95241"/>
                  <a:pt x="1412821" y="94193"/>
                  <a:pt x="1416564" y="92098"/>
                </a:cubicBezTo>
                <a:cubicBezTo>
                  <a:pt x="1420307" y="90001"/>
                  <a:pt x="1423056" y="87137"/>
                  <a:pt x="1424812" y="83505"/>
                </a:cubicBezTo>
                <a:cubicBezTo>
                  <a:pt x="1426153" y="80702"/>
                  <a:pt x="1426823" y="76565"/>
                  <a:pt x="1426823" y="71095"/>
                </a:cubicBezTo>
                <a:lnTo>
                  <a:pt x="1426823" y="66544"/>
                </a:lnTo>
                <a:close/>
                <a:moveTo>
                  <a:pt x="1458554" y="103421"/>
                </a:moveTo>
                <a:lnTo>
                  <a:pt x="1458554" y="29806"/>
                </a:lnTo>
                <a:lnTo>
                  <a:pt x="1469784" y="29806"/>
                </a:lnTo>
                <a:lnTo>
                  <a:pt x="1469784" y="40966"/>
                </a:lnTo>
                <a:cubicBezTo>
                  <a:pt x="1472649" y="35744"/>
                  <a:pt x="1475294" y="32302"/>
                  <a:pt x="1477720" y="30638"/>
                </a:cubicBezTo>
                <a:cubicBezTo>
                  <a:pt x="1480146" y="28974"/>
                  <a:pt x="1482815" y="28143"/>
                  <a:pt x="1485726" y="28143"/>
                </a:cubicBezTo>
                <a:cubicBezTo>
                  <a:pt x="1489932" y="28143"/>
                  <a:pt x="1494206" y="29483"/>
                  <a:pt x="1498550" y="32163"/>
                </a:cubicBezTo>
                <a:lnTo>
                  <a:pt x="1494252" y="43730"/>
                </a:lnTo>
                <a:cubicBezTo>
                  <a:pt x="1491202" y="41934"/>
                  <a:pt x="1488153" y="41035"/>
                  <a:pt x="1485103" y="41035"/>
                </a:cubicBezTo>
                <a:cubicBezTo>
                  <a:pt x="1482376" y="41035"/>
                  <a:pt x="1479927" y="41856"/>
                  <a:pt x="1477755" y="43496"/>
                </a:cubicBezTo>
                <a:cubicBezTo>
                  <a:pt x="1475583" y="45137"/>
                  <a:pt x="1474035" y="47413"/>
                  <a:pt x="1473111" y="50324"/>
                </a:cubicBezTo>
                <a:cubicBezTo>
                  <a:pt x="1471724" y="54760"/>
                  <a:pt x="1471031" y="59612"/>
                  <a:pt x="1471031" y="64880"/>
                </a:cubicBezTo>
                <a:lnTo>
                  <a:pt x="1471031" y="103421"/>
                </a:lnTo>
                <a:lnTo>
                  <a:pt x="1458554" y="103421"/>
                </a:lnTo>
                <a:close/>
                <a:moveTo>
                  <a:pt x="1554050" y="76387"/>
                </a:moveTo>
                <a:lnTo>
                  <a:pt x="1566319" y="78051"/>
                </a:lnTo>
                <a:cubicBezTo>
                  <a:pt x="1564979" y="86507"/>
                  <a:pt x="1561547" y="93127"/>
                  <a:pt x="1556025" y="97910"/>
                </a:cubicBezTo>
                <a:cubicBezTo>
                  <a:pt x="1550503" y="102693"/>
                  <a:pt x="1543721" y="105084"/>
                  <a:pt x="1535681" y="105084"/>
                </a:cubicBezTo>
                <a:cubicBezTo>
                  <a:pt x="1525607" y="105084"/>
                  <a:pt x="1517508" y="101792"/>
                  <a:pt x="1511385" y="95206"/>
                </a:cubicBezTo>
                <a:cubicBezTo>
                  <a:pt x="1505262" y="88621"/>
                  <a:pt x="1502201" y="79183"/>
                  <a:pt x="1502201" y="66891"/>
                </a:cubicBezTo>
                <a:cubicBezTo>
                  <a:pt x="1502201" y="58942"/>
                  <a:pt x="1503518" y="51988"/>
                  <a:pt x="1506152" y="46026"/>
                </a:cubicBezTo>
                <a:cubicBezTo>
                  <a:pt x="1508786" y="40065"/>
                  <a:pt x="1512795" y="35594"/>
                  <a:pt x="1518178" y="32614"/>
                </a:cubicBezTo>
                <a:cubicBezTo>
                  <a:pt x="1523562" y="29633"/>
                  <a:pt x="1529419" y="28143"/>
                  <a:pt x="1535750" y="28143"/>
                </a:cubicBezTo>
                <a:cubicBezTo>
                  <a:pt x="1543745" y="28143"/>
                  <a:pt x="1550283" y="30153"/>
                  <a:pt x="1555367" y="34173"/>
                </a:cubicBezTo>
                <a:cubicBezTo>
                  <a:pt x="1560450" y="38192"/>
                  <a:pt x="1563708" y="43899"/>
                  <a:pt x="1565140" y="51294"/>
                </a:cubicBezTo>
                <a:lnTo>
                  <a:pt x="1553010" y="53235"/>
                </a:lnTo>
                <a:cubicBezTo>
                  <a:pt x="1551855" y="48314"/>
                  <a:pt x="1549810" y="44611"/>
                  <a:pt x="1546875" y="42127"/>
                </a:cubicBezTo>
                <a:cubicBezTo>
                  <a:pt x="1543941" y="39643"/>
                  <a:pt x="1540394" y="38401"/>
                  <a:pt x="1536235" y="38401"/>
                </a:cubicBezTo>
                <a:cubicBezTo>
                  <a:pt x="1529950" y="38401"/>
                  <a:pt x="1524844" y="40654"/>
                  <a:pt x="1520916" y="45160"/>
                </a:cubicBezTo>
                <a:cubicBezTo>
                  <a:pt x="1516988" y="49665"/>
                  <a:pt x="1515024" y="56793"/>
                  <a:pt x="1515024" y="66544"/>
                </a:cubicBezTo>
                <a:cubicBezTo>
                  <a:pt x="1515024" y="76433"/>
                  <a:pt x="1516919" y="83619"/>
                  <a:pt x="1520708" y="88102"/>
                </a:cubicBezTo>
                <a:cubicBezTo>
                  <a:pt x="1524498" y="92584"/>
                  <a:pt x="1529442" y="94825"/>
                  <a:pt x="1535542" y="94825"/>
                </a:cubicBezTo>
                <a:cubicBezTo>
                  <a:pt x="1540440" y="94825"/>
                  <a:pt x="1544530" y="93318"/>
                  <a:pt x="1547811" y="90302"/>
                </a:cubicBezTo>
                <a:cubicBezTo>
                  <a:pt x="1551092" y="87287"/>
                  <a:pt x="1553172" y="82649"/>
                  <a:pt x="1554050" y="76387"/>
                </a:cubicBezTo>
                <a:close/>
                <a:moveTo>
                  <a:pt x="1576993" y="103421"/>
                </a:moveTo>
                <a:lnTo>
                  <a:pt x="1576993" y="1802"/>
                </a:lnTo>
                <a:lnTo>
                  <a:pt x="1589470" y="1802"/>
                </a:lnTo>
                <a:lnTo>
                  <a:pt x="1589470" y="38328"/>
                </a:lnTo>
                <a:cubicBezTo>
                  <a:pt x="1595293" y="31538"/>
                  <a:pt x="1602641" y="28143"/>
                  <a:pt x="1611513" y="28143"/>
                </a:cubicBezTo>
                <a:cubicBezTo>
                  <a:pt x="1616966" y="28143"/>
                  <a:pt x="1621703" y="29217"/>
                  <a:pt x="1625723" y="31366"/>
                </a:cubicBezTo>
                <a:cubicBezTo>
                  <a:pt x="1629743" y="33515"/>
                  <a:pt x="1632620" y="36484"/>
                  <a:pt x="1634353" y="40273"/>
                </a:cubicBezTo>
                <a:cubicBezTo>
                  <a:pt x="1636086" y="44062"/>
                  <a:pt x="1636952" y="49561"/>
                  <a:pt x="1636952" y="56770"/>
                </a:cubicBezTo>
                <a:lnTo>
                  <a:pt x="1636952" y="103421"/>
                </a:lnTo>
                <a:lnTo>
                  <a:pt x="1624475" y="103421"/>
                </a:lnTo>
                <a:lnTo>
                  <a:pt x="1624475" y="56820"/>
                </a:lnTo>
                <a:cubicBezTo>
                  <a:pt x="1624475" y="50589"/>
                  <a:pt x="1623124" y="46054"/>
                  <a:pt x="1620420" y="43215"/>
                </a:cubicBezTo>
                <a:cubicBezTo>
                  <a:pt x="1617717" y="40376"/>
                  <a:pt x="1613893" y="38956"/>
                  <a:pt x="1608948" y="38956"/>
                </a:cubicBezTo>
                <a:cubicBezTo>
                  <a:pt x="1605252" y="38956"/>
                  <a:pt x="1601774" y="39914"/>
                  <a:pt x="1598516" y="41830"/>
                </a:cubicBezTo>
                <a:cubicBezTo>
                  <a:pt x="1595258" y="43745"/>
                  <a:pt x="1592936" y="46342"/>
                  <a:pt x="1591550" y="49620"/>
                </a:cubicBezTo>
                <a:cubicBezTo>
                  <a:pt x="1590164" y="52897"/>
                  <a:pt x="1589470" y="57420"/>
                  <a:pt x="1589470" y="63191"/>
                </a:cubicBezTo>
                <a:lnTo>
                  <a:pt x="1589470" y="103421"/>
                </a:lnTo>
                <a:lnTo>
                  <a:pt x="1576993" y="103421"/>
                </a:lnTo>
                <a:close/>
                <a:moveTo>
                  <a:pt x="1655306" y="131849"/>
                </a:moveTo>
                <a:lnTo>
                  <a:pt x="1653920" y="120195"/>
                </a:lnTo>
                <a:cubicBezTo>
                  <a:pt x="1656646" y="120935"/>
                  <a:pt x="1659026" y="121304"/>
                  <a:pt x="1661059" y="121304"/>
                </a:cubicBezTo>
                <a:cubicBezTo>
                  <a:pt x="1663832" y="121304"/>
                  <a:pt x="1666050" y="120841"/>
                  <a:pt x="1667714" y="119916"/>
                </a:cubicBezTo>
                <a:cubicBezTo>
                  <a:pt x="1669377" y="118990"/>
                  <a:pt x="1670740" y="117694"/>
                  <a:pt x="1671803" y="116027"/>
                </a:cubicBezTo>
                <a:cubicBezTo>
                  <a:pt x="1672589" y="114778"/>
                  <a:pt x="1673860" y="111678"/>
                  <a:pt x="1675616" y="106726"/>
                </a:cubicBezTo>
                <a:cubicBezTo>
                  <a:pt x="1675847" y="106031"/>
                  <a:pt x="1676216" y="105013"/>
                  <a:pt x="1676725" y="103672"/>
                </a:cubicBezTo>
                <a:lnTo>
                  <a:pt x="1648790" y="29806"/>
                </a:lnTo>
                <a:lnTo>
                  <a:pt x="1662238" y="29806"/>
                </a:lnTo>
                <a:lnTo>
                  <a:pt x="1677557" y="72449"/>
                </a:lnTo>
                <a:cubicBezTo>
                  <a:pt x="1679544" y="77857"/>
                  <a:pt x="1681323" y="83543"/>
                  <a:pt x="1682894" y="89505"/>
                </a:cubicBezTo>
                <a:cubicBezTo>
                  <a:pt x="1684326" y="83762"/>
                  <a:pt x="1686036" y="78165"/>
                  <a:pt x="1688023" y="72715"/>
                </a:cubicBezTo>
                <a:lnTo>
                  <a:pt x="1703758" y="29806"/>
                </a:lnTo>
                <a:lnTo>
                  <a:pt x="1716235" y="29806"/>
                </a:lnTo>
                <a:lnTo>
                  <a:pt x="1688231" y="104660"/>
                </a:lnTo>
                <a:cubicBezTo>
                  <a:pt x="1685228" y="112768"/>
                  <a:pt x="1682894" y="118352"/>
                  <a:pt x="1681230" y="121410"/>
                </a:cubicBezTo>
                <a:cubicBezTo>
                  <a:pt x="1679012" y="125535"/>
                  <a:pt x="1676471" y="128558"/>
                  <a:pt x="1673605" y="130480"/>
                </a:cubicBezTo>
                <a:cubicBezTo>
                  <a:pt x="1670740" y="132404"/>
                  <a:pt x="1667321" y="133365"/>
                  <a:pt x="1663347" y="133365"/>
                </a:cubicBezTo>
                <a:cubicBezTo>
                  <a:pt x="1660944" y="133365"/>
                  <a:pt x="1658263" y="132860"/>
                  <a:pt x="1655306" y="1318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28727-C7D0-4667-94A3-9148340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220" y="2492564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ℎ_�����(�,�)=(�">
            <a:extLst xmlns:a="http://schemas.openxmlformats.org/drawingml/2006/main">
              <a:ext uri="{FF2B5EF4-FFF2-40B4-BE49-F238E27FC236}">
                <a16:creationId xmlns:a16="http://schemas.microsoft.com/office/drawing/2014/main" id="{BEFEB227-E914-44ED-BF53-EF634333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956" y="2573577"/>
            <a:ext cx="1003213" cy="108961"/>
          </a:xfrm>
          <a:custGeom xmlns:a="http://schemas.openxmlformats.org/drawingml/2006/main">
            <a:pathLst>
              <a:path w="1003213" h="108961">
                <a:moveTo>
                  <a:pt x="55847" y="78451"/>
                </a:moveTo>
                <a:lnTo>
                  <a:pt x="54740" y="84214"/>
                </a:lnTo>
                <a:lnTo>
                  <a:pt x="35902" y="84214"/>
                </a:lnTo>
                <a:lnTo>
                  <a:pt x="42439" y="50749"/>
                </a:lnTo>
                <a:cubicBezTo>
                  <a:pt x="43252" y="47055"/>
                  <a:pt x="43584" y="43953"/>
                  <a:pt x="43437" y="41441"/>
                </a:cubicBezTo>
                <a:cubicBezTo>
                  <a:pt x="43437" y="39151"/>
                  <a:pt x="43178" y="37452"/>
                  <a:pt x="42661" y="36344"/>
                </a:cubicBezTo>
                <a:cubicBezTo>
                  <a:pt x="41405" y="33759"/>
                  <a:pt x="38598" y="32467"/>
                  <a:pt x="34240" y="32467"/>
                </a:cubicBezTo>
                <a:cubicBezTo>
                  <a:pt x="29659" y="32467"/>
                  <a:pt x="25818" y="34165"/>
                  <a:pt x="22716" y="37563"/>
                </a:cubicBezTo>
                <a:cubicBezTo>
                  <a:pt x="19539" y="40961"/>
                  <a:pt x="17360" y="45837"/>
                  <a:pt x="16178" y="52190"/>
                </a:cubicBezTo>
                <a:lnTo>
                  <a:pt x="9972" y="84214"/>
                </a:lnTo>
                <a:lnTo>
                  <a:pt x="0" y="84214"/>
                </a:lnTo>
                <a:lnTo>
                  <a:pt x="15292" y="5762"/>
                </a:lnTo>
                <a:lnTo>
                  <a:pt x="5762" y="5762"/>
                </a:lnTo>
                <a:lnTo>
                  <a:pt x="6870" y="0"/>
                </a:lnTo>
                <a:lnTo>
                  <a:pt x="26371" y="0"/>
                </a:lnTo>
                <a:lnTo>
                  <a:pt x="19170" y="36898"/>
                </a:lnTo>
                <a:cubicBezTo>
                  <a:pt x="21755" y="32909"/>
                  <a:pt x="24709" y="29991"/>
                  <a:pt x="28033" y="28145"/>
                </a:cubicBezTo>
                <a:cubicBezTo>
                  <a:pt x="31359" y="26150"/>
                  <a:pt x="34979" y="25152"/>
                  <a:pt x="38893" y="25152"/>
                </a:cubicBezTo>
                <a:cubicBezTo>
                  <a:pt x="45246" y="25152"/>
                  <a:pt x="49568" y="26963"/>
                  <a:pt x="51858" y="30583"/>
                </a:cubicBezTo>
                <a:cubicBezTo>
                  <a:pt x="53262" y="32725"/>
                  <a:pt x="53964" y="35679"/>
                  <a:pt x="53964" y="39446"/>
                </a:cubicBezTo>
                <a:cubicBezTo>
                  <a:pt x="53964" y="41959"/>
                  <a:pt x="53631" y="44692"/>
                  <a:pt x="52966" y="47647"/>
                </a:cubicBezTo>
                <a:lnTo>
                  <a:pt x="46982" y="78451"/>
                </a:lnTo>
                <a:lnTo>
                  <a:pt x="55847" y="78451"/>
                </a:lnTo>
                <a:close/>
                <a:moveTo>
                  <a:pt x="119886" y="104824"/>
                </a:moveTo>
                <a:lnTo>
                  <a:pt x="64481" y="104824"/>
                </a:lnTo>
                <a:lnTo>
                  <a:pt x="64481" y="99062"/>
                </a:lnTo>
                <a:lnTo>
                  <a:pt x="119886" y="99062"/>
                </a:lnTo>
                <a:lnTo>
                  <a:pt x="119886" y="104824"/>
                </a:lnTo>
                <a:close/>
                <a:moveTo>
                  <a:pt x="180412" y="29807"/>
                </a:moveTo>
                <a:lnTo>
                  <a:pt x="177974" y="42327"/>
                </a:lnTo>
                <a:lnTo>
                  <a:pt x="172211" y="42327"/>
                </a:lnTo>
                <a:cubicBezTo>
                  <a:pt x="172359" y="41294"/>
                  <a:pt x="172433" y="40518"/>
                  <a:pt x="172433" y="40001"/>
                </a:cubicBezTo>
                <a:cubicBezTo>
                  <a:pt x="172433" y="37342"/>
                  <a:pt x="171510" y="35089"/>
                  <a:pt x="169663" y="33241"/>
                </a:cubicBezTo>
                <a:cubicBezTo>
                  <a:pt x="167890" y="31395"/>
                  <a:pt x="164898" y="30472"/>
                  <a:pt x="160687" y="30472"/>
                </a:cubicBezTo>
                <a:cubicBezTo>
                  <a:pt x="152266" y="30472"/>
                  <a:pt x="147427" y="33427"/>
                  <a:pt x="146171" y="39336"/>
                </a:cubicBezTo>
                <a:cubicBezTo>
                  <a:pt x="146024" y="40075"/>
                  <a:pt x="145950" y="40924"/>
                  <a:pt x="145950" y="41884"/>
                </a:cubicBezTo>
                <a:cubicBezTo>
                  <a:pt x="145950" y="43067"/>
                  <a:pt x="146541" y="44249"/>
                  <a:pt x="147723" y="45430"/>
                </a:cubicBezTo>
                <a:cubicBezTo>
                  <a:pt x="148979" y="46687"/>
                  <a:pt x="151860" y="48091"/>
                  <a:pt x="156365" y="49642"/>
                </a:cubicBezTo>
                <a:lnTo>
                  <a:pt x="163789" y="52080"/>
                </a:lnTo>
                <a:cubicBezTo>
                  <a:pt x="168887" y="53704"/>
                  <a:pt x="172396" y="55846"/>
                  <a:pt x="174316" y="58507"/>
                </a:cubicBezTo>
                <a:cubicBezTo>
                  <a:pt x="175646" y="60280"/>
                  <a:pt x="176311" y="62052"/>
                  <a:pt x="176311" y="63824"/>
                </a:cubicBezTo>
                <a:cubicBezTo>
                  <a:pt x="176311" y="71507"/>
                  <a:pt x="173283" y="77269"/>
                  <a:pt x="167225" y="81111"/>
                </a:cubicBezTo>
                <a:cubicBezTo>
                  <a:pt x="162423" y="84214"/>
                  <a:pt x="156403" y="85766"/>
                  <a:pt x="149164" y="85766"/>
                </a:cubicBezTo>
                <a:cubicBezTo>
                  <a:pt x="141776" y="85766"/>
                  <a:pt x="134906" y="84177"/>
                  <a:pt x="128553" y="80999"/>
                </a:cubicBezTo>
                <a:lnTo>
                  <a:pt x="131213" y="67593"/>
                </a:lnTo>
                <a:lnTo>
                  <a:pt x="136863" y="67593"/>
                </a:lnTo>
                <a:cubicBezTo>
                  <a:pt x="136716" y="68922"/>
                  <a:pt x="136642" y="69919"/>
                  <a:pt x="136642" y="70584"/>
                </a:cubicBezTo>
                <a:cubicBezTo>
                  <a:pt x="136642" y="77159"/>
                  <a:pt x="141111" y="80446"/>
                  <a:pt x="150050" y="80446"/>
                </a:cubicBezTo>
                <a:cubicBezTo>
                  <a:pt x="158989" y="80446"/>
                  <a:pt x="164123" y="77159"/>
                  <a:pt x="165451" y="70584"/>
                </a:cubicBezTo>
                <a:cubicBezTo>
                  <a:pt x="165526" y="70141"/>
                  <a:pt x="165563" y="69255"/>
                  <a:pt x="165563" y="67924"/>
                </a:cubicBezTo>
                <a:cubicBezTo>
                  <a:pt x="165563" y="66743"/>
                  <a:pt x="164935" y="65525"/>
                  <a:pt x="163680" y="64269"/>
                </a:cubicBezTo>
                <a:cubicBezTo>
                  <a:pt x="162497" y="62864"/>
                  <a:pt x="159321" y="61276"/>
                  <a:pt x="154150" y="59503"/>
                </a:cubicBezTo>
                <a:lnTo>
                  <a:pt x="147390" y="57066"/>
                </a:lnTo>
                <a:cubicBezTo>
                  <a:pt x="142736" y="55514"/>
                  <a:pt x="139671" y="53704"/>
                  <a:pt x="138194" y="51635"/>
                </a:cubicBezTo>
                <a:cubicBezTo>
                  <a:pt x="136716" y="49494"/>
                  <a:pt x="135978" y="47278"/>
                  <a:pt x="135978" y="44987"/>
                </a:cubicBezTo>
                <a:cubicBezTo>
                  <a:pt x="135978" y="43953"/>
                  <a:pt x="136088" y="42956"/>
                  <a:pt x="136309" y="41996"/>
                </a:cubicBezTo>
                <a:cubicBezTo>
                  <a:pt x="137344" y="36677"/>
                  <a:pt x="140077" y="32577"/>
                  <a:pt x="144509" y="29695"/>
                </a:cubicBezTo>
                <a:cubicBezTo>
                  <a:pt x="148868" y="26667"/>
                  <a:pt x="154298" y="25152"/>
                  <a:pt x="160798" y="25152"/>
                </a:cubicBezTo>
                <a:cubicBezTo>
                  <a:pt x="167077" y="25152"/>
                  <a:pt x="173615" y="26704"/>
                  <a:pt x="180412" y="29807"/>
                </a:cubicBezTo>
                <a:close/>
                <a:moveTo>
                  <a:pt x="253249" y="30250"/>
                </a:moveTo>
                <a:lnTo>
                  <a:pt x="250368" y="44987"/>
                </a:lnTo>
                <a:lnTo>
                  <a:pt x="244607" y="44987"/>
                </a:lnTo>
                <a:lnTo>
                  <a:pt x="244607" y="43547"/>
                </a:lnTo>
                <a:cubicBezTo>
                  <a:pt x="244607" y="39189"/>
                  <a:pt x="243683" y="35976"/>
                  <a:pt x="241836" y="33907"/>
                </a:cubicBezTo>
                <a:cubicBezTo>
                  <a:pt x="239767" y="31617"/>
                  <a:pt x="236369" y="30472"/>
                  <a:pt x="231642" y="30472"/>
                </a:cubicBezTo>
                <a:cubicBezTo>
                  <a:pt x="226249" y="30472"/>
                  <a:pt x="221780" y="32577"/>
                  <a:pt x="218234" y="36788"/>
                </a:cubicBezTo>
                <a:cubicBezTo>
                  <a:pt x="214762" y="40851"/>
                  <a:pt x="212176" y="47056"/>
                  <a:pt x="210477" y="55404"/>
                </a:cubicBezTo>
                <a:cubicBezTo>
                  <a:pt x="209738" y="59024"/>
                  <a:pt x="209369" y="62384"/>
                  <a:pt x="209369" y="65486"/>
                </a:cubicBezTo>
                <a:cubicBezTo>
                  <a:pt x="209369" y="68812"/>
                  <a:pt x="209886" y="71693"/>
                  <a:pt x="210921" y="74130"/>
                </a:cubicBezTo>
                <a:cubicBezTo>
                  <a:pt x="212768" y="78341"/>
                  <a:pt x="216424" y="80446"/>
                  <a:pt x="221891" y="80446"/>
                </a:cubicBezTo>
                <a:cubicBezTo>
                  <a:pt x="226249" y="80446"/>
                  <a:pt x="229868" y="79338"/>
                  <a:pt x="232749" y="77122"/>
                </a:cubicBezTo>
                <a:cubicBezTo>
                  <a:pt x="235705" y="74906"/>
                  <a:pt x="238143" y="71508"/>
                  <a:pt x="240064" y="66927"/>
                </a:cubicBezTo>
                <a:lnTo>
                  <a:pt x="248041" y="66927"/>
                </a:lnTo>
                <a:cubicBezTo>
                  <a:pt x="245455" y="73132"/>
                  <a:pt x="241836" y="77786"/>
                  <a:pt x="237183" y="80889"/>
                </a:cubicBezTo>
                <a:cubicBezTo>
                  <a:pt x="232749" y="84140"/>
                  <a:pt x="227282" y="85766"/>
                  <a:pt x="220782" y="85766"/>
                </a:cubicBezTo>
                <a:cubicBezTo>
                  <a:pt x="212508" y="85766"/>
                  <a:pt x="206303" y="82995"/>
                  <a:pt x="202166" y="77454"/>
                </a:cubicBezTo>
                <a:cubicBezTo>
                  <a:pt x="199360" y="73539"/>
                  <a:pt x="197956" y="68848"/>
                  <a:pt x="197956" y="63381"/>
                </a:cubicBezTo>
                <a:cubicBezTo>
                  <a:pt x="197956" y="61018"/>
                  <a:pt x="198251" y="58358"/>
                  <a:pt x="198842" y="55404"/>
                </a:cubicBezTo>
                <a:cubicBezTo>
                  <a:pt x="200615" y="46096"/>
                  <a:pt x="204604" y="38745"/>
                  <a:pt x="210810" y="33353"/>
                </a:cubicBezTo>
                <a:cubicBezTo>
                  <a:pt x="216942" y="27886"/>
                  <a:pt x="224181" y="25152"/>
                  <a:pt x="232528" y="25152"/>
                </a:cubicBezTo>
                <a:cubicBezTo>
                  <a:pt x="235926" y="25152"/>
                  <a:pt x="239473" y="25559"/>
                  <a:pt x="243166" y="26371"/>
                </a:cubicBezTo>
                <a:cubicBezTo>
                  <a:pt x="246491" y="27258"/>
                  <a:pt x="249851" y="28551"/>
                  <a:pt x="253249" y="30250"/>
                </a:cubicBezTo>
                <a:close/>
                <a:moveTo>
                  <a:pt x="316892" y="45430"/>
                </a:moveTo>
                <a:cubicBezTo>
                  <a:pt x="316892" y="42106"/>
                  <a:pt x="316376" y="39225"/>
                  <a:pt x="315342" y="36788"/>
                </a:cubicBezTo>
                <a:cubicBezTo>
                  <a:pt x="313495" y="32577"/>
                  <a:pt x="309838" y="30472"/>
                  <a:pt x="304372" y="30472"/>
                </a:cubicBezTo>
                <a:cubicBezTo>
                  <a:pt x="299053" y="30472"/>
                  <a:pt x="294620" y="32577"/>
                  <a:pt x="291074" y="36788"/>
                </a:cubicBezTo>
                <a:cubicBezTo>
                  <a:pt x="287529" y="40998"/>
                  <a:pt x="284980" y="47204"/>
                  <a:pt x="283428" y="55404"/>
                </a:cubicBezTo>
                <a:cubicBezTo>
                  <a:pt x="282690" y="59024"/>
                  <a:pt x="282321" y="62348"/>
                  <a:pt x="282321" y="65376"/>
                </a:cubicBezTo>
                <a:cubicBezTo>
                  <a:pt x="282321" y="68775"/>
                  <a:pt x="282838" y="71693"/>
                  <a:pt x="283873" y="74130"/>
                </a:cubicBezTo>
                <a:cubicBezTo>
                  <a:pt x="285719" y="78341"/>
                  <a:pt x="289339" y="80446"/>
                  <a:pt x="294731" y="80446"/>
                </a:cubicBezTo>
                <a:cubicBezTo>
                  <a:pt x="300050" y="80446"/>
                  <a:pt x="304483" y="78341"/>
                  <a:pt x="308028" y="74130"/>
                </a:cubicBezTo>
                <a:cubicBezTo>
                  <a:pt x="311501" y="69993"/>
                  <a:pt x="314086" y="63751"/>
                  <a:pt x="315785" y="55404"/>
                </a:cubicBezTo>
                <a:cubicBezTo>
                  <a:pt x="316523" y="51784"/>
                  <a:pt x="316892" y="48459"/>
                  <a:pt x="316892" y="45430"/>
                </a:cubicBezTo>
                <a:moveTo>
                  <a:pt x="328195" y="47425"/>
                </a:moveTo>
                <a:cubicBezTo>
                  <a:pt x="328195" y="50159"/>
                  <a:pt x="327937" y="52818"/>
                  <a:pt x="327419" y="55404"/>
                </a:cubicBezTo>
                <a:cubicBezTo>
                  <a:pt x="325646" y="64490"/>
                  <a:pt x="321694" y="71840"/>
                  <a:pt x="315564" y="77454"/>
                </a:cubicBezTo>
                <a:cubicBezTo>
                  <a:pt x="309432" y="82995"/>
                  <a:pt x="302155" y="85766"/>
                  <a:pt x="293734" y="85766"/>
                </a:cubicBezTo>
                <a:cubicBezTo>
                  <a:pt x="285460" y="85766"/>
                  <a:pt x="279255" y="82995"/>
                  <a:pt x="275118" y="77454"/>
                </a:cubicBezTo>
                <a:cubicBezTo>
                  <a:pt x="272311" y="73539"/>
                  <a:pt x="270908" y="68848"/>
                  <a:pt x="270908" y="63381"/>
                </a:cubicBezTo>
                <a:cubicBezTo>
                  <a:pt x="270908" y="61018"/>
                  <a:pt x="271203" y="58358"/>
                  <a:pt x="271794" y="55404"/>
                </a:cubicBezTo>
                <a:cubicBezTo>
                  <a:pt x="273567" y="46243"/>
                  <a:pt x="277519" y="38930"/>
                  <a:pt x="283651" y="33464"/>
                </a:cubicBezTo>
                <a:cubicBezTo>
                  <a:pt x="289782" y="27923"/>
                  <a:pt x="297058" y="25152"/>
                  <a:pt x="305480" y="25152"/>
                </a:cubicBezTo>
                <a:cubicBezTo>
                  <a:pt x="313901" y="25152"/>
                  <a:pt x="320106" y="27923"/>
                  <a:pt x="324095" y="33464"/>
                </a:cubicBezTo>
                <a:cubicBezTo>
                  <a:pt x="326829" y="37305"/>
                  <a:pt x="328195" y="41958"/>
                  <a:pt x="328195" y="47425"/>
                </a:cubicBezTo>
                <a:close/>
                <a:moveTo>
                  <a:pt x="396471" y="26593"/>
                </a:moveTo>
                <a:lnTo>
                  <a:pt x="393700" y="40998"/>
                </a:lnTo>
                <a:lnTo>
                  <a:pt x="387939" y="40998"/>
                </a:lnTo>
                <a:cubicBezTo>
                  <a:pt x="387939" y="40776"/>
                  <a:pt x="387957" y="40444"/>
                  <a:pt x="387994" y="40001"/>
                </a:cubicBezTo>
                <a:cubicBezTo>
                  <a:pt x="388031" y="39558"/>
                  <a:pt x="388087" y="39225"/>
                  <a:pt x="388161" y="39003"/>
                </a:cubicBezTo>
                <a:cubicBezTo>
                  <a:pt x="388161" y="37157"/>
                  <a:pt x="387717" y="35680"/>
                  <a:pt x="386830" y="34572"/>
                </a:cubicBezTo>
                <a:cubicBezTo>
                  <a:pt x="385722" y="33168"/>
                  <a:pt x="383801" y="32467"/>
                  <a:pt x="381068" y="32467"/>
                </a:cubicBezTo>
                <a:cubicBezTo>
                  <a:pt x="376193" y="32467"/>
                  <a:pt x="372093" y="34165"/>
                  <a:pt x="368769" y="37563"/>
                </a:cubicBezTo>
                <a:cubicBezTo>
                  <a:pt x="365445" y="41109"/>
                  <a:pt x="363192" y="45985"/>
                  <a:pt x="362009" y="52190"/>
                </a:cubicBezTo>
                <a:lnTo>
                  <a:pt x="355804" y="84214"/>
                </a:lnTo>
                <a:lnTo>
                  <a:pt x="345832" y="84214"/>
                </a:lnTo>
                <a:lnTo>
                  <a:pt x="355916" y="32355"/>
                </a:lnTo>
                <a:lnTo>
                  <a:pt x="346386" y="32355"/>
                </a:lnTo>
                <a:lnTo>
                  <a:pt x="347494" y="26704"/>
                </a:lnTo>
                <a:lnTo>
                  <a:pt x="366996" y="26704"/>
                </a:lnTo>
                <a:lnTo>
                  <a:pt x="365002" y="36898"/>
                </a:lnTo>
                <a:cubicBezTo>
                  <a:pt x="367809" y="32836"/>
                  <a:pt x="370911" y="29881"/>
                  <a:pt x="374310" y="28033"/>
                </a:cubicBezTo>
                <a:cubicBezTo>
                  <a:pt x="377782" y="26113"/>
                  <a:pt x="381696" y="25152"/>
                  <a:pt x="386054" y="25152"/>
                </a:cubicBezTo>
                <a:cubicBezTo>
                  <a:pt x="387754" y="25152"/>
                  <a:pt x="389417" y="25263"/>
                  <a:pt x="391042" y="25485"/>
                </a:cubicBezTo>
                <a:cubicBezTo>
                  <a:pt x="394218" y="26150"/>
                  <a:pt x="396028" y="26520"/>
                  <a:pt x="396471" y="26593"/>
                </a:cubicBezTo>
                <a:close/>
                <a:moveTo>
                  <a:pt x="470010" y="40112"/>
                </a:moveTo>
                <a:cubicBezTo>
                  <a:pt x="470010" y="47426"/>
                  <a:pt x="466317" y="52892"/>
                  <a:pt x="458929" y="56512"/>
                </a:cubicBezTo>
                <a:cubicBezTo>
                  <a:pt x="451246" y="60205"/>
                  <a:pt x="440128" y="62089"/>
                  <a:pt x="425576" y="62162"/>
                </a:cubicBezTo>
                <a:cubicBezTo>
                  <a:pt x="425429" y="64010"/>
                  <a:pt x="425391" y="65303"/>
                  <a:pt x="425465" y="66041"/>
                </a:cubicBezTo>
                <a:cubicBezTo>
                  <a:pt x="425465" y="69513"/>
                  <a:pt x="426056" y="72320"/>
                  <a:pt x="427238" y="74463"/>
                </a:cubicBezTo>
                <a:cubicBezTo>
                  <a:pt x="429380" y="78452"/>
                  <a:pt x="433295" y="80446"/>
                  <a:pt x="438983" y="80446"/>
                </a:cubicBezTo>
                <a:cubicBezTo>
                  <a:pt x="443119" y="80446"/>
                  <a:pt x="446259" y="79819"/>
                  <a:pt x="448402" y="78563"/>
                </a:cubicBezTo>
                <a:cubicBezTo>
                  <a:pt x="452169" y="76199"/>
                  <a:pt x="454422" y="73577"/>
                  <a:pt x="455162" y="70696"/>
                </a:cubicBezTo>
                <a:lnTo>
                  <a:pt x="462475" y="70696"/>
                </a:lnTo>
                <a:cubicBezTo>
                  <a:pt x="460997" y="75275"/>
                  <a:pt x="457599" y="79190"/>
                  <a:pt x="452281" y="82440"/>
                </a:cubicBezTo>
                <a:cubicBezTo>
                  <a:pt x="448512" y="84657"/>
                  <a:pt x="442935" y="85766"/>
                  <a:pt x="435549" y="85766"/>
                </a:cubicBezTo>
                <a:cubicBezTo>
                  <a:pt x="428088" y="85766"/>
                  <a:pt x="422363" y="82995"/>
                  <a:pt x="418373" y="77454"/>
                </a:cubicBezTo>
                <a:cubicBezTo>
                  <a:pt x="415566" y="73539"/>
                  <a:pt x="414125" y="68848"/>
                  <a:pt x="414052" y="63381"/>
                </a:cubicBezTo>
                <a:cubicBezTo>
                  <a:pt x="414052" y="61092"/>
                  <a:pt x="414347" y="58469"/>
                  <a:pt x="414938" y="55514"/>
                </a:cubicBezTo>
                <a:cubicBezTo>
                  <a:pt x="416711" y="46428"/>
                  <a:pt x="420626" y="39078"/>
                  <a:pt x="426684" y="33464"/>
                </a:cubicBezTo>
                <a:cubicBezTo>
                  <a:pt x="432889" y="27923"/>
                  <a:pt x="440276" y="25152"/>
                  <a:pt x="448845" y="25152"/>
                </a:cubicBezTo>
                <a:cubicBezTo>
                  <a:pt x="462955" y="25152"/>
                  <a:pt x="470010" y="30139"/>
                  <a:pt x="470010" y="40112"/>
                </a:cubicBezTo>
                <a:moveTo>
                  <a:pt x="459483" y="39779"/>
                </a:moveTo>
                <a:cubicBezTo>
                  <a:pt x="459483" y="33649"/>
                  <a:pt x="455383" y="30546"/>
                  <a:pt x="447183" y="30472"/>
                </a:cubicBezTo>
                <a:cubicBezTo>
                  <a:pt x="442455" y="30472"/>
                  <a:pt x="438356" y="32318"/>
                  <a:pt x="434884" y="36012"/>
                </a:cubicBezTo>
                <a:cubicBezTo>
                  <a:pt x="431633" y="39558"/>
                  <a:pt x="428937" y="46354"/>
                  <a:pt x="426795" y="56400"/>
                </a:cubicBezTo>
                <a:cubicBezTo>
                  <a:pt x="438319" y="55884"/>
                  <a:pt x="447183" y="53741"/>
                  <a:pt x="453388" y="49973"/>
                </a:cubicBezTo>
                <a:cubicBezTo>
                  <a:pt x="457452" y="47684"/>
                  <a:pt x="459483" y="44286"/>
                  <a:pt x="459483" y="39779"/>
                </a:cubicBezTo>
                <a:close/>
                <a:moveTo>
                  <a:pt x="519643" y="103715"/>
                </a:moveTo>
                <a:cubicBezTo>
                  <a:pt x="509744" y="98766"/>
                  <a:pt x="502985" y="92856"/>
                  <a:pt x="499365" y="85987"/>
                </a:cubicBezTo>
                <a:cubicBezTo>
                  <a:pt x="494341" y="76236"/>
                  <a:pt x="491829" y="66780"/>
                  <a:pt x="491829" y="57619"/>
                </a:cubicBezTo>
                <a:lnTo>
                  <a:pt x="491829" y="49863"/>
                </a:lnTo>
                <a:cubicBezTo>
                  <a:pt x="491829" y="40703"/>
                  <a:pt x="494341" y="31247"/>
                  <a:pt x="499365" y="21497"/>
                </a:cubicBezTo>
                <a:cubicBezTo>
                  <a:pt x="502985" y="14627"/>
                  <a:pt x="509744" y="8717"/>
                  <a:pt x="519643" y="3767"/>
                </a:cubicBezTo>
                <a:lnTo>
                  <a:pt x="519643" y="10194"/>
                </a:lnTo>
                <a:cubicBezTo>
                  <a:pt x="514619" y="12705"/>
                  <a:pt x="510150" y="17655"/>
                  <a:pt x="506235" y="25042"/>
                </a:cubicBezTo>
                <a:cubicBezTo>
                  <a:pt x="504684" y="28071"/>
                  <a:pt x="503686" y="31469"/>
                  <a:pt x="503242" y="35236"/>
                </a:cubicBezTo>
                <a:cubicBezTo>
                  <a:pt x="502799" y="39003"/>
                  <a:pt x="502578" y="43879"/>
                  <a:pt x="502578" y="49863"/>
                </a:cubicBezTo>
                <a:lnTo>
                  <a:pt x="502578" y="57619"/>
                </a:lnTo>
                <a:cubicBezTo>
                  <a:pt x="502578" y="63603"/>
                  <a:pt x="502799" y="68479"/>
                  <a:pt x="503242" y="72246"/>
                </a:cubicBezTo>
                <a:cubicBezTo>
                  <a:pt x="503686" y="76013"/>
                  <a:pt x="504684" y="79411"/>
                  <a:pt x="506235" y="82440"/>
                </a:cubicBezTo>
                <a:cubicBezTo>
                  <a:pt x="510150" y="89828"/>
                  <a:pt x="514619" y="94777"/>
                  <a:pt x="519643" y="97289"/>
                </a:cubicBezTo>
                <a:lnTo>
                  <a:pt x="519643" y="103715"/>
                </a:lnTo>
                <a:close/>
                <a:moveTo>
                  <a:pt x="558590" y="7646"/>
                </a:moveTo>
                <a:cubicBezTo>
                  <a:pt x="558590" y="8162"/>
                  <a:pt x="558554" y="8568"/>
                  <a:pt x="558480" y="8865"/>
                </a:cubicBezTo>
                <a:cubicBezTo>
                  <a:pt x="558111" y="10637"/>
                  <a:pt x="557261" y="12077"/>
                  <a:pt x="555931" y="13185"/>
                </a:cubicBezTo>
                <a:cubicBezTo>
                  <a:pt x="554454" y="14367"/>
                  <a:pt x="552866" y="14958"/>
                  <a:pt x="551166" y="14958"/>
                </a:cubicBezTo>
                <a:cubicBezTo>
                  <a:pt x="549467" y="14958"/>
                  <a:pt x="548138" y="14367"/>
                  <a:pt x="547177" y="13185"/>
                </a:cubicBezTo>
                <a:cubicBezTo>
                  <a:pt x="546439" y="12373"/>
                  <a:pt x="546070" y="11339"/>
                  <a:pt x="546070" y="10082"/>
                </a:cubicBezTo>
                <a:cubicBezTo>
                  <a:pt x="546070" y="9566"/>
                  <a:pt x="546107" y="9160"/>
                  <a:pt x="546180" y="8865"/>
                </a:cubicBezTo>
                <a:cubicBezTo>
                  <a:pt x="546550" y="7092"/>
                  <a:pt x="547436" y="5651"/>
                  <a:pt x="548839" y="4543"/>
                </a:cubicBezTo>
                <a:cubicBezTo>
                  <a:pt x="550243" y="3287"/>
                  <a:pt x="551794" y="2660"/>
                  <a:pt x="553494" y="2660"/>
                </a:cubicBezTo>
                <a:cubicBezTo>
                  <a:pt x="555118" y="2660"/>
                  <a:pt x="556448" y="3287"/>
                  <a:pt x="557483" y="4543"/>
                </a:cubicBezTo>
                <a:cubicBezTo>
                  <a:pt x="558221" y="5356"/>
                  <a:pt x="558590" y="6390"/>
                  <a:pt x="558590" y="7646"/>
                </a:cubicBezTo>
                <a:moveTo>
                  <a:pt x="555378" y="26704"/>
                </a:moveTo>
                <a:lnTo>
                  <a:pt x="545294" y="78451"/>
                </a:lnTo>
                <a:lnTo>
                  <a:pt x="554713" y="78451"/>
                </a:lnTo>
                <a:lnTo>
                  <a:pt x="553604" y="84214"/>
                </a:lnTo>
                <a:lnTo>
                  <a:pt x="534324" y="84214"/>
                </a:lnTo>
                <a:lnTo>
                  <a:pt x="544296" y="32467"/>
                </a:lnTo>
                <a:lnTo>
                  <a:pt x="534767" y="32467"/>
                </a:lnTo>
                <a:lnTo>
                  <a:pt x="535986" y="26704"/>
                </a:lnTo>
                <a:lnTo>
                  <a:pt x="555378" y="26704"/>
                </a:lnTo>
                <a:close/>
                <a:moveTo>
                  <a:pt x="591746" y="71915"/>
                </a:moveTo>
                <a:cubicBezTo>
                  <a:pt x="591378" y="78046"/>
                  <a:pt x="589938" y="83327"/>
                  <a:pt x="587426" y="87759"/>
                </a:cubicBezTo>
                <a:cubicBezTo>
                  <a:pt x="584766" y="92191"/>
                  <a:pt x="580814" y="96033"/>
                  <a:pt x="575569" y="99284"/>
                </a:cubicBezTo>
                <a:lnTo>
                  <a:pt x="571247" y="94962"/>
                </a:lnTo>
                <a:cubicBezTo>
                  <a:pt x="574571" y="92451"/>
                  <a:pt x="577083" y="89533"/>
                  <a:pt x="578783" y="86209"/>
                </a:cubicBezTo>
                <a:cubicBezTo>
                  <a:pt x="580334" y="82810"/>
                  <a:pt x="581110" y="78710"/>
                  <a:pt x="581110" y="73908"/>
                </a:cubicBezTo>
                <a:lnTo>
                  <a:pt x="581110" y="71915"/>
                </a:lnTo>
                <a:lnTo>
                  <a:pt x="591746" y="71915"/>
                </a:lnTo>
                <a:close/>
                <a:moveTo>
                  <a:pt x="674139" y="7646"/>
                </a:moveTo>
                <a:cubicBezTo>
                  <a:pt x="674139" y="8162"/>
                  <a:pt x="674102" y="8568"/>
                  <a:pt x="674027" y="8865"/>
                </a:cubicBezTo>
                <a:cubicBezTo>
                  <a:pt x="673657" y="10637"/>
                  <a:pt x="672808" y="12077"/>
                  <a:pt x="671479" y="13185"/>
                </a:cubicBezTo>
                <a:cubicBezTo>
                  <a:pt x="670076" y="14367"/>
                  <a:pt x="668488" y="14958"/>
                  <a:pt x="666715" y="14958"/>
                </a:cubicBezTo>
                <a:cubicBezTo>
                  <a:pt x="665015" y="14958"/>
                  <a:pt x="663685" y="14367"/>
                  <a:pt x="662724" y="13185"/>
                </a:cubicBezTo>
                <a:cubicBezTo>
                  <a:pt x="661986" y="12373"/>
                  <a:pt x="661617" y="11339"/>
                  <a:pt x="661617" y="10082"/>
                </a:cubicBezTo>
                <a:cubicBezTo>
                  <a:pt x="661617" y="9566"/>
                  <a:pt x="661654" y="9160"/>
                  <a:pt x="661728" y="8865"/>
                </a:cubicBezTo>
                <a:cubicBezTo>
                  <a:pt x="662097" y="7239"/>
                  <a:pt x="662983" y="5799"/>
                  <a:pt x="664388" y="4543"/>
                </a:cubicBezTo>
                <a:cubicBezTo>
                  <a:pt x="665865" y="3287"/>
                  <a:pt x="667453" y="2660"/>
                  <a:pt x="669153" y="2660"/>
                </a:cubicBezTo>
                <a:cubicBezTo>
                  <a:pt x="670704" y="2660"/>
                  <a:pt x="671996" y="3287"/>
                  <a:pt x="673030" y="4543"/>
                </a:cubicBezTo>
                <a:cubicBezTo>
                  <a:pt x="673769" y="5356"/>
                  <a:pt x="674139" y="6390"/>
                  <a:pt x="674139" y="7646"/>
                </a:cubicBezTo>
                <a:moveTo>
                  <a:pt x="670703" y="26704"/>
                </a:moveTo>
                <a:lnTo>
                  <a:pt x="658404" y="89864"/>
                </a:lnTo>
                <a:cubicBezTo>
                  <a:pt x="657147" y="95701"/>
                  <a:pt x="654488" y="100355"/>
                  <a:pt x="650425" y="103827"/>
                </a:cubicBezTo>
                <a:cubicBezTo>
                  <a:pt x="646289" y="107299"/>
                  <a:pt x="641118" y="108961"/>
                  <a:pt x="634912" y="108813"/>
                </a:cubicBezTo>
                <a:cubicBezTo>
                  <a:pt x="632474" y="108813"/>
                  <a:pt x="630073" y="108518"/>
                  <a:pt x="627709" y="107927"/>
                </a:cubicBezTo>
                <a:cubicBezTo>
                  <a:pt x="625568" y="107410"/>
                  <a:pt x="623426" y="106523"/>
                  <a:pt x="621283" y="105267"/>
                </a:cubicBezTo>
                <a:lnTo>
                  <a:pt x="623609" y="93410"/>
                </a:lnTo>
                <a:lnTo>
                  <a:pt x="628707" y="93410"/>
                </a:lnTo>
                <a:cubicBezTo>
                  <a:pt x="628633" y="94002"/>
                  <a:pt x="628595" y="94814"/>
                  <a:pt x="628595" y="95848"/>
                </a:cubicBezTo>
                <a:cubicBezTo>
                  <a:pt x="628595" y="98138"/>
                  <a:pt x="629039" y="99874"/>
                  <a:pt x="629926" y="101056"/>
                </a:cubicBezTo>
                <a:cubicBezTo>
                  <a:pt x="631107" y="102681"/>
                  <a:pt x="633176" y="103494"/>
                  <a:pt x="636131" y="103494"/>
                </a:cubicBezTo>
                <a:cubicBezTo>
                  <a:pt x="639381" y="103494"/>
                  <a:pt x="642040" y="102386"/>
                  <a:pt x="644109" y="100170"/>
                </a:cubicBezTo>
                <a:cubicBezTo>
                  <a:pt x="646104" y="97954"/>
                  <a:pt x="647544" y="94518"/>
                  <a:pt x="648430" y="89864"/>
                </a:cubicBezTo>
                <a:lnTo>
                  <a:pt x="659622" y="32467"/>
                </a:lnTo>
                <a:lnTo>
                  <a:pt x="650204" y="32467"/>
                </a:lnTo>
                <a:lnTo>
                  <a:pt x="651311" y="26704"/>
                </a:lnTo>
                <a:lnTo>
                  <a:pt x="670703" y="26704"/>
                </a:lnTo>
                <a:close/>
                <a:moveTo>
                  <a:pt x="716373" y="57619"/>
                </a:moveTo>
                <a:cubicBezTo>
                  <a:pt x="716373" y="66927"/>
                  <a:pt x="713898" y="76383"/>
                  <a:pt x="708949" y="85987"/>
                </a:cubicBezTo>
                <a:cubicBezTo>
                  <a:pt x="705404" y="92783"/>
                  <a:pt x="698644" y="98692"/>
                  <a:pt x="688671" y="103715"/>
                </a:cubicBezTo>
                <a:lnTo>
                  <a:pt x="688671" y="97289"/>
                </a:lnTo>
                <a:cubicBezTo>
                  <a:pt x="693768" y="94703"/>
                  <a:pt x="698201" y="89753"/>
                  <a:pt x="701969" y="82440"/>
                </a:cubicBezTo>
                <a:cubicBezTo>
                  <a:pt x="703077" y="80372"/>
                  <a:pt x="703908" y="77879"/>
                  <a:pt x="704461" y="74962"/>
                </a:cubicBezTo>
                <a:cubicBezTo>
                  <a:pt x="705016" y="72043"/>
                  <a:pt x="705348" y="69439"/>
                  <a:pt x="705459" y="67150"/>
                </a:cubicBezTo>
                <a:cubicBezTo>
                  <a:pt x="705569" y="64860"/>
                  <a:pt x="705625" y="61683"/>
                  <a:pt x="705625" y="57619"/>
                </a:cubicBezTo>
                <a:lnTo>
                  <a:pt x="705625" y="49863"/>
                </a:lnTo>
                <a:cubicBezTo>
                  <a:pt x="705625" y="45800"/>
                  <a:pt x="705569" y="42623"/>
                  <a:pt x="705459" y="40334"/>
                </a:cubicBezTo>
                <a:cubicBezTo>
                  <a:pt x="705348" y="38044"/>
                  <a:pt x="705016" y="35440"/>
                  <a:pt x="704461" y="32522"/>
                </a:cubicBezTo>
                <a:cubicBezTo>
                  <a:pt x="703908" y="29604"/>
                  <a:pt x="703077" y="27111"/>
                  <a:pt x="701969" y="25042"/>
                </a:cubicBezTo>
                <a:cubicBezTo>
                  <a:pt x="698201" y="17729"/>
                  <a:pt x="693768" y="12780"/>
                  <a:pt x="688671" y="10194"/>
                </a:cubicBezTo>
                <a:lnTo>
                  <a:pt x="688671" y="3767"/>
                </a:lnTo>
                <a:cubicBezTo>
                  <a:pt x="698644" y="8790"/>
                  <a:pt x="705404" y="14700"/>
                  <a:pt x="708949" y="21497"/>
                </a:cubicBezTo>
                <a:cubicBezTo>
                  <a:pt x="713898" y="31099"/>
                  <a:pt x="716373" y="40555"/>
                  <a:pt x="716373" y="49863"/>
                </a:cubicBezTo>
                <a:lnTo>
                  <a:pt x="716373" y="57619"/>
                </a:lnTo>
                <a:close/>
                <a:moveTo>
                  <a:pt x="838934" y="47092"/>
                </a:moveTo>
                <a:lnTo>
                  <a:pt x="769348" y="47092"/>
                </a:lnTo>
                <a:lnTo>
                  <a:pt x="769348" y="38229"/>
                </a:lnTo>
                <a:lnTo>
                  <a:pt x="838934" y="38229"/>
                </a:lnTo>
                <a:lnTo>
                  <a:pt x="838934" y="47092"/>
                </a:lnTo>
                <a:moveTo>
                  <a:pt x="838934" y="69255"/>
                </a:moveTo>
                <a:lnTo>
                  <a:pt x="769348" y="69255"/>
                </a:lnTo>
                <a:lnTo>
                  <a:pt x="769348" y="60390"/>
                </a:lnTo>
                <a:lnTo>
                  <a:pt x="838934" y="60390"/>
                </a:lnTo>
                <a:lnTo>
                  <a:pt x="838934" y="69255"/>
                </a:lnTo>
                <a:close/>
                <a:moveTo>
                  <a:pt x="919499" y="103715"/>
                </a:moveTo>
                <a:cubicBezTo>
                  <a:pt x="909600" y="98766"/>
                  <a:pt x="902841" y="92856"/>
                  <a:pt x="899221" y="85987"/>
                </a:cubicBezTo>
                <a:cubicBezTo>
                  <a:pt x="894197" y="76236"/>
                  <a:pt x="891685" y="66780"/>
                  <a:pt x="891685" y="57619"/>
                </a:cubicBezTo>
                <a:lnTo>
                  <a:pt x="891685" y="49863"/>
                </a:lnTo>
                <a:cubicBezTo>
                  <a:pt x="891685" y="40703"/>
                  <a:pt x="894197" y="31247"/>
                  <a:pt x="899221" y="21497"/>
                </a:cubicBezTo>
                <a:cubicBezTo>
                  <a:pt x="902841" y="14627"/>
                  <a:pt x="909600" y="8717"/>
                  <a:pt x="919499" y="3767"/>
                </a:cubicBezTo>
                <a:lnTo>
                  <a:pt x="919499" y="10194"/>
                </a:lnTo>
                <a:cubicBezTo>
                  <a:pt x="914475" y="12705"/>
                  <a:pt x="910006" y="17655"/>
                  <a:pt x="906091" y="25042"/>
                </a:cubicBezTo>
                <a:cubicBezTo>
                  <a:pt x="904540" y="28071"/>
                  <a:pt x="903542" y="31469"/>
                  <a:pt x="903098" y="35236"/>
                </a:cubicBezTo>
                <a:cubicBezTo>
                  <a:pt x="902655" y="39003"/>
                  <a:pt x="902434" y="43879"/>
                  <a:pt x="902434" y="49863"/>
                </a:cubicBezTo>
                <a:lnTo>
                  <a:pt x="902434" y="57619"/>
                </a:lnTo>
                <a:cubicBezTo>
                  <a:pt x="902434" y="63603"/>
                  <a:pt x="902655" y="68479"/>
                  <a:pt x="903098" y="72246"/>
                </a:cubicBezTo>
                <a:cubicBezTo>
                  <a:pt x="903542" y="76013"/>
                  <a:pt x="904540" y="79411"/>
                  <a:pt x="906091" y="82440"/>
                </a:cubicBezTo>
                <a:cubicBezTo>
                  <a:pt x="910006" y="89828"/>
                  <a:pt x="914475" y="94777"/>
                  <a:pt x="919499" y="97289"/>
                </a:cubicBezTo>
                <a:lnTo>
                  <a:pt x="919499" y="103715"/>
                </a:lnTo>
                <a:close/>
                <a:moveTo>
                  <a:pt x="1003213" y="26704"/>
                </a:moveTo>
                <a:lnTo>
                  <a:pt x="978614" y="53742"/>
                </a:lnTo>
                <a:lnTo>
                  <a:pt x="991024" y="77675"/>
                </a:lnTo>
                <a:lnTo>
                  <a:pt x="998670" y="77675"/>
                </a:lnTo>
                <a:lnTo>
                  <a:pt x="997451" y="84214"/>
                </a:lnTo>
                <a:lnTo>
                  <a:pt x="972852" y="84214"/>
                </a:lnTo>
                <a:lnTo>
                  <a:pt x="961660" y="62495"/>
                </a:lnTo>
                <a:lnTo>
                  <a:pt x="941825" y="84214"/>
                </a:lnTo>
                <a:lnTo>
                  <a:pt x="934180" y="84214"/>
                </a:lnTo>
                <a:lnTo>
                  <a:pt x="959555" y="56178"/>
                </a:lnTo>
                <a:lnTo>
                  <a:pt x="947476" y="33241"/>
                </a:lnTo>
                <a:lnTo>
                  <a:pt x="941049" y="33241"/>
                </a:lnTo>
                <a:lnTo>
                  <a:pt x="942268" y="26704"/>
                </a:lnTo>
                <a:lnTo>
                  <a:pt x="965760" y="26704"/>
                </a:lnTo>
                <a:lnTo>
                  <a:pt x="976619" y="47537"/>
                </a:lnTo>
                <a:lnTo>
                  <a:pt x="995456" y="26704"/>
                </a:lnTo>
                <a:lnTo>
                  <a:pt x="1003213" y="26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�">
            <a:extLst xmlns:a="http://schemas.openxmlformats.org/drawingml/2006/main">
              <a:ext uri="{FF2B5EF4-FFF2-40B4-BE49-F238E27FC236}">
                <a16:creationId xmlns:a16="http://schemas.microsoft.com/office/drawing/2014/main" id="{6965474F-F2D2-4C9E-9433-98FCA2E9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630" y="2620628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−�">
            <a:extLst xmlns:a="http://schemas.openxmlformats.org/drawingml/2006/main">
              <a:ext uri="{FF2B5EF4-FFF2-40B4-BE49-F238E27FC236}">
                <a16:creationId xmlns:a16="http://schemas.microsoft.com/office/drawing/2014/main" id="{A09CAE79-571A-4447-85C5-82E29B07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601" y="2600281"/>
            <a:ext cx="180631" cy="57509"/>
          </a:xfrm>
          <a:custGeom xmlns:a="http://schemas.openxmlformats.org/drawingml/2006/main">
            <a:pathLst>
              <a:path w="180631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1" y="0"/>
                </a:moveTo>
                <a:lnTo>
                  <a:pt x="156031" y="27038"/>
                </a:lnTo>
                <a:lnTo>
                  <a:pt x="168442" y="50971"/>
                </a:lnTo>
                <a:lnTo>
                  <a:pt x="176088" y="50971"/>
                </a:lnTo>
                <a:lnTo>
                  <a:pt x="174868" y="57509"/>
                </a:lnTo>
                <a:lnTo>
                  <a:pt x="150269" y="57509"/>
                </a:lnTo>
                <a:lnTo>
                  <a:pt x="139078" y="35791"/>
                </a:lnTo>
                <a:lnTo>
                  <a:pt x="119243" y="57509"/>
                </a:lnTo>
                <a:lnTo>
                  <a:pt x="111597" y="57509"/>
                </a:lnTo>
                <a:lnTo>
                  <a:pt x="136973" y="29474"/>
                </a:lnTo>
                <a:lnTo>
                  <a:pt x="124894" y="6537"/>
                </a:lnTo>
                <a:lnTo>
                  <a:pt x="118467" y="6537"/>
                </a:lnTo>
                <a:lnTo>
                  <a:pt x="119686" y="0"/>
                </a:lnTo>
                <a:lnTo>
                  <a:pt x="143178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�">
            <a:extLst xmlns:a="http://schemas.openxmlformats.org/drawingml/2006/main">
              <a:ext uri="{FF2B5EF4-FFF2-40B4-BE49-F238E27FC236}">
                <a16:creationId xmlns:a16="http://schemas.microsoft.com/office/drawing/2014/main" id="{DF061E44-CA26-4863-BF9E-B0DDB47C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971" y="2620628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)">
            <a:extLst xmlns:a="http://schemas.openxmlformats.org/drawingml/2006/main">
              <a:ext uri="{FF2B5EF4-FFF2-40B4-BE49-F238E27FC236}">
                <a16:creationId xmlns:a16="http://schemas.microsoft.com/office/drawing/2014/main" id="{D473E63C-171D-453E-AFA4-EF0EFD53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181" y="2577344"/>
            <a:ext cx="27702" cy="99948"/>
          </a:xfrm>
          <a:custGeom xmlns:a="http://schemas.openxmlformats.org/drawingml/2006/main">
            <a:pathLst>
              <a:path w="27702" h="99948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⊺">
            <a:extLst xmlns:a="http://schemas.openxmlformats.org/drawingml/2006/main">
              <a:ext uri="{FF2B5EF4-FFF2-40B4-BE49-F238E27FC236}">
                <a16:creationId xmlns:a16="http://schemas.microsoft.com/office/drawing/2014/main" id="{55728A3B-7326-4289-95B8-69B5483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513" y="2562872"/>
            <a:ext cx="49280" cy="54696"/>
          </a:xfrm>
          <a:custGeom xmlns:a="http://schemas.openxmlformats.org/drawingml/2006/main">
            <a:pathLst>
              <a:path w="49280" h="54696">
                <a:moveTo>
                  <a:pt x="49280" y="6278"/>
                </a:moveTo>
                <a:lnTo>
                  <a:pt x="27780" y="6278"/>
                </a:lnTo>
                <a:lnTo>
                  <a:pt x="27780" y="54696"/>
                </a:lnTo>
                <a:lnTo>
                  <a:pt x="21502" y="54696"/>
                </a:lnTo>
                <a:lnTo>
                  <a:pt x="21502" y="6278"/>
                </a:lnTo>
                <a:lnTo>
                  <a:pt x="0" y="6278"/>
                </a:lnTo>
                <a:lnTo>
                  <a:pt x="0" y="0"/>
                </a:lnTo>
                <a:lnTo>
                  <a:pt x="49280" y="0"/>
                </a:lnTo>
                <a:lnTo>
                  <a:pt x="49280" y="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�">
            <a:extLst xmlns:a="http://schemas.openxmlformats.org/drawingml/2006/main">
              <a:ext uri="{FF2B5EF4-FFF2-40B4-BE49-F238E27FC236}">
                <a16:creationId xmlns:a16="http://schemas.microsoft.com/office/drawing/2014/main" id="{F4C8E3BF-4015-4F9D-8D42-7E2A766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3" y="2598729"/>
            <a:ext cx="58838" cy="59061"/>
          </a:xfrm>
          <a:custGeom xmlns:a="http://schemas.openxmlformats.org/drawingml/2006/main">
            <a:pathLst>
              <a:path w="58838" h="59061">
                <a:moveTo>
                  <a:pt x="58838" y="888"/>
                </a:moveTo>
                <a:lnTo>
                  <a:pt x="55514" y="18063"/>
                </a:lnTo>
                <a:lnTo>
                  <a:pt x="49420" y="18063"/>
                </a:lnTo>
                <a:cubicBezTo>
                  <a:pt x="49494" y="17545"/>
                  <a:pt x="49530" y="16843"/>
                  <a:pt x="49530" y="15956"/>
                </a:cubicBezTo>
                <a:cubicBezTo>
                  <a:pt x="49530" y="14036"/>
                  <a:pt x="49124" y="12448"/>
                  <a:pt x="48313" y="11191"/>
                </a:cubicBezTo>
                <a:cubicBezTo>
                  <a:pt x="47056" y="9715"/>
                  <a:pt x="45098" y="8976"/>
                  <a:pt x="42439" y="8976"/>
                </a:cubicBezTo>
                <a:cubicBezTo>
                  <a:pt x="38229" y="8976"/>
                  <a:pt x="34572" y="10823"/>
                  <a:pt x="31469" y="14517"/>
                </a:cubicBezTo>
                <a:cubicBezTo>
                  <a:pt x="28367" y="18210"/>
                  <a:pt x="26151" y="23307"/>
                  <a:pt x="24821" y="29807"/>
                </a:cubicBezTo>
                <a:lnTo>
                  <a:pt x="19170" y="59061"/>
                </a:lnTo>
                <a:lnTo>
                  <a:pt x="0" y="59061"/>
                </a:lnTo>
                <a:lnTo>
                  <a:pt x="9862" y="8089"/>
                </a:lnTo>
                <a:lnTo>
                  <a:pt x="1107" y="8089"/>
                </a:lnTo>
                <a:lnTo>
                  <a:pt x="2438" y="1552"/>
                </a:lnTo>
                <a:lnTo>
                  <a:pt x="30362" y="1552"/>
                </a:lnTo>
                <a:lnTo>
                  <a:pt x="28367" y="11746"/>
                </a:lnTo>
                <a:cubicBezTo>
                  <a:pt x="31026" y="7757"/>
                  <a:pt x="34091" y="4802"/>
                  <a:pt x="37563" y="2881"/>
                </a:cubicBezTo>
                <a:cubicBezTo>
                  <a:pt x="41036" y="960"/>
                  <a:pt x="44988" y="0"/>
                  <a:pt x="49420" y="0"/>
                </a:cubicBezTo>
                <a:cubicBezTo>
                  <a:pt x="50011" y="0"/>
                  <a:pt x="51341" y="74"/>
                  <a:pt x="53409" y="221"/>
                </a:cubicBezTo>
                <a:cubicBezTo>
                  <a:pt x="54887" y="296"/>
                  <a:pt x="56696" y="518"/>
                  <a:pt x="58838" y="8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8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31fc024c8421a"/>
          <a:stretch xmlns:a="http://schemas.openxmlformats.org/drawingml/2006/main"/>
        </p:blipFill>
        <p:spPr>
          <a:xfrm xmlns:a="http://schemas.openxmlformats.org/drawingml/2006/main">
            <a:off x="4951560" y="2903697"/>
            <a:ext cx="586918" cy="819617"/>
          </a:xfrm>
          <a:prstGeom xmlns:a="http://schemas.openxmlformats.org/drawingml/2006/main" prst="rect">
            <a:avLst/>
          </a:prstGeom>
        </p:spPr>
      </p:pic>
      <p:pic>
        <p:nvPicPr>
          <p:cNvPr id="8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8671bcb2546f6"/>
          <a:stretch xmlns:a="http://schemas.openxmlformats.org/drawingml/2006/main"/>
        </p:blipFill>
        <p:spPr>
          <a:xfrm xmlns:a="http://schemas.openxmlformats.org/drawingml/2006/main">
            <a:off x="4934692" y="2506838"/>
            <a:ext cx="590156" cy="833466"/>
          </a:xfrm>
          <a:prstGeom xmlns:a="http://schemas.openxmlformats.org/drawingml/2006/main" prst="rect">
            <a:avLst/>
          </a:prstGeom>
        </p:spPr>
      </p:pic>
      <p:pic>
        <p:nvPicPr>
          <p:cNvPr id="8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06a5888dc4b9d"/>
          <a:stretch xmlns:a="http://schemas.openxmlformats.org/drawingml/2006/main"/>
        </p:blipFill>
        <p:spPr>
          <a:xfrm xmlns:a="http://schemas.openxmlformats.org/drawingml/2006/main">
            <a:off x="4161051" y="4548563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c61db29274bd5"/>
          <a:stretch xmlns:a="http://schemas.openxmlformats.org/drawingml/2006/main"/>
        </p:blipFill>
        <p:spPr>
          <a:xfrm xmlns:a="http://schemas.openxmlformats.org/drawingml/2006/main">
            <a:off x="4594031" y="3725191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aed68728a4377"/>
          <a:stretch xmlns:a="http://schemas.openxmlformats.org/drawingml/2006/main"/>
        </p:blipFill>
        <p:spPr>
          <a:xfrm xmlns:a="http://schemas.openxmlformats.org/drawingml/2006/main">
            <a:off x="4731654" y="4540282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bad1c1b0e464f"/>
          <a:stretch xmlns:a="http://schemas.openxmlformats.org/drawingml/2006/main"/>
        </p:blipFill>
        <p:spPr>
          <a:xfrm xmlns:a="http://schemas.openxmlformats.org/drawingml/2006/main">
            <a:off x="5412671" y="4540282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8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27915625d4361"/>
          <a:stretch xmlns:a="http://schemas.openxmlformats.org/drawingml/2006/main"/>
        </p:blipFill>
        <p:spPr>
          <a:xfrm xmlns:a="http://schemas.openxmlformats.org/drawingml/2006/main">
            <a:off x="5911110" y="4529241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9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69839eda7405f"/>
          <a:stretch xmlns:a="http://schemas.openxmlformats.org/drawingml/2006/main"/>
        </p:blipFill>
        <p:spPr>
          <a:xfrm xmlns:a="http://schemas.openxmlformats.org/drawingml/2006/main">
            <a:off x="5658341" y="3725191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9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919c4b60d4fdb"/>
          <a:stretch xmlns:a="http://schemas.openxmlformats.org/drawingml/2006/main"/>
        </p:blipFill>
        <p:spPr>
          <a:xfrm xmlns:a="http://schemas.openxmlformats.org/drawingml/2006/main">
            <a:off x="5434754" y="2908524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9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14bdbf1f24cd9"/>
          <a:stretch xmlns:a="http://schemas.openxmlformats.org/drawingml/2006/main"/>
        </p:blipFill>
        <p:spPr>
          <a:xfrm xmlns:a="http://schemas.openxmlformats.org/drawingml/2006/main">
            <a:off x="4712726" y="2908524"/>
            <a:ext cx="359192" cy="359192"/>
          </a:xfrm>
          <a:prstGeom xmlns:a="http://schemas.openxmlformats.org/drawingml/2006/main" prst="rect">
            <a:avLst/>
          </a:prstGeom>
        </p:spPr>
      </p:pic>
      <p:pic>
        <p:nvPicPr>
          <p:cNvPr id="9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8ae1131f24044"/>
          <a:stretch xmlns:a="http://schemas.openxmlformats.org/drawingml/2006/main"/>
        </p:blipFill>
        <p:spPr>
          <a:xfrm xmlns:a="http://schemas.openxmlformats.org/drawingml/2006/main">
            <a:off x="4828055" y="3133791"/>
            <a:ext cx="728918" cy="705655"/>
          </a:xfrm>
          <a:prstGeom xmlns:a="http://schemas.openxmlformats.org/drawingml/2006/main" prst="rect">
            <a:avLst/>
          </a:prstGeom>
        </p:spPr>
      </p:pic>
      <p:pic>
        <p:nvPicPr>
          <p:cNvPr id="9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4d830015e4b09"/>
          <a:stretch xmlns:a="http://schemas.openxmlformats.org/drawingml/2006/main"/>
        </p:blipFill>
        <p:spPr>
          <a:xfrm xmlns:a="http://schemas.openxmlformats.org/drawingml/2006/main">
            <a:off x="4621351" y="3178117"/>
            <a:ext cx="312558" cy="661279"/>
          </a:xfrm>
          <a:prstGeom xmlns:a="http://schemas.openxmlformats.org/drawingml/2006/main" prst="rect">
            <a:avLst/>
          </a:prstGeom>
        </p:spPr>
      </p:pic>
      <p:pic>
        <p:nvPicPr>
          <p:cNvPr id="9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12621bd854c7d"/>
          <a:stretch xmlns:a="http://schemas.openxmlformats.org/drawingml/2006/main"/>
        </p:blipFill>
        <p:spPr>
          <a:xfrm xmlns:a="http://schemas.openxmlformats.org/drawingml/2006/main">
            <a:off x="5561936" y="3177649"/>
            <a:ext cx="316167" cy="621969"/>
          </a:xfrm>
          <a:prstGeom xmlns:a="http://schemas.openxmlformats.org/drawingml/2006/main" prst="rect">
            <a:avLst/>
          </a:prstGeom>
        </p:spPr>
      </p:pic>
      <p:pic>
        <p:nvPicPr>
          <p:cNvPr id="9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9a25c90fa403f"/>
          <a:stretch xmlns:a="http://schemas.openxmlformats.org/drawingml/2006/main"/>
        </p:blipFill>
        <p:spPr>
          <a:xfrm xmlns:a="http://schemas.openxmlformats.org/drawingml/2006/main">
            <a:off x="4381800" y="3955793"/>
            <a:ext cx="337535" cy="705989"/>
          </a:xfrm>
          <a:prstGeom xmlns:a="http://schemas.openxmlformats.org/drawingml/2006/main" prst="rect">
            <a:avLst/>
          </a:prstGeom>
        </p:spPr>
      </p:pic>
      <p:pic>
        <p:nvPicPr>
          <p:cNvPr id="9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3534391be43a4"/>
          <a:stretch xmlns:a="http://schemas.openxmlformats.org/drawingml/2006/main"/>
        </p:blipFill>
        <p:spPr>
          <a:xfrm xmlns:a="http://schemas.openxmlformats.org/drawingml/2006/main">
            <a:off x="5545484" y="3993931"/>
            <a:ext cx="333668" cy="620778"/>
          </a:xfrm>
          <a:prstGeom xmlns:a="http://schemas.openxmlformats.org/drawingml/2006/main" prst="rect">
            <a:avLst/>
          </a:prstGeom>
        </p:spPr>
      </p:pic>
      <p:pic>
        <p:nvPicPr>
          <p:cNvPr id="9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c4cf600a4e20"/>
          <a:stretch xmlns:a="http://schemas.openxmlformats.org/drawingml/2006/main"/>
        </p:blipFill>
        <p:spPr>
          <a:xfrm xmlns:a="http://schemas.openxmlformats.org/drawingml/2006/main">
            <a:off x="5785617" y="3993973"/>
            <a:ext cx="338300" cy="609456"/>
          </a:xfrm>
          <a:prstGeom xmlns:a="http://schemas.openxmlformats.org/drawingml/2006/main" prst="rect">
            <a:avLst/>
          </a:prstGeom>
        </p:spPr>
      </p:pic>
      <p:pic>
        <p:nvPicPr>
          <p:cNvPr id="9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9b44f867c4529"/>
          <a:stretch xmlns:a="http://schemas.openxmlformats.org/drawingml/2006/main"/>
        </p:blipFill>
        <p:spPr>
          <a:xfrm xmlns:a="http://schemas.openxmlformats.org/drawingml/2006/main">
            <a:off x="4721011" y="3995903"/>
            <a:ext cx="248558" cy="618806"/>
          </a:xfrm>
          <a:prstGeom xmlns:a="http://schemas.openxmlformats.org/drawingml/2006/main" prst="rect">
            <a:avLst/>
          </a:prstGeom>
        </p:spPr>
      </p:pic>
      <p:pic>
        <p:nvPicPr>
          <p:cNvPr id="9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ffb3543eb456c"/>
          <a:stretch xmlns:a="http://schemas.openxmlformats.org/drawingml/2006/main"/>
        </p:blipFill>
        <p:spPr>
          <a:xfrm xmlns:a="http://schemas.openxmlformats.org/drawingml/2006/main">
            <a:off x="4819934" y="3950586"/>
            <a:ext cx="706530" cy="703951"/>
          </a:xfrm>
          <a:prstGeom xmlns:a="http://schemas.openxmlformats.org/drawingml/2006/main" prst="rect">
            <a:avLst/>
          </a:prstGeom>
        </p:spPr>
      </p:pic>
      <p:pic>
        <p:nvPicPr>
          <p:cNvPr id="9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b6430546d4e9a"/>
          <a:stretch xmlns:a="http://schemas.openxmlformats.org/drawingml/2006/main"/>
        </p:blipFill>
        <p:spPr>
          <a:xfrm xmlns:a="http://schemas.openxmlformats.org/drawingml/2006/main">
            <a:off x="4965439" y="3950456"/>
            <a:ext cx="814807" cy="703579"/>
          </a:xfrm>
          <a:prstGeom xmlns:a="http://schemas.openxmlformats.org/drawingml/2006/main" prst="rect">
            <a:avLst/>
          </a:prstGeom>
        </p:spPr>
      </p:pic>
      <p:pic>
        <p:nvPicPr>
          <p:cNvPr id="9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2f408b54b4936"/>
          <a:stretch xmlns:a="http://schemas.openxmlformats.org/drawingml/2006/main"/>
        </p:blipFill>
        <p:spPr>
          <a:xfrm xmlns:a="http://schemas.openxmlformats.org/drawingml/2006/main">
            <a:off x="6494707" y="3017029"/>
            <a:ext cx="21457" cy="1709442"/>
          </a:xfrm>
          <a:prstGeom xmlns:a="http://schemas.openxmlformats.org/drawingml/2006/main" prst="rect">
            <a:avLst/>
          </a:prstGeom>
        </p:spPr>
      </p:pic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ED323-D64A-43B9-A5E4-B2B3C98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378" y="3013874"/>
            <a:ext cx="516185" cy="23660"/>
          </a:xfrm>
          <a:custGeom xmlns:a="http://schemas.openxmlformats.org/drawingml/2006/main">
            <a:pathLst>
              <a:path w="516185" h="23660">
                <a:moveTo>
                  <a:pt x="516185" y="0"/>
                </a:moveTo>
                <a:lnTo>
                  <a:pt x="0" y="0"/>
                </a:lnTo>
                <a:lnTo>
                  <a:pt x="0" y="23660"/>
                </a:lnTo>
                <a:lnTo>
                  <a:pt x="516185" y="23660"/>
                </a:lnTo>
                <a:lnTo>
                  <a:pt x="516185" y="0"/>
                </a:lnTo>
              </a:path>
            </a:pathLst>
          </a:custGeom>
          <a:solidFill xmlns:a="http://schemas.openxmlformats.org/drawingml/2006/main">
            <a:srgbClr val="385723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1631F-3EBB-467A-A3A4-463FF04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384" y="3880623"/>
            <a:ext cx="223588" cy="23660"/>
          </a:xfrm>
          <a:custGeom xmlns:a="http://schemas.openxmlformats.org/drawingml/2006/main">
            <a:pathLst>
              <a:path w="223588" h="23660">
                <a:moveTo>
                  <a:pt x="223588" y="0"/>
                </a:moveTo>
                <a:lnTo>
                  <a:pt x="0" y="0"/>
                </a:lnTo>
                <a:lnTo>
                  <a:pt x="0" y="23660"/>
                </a:lnTo>
                <a:lnTo>
                  <a:pt x="223588" y="23660"/>
                </a:lnTo>
                <a:lnTo>
                  <a:pt x="223588" y="0"/>
                </a:lnTo>
              </a:path>
            </a:pathLst>
          </a:custGeom>
          <a:solidFill xmlns:a="http://schemas.openxmlformats.org/drawingml/2006/main">
            <a:srgbClr val="BF9000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2DF55-D1B5-4AF3-8C82-B5CEF7C5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600" y="4702417"/>
            <a:ext cx="111597" cy="23660"/>
          </a:xfrm>
          <a:custGeom xmlns:a="http://schemas.openxmlformats.org/drawingml/2006/main">
            <a:pathLst>
              <a:path w="111597" h="23660">
                <a:moveTo>
                  <a:pt x="111597" y="0"/>
                </a:moveTo>
                <a:lnTo>
                  <a:pt x="0" y="0"/>
                </a:lnTo>
                <a:lnTo>
                  <a:pt x="0" y="23660"/>
                </a:lnTo>
                <a:lnTo>
                  <a:pt x="111597" y="23660"/>
                </a:lnTo>
                <a:lnTo>
                  <a:pt x="111597" y="0"/>
                </a:lnTo>
              </a:path>
            </a:pathLst>
          </a:custGeom>
          <a:solidFill xmlns:a="http://schemas.openxmlformats.org/drawingml/2006/main">
            <a:srgbClr val="C55A11">
              <a:alpha val="2510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670dfbf4d4aff"/>
          <a:stretch xmlns:a="http://schemas.openxmlformats.org/drawingml/2006/main"/>
        </p:blipFill>
        <p:spPr>
          <a:xfrm xmlns:a="http://schemas.openxmlformats.org/drawingml/2006/main">
            <a:off x="6474199" y="3014269"/>
            <a:ext cx="21463" cy="1702739"/>
          </a:xfrm>
          <a:prstGeom xmlns:a="http://schemas.openxmlformats.org/drawingml/2006/main" prst="rect">
            <a:avLst/>
          </a:prstGeom>
        </p:spPr>
      </p:pic>
      <p:pic>
        <p:nvPicPr>
          <p:cNvPr id="9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f07b370b94db6"/>
          <a:stretch xmlns:a="http://schemas.openxmlformats.org/drawingml/2006/main"/>
        </p:blipFill>
        <p:spPr>
          <a:xfrm xmlns:a="http://schemas.openxmlformats.org/drawingml/2006/main">
            <a:off x="5521680" y="2782006"/>
            <a:ext cx="1393361" cy="209392"/>
          </a:xfrm>
          <a:prstGeom xmlns:a="http://schemas.openxmlformats.org/drawingml/2006/main" prst="rect">
            <a:avLst/>
          </a:prstGeom>
        </p:spPr>
      </p:pic>
      <p:pic>
        <p:nvPicPr>
          <p:cNvPr id="9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a16a0c8e24dd2"/>
          <a:stretch xmlns:a="http://schemas.openxmlformats.org/drawingml/2006/main"/>
        </p:blipFill>
        <p:spPr>
          <a:xfrm xmlns:a="http://schemas.openxmlformats.org/drawingml/2006/main">
            <a:off x="5969669" y="2833242"/>
            <a:ext cx="547676" cy="136919"/>
          </a:xfrm>
          <a:prstGeom xmlns:a="http://schemas.openxmlformats.org/drawingml/2006/main" prst="rect">
            <a:avLst/>
          </a:prstGeom>
        </p:spPr>
      </p:pic>
      <p:sp>
        <p:nvSpPr>
          <p:cNvPr id="340" name="Text A">
            <a:extLst xmlns:a="http://schemas.openxmlformats.org/drawingml/2006/main">
              <a:ext uri="{FF2B5EF4-FFF2-40B4-BE49-F238E27FC236}">
                <a16:creationId xmlns:a16="http://schemas.microsoft.com/office/drawing/2014/main" id="{0F922FE1-B2D0-481E-8A7A-DF8155E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512" y="3024247"/>
            <a:ext cx="101965" cy="101618"/>
          </a:xfrm>
          <a:custGeom xmlns:a="http://schemas.openxmlformats.org/drawingml/2006/main">
            <a:pathLst>
              <a:path w="101965" h="101618">
                <a:moveTo>
                  <a:pt x="101965" y="101618"/>
                </a:moveTo>
                <a:lnTo>
                  <a:pt x="79645" y="101618"/>
                </a:lnTo>
                <a:lnTo>
                  <a:pt x="70772" y="78467"/>
                </a:lnTo>
                <a:lnTo>
                  <a:pt x="30153" y="78467"/>
                </a:lnTo>
                <a:lnTo>
                  <a:pt x="21765" y="101618"/>
                </a:lnTo>
                <a:lnTo>
                  <a:pt x="0" y="101618"/>
                </a:lnTo>
                <a:lnTo>
                  <a:pt x="39580" y="0"/>
                </a:lnTo>
                <a:lnTo>
                  <a:pt x="61276" y="0"/>
                </a:lnTo>
                <a:lnTo>
                  <a:pt x="101965" y="101618"/>
                </a:lnTo>
                <a:moveTo>
                  <a:pt x="64187" y="61276"/>
                </a:moveTo>
                <a:lnTo>
                  <a:pt x="50185" y="23706"/>
                </a:lnTo>
                <a:lnTo>
                  <a:pt x="36461" y="61276"/>
                </a:lnTo>
                <a:lnTo>
                  <a:pt x="64187" y="61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B">
            <a:extLst xmlns:a="http://schemas.openxmlformats.org/drawingml/2006/main">
              <a:ext uri="{FF2B5EF4-FFF2-40B4-BE49-F238E27FC236}">
                <a16:creationId xmlns:a16="http://schemas.microsoft.com/office/drawing/2014/main" id="{DEE17BE2-C3B2-434F-92D0-BBF840A9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332" y="3017149"/>
            <a:ext cx="85121" cy="101618"/>
          </a:xfrm>
          <a:custGeom xmlns:a="http://schemas.openxmlformats.org/drawingml/2006/main">
            <a:pathLst>
              <a:path w="85121" h="101618">
                <a:moveTo>
                  <a:pt x="0" y="0"/>
                </a:moveTo>
                <a:lnTo>
                  <a:pt x="40620" y="0"/>
                </a:lnTo>
                <a:cubicBezTo>
                  <a:pt x="48660" y="0"/>
                  <a:pt x="54656" y="335"/>
                  <a:pt x="58607" y="1005"/>
                </a:cubicBezTo>
                <a:cubicBezTo>
                  <a:pt x="62558" y="1674"/>
                  <a:pt x="66093" y="3069"/>
                  <a:pt x="69213" y="5192"/>
                </a:cubicBezTo>
                <a:cubicBezTo>
                  <a:pt x="72332" y="7314"/>
                  <a:pt x="74931" y="10140"/>
                  <a:pt x="77011" y="13671"/>
                </a:cubicBezTo>
                <a:cubicBezTo>
                  <a:pt x="79090" y="17200"/>
                  <a:pt x="80130" y="21157"/>
                  <a:pt x="80130" y="25541"/>
                </a:cubicBezTo>
                <a:cubicBezTo>
                  <a:pt x="80130" y="30294"/>
                  <a:pt x="78848" y="34654"/>
                  <a:pt x="76283" y="38622"/>
                </a:cubicBezTo>
                <a:cubicBezTo>
                  <a:pt x="73718" y="42591"/>
                  <a:pt x="70241" y="45567"/>
                  <a:pt x="65851" y="47551"/>
                </a:cubicBezTo>
                <a:cubicBezTo>
                  <a:pt x="72043" y="49356"/>
                  <a:pt x="76803" y="52434"/>
                  <a:pt x="80130" y="56783"/>
                </a:cubicBezTo>
                <a:cubicBezTo>
                  <a:pt x="83457" y="61132"/>
                  <a:pt x="85121" y="66244"/>
                  <a:pt x="85121" y="72122"/>
                </a:cubicBezTo>
                <a:cubicBezTo>
                  <a:pt x="85121" y="76749"/>
                  <a:pt x="84046" y="81249"/>
                  <a:pt x="81898" y="85621"/>
                </a:cubicBezTo>
                <a:cubicBezTo>
                  <a:pt x="79749" y="89993"/>
                  <a:pt x="76814" y="93486"/>
                  <a:pt x="73094" y="96101"/>
                </a:cubicBezTo>
                <a:cubicBezTo>
                  <a:pt x="69374" y="98715"/>
                  <a:pt x="64788" y="100323"/>
                  <a:pt x="59335" y="100925"/>
                </a:cubicBezTo>
                <a:cubicBezTo>
                  <a:pt x="55915" y="101295"/>
                  <a:pt x="47667" y="101526"/>
                  <a:pt x="34589" y="101618"/>
                </a:cubicBezTo>
                <a:lnTo>
                  <a:pt x="0" y="101618"/>
                </a:lnTo>
                <a:lnTo>
                  <a:pt x="0" y="0"/>
                </a:lnTo>
                <a:moveTo>
                  <a:pt x="20518" y="16913"/>
                </a:moveTo>
                <a:lnTo>
                  <a:pt x="20518" y="40342"/>
                </a:lnTo>
                <a:lnTo>
                  <a:pt x="33965" y="40342"/>
                </a:lnTo>
                <a:cubicBezTo>
                  <a:pt x="41960" y="40342"/>
                  <a:pt x="46927" y="40227"/>
                  <a:pt x="48868" y="39996"/>
                </a:cubicBezTo>
                <a:cubicBezTo>
                  <a:pt x="52380" y="39581"/>
                  <a:pt x="55141" y="38373"/>
                  <a:pt x="57152" y="36370"/>
                </a:cubicBezTo>
                <a:cubicBezTo>
                  <a:pt x="59162" y="34365"/>
                  <a:pt x="60167" y="31727"/>
                  <a:pt x="60167" y="28455"/>
                </a:cubicBezTo>
                <a:cubicBezTo>
                  <a:pt x="60167" y="25322"/>
                  <a:pt x="59300" y="22777"/>
                  <a:pt x="57568" y="20819"/>
                </a:cubicBezTo>
                <a:cubicBezTo>
                  <a:pt x="55835" y="18861"/>
                  <a:pt x="53258" y="17674"/>
                  <a:pt x="49839" y="17260"/>
                </a:cubicBezTo>
                <a:cubicBezTo>
                  <a:pt x="47805" y="17029"/>
                  <a:pt x="41960" y="16913"/>
                  <a:pt x="32302" y="16913"/>
                </a:cubicBezTo>
                <a:lnTo>
                  <a:pt x="20518" y="16913"/>
                </a:lnTo>
                <a:moveTo>
                  <a:pt x="20518" y="57256"/>
                </a:moveTo>
                <a:lnTo>
                  <a:pt x="20518" y="84428"/>
                </a:lnTo>
                <a:lnTo>
                  <a:pt x="39511" y="84428"/>
                </a:lnTo>
                <a:cubicBezTo>
                  <a:pt x="46904" y="84428"/>
                  <a:pt x="51595" y="84220"/>
                  <a:pt x="53582" y="83804"/>
                </a:cubicBezTo>
                <a:cubicBezTo>
                  <a:pt x="56632" y="83249"/>
                  <a:pt x="59116" y="81898"/>
                  <a:pt x="61033" y="79749"/>
                </a:cubicBezTo>
                <a:cubicBezTo>
                  <a:pt x="62951" y="77600"/>
                  <a:pt x="63910" y="74723"/>
                  <a:pt x="63910" y="71119"/>
                </a:cubicBezTo>
                <a:cubicBezTo>
                  <a:pt x="63910" y="68069"/>
                  <a:pt x="63171" y="65481"/>
                  <a:pt x="61692" y="63355"/>
                </a:cubicBezTo>
                <a:cubicBezTo>
                  <a:pt x="60213" y="61230"/>
                  <a:pt x="58076" y="59682"/>
                  <a:pt x="55280" y="58711"/>
                </a:cubicBezTo>
                <a:cubicBezTo>
                  <a:pt x="52484" y="57741"/>
                  <a:pt x="46419" y="57256"/>
                  <a:pt x="37084" y="57256"/>
                </a:cubicBezTo>
                <a:lnTo>
                  <a:pt x="20518" y="572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C">
            <a:extLst xmlns:a="http://schemas.openxmlformats.org/drawingml/2006/main">
              <a:ext uri="{FF2B5EF4-FFF2-40B4-BE49-F238E27FC236}">
                <a16:creationId xmlns:a16="http://schemas.microsoft.com/office/drawing/2014/main" id="{CD4FDAEC-25A6-4BDE-B948-00FFF0D9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44" y="3836747"/>
            <a:ext cx="88517" cy="105223"/>
          </a:xfrm>
          <a:custGeom xmlns:a="http://schemas.openxmlformats.org/drawingml/2006/main">
            <a:pathLst>
              <a:path w="88517" h="105223">
                <a:moveTo>
                  <a:pt x="68624" y="65989"/>
                </a:moveTo>
                <a:lnTo>
                  <a:pt x="88517" y="72228"/>
                </a:lnTo>
                <a:cubicBezTo>
                  <a:pt x="85467" y="83389"/>
                  <a:pt x="80396" y="91679"/>
                  <a:pt x="73302" y="97098"/>
                </a:cubicBezTo>
                <a:cubicBezTo>
                  <a:pt x="66209" y="102514"/>
                  <a:pt x="57209" y="105223"/>
                  <a:pt x="46304" y="105223"/>
                </a:cubicBezTo>
                <a:cubicBezTo>
                  <a:pt x="32810" y="105223"/>
                  <a:pt x="21719" y="100607"/>
                  <a:pt x="13032" y="91377"/>
                </a:cubicBezTo>
                <a:cubicBezTo>
                  <a:pt x="4344" y="82145"/>
                  <a:pt x="0" y="69524"/>
                  <a:pt x="0" y="53515"/>
                </a:cubicBezTo>
                <a:cubicBezTo>
                  <a:pt x="0" y="36578"/>
                  <a:pt x="4367" y="23425"/>
                  <a:pt x="13101" y="14056"/>
                </a:cubicBezTo>
                <a:cubicBezTo>
                  <a:pt x="21835" y="4685"/>
                  <a:pt x="33318" y="0"/>
                  <a:pt x="47551" y="0"/>
                </a:cubicBezTo>
                <a:cubicBezTo>
                  <a:pt x="59982" y="0"/>
                  <a:pt x="70079" y="3682"/>
                  <a:pt x="77843" y="11047"/>
                </a:cubicBezTo>
                <a:cubicBezTo>
                  <a:pt x="82464" y="15401"/>
                  <a:pt x="85930" y="21654"/>
                  <a:pt x="88240" y="29806"/>
                </a:cubicBezTo>
                <a:lnTo>
                  <a:pt x="67930" y="34658"/>
                </a:lnTo>
                <a:cubicBezTo>
                  <a:pt x="66729" y="29390"/>
                  <a:pt x="64222" y="25231"/>
                  <a:pt x="60410" y="22181"/>
                </a:cubicBezTo>
                <a:cubicBezTo>
                  <a:pt x="56597" y="19131"/>
                  <a:pt x="51964" y="17606"/>
                  <a:pt x="46512" y="17606"/>
                </a:cubicBezTo>
                <a:cubicBezTo>
                  <a:pt x="38979" y="17606"/>
                  <a:pt x="32868" y="20310"/>
                  <a:pt x="28177" y="25716"/>
                </a:cubicBezTo>
                <a:cubicBezTo>
                  <a:pt x="23487" y="31123"/>
                  <a:pt x="21142" y="39880"/>
                  <a:pt x="21142" y="51988"/>
                </a:cubicBezTo>
                <a:cubicBezTo>
                  <a:pt x="21142" y="64834"/>
                  <a:pt x="23452" y="73984"/>
                  <a:pt x="28073" y="79437"/>
                </a:cubicBezTo>
                <a:cubicBezTo>
                  <a:pt x="32694" y="84890"/>
                  <a:pt x="38702" y="87616"/>
                  <a:pt x="46096" y="87616"/>
                </a:cubicBezTo>
                <a:cubicBezTo>
                  <a:pt x="51549" y="87616"/>
                  <a:pt x="56239" y="85878"/>
                  <a:pt x="60167" y="82402"/>
                </a:cubicBezTo>
                <a:cubicBezTo>
                  <a:pt x="64095" y="78925"/>
                  <a:pt x="66914" y="73454"/>
                  <a:pt x="68624" y="659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D">
            <a:extLst xmlns:a="http://schemas.openxmlformats.org/drawingml/2006/main">
              <a:ext uri="{FF2B5EF4-FFF2-40B4-BE49-F238E27FC236}">
                <a16:creationId xmlns:a16="http://schemas.microsoft.com/office/drawing/2014/main" id="{14897B9A-8AD4-4858-88AE-8A0BB7FD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69" y="3840915"/>
            <a:ext cx="85190" cy="101618"/>
          </a:xfrm>
          <a:custGeom xmlns:a="http://schemas.openxmlformats.org/drawingml/2006/main">
            <a:pathLst>
              <a:path w="85190" h="101618">
                <a:moveTo>
                  <a:pt x="0" y="0"/>
                </a:moveTo>
                <a:lnTo>
                  <a:pt x="37500" y="0"/>
                </a:lnTo>
                <a:cubicBezTo>
                  <a:pt x="45957" y="0"/>
                  <a:pt x="52403" y="647"/>
                  <a:pt x="56840" y="1941"/>
                </a:cubicBezTo>
                <a:cubicBezTo>
                  <a:pt x="62801" y="3697"/>
                  <a:pt x="67907" y="6816"/>
                  <a:pt x="72159" y="11299"/>
                </a:cubicBezTo>
                <a:cubicBezTo>
                  <a:pt x="76410" y="15781"/>
                  <a:pt x="79645" y="21269"/>
                  <a:pt x="81863" y="27761"/>
                </a:cubicBezTo>
                <a:cubicBezTo>
                  <a:pt x="84081" y="34254"/>
                  <a:pt x="85190" y="42260"/>
                  <a:pt x="85190" y="51780"/>
                </a:cubicBezTo>
                <a:cubicBezTo>
                  <a:pt x="85190" y="60144"/>
                  <a:pt x="84150" y="67353"/>
                  <a:pt x="82071" y="73406"/>
                </a:cubicBezTo>
                <a:cubicBezTo>
                  <a:pt x="79529" y="80800"/>
                  <a:pt x="75902" y="86785"/>
                  <a:pt x="71188" y="91359"/>
                </a:cubicBezTo>
                <a:cubicBezTo>
                  <a:pt x="67630" y="94825"/>
                  <a:pt x="62824" y="97529"/>
                  <a:pt x="56770" y="99469"/>
                </a:cubicBezTo>
                <a:cubicBezTo>
                  <a:pt x="52242" y="100902"/>
                  <a:pt x="46188" y="101618"/>
                  <a:pt x="38609" y="101618"/>
                </a:cubicBezTo>
                <a:lnTo>
                  <a:pt x="0" y="101618"/>
                </a:lnTo>
                <a:lnTo>
                  <a:pt x="0" y="0"/>
                </a:lnTo>
                <a:moveTo>
                  <a:pt x="20518" y="17191"/>
                </a:moveTo>
                <a:lnTo>
                  <a:pt x="20518" y="84428"/>
                </a:lnTo>
                <a:lnTo>
                  <a:pt x="35837" y="84428"/>
                </a:lnTo>
                <a:cubicBezTo>
                  <a:pt x="41567" y="84428"/>
                  <a:pt x="45703" y="84104"/>
                  <a:pt x="48244" y="83457"/>
                </a:cubicBezTo>
                <a:cubicBezTo>
                  <a:pt x="51572" y="82627"/>
                  <a:pt x="54333" y="81220"/>
                  <a:pt x="56528" y="79235"/>
                </a:cubicBezTo>
                <a:cubicBezTo>
                  <a:pt x="58723" y="77250"/>
                  <a:pt x="60513" y="73983"/>
                  <a:pt x="61900" y="69436"/>
                </a:cubicBezTo>
                <a:cubicBezTo>
                  <a:pt x="63286" y="64888"/>
                  <a:pt x="63979" y="58691"/>
                  <a:pt x="63979" y="50844"/>
                </a:cubicBezTo>
                <a:cubicBezTo>
                  <a:pt x="63979" y="42997"/>
                  <a:pt x="63286" y="36973"/>
                  <a:pt x="61900" y="32772"/>
                </a:cubicBezTo>
                <a:cubicBezTo>
                  <a:pt x="60513" y="28571"/>
                  <a:pt x="58573" y="25293"/>
                  <a:pt x="56077" y="22939"/>
                </a:cubicBezTo>
                <a:cubicBezTo>
                  <a:pt x="53582" y="20584"/>
                  <a:pt x="50416" y="18991"/>
                  <a:pt x="46581" y="18161"/>
                </a:cubicBezTo>
                <a:cubicBezTo>
                  <a:pt x="43716" y="17514"/>
                  <a:pt x="38101" y="17191"/>
                  <a:pt x="29737" y="17191"/>
                </a:cubicBezTo>
                <a:lnTo>
                  <a:pt x="20518" y="17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E">
            <a:extLst xmlns:a="http://schemas.openxmlformats.org/drawingml/2006/main">
              <a:ext uri="{FF2B5EF4-FFF2-40B4-BE49-F238E27FC236}">
                <a16:creationId xmlns:a16="http://schemas.microsoft.com/office/drawing/2014/main" id="{66689511-09AD-4980-869F-EE9FD967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715" y="4667047"/>
            <a:ext cx="77288" cy="101618"/>
          </a:xfrm>
          <a:custGeom xmlns:a="http://schemas.openxmlformats.org/drawingml/2006/main">
            <a:pathLst>
              <a:path w="77288" h="101618">
                <a:moveTo>
                  <a:pt x="0" y="101618"/>
                </a:moveTo>
                <a:lnTo>
                  <a:pt x="0" y="0"/>
                </a:lnTo>
                <a:lnTo>
                  <a:pt x="75347" y="0"/>
                </a:lnTo>
                <a:lnTo>
                  <a:pt x="75347" y="17191"/>
                </a:lnTo>
                <a:lnTo>
                  <a:pt x="20518" y="17191"/>
                </a:lnTo>
                <a:lnTo>
                  <a:pt x="20518" y="39649"/>
                </a:lnTo>
                <a:lnTo>
                  <a:pt x="71535" y="39649"/>
                </a:lnTo>
                <a:lnTo>
                  <a:pt x="71535" y="56840"/>
                </a:lnTo>
                <a:lnTo>
                  <a:pt x="20518" y="56840"/>
                </a:lnTo>
                <a:lnTo>
                  <a:pt x="20518" y="84428"/>
                </a:lnTo>
                <a:lnTo>
                  <a:pt x="77288" y="84428"/>
                </a:lnTo>
                <a:lnTo>
                  <a:pt x="7728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F">
            <a:extLst xmlns:a="http://schemas.openxmlformats.org/drawingml/2006/main">
              <a:ext uri="{FF2B5EF4-FFF2-40B4-BE49-F238E27FC236}">
                <a16:creationId xmlns:a16="http://schemas.microsoft.com/office/drawing/2014/main" id="{0E8C4E46-863D-4DD9-8436-F3F5938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596" y="4656005"/>
            <a:ext cx="69663" cy="101618"/>
          </a:xfrm>
          <a:custGeom xmlns:a="http://schemas.openxmlformats.org/drawingml/2006/main">
            <a:pathLst>
              <a:path w="69663" h="101618">
                <a:moveTo>
                  <a:pt x="0" y="101618"/>
                </a:moveTo>
                <a:lnTo>
                  <a:pt x="0" y="0"/>
                </a:lnTo>
                <a:lnTo>
                  <a:pt x="69663" y="0"/>
                </a:lnTo>
                <a:lnTo>
                  <a:pt x="69663" y="17191"/>
                </a:lnTo>
                <a:lnTo>
                  <a:pt x="20518" y="17191"/>
                </a:lnTo>
                <a:lnTo>
                  <a:pt x="20518" y="41174"/>
                </a:lnTo>
                <a:lnTo>
                  <a:pt x="62940" y="41174"/>
                </a:lnTo>
                <a:lnTo>
                  <a:pt x="62940" y="58365"/>
                </a:lnTo>
                <a:lnTo>
                  <a:pt x="20518" y="58365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G">
            <a:extLst xmlns:a="http://schemas.openxmlformats.org/drawingml/2006/main">
              <a:ext uri="{FF2B5EF4-FFF2-40B4-BE49-F238E27FC236}">
                <a16:creationId xmlns:a16="http://schemas.microsoft.com/office/drawing/2014/main" id="{23D7237A-7592-40D2-A05F-07D942A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306" y="4654991"/>
            <a:ext cx="95033" cy="105223"/>
          </a:xfrm>
          <a:custGeom xmlns:a="http://schemas.openxmlformats.org/drawingml/2006/main">
            <a:pathLst>
              <a:path w="95033" h="105223">
                <a:moveTo>
                  <a:pt x="50809" y="66128"/>
                </a:moveTo>
                <a:lnTo>
                  <a:pt x="50809" y="48938"/>
                </a:lnTo>
                <a:lnTo>
                  <a:pt x="95033" y="48938"/>
                </a:lnTo>
                <a:lnTo>
                  <a:pt x="95033" y="89425"/>
                </a:lnTo>
                <a:cubicBezTo>
                  <a:pt x="90736" y="93600"/>
                  <a:pt x="84509" y="97277"/>
                  <a:pt x="76352" y="100455"/>
                </a:cubicBezTo>
                <a:cubicBezTo>
                  <a:pt x="68196" y="103634"/>
                  <a:pt x="59936" y="105223"/>
                  <a:pt x="51572" y="105223"/>
                </a:cubicBezTo>
                <a:cubicBezTo>
                  <a:pt x="40943" y="105223"/>
                  <a:pt x="31678" y="102990"/>
                  <a:pt x="23776" y="98525"/>
                </a:cubicBezTo>
                <a:cubicBezTo>
                  <a:pt x="15874" y="94060"/>
                  <a:pt x="9935" y="87675"/>
                  <a:pt x="5961" y="79370"/>
                </a:cubicBezTo>
                <a:cubicBezTo>
                  <a:pt x="1987" y="71063"/>
                  <a:pt x="0" y="62028"/>
                  <a:pt x="0" y="52265"/>
                </a:cubicBezTo>
                <a:cubicBezTo>
                  <a:pt x="0" y="41668"/>
                  <a:pt x="2218" y="32252"/>
                  <a:pt x="6654" y="24016"/>
                </a:cubicBezTo>
                <a:cubicBezTo>
                  <a:pt x="11091" y="15779"/>
                  <a:pt x="17583" y="9462"/>
                  <a:pt x="26132" y="5067"/>
                </a:cubicBezTo>
                <a:cubicBezTo>
                  <a:pt x="32648" y="1689"/>
                  <a:pt x="40758" y="0"/>
                  <a:pt x="50463" y="0"/>
                </a:cubicBezTo>
                <a:cubicBezTo>
                  <a:pt x="63078" y="0"/>
                  <a:pt x="72933" y="2652"/>
                  <a:pt x="80026" y="7956"/>
                </a:cubicBezTo>
                <a:cubicBezTo>
                  <a:pt x="87120" y="13259"/>
                  <a:pt x="91683" y="20589"/>
                  <a:pt x="93716" y="29945"/>
                </a:cubicBezTo>
                <a:lnTo>
                  <a:pt x="73337" y="33827"/>
                </a:lnTo>
                <a:cubicBezTo>
                  <a:pt x="71905" y="28814"/>
                  <a:pt x="69213" y="24858"/>
                  <a:pt x="65262" y="21958"/>
                </a:cubicBezTo>
                <a:cubicBezTo>
                  <a:pt x="61311" y="19057"/>
                  <a:pt x="56378" y="17606"/>
                  <a:pt x="50463" y="17606"/>
                </a:cubicBezTo>
                <a:cubicBezTo>
                  <a:pt x="41498" y="17606"/>
                  <a:pt x="34370" y="20448"/>
                  <a:pt x="29078" y="26132"/>
                </a:cubicBezTo>
                <a:cubicBezTo>
                  <a:pt x="23787" y="31816"/>
                  <a:pt x="21142" y="40250"/>
                  <a:pt x="21142" y="51433"/>
                </a:cubicBezTo>
                <a:cubicBezTo>
                  <a:pt x="21142" y="63494"/>
                  <a:pt x="23822" y="72540"/>
                  <a:pt x="29182" y="78570"/>
                </a:cubicBezTo>
                <a:cubicBezTo>
                  <a:pt x="34543" y="84601"/>
                  <a:pt x="41567" y="87616"/>
                  <a:pt x="50255" y="87616"/>
                </a:cubicBezTo>
                <a:cubicBezTo>
                  <a:pt x="54552" y="87616"/>
                  <a:pt x="58861" y="86776"/>
                  <a:pt x="63182" y="85095"/>
                </a:cubicBezTo>
                <a:cubicBezTo>
                  <a:pt x="67503" y="83414"/>
                  <a:pt x="71211" y="81376"/>
                  <a:pt x="74308" y="78980"/>
                </a:cubicBezTo>
                <a:lnTo>
                  <a:pt x="74308" y="66128"/>
                </a:lnTo>
                <a:lnTo>
                  <a:pt x="50809" y="661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H">
            <a:extLst xmlns:a="http://schemas.openxmlformats.org/drawingml/2006/main">
              <a:ext uri="{FF2B5EF4-FFF2-40B4-BE49-F238E27FC236}">
                <a16:creationId xmlns:a16="http://schemas.microsoft.com/office/drawing/2014/main" id="{E819CD23-A8E7-4F62-9E80-55B108AB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534" y="4640626"/>
            <a:ext cx="81239" cy="101618"/>
          </a:xfrm>
          <a:custGeom xmlns:a="http://schemas.openxmlformats.org/drawingml/2006/main">
            <a:pathLst>
              <a:path w="81239" h="101618">
                <a:moveTo>
                  <a:pt x="0" y="101618"/>
                </a:moveTo>
                <a:lnTo>
                  <a:pt x="0" y="0"/>
                </a:lnTo>
                <a:lnTo>
                  <a:pt x="20518" y="0"/>
                </a:lnTo>
                <a:lnTo>
                  <a:pt x="20518" y="39926"/>
                </a:lnTo>
                <a:lnTo>
                  <a:pt x="60721" y="39926"/>
                </a:lnTo>
                <a:lnTo>
                  <a:pt x="60721" y="0"/>
                </a:lnTo>
                <a:lnTo>
                  <a:pt x="81239" y="0"/>
                </a:lnTo>
                <a:lnTo>
                  <a:pt x="81239" y="101618"/>
                </a:lnTo>
                <a:lnTo>
                  <a:pt x="60721" y="101618"/>
                </a:lnTo>
                <a:lnTo>
                  <a:pt x="60721" y="57117"/>
                </a:lnTo>
                <a:lnTo>
                  <a:pt x="20518" y="57117"/>
                </a:lnTo>
                <a:lnTo>
                  <a:pt x="20518" y="101618"/>
                </a:lnTo>
                <a:lnTo>
                  <a:pt x="0" y="101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f0d0d76f4956"/>
          <a:stretch xmlns:a="http://schemas.openxmlformats.org/drawingml/2006/main"/>
        </p:blipFill>
        <p:spPr>
          <a:xfrm xmlns:a="http://schemas.openxmlformats.org/drawingml/2006/main">
            <a:off x="3677265" y="2965674"/>
            <a:ext cx="874635" cy="227716"/>
          </a:xfrm>
          <a:prstGeom xmlns:a="http://schemas.openxmlformats.org/drawingml/2006/main" prst="rect">
            <a:avLst/>
          </a:prstGeom>
        </p:spPr>
      </p:pic>
      <p:pic>
        <p:nvPicPr>
          <p:cNvPr id="9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a69b6d4344741"/>
          <a:stretch xmlns:a="http://schemas.openxmlformats.org/drawingml/2006/main"/>
        </p:blipFill>
        <p:spPr>
          <a:xfrm xmlns:a="http://schemas.openxmlformats.org/drawingml/2006/main">
            <a:off x="3733427" y="3019420"/>
            <a:ext cx="355170" cy="128685"/>
          </a:xfrm>
          <a:prstGeom xmlns:a="http://schemas.openxmlformats.org/drawingml/2006/main" prst="rect">
            <a:avLst/>
          </a:prstGeom>
        </p:spPr>
      </p:pic>
      <p:pic>
        <p:nvPicPr>
          <p:cNvPr id="9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ea49529214abd"/>
          <a:stretch xmlns:a="http://schemas.openxmlformats.org/drawingml/2006/main"/>
        </p:blipFill>
        <p:spPr>
          <a:xfrm xmlns:a="http://schemas.openxmlformats.org/drawingml/2006/main">
            <a:off x="3677265" y="3751977"/>
            <a:ext cx="874635" cy="227716"/>
          </a:xfrm>
          <a:prstGeom xmlns:a="http://schemas.openxmlformats.org/drawingml/2006/main" prst="rect">
            <a:avLst/>
          </a:prstGeom>
        </p:spPr>
      </p:pic>
      <p:pic>
        <p:nvPicPr>
          <p:cNvPr id="9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11791b9de4cc0"/>
          <a:stretch xmlns:a="http://schemas.openxmlformats.org/drawingml/2006/main"/>
        </p:blipFill>
        <p:spPr>
          <a:xfrm xmlns:a="http://schemas.openxmlformats.org/drawingml/2006/main">
            <a:off x="3733489" y="3805518"/>
            <a:ext cx="369219" cy="129097"/>
          </a:xfrm>
          <a:prstGeom xmlns:a="http://schemas.openxmlformats.org/drawingml/2006/main" prst="rect">
            <a:avLst/>
          </a:prstGeom>
        </p:spPr>
      </p:pic>
      <p:pic>
        <p:nvPicPr>
          <p:cNvPr id="9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d7d01d2be4be0"/>
          <a:stretch xmlns:a="http://schemas.openxmlformats.org/drawingml/2006/main"/>
        </p:blipFill>
        <p:spPr>
          <a:xfrm xmlns:a="http://schemas.openxmlformats.org/drawingml/2006/main">
            <a:off x="3677265" y="4596249"/>
            <a:ext cx="874635" cy="227716"/>
          </a:xfrm>
          <a:prstGeom xmlns:a="http://schemas.openxmlformats.org/drawingml/2006/main" prst="rect">
            <a:avLst/>
          </a:prstGeom>
        </p:spPr>
      </p:pic>
      <p:pic>
        <p:nvPicPr>
          <p:cNvPr id="9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4a125e02c4340"/>
          <a:stretch xmlns:a="http://schemas.openxmlformats.org/drawingml/2006/main"/>
        </p:blipFill>
        <p:spPr>
          <a:xfrm xmlns:a="http://schemas.openxmlformats.org/drawingml/2006/main">
            <a:off x="3733864" y="4649789"/>
            <a:ext cx="369399" cy="129160"/>
          </a:xfrm>
          <a:prstGeom xmlns:a="http://schemas.openxmlformats.org/drawingml/2006/main" prst="rect">
            <a:avLst/>
          </a:prstGeom>
        </p:spPr>
      </p:pic>
      <p:sp>
        <p:nvSpPr>
          <p:cNvPr id="354" name="Text d">
            <a:extLst xmlns:a="http://schemas.openxmlformats.org/drawingml/2006/main">
              <a:ext uri="{FF2B5EF4-FFF2-40B4-BE49-F238E27FC236}">
                <a16:creationId xmlns:a16="http://schemas.microsoft.com/office/drawing/2014/main" id="{C26354B8-6B6D-45F7-A5BB-7BE2CF8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3324394"/>
            <a:ext cx="97364" cy="70568"/>
          </a:xfrm>
          <a:custGeom xmlns:a="http://schemas.openxmlformats.org/drawingml/2006/main">
            <a:pathLst>
              <a:path w="97364" h="70568">
                <a:moveTo>
                  <a:pt x="31197" y="48430"/>
                </a:moveTo>
                <a:lnTo>
                  <a:pt x="37613" y="48430"/>
                </a:lnTo>
                <a:cubicBezTo>
                  <a:pt x="45328" y="48430"/>
                  <a:pt x="51324" y="46920"/>
                  <a:pt x="55601" y="43902"/>
                </a:cubicBezTo>
                <a:cubicBezTo>
                  <a:pt x="59711" y="40798"/>
                  <a:pt x="61766" y="36438"/>
                  <a:pt x="61766" y="30819"/>
                </a:cubicBezTo>
                <a:cubicBezTo>
                  <a:pt x="61766" y="25032"/>
                  <a:pt x="59459" y="20630"/>
                  <a:pt x="54846" y="17611"/>
                </a:cubicBezTo>
                <a:cubicBezTo>
                  <a:pt x="50234" y="14675"/>
                  <a:pt x="43442" y="13208"/>
                  <a:pt x="34468" y="13208"/>
                </a:cubicBezTo>
                <a:cubicBezTo>
                  <a:pt x="25579" y="13208"/>
                  <a:pt x="18787" y="14675"/>
                  <a:pt x="14091" y="17611"/>
                </a:cubicBezTo>
                <a:cubicBezTo>
                  <a:pt x="9394" y="20546"/>
                  <a:pt x="7046" y="24949"/>
                  <a:pt x="7046" y="30819"/>
                </a:cubicBezTo>
                <a:cubicBezTo>
                  <a:pt x="7046" y="36522"/>
                  <a:pt x="9101" y="40883"/>
                  <a:pt x="13210" y="43902"/>
                </a:cubicBezTo>
                <a:cubicBezTo>
                  <a:pt x="17319" y="46920"/>
                  <a:pt x="23314" y="48430"/>
                  <a:pt x="31197" y="48430"/>
                </a:cubicBezTo>
                <a:moveTo>
                  <a:pt x="1762" y="70568"/>
                </a:moveTo>
                <a:lnTo>
                  <a:pt x="1762" y="48430"/>
                </a:lnTo>
                <a:lnTo>
                  <a:pt x="11950" y="48430"/>
                </a:lnTo>
                <a:cubicBezTo>
                  <a:pt x="7842" y="46334"/>
                  <a:pt x="4823" y="43524"/>
                  <a:pt x="2895" y="40001"/>
                </a:cubicBezTo>
                <a:cubicBezTo>
                  <a:pt x="965" y="36563"/>
                  <a:pt x="0" y="32328"/>
                  <a:pt x="0" y="27296"/>
                </a:cubicBezTo>
                <a:cubicBezTo>
                  <a:pt x="0" y="19246"/>
                  <a:pt x="3187" y="12663"/>
                  <a:pt x="9561" y="7547"/>
                </a:cubicBezTo>
                <a:cubicBezTo>
                  <a:pt x="15935" y="2516"/>
                  <a:pt x="24237" y="0"/>
                  <a:pt x="34468" y="0"/>
                </a:cubicBezTo>
                <a:cubicBezTo>
                  <a:pt x="44699" y="0"/>
                  <a:pt x="53002" y="2516"/>
                  <a:pt x="59374" y="7547"/>
                </a:cubicBezTo>
                <a:cubicBezTo>
                  <a:pt x="65665" y="12746"/>
                  <a:pt x="68810" y="19329"/>
                  <a:pt x="68810" y="27296"/>
                </a:cubicBezTo>
                <a:cubicBezTo>
                  <a:pt x="68810" y="32328"/>
                  <a:pt x="67845" y="36563"/>
                  <a:pt x="65916" y="40001"/>
                </a:cubicBezTo>
                <a:cubicBezTo>
                  <a:pt x="63987" y="43524"/>
                  <a:pt x="60969" y="46334"/>
                  <a:pt x="56860" y="48430"/>
                </a:cubicBezTo>
                <a:lnTo>
                  <a:pt x="90822" y="48430"/>
                </a:lnTo>
                <a:lnTo>
                  <a:pt x="90822" y="37738"/>
                </a:lnTo>
                <a:lnTo>
                  <a:pt x="97364" y="37738"/>
                </a:lnTo>
                <a:lnTo>
                  <a:pt x="97364" y="59750"/>
                </a:lnTo>
                <a:lnTo>
                  <a:pt x="8304" y="59750"/>
                </a:lnTo>
                <a:lnTo>
                  <a:pt x="8304" y="70568"/>
                </a:lnTo>
                <a:lnTo>
                  <a:pt x="1762" y="70568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Text i">
            <a:extLst xmlns:a="http://schemas.openxmlformats.org/drawingml/2006/main">
              <a:ext uri="{FF2B5EF4-FFF2-40B4-BE49-F238E27FC236}">
                <a16:creationId xmlns:a16="http://schemas.microsoft.com/office/drawing/2014/main" id="{27957B7A-11BD-4605-A136-095D5F81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3403471"/>
            <a:ext cx="92583" cy="32832"/>
          </a:xfrm>
          <a:custGeom xmlns:a="http://schemas.openxmlformats.org/drawingml/2006/main">
            <a:pathLst>
              <a:path w="92583" h="32832">
                <a:moveTo>
                  <a:pt x="0" y="32832"/>
                </a:moveTo>
                <a:lnTo>
                  <a:pt x="0" y="0"/>
                </a:lnTo>
                <a:lnTo>
                  <a:pt x="6541" y="0"/>
                </a:lnTo>
                <a:lnTo>
                  <a:pt x="6541" y="10818"/>
                </a:lnTo>
                <a:lnTo>
                  <a:pt x="58745" y="10818"/>
                </a:lnTo>
                <a:lnTo>
                  <a:pt x="58745" y="0"/>
                </a:lnTo>
                <a:lnTo>
                  <a:pt x="65286" y="0"/>
                </a:lnTo>
                <a:lnTo>
                  <a:pt x="65286" y="22141"/>
                </a:lnTo>
                <a:lnTo>
                  <a:pt x="6541" y="22141"/>
                </a:lnTo>
                <a:lnTo>
                  <a:pt x="6541" y="32832"/>
                </a:lnTo>
                <a:lnTo>
                  <a:pt x="0" y="32832"/>
                </a:lnTo>
                <a:moveTo>
                  <a:pt x="85538" y="21636"/>
                </a:moveTo>
                <a:cubicBezTo>
                  <a:pt x="83610" y="21636"/>
                  <a:pt x="81974" y="20965"/>
                  <a:pt x="80632" y="19623"/>
                </a:cubicBezTo>
                <a:cubicBezTo>
                  <a:pt x="79291" y="18281"/>
                  <a:pt x="78621" y="16647"/>
                  <a:pt x="78621" y="14718"/>
                </a:cubicBezTo>
                <a:cubicBezTo>
                  <a:pt x="78621" y="12705"/>
                  <a:pt x="79292" y="11070"/>
                  <a:pt x="80634" y="9812"/>
                </a:cubicBezTo>
                <a:cubicBezTo>
                  <a:pt x="81975" y="8387"/>
                  <a:pt x="83610" y="7674"/>
                  <a:pt x="85538" y="7674"/>
                </a:cubicBezTo>
                <a:cubicBezTo>
                  <a:pt x="87468" y="7674"/>
                  <a:pt x="89103" y="8387"/>
                  <a:pt x="90444" y="9812"/>
                </a:cubicBezTo>
                <a:cubicBezTo>
                  <a:pt x="91870" y="11070"/>
                  <a:pt x="92583" y="12705"/>
                  <a:pt x="92583" y="14718"/>
                </a:cubicBezTo>
                <a:cubicBezTo>
                  <a:pt x="92583" y="16479"/>
                  <a:pt x="91912" y="18114"/>
                  <a:pt x="90571" y="19624"/>
                </a:cubicBezTo>
                <a:cubicBezTo>
                  <a:pt x="88978" y="20965"/>
                  <a:pt x="87300" y="21636"/>
                  <a:pt x="85538" y="21636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Text r">
            <a:extLst xmlns:a="http://schemas.openxmlformats.org/drawingml/2006/main">
              <a:ext uri="{FF2B5EF4-FFF2-40B4-BE49-F238E27FC236}">
                <a16:creationId xmlns:a16="http://schemas.microsoft.com/office/drawing/2014/main" id="{98B0CD91-9ED0-428E-A2DF-2836228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3443692"/>
            <a:ext cx="67048" cy="55601"/>
          </a:xfrm>
          <a:custGeom xmlns:a="http://schemas.openxmlformats.org/drawingml/2006/main">
            <a:pathLst>
              <a:path w="67048" h="55601">
                <a:moveTo>
                  <a:pt x="49059" y="55601"/>
                </a:moveTo>
                <a:lnTo>
                  <a:pt x="49059" y="49059"/>
                </a:lnTo>
                <a:cubicBezTo>
                  <a:pt x="52245" y="48976"/>
                  <a:pt x="54677" y="48096"/>
                  <a:pt x="56355" y="46418"/>
                </a:cubicBezTo>
                <a:cubicBezTo>
                  <a:pt x="57948" y="44825"/>
                  <a:pt x="58745" y="42477"/>
                  <a:pt x="58745" y="39374"/>
                </a:cubicBezTo>
                <a:cubicBezTo>
                  <a:pt x="58745" y="33755"/>
                  <a:pt x="56816" y="29520"/>
                  <a:pt x="52959" y="26669"/>
                </a:cubicBezTo>
                <a:cubicBezTo>
                  <a:pt x="49017" y="23650"/>
                  <a:pt x="43482" y="22141"/>
                  <a:pt x="36354" y="22141"/>
                </a:cubicBezTo>
                <a:lnTo>
                  <a:pt x="6541" y="22141"/>
                </a:lnTo>
                <a:lnTo>
                  <a:pt x="6541" y="35222"/>
                </a:lnTo>
                <a:lnTo>
                  <a:pt x="0" y="35222"/>
                </a:lnTo>
                <a:lnTo>
                  <a:pt x="0" y="630"/>
                </a:lnTo>
                <a:lnTo>
                  <a:pt x="6541" y="630"/>
                </a:lnTo>
                <a:lnTo>
                  <a:pt x="6541" y="10818"/>
                </a:lnTo>
                <a:lnTo>
                  <a:pt x="58871" y="10818"/>
                </a:lnTo>
                <a:lnTo>
                  <a:pt x="58871" y="0"/>
                </a:lnTo>
                <a:lnTo>
                  <a:pt x="65286" y="0"/>
                </a:lnTo>
                <a:lnTo>
                  <a:pt x="65286" y="22141"/>
                </a:lnTo>
                <a:lnTo>
                  <a:pt x="53714" y="22141"/>
                </a:lnTo>
                <a:cubicBezTo>
                  <a:pt x="58242" y="24321"/>
                  <a:pt x="61597" y="27172"/>
                  <a:pt x="63777" y="30694"/>
                </a:cubicBezTo>
                <a:cubicBezTo>
                  <a:pt x="65958" y="34132"/>
                  <a:pt x="67048" y="38367"/>
                  <a:pt x="67048" y="43399"/>
                </a:cubicBezTo>
                <a:cubicBezTo>
                  <a:pt x="67048" y="45244"/>
                  <a:pt x="66922" y="47173"/>
                  <a:pt x="66670" y="49186"/>
                </a:cubicBezTo>
                <a:lnTo>
                  <a:pt x="65413" y="55601"/>
                </a:lnTo>
                <a:lnTo>
                  <a:pt x="49059" y="55601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e">
            <a:extLst xmlns:a="http://schemas.openxmlformats.org/drawingml/2006/main">
              <a:ext uri="{FF2B5EF4-FFF2-40B4-BE49-F238E27FC236}">
                <a16:creationId xmlns:a16="http://schemas.microsoft.com/office/drawing/2014/main" id="{3A2D624D-6CD1-4BF9-844E-3CF0B084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3505788"/>
            <a:ext cx="68810" cy="61891"/>
          </a:xfrm>
          <a:custGeom xmlns:a="http://schemas.openxmlformats.org/drawingml/2006/main">
            <a:pathLst>
              <a:path w="68810" h="61891">
                <a:moveTo>
                  <a:pt x="39752" y="48556"/>
                </a:moveTo>
                <a:cubicBezTo>
                  <a:pt x="47299" y="48304"/>
                  <a:pt x="53043" y="46710"/>
                  <a:pt x="56985" y="43775"/>
                </a:cubicBezTo>
                <a:cubicBezTo>
                  <a:pt x="60843" y="40756"/>
                  <a:pt x="62772" y="36480"/>
                  <a:pt x="62772" y="30945"/>
                </a:cubicBezTo>
                <a:cubicBezTo>
                  <a:pt x="62772" y="25662"/>
                  <a:pt x="60801" y="21552"/>
                  <a:pt x="56860" y="18617"/>
                </a:cubicBezTo>
                <a:cubicBezTo>
                  <a:pt x="53002" y="15598"/>
                  <a:pt x="47299" y="13795"/>
                  <a:pt x="39752" y="13208"/>
                </a:cubicBezTo>
                <a:lnTo>
                  <a:pt x="39752" y="48556"/>
                </a:lnTo>
                <a:moveTo>
                  <a:pt x="33210" y="61891"/>
                </a:moveTo>
                <a:lnTo>
                  <a:pt x="33210" y="13208"/>
                </a:lnTo>
                <a:lnTo>
                  <a:pt x="32707" y="13208"/>
                </a:lnTo>
                <a:cubicBezTo>
                  <a:pt x="23818" y="13208"/>
                  <a:pt x="17192" y="14843"/>
                  <a:pt x="12832" y="18114"/>
                </a:cubicBezTo>
                <a:cubicBezTo>
                  <a:pt x="8303" y="21468"/>
                  <a:pt x="6039" y="26374"/>
                  <a:pt x="6039" y="32832"/>
                </a:cubicBezTo>
                <a:cubicBezTo>
                  <a:pt x="6039" y="37864"/>
                  <a:pt x="7339" y="41931"/>
                  <a:pt x="9939" y="45034"/>
                </a:cubicBezTo>
                <a:cubicBezTo>
                  <a:pt x="12622" y="48220"/>
                  <a:pt x="16480" y="50442"/>
                  <a:pt x="21511" y="51700"/>
                </a:cubicBezTo>
                <a:lnTo>
                  <a:pt x="21511" y="60758"/>
                </a:lnTo>
                <a:cubicBezTo>
                  <a:pt x="14384" y="58996"/>
                  <a:pt x="9016" y="55683"/>
                  <a:pt x="5409" y="50819"/>
                </a:cubicBezTo>
                <a:cubicBezTo>
                  <a:pt x="1803" y="45955"/>
                  <a:pt x="0" y="39582"/>
                  <a:pt x="0" y="31700"/>
                </a:cubicBezTo>
                <a:cubicBezTo>
                  <a:pt x="0" y="22140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4699" y="0"/>
                  <a:pt x="53002" y="2851"/>
                  <a:pt x="59374" y="8553"/>
                </a:cubicBezTo>
                <a:cubicBezTo>
                  <a:pt x="65665" y="14256"/>
                  <a:pt x="68810" y="21720"/>
                  <a:pt x="68810" y="30945"/>
                </a:cubicBezTo>
                <a:cubicBezTo>
                  <a:pt x="68810" y="40841"/>
                  <a:pt x="65749" y="48430"/>
                  <a:pt x="59628" y="53714"/>
                </a:cubicBezTo>
                <a:cubicBezTo>
                  <a:pt x="53505" y="59081"/>
                  <a:pt x="44699" y="61806"/>
                  <a:pt x="33210" y="61891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c">
            <a:extLst xmlns:a="http://schemas.openxmlformats.org/drawingml/2006/main">
              <a:ext uri="{FF2B5EF4-FFF2-40B4-BE49-F238E27FC236}">
                <a16:creationId xmlns:a16="http://schemas.microsoft.com/office/drawing/2014/main" id="{34E0A929-58F5-45C4-8938-48893019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3580317"/>
            <a:ext cx="68810" cy="58368"/>
          </a:xfrm>
          <a:custGeom xmlns:a="http://schemas.openxmlformats.org/drawingml/2006/main">
            <a:pathLst>
              <a:path w="68810" h="58368">
                <a:moveTo>
                  <a:pt x="21386" y="58368"/>
                </a:moveTo>
                <a:cubicBezTo>
                  <a:pt x="14258" y="56691"/>
                  <a:pt x="8974" y="53629"/>
                  <a:pt x="5536" y="49184"/>
                </a:cubicBezTo>
                <a:cubicBezTo>
                  <a:pt x="1845" y="44740"/>
                  <a:pt x="0" y="38869"/>
                  <a:pt x="0" y="31573"/>
                </a:cubicBezTo>
                <a:cubicBezTo>
                  <a:pt x="0" y="22097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5035" y="0"/>
                  <a:pt x="53379" y="2893"/>
                  <a:pt x="59501" y="8680"/>
                </a:cubicBezTo>
                <a:cubicBezTo>
                  <a:pt x="65707" y="14466"/>
                  <a:pt x="68810" y="22097"/>
                  <a:pt x="68810" y="31573"/>
                </a:cubicBezTo>
                <a:cubicBezTo>
                  <a:pt x="68810" y="35431"/>
                  <a:pt x="68349" y="39541"/>
                  <a:pt x="67426" y="43902"/>
                </a:cubicBezTo>
                <a:cubicBezTo>
                  <a:pt x="66504" y="47675"/>
                  <a:pt x="65036" y="51784"/>
                  <a:pt x="63023" y="56228"/>
                </a:cubicBezTo>
                <a:lnTo>
                  <a:pt x="46293" y="56228"/>
                </a:lnTo>
                <a:lnTo>
                  <a:pt x="46293" y="49689"/>
                </a:lnTo>
                <a:cubicBezTo>
                  <a:pt x="51912" y="48849"/>
                  <a:pt x="56105" y="46962"/>
                  <a:pt x="58871" y="44026"/>
                </a:cubicBezTo>
                <a:cubicBezTo>
                  <a:pt x="61472" y="41008"/>
                  <a:pt x="62772" y="36899"/>
                  <a:pt x="62772" y="31700"/>
                </a:cubicBezTo>
                <a:cubicBezTo>
                  <a:pt x="62772" y="25661"/>
                  <a:pt x="60381" y="21049"/>
                  <a:pt x="55601" y="17862"/>
                </a:cubicBezTo>
                <a:cubicBezTo>
                  <a:pt x="50989" y="14759"/>
                  <a:pt x="43944" y="13208"/>
                  <a:pt x="34468" y="13208"/>
                </a:cubicBezTo>
                <a:cubicBezTo>
                  <a:pt x="24992" y="13208"/>
                  <a:pt x="17906" y="14759"/>
                  <a:pt x="13210" y="17862"/>
                </a:cubicBezTo>
                <a:cubicBezTo>
                  <a:pt x="8429" y="21049"/>
                  <a:pt x="6039" y="25661"/>
                  <a:pt x="6039" y="31700"/>
                </a:cubicBezTo>
                <a:cubicBezTo>
                  <a:pt x="6039" y="36647"/>
                  <a:pt x="7296" y="40504"/>
                  <a:pt x="9812" y="43272"/>
                </a:cubicBezTo>
                <a:cubicBezTo>
                  <a:pt x="12328" y="46123"/>
                  <a:pt x="16186" y="48136"/>
                  <a:pt x="21386" y="49311"/>
                </a:cubicBezTo>
                <a:lnTo>
                  <a:pt x="21386" y="58368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t">
            <a:extLst xmlns:a="http://schemas.openxmlformats.org/drawingml/2006/main">
              <a:ext uri="{FF2B5EF4-FFF2-40B4-BE49-F238E27FC236}">
                <a16:creationId xmlns:a16="http://schemas.microsoft.com/office/drawing/2014/main" id="{DCC0AE71-6389-4D6E-A2B5-524968F1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3648262"/>
            <a:ext cx="87300" cy="45913"/>
          </a:xfrm>
          <a:custGeom xmlns:a="http://schemas.openxmlformats.org/drawingml/2006/main">
            <a:pathLst>
              <a:path w="87300" h="45913">
                <a:moveTo>
                  <a:pt x="17108" y="45913"/>
                </a:moveTo>
                <a:cubicBezTo>
                  <a:pt x="11238" y="45578"/>
                  <a:pt x="6878" y="43985"/>
                  <a:pt x="4027" y="41134"/>
                </a:cubicBezTo>
                <a:cubicBezTo>
                  <a:pt x="1342" y="38031"/>
                  <a:pt x="0" y="33586"/>
                  <a:pt x="0" y="27799"/>
                </a:cubicBezTo>
                <a:cubicBezTo>
                  <a:pt x="0" y="21258"/>
                  <a:pt x="1426" y="16645"/>
                  <a:pt x="4278" y="13962"/>
                </a:cubicBezTo>
                <a:cubicBezTo>
                  <a:pt x="7382" y="11279"/>
                  <a:pt x="12287" y="9937"/>
                  <a:pt x="18995" y="9937"/>
                </a:cubicBezTo>
                <a:lnTo>
                  <a:pt x="60507" y="9937"/>
                </a:lnTo>
                <a:lnTo>
                  <a:pt x="60507" y="0"/>
                </a:lnTo>
                <a:lnTo>
                  <a:pt x="67048" y="0"/>
                </a:lnTo>
                <a:lnTo>
                  <a:pt x="67048" y="9937"/>
                </a:lnTo>
                <a:lnTo>
                  <a:pt x="87300" y="9937"/>
                </a:lnTo>
                <a:lnTo>
                  <a:pt x="87300" y="21258"/>
                </a:lnTo>
                <a:lnTo>
                  <a:pt x="67048" y="21258"/>
                </a:lnTo>
                <a:lnTo>
                  <a:pt x="67048" y="42518"/>
                </a:lnTo>
                <a:lnTo>
                  <a:pt x="60507" y="42518"/>
                </a:lnTo>
                <a:lnTo>
                  <a:pt x="60507" y="21258"/>
                </a:lnTo>
                <a:lnTo>
                  <a:pt x="18995" y="21258"/>
                </a:lnTo>
                <a:cubicBezTo>
                  <a:pt x="13460" y="21258"/>
                  <a:pt x="9897" y="21803"/>
                  <a:pt x="8304" y="22893"/>
                </a:cubicBezTo>
                <a:cubicBezTo>
                  <a:pt x="6794" y="23983"/>
                  <a:pt x="6039" y="25954"/>
                  <a:pt x="6039" y="28805"/>
                </a:cubicBezTo>
                <a:cubicBezTo>
                  <a:pt x="6039" y="31657"/>
                  <a:pt x="6919" y="33796"/>
                  <a:pt x="8680" y="35222"/>
                </a:cubicBezTo>
                <a:cubicBezTo>
                  <a:pt x="10357" y="36480"/>
                  <a:pt x="13167" y="37192"/>
                  <a:pt x="17108" y="37360"/>
                </a:cubicBezTo>
                <a:lnTo>
                  <a:pt x="17108" y="45913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i">
            <a:extLst xmlns:a="http://schemas.openxmlformats.org/drawingml/2006/main">
              <a:ext uri="{FF2B5EF4-FFF2-40B4-BE49-F238E27FC236}">
                <a16:creationId xmlns:a16="http://schemas.microsoft.com/office/drawing/2014/main" id="{81CD79E0-2D3D-4056-9523-F66E8B61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3699616"/>
            <a:ext cx="92583" cy="32832"/>
          </a:xfrm>
          <a:custGeom xmlns:a="http://schemas.openxmlformats.org/drawingml/2006/main">
            <a:pathLst>
              <a:path w="92583" h="32832">
                <a:moveTo>
                  <a:pt x="0" y="32832"/>
                </a:moveTo>
                <a:lnTo>
                  <a:pt x="0" y="0"/>
                </a:lnTo>
                <a:lnTo>
                  <a:pt x="6541" y="0"/>
                </a:lnTo>
                <a:lnTo>
                  <a:pt x="6541" y="10818"/>
                </a:lnTo>
                <a:lnTo>
                  <a:pt x="58745" y="10818"/>
                </a:lnTo>
                <a:lnTo>
                  <a:pt x="58745" y="0"/>
                </a:lnTo>
                <a:lnTo>
                  <a:pt x="65286" y="0"/>
                </a:lnTo>
                <a:lnTo>
                  <a:pt x="65286" y="22141"/>
                </a:lnTo>
                <a:lnTo>
                  <a:pt x="6541" y="22141"/>
                </a:lnTo>
                <a:lnTo>
                  <a:pt x="6541" y="32832"/>
                </a:lnTo>
                <a:lnTo>
                  <a:pt x="0" y="32832"/>
                </a:lnTo>
                <a:moveTo>
                  <a:pt x="85538" y="21636"/>
                </a:moveTo>
                <a:cubicBezTo>
                  <a:pt x="83610" y="21636"/>
                  <a:pt x="81974" y="20965"/>
                  <a:pt x="80632" y="19623"/>
                </a:cubicBezTo>
                <a:cubicBezTo>
                  <a:pt x="79291" y="18281"/>
                  <a:pt x="78621" y="16647"/>
                  <a:pt x="78621" y="14718"/>
                </a:cubicBezTo>
                <a:cubicBezTo>
                  <a:pt x="78621" y="12705"/>
                  <a:pt x="79292" y="11070"/>
                  <a:pt x="80634" y="9812"/>
                </a:cubicBezTo>
                <a:cubicBezTo>
                  <a:pt x="81975" y="8387"/>
                  <a:pt x="83610" y="7674"/>
                  <a:pt x="85538" y="7674"/>
                </a:cubicBezTo>
                <a:cubicBezTo>
                  <a:pt x="87468" y="7674"/>
                  <a:pt x="89103" y="8387"/>
                  <a:pt x="90444" y="9812"/>
                </a:cubicBezTo>
                <a:cubicBezTo>
                  <a:pt x="91870" y="11070"/>
                  <a:pt x="92583" y="12705"/>
                  <a:pt x="92583" y="14718"/>
                </a:cubicBezTo>
                <a:cubicBezTo>
                  <a:pt x="92583" y="16479"/>
                  <a:pt x="91912" y="18114"/>
                  <a:pt x="90571" y="19624"/>
                </a:cubicBezTo>
                <a:cubicBezTo>
                  <a:pt x="88978" y="20965"/>
                  <a:pt x="87300" y="21636"/>
                  <a:pt x="85538" y="21636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Text o">
            <a:extLst xmlns:a="http://schemas.openxmlformats.org/drawingml/2006/main">
              <a:ext uri="{FF2B5EF4-FFF2-40B4-BE49-F238E27FC236}">
                <a16:creationId xmlns:a16="http://schemas.microsoft.com/office/drawing/2014/main" id="{6F08CC6A-1484-42D2-A493-925A401D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3741600"/>
            <a:ext cx="68810" cy="63148"/>
          </a:xfrm>
          <a:custGeom xmlns:a="http://schemas.openxmlformats.org/drawingml/2006/main">
            <a:pathLst>
              <a:path w="68810" h="63148">
                <a:moveTo>
                  <a:pt x="34468" y="63148"/>
                </a:moveTo>
                <a:cubicBezTo>
                  <a:pt x="24152" y="63148"/>
                  <a:pt x="15809" y="60296"/>
                  <a:pt x="9436" y="54593"/>
                </a:cubicBezTo>
                <a:cubicBezTo>
                  <a:pt x="3145" y="48806"/>
                  <a:pt x="0" y="41133"/>
                  <a:pt x="0" y="31573"/>
                </a:cubicBezTo>
                <a:cubicBezTo>
                  <a:pt x="0" y="22097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4867" y="0"/>
                  <a:pt x="53169" y="2851"/>
                  <a:pt x="59374" y="8553"/>
                </a:cubicBezTo>
                <a:cubicBezTo>
                  <a:pt x="65665" y="14340"/>
                  <a:pt x="68810" y="22013"/>
                  <a:pt x="68810" y="31573"/>
                </a:cubicBezTo>
                <a:cubicBezTo>
                  <a:pt x="68810" y="41133"/>
                  <a:pt x="65665" y="48806"/>
                  <a:pt x="59374" y="54593"/>
                </a:cubicBezTo>
                <a:cubicBezTo>
                  <a:pt x="53169" y="60296"/>
                  <a:pt x="44867" y="63148"/>
                  <a:pt x="34468" y="63148"/>
                </a:cubicBezTo>
                <a:moveTo>
                  <a:pt x="34468" y="49940"/>
                </a:moveTo>
                <a:cubicBezTo>
                  <a:pt x="43860" y="49940"/>
                  <a:pt x="50904" y="48389"/>
                  <a:pt x="55601" y="45286"/>
                </a:cubicBezTo>
                <a:cubicBezTo>
                  <a:pt x="60381" y="42098"/>
                  <a:pt x="62772" y="37527"/>
                  <a:pt x="62772" y="31573"/>
                </a:cubicBezTo>
                <a:cubicBezTo>
                  <a:pt x="62772" y="25619"/>
                  <a:pt x="60381" y="21049"/>
                  <a:pt x="55601" y="17862"/>
                </a:cubicBezTo>
                <a:cubicBezTo>
                  <a:pt x="50904" y="14759"/>
                  <a:pt x="43860" y="13208"/>
                  <a:pt x="34468" y="13208"/>
                </a:cubicBezTo>
                <a:cubicBezTo>
                  <a:pt x="25075" y="13208"/>
                  <a:pt x="18031" y="14759"/>
                  <a:pt x="13334" y="17862"/>
                </a:cubicBezTo>
                <a:cubicBezTo>
                  <a:pt x="8471" y="20965"/>
                  <a:pt x="6039" y="25536"/>
                  <a:pt x="6039" y="31573"/>
                </a:cubicBezTo>
                <a:cubicBezTo>
                  <a:pt x="6039" y="37527"/>
                  <a:pt x="8429" y="42098"/>
                  <a:pt x="13210" y="45286"/>
                </a:cubicBezTo>
                <a:cubicBezTo>
                  <a:pt x="17906" y="48389"/>
                  <a:pt x="24992" y="49940"/>
                  <a:pt x="34468" y="49940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n">
            <a:extLst xmlns:a="http://schemas.openxmlformats.org/drawingml/2006/main">
              <a:ext uri="{FF2B5EF4-FFF2-40B4-BE49-F238E27FC236}">
                <a16:creationId xmlns:a16="http://schemas.microsoft.com/office/drawing/2014/main" id="{11641189-1127-490E-A2AA-FF8226A4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3815945"/>
            <a:ext cx="67048" cy="72960"/>
          </a:xfrm>
          <a:custGeom xmlns:a="http://schemas.openxmlformats.org/drawingml/2006/main">
            <a:pathLst>
              <a:path w="67048" h="72960">
                <a:moveTo>
                  <a:pt x="0" y="72960"/>
                </a:moveTo>
                <a:lnTo>
                  <a:pt x="0" y="41763"/>
                </a:lnTo>
                <a:lnTo>
                  <a:pt x="6541" y="41763"/>
                </a:lnTo>
                <a:lnTo>
                  <a:pt x="6541" y="51576"/>
                </a:lnTo>
                <a:lnTo>
                  <a:pt x="37990" y="51576"/>
                </a:lnTo>
                <a:cubicBezTo>
                  <a:pt x="46040" y="51576"/>
                  <a:pt x="51491" y="50569"/>
                  <a:pt x="54343" y="48556"/>
                </a:cubicBezTo>
                <a:cubicBezTo>
                  <a:pt x="57362" y="46628"/>
                  <a:pt x="58871" y="43189"/>
                  <a:pt x="58871" y="38241"/>
                </a:cubicBezTo>
                <a:cubicBezTo>
                  <a:pt x="58871" y="33042"/>
                  <a:pt x="56942" y="29059"/>
                  <a:pt x="53084" y="26291"/>
                </a:cubicBezTo>
                <a:cubicBezTo>
                  <a:pt x="49227" y="23524"/>
                  <a:pt x="43651" y="22141"/>
                  <a:pt x="36354" y="22141"/>
                </a:cubicBezTo>
                <a:lnTo>
                  <a:pt x="6541" y="22141"/>
                </a:lnTo>
                <a:lnTo>
                  <a:pt x="6541" y="31951"/>
                </a:lnTo>
                <a:lnTo>
                  <a:pt x="0" y="31951"/>
                </a:lnTo>
                <a:lnTo>
                  <a:pt x="0" y="630"/>
                </a:lnTo>
                <a:lnTo>
                  <a:pt x="6541" y="630"/>
                </a:lnTo>
                <a:lnTo>
                  <a:pt x="6541" y="10818"/>
                </a:lnTo>
                <a:lnTo>
                  <a:pt x="58745" y="10818"/>
                </a:lnTo>
                <a:lnTo>
                  <a:pt x="58745" y="0"/>
                </a:lnTo>
                <a:lnTo>
                  <a:pt x="65286" y="0"/>
                </a:lnTo>
                <a:lnTo>
                  <a:pt x="65286" y="22141"/>
                </a:lnTo>
                <a:lnTo>
                  <a:pt x="53714" y="22141"/>
                </a:lnTo>
                <a:cubicBezTo>
                  <a:pt x="58242" y="24321"/>
                  <a:pt x="61555" y="27005"/>
                  <a:pt x="63651" y="30191"/>
                </a:cubicBezTo>
                <a:cubicBezTo>
                  <a:pt x="65916" y="33545"/>
                  <a:pt x="67048" y="37445"/>
                  <a:pt x="67048" y="41890"/>
                </a:cubicBezTo>
                <a:cubicBezTo>
                  <a:pt x="67048" y="49185"/>
                  <a:pt x="64993" y="54510"/>
                  <a:pt x="60883" y="57866"/>
                </a:cubicBezTo>
                <a:cubicBezTo>
                  <a:pt x="56606" y="61219"/>
                  <a:pt x="50149" y="62896"/>
                  <a:pt x="41512" y="62896"/>
                </a:cubicBezTo>
                <a:lnTo>
                  <a:pt x="6541" y="62896"/>
                </a:lnTo>
                <a:lnTo>
                  <a:pt x="6541" y="72960"/>
                </a:lnTo>
                <a:lnTo>
                  <a:pt x="0" y="72960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v">
            <a:extLst xmlns:a="http://schemas.openxmlformats.org/drawingml/2006/main">
              <a:ext uri="{FF2B5EF4-FFF2-40B4-BE49-F238E27FC236}">
                <a16:creationId xmlns:a16="http://schemas.microsoft.com/office/drawing/2014/main" id="{0BBB54D1-52C6-4770-A7BF-B711CD5A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3932100"/>
            <a:ext cx="65286" cy="71073"/>
          </a:xfrm>
          <a:custGeom xmlns:a="http://schemas.openxmlformats.org/drawingml/2006/main">
            <a:pathLst>
              <a:path w="65286" h="71073">
                <a:moveTo>
                  <a:pt x="58745" y="71073"/>
                </a:moveTo>
                <a:lnTo>
                  <a:pt x="58745" y="63777"/>
                </a:lnTo>
                <a:lnTo>
                  <a:pt x="0" y="39752"/>
                </a:lnTo>
                <a:lnTo>
                  <a:pt x="0" y="31448"/>
                </a:lnTo>
                <a:lnTo>
                  <a:pt x="58745" y="7423"/>
                </a:lnTo>
                <a:lnTo>
                  <a:pt x="58745" y="0"/>
                </a:lnTo>
                <a:lnTo>
                  <a:pt x="65286" y="0"/>
                </a:lnTo>
                <a:lnTo>
                  <a:pt x="65286" y="30064"/>
                </a:lnTo>
                <a:lnTo>
                  <a:pt x="58745" y="30064"/>
                </a:lnTo>
                <a:lnTo>
                  <a:pt x="58745" y="19624"/>
                </a:lnTo>
                <a:lnTo>
                  <a:pt x="13837" y="37990"/>
                </a:lnTo>
                <a:lnTo>
                  <a:pt x="58745" y="56357"/>
                </a:lnTo>
                <a:lnTo>
                  <a:pt x="58745" y="46545"/>
                </a:lnTo>
                <a:lnTo>
                  <a:pt x="65286" y="46545"/>
                </a:lnTo>
                <a:lnTo>
                  <a:pt x="65286" y="71073"/>
                </a:lnTo>
                <a:lnTo>
                  <a:pt x="58745" y="71073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e">
            <a:extLst xmlns:a="http://schemas.openxmlformats.org/drawingml/2006/main">
              <a:ext uri="{FF2B5EF4-FFF2-40B4-BE49-F238E27FC236}">
                <a16:creationId xmlns:a16="http://schemas.microsoft.com/office/drawing/2014/main" id="{B5C9DF04-2278-4B68-9528-515C4F8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4009748"/>
            <a:ext cx="68810" cy="61891"/>
          </a:xfrm>
          <a:custGeom xmlns:a="http://schemas.openxmlformats.org/drawingml/2006/main">
            <a:pathLst>
              <a:path w="68810" h="61891">
                <a:moveTo>
                  <a:pt x="39752" y="48556"/>
                </a:moveTo>
                <a:cubicBezTo>
                  <a:pt x="47299" y="48304"/>
                  <a:pt x="53043" y="46710"/>
                  <a:pt x="56985" y="43775"/>
                </a:cubicBezTo>
                <a:cubicBezTo>
                  <a:pt x="60843" y="40756"/>
                  <a:pt x="62772" y="36480"/>
                  <a:pt x="62772" y="30945"/>
                </a:cubicBezTo>
                <a:cubicBezTo>
                  <a:pt x="62772" y="25662"/>
                  <a:pt x="60801" y="21552"/>
                  <a:pt x="56860" y="18617"/>
                </a:cubicBezTo>
                <a:cubicBezTo>
                  <a:pt x="53002" y="15598"/>
                  <a:pt x="47299" y="13795"/>
                  <a:pt x="39752" y="13208"/>
                </a:cubicBezTo>
                <a:lnTo>
                  <a:pt x="39752" y="48556"/>
                </a:lnTo>
                <a:moveTo>
                  <a:pt x="33210" y="61891"/>
                </a:moveTo>
                <a:lnTo>
                  <a:pt x="33210" y="13208"/>
                </a:lnTo>
                <a:lnTo>
                  <a:pt x="32707" y="13208"/>
                </a:lnTo>
                <a:cubicBezTo>
                  <a:pt x="23818" y="13208"/>
                  <a:pt x="17192" y="14843"/>
                  <a:pt x="12832" y="18114"/>
                </a:cubicBezTo>
                <a:cubicBezTo>
                  <a:pt x="8303" y="21468"/>
                  <a:pt x="6039" y="26374"/>
                  <a:pt x="6039" y="32832"/>
                </a:cubicBezTo>
                <a:cubicBezTo>
                  <a:pt x="6039" y="37864"/>
                  <a:pt x="7339" y="41931"/>
                  <a:pt x="9939" y="45034"/>
                </a:cubicBezTo>
                <a:cubicBezTo>
                  <a:pt x="12622" y="48220"/>
                  <a:pt x="16480" y="50442"/>
                  <a:pt x="21511" y="51700"/>
                </a:cubicBezTo>
                <a:lnTo>
                  <a:pt x="21511" y="60758"/>
                </a:lnTo>
                <a:cubicBezTo>
                  <a:pt x="14384" y="58996"/>
                  <a:pt x="9016" y="55683"/>
                  <a:pt x="5409" y="50819"/>
                </a:cubicBezTo>
                <a:cubicBezTo>
                  <a:pt x="1803" y="45955"/>
                  <a:pt x="0" y="39582"/>
                  <a:pt x="0" y="31700"/>
                </a:cubicBezTo>
                <a:cubicBezTo>
                  <a:pt x="0" y="22140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4699" y="0"/>
                  <a:pt x="53002" y="2851"/>
                  <a:pt x="59374" y="8553"/>
                </a:cubicBezTo>
                <a:cubicBezTo>
                  <a:pt x="65665" y="14256"/>
                  <a:pt x="68810" y="21720"/>
                  <a:pt x="68810" y="30945"/>
                </a:cubicBezTo>
                <a:cubicBezTo>
                  <a:pt x="68810" y="40841"/>
                  <a:pt x="65749" y="48430"/>
                  <a:pt x="59628" y="53714"/>
                </a:cubicBezTo>
                <a:cubicBezTo>
                  <a:pt x="53505" y="59081"/>
                  <a:pt x="44699" y="61806"/>
                  <a:pt x="33210" y="61891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c">
            <a:extLst xmlns:a="http://schemas.openxmlformats.org/drawingml/2006/main">
              <a:ext uri="{FF2B5EF4-FFF2-40B4-BE49-F238E27FC236}">
                <a16:creationId xmlns:a16="http://schemas.microsoft.com/office/drawing/2014/main" id="{4E846FCE-6C6D-481A-B2F4-F53714AC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4084277"/>
            <a:ext cx="68810" cy="58368"/>
          </a:xfrm>
          <a:custGeom xmlns:a="http://schemas.openxmlformats.org/drawingml/2006/main">
            <a:pathLst>
              <a:path w="68810" h="58368">
                <a:moveTo>
                  <a:pt x="21386" y="58368"/>
                </a:moveTo>
                <a:cubicBezTo>
                  <a:pt x="14258" y="56691"/>
                  <a:pt x="8974" y="53629"/>
                  <a:pt x="5536" y="49184"/>
                </a:cubicBezTo>
                <a:cubicBezTo>
                  <a:pt x="1845" y="44740"/>
                  <a:pt x="0" y="38869"/>
                  <a:pt x="0" y="31573"/>
                </a:cubicBezTo>
                <a:cubicBezTo>
                  <a:pt x="0" y="22097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5035" y="0"/>
                  <a:pt x="53379" y="2893"/>
                  <a:pt x="59501" y="8680"/>
                </a:cubicBezTo>
                <a:cubicBezTo>
                  <a:pt x="65707" y="14466"/>
                  <a:pt x="68810" y="22097"/>
                  <a:pt x="68810" y="31573"/>
                </a:cubicBezTo>
                <a:cubicBezTo>
                  <a:pt x="68810" y="35431"/>
                  <a:pt x="68349" y="39541"/>
                  <a:pt x="67426" y="43902"/>
                </a:cubicBezTo>
                <a:cubicBezTo>
                  <a:pt x="66504" y="47675"/>
                  <a:pt x="65036" y="51784"/>
                  <a:pt x="63023" y="56228"/>
                </a:cubicBezTo>
                <a:lnTo>
                  <a:pt x="46293" y="56228"/>
                </a:lnTo>
                <a:lnTo>
                  <a:pt x="46293" y="49689"/>
                </a:lnTo>
                <a:cubicBezTo>
                  <a:pt x="51912" y="48849"/>
                  <a:pt x="56105" y="46962"/>
                  <a:pt x="58871" y="44026"/>
                </a:cubicBezTo>
                <a:cubicBezTo>
                  <a:pt x="61472" y="41008"/>
                  <a:pt x="62772" y="36899"/>
                  <a:pt x="62772" y="31700"/>
                </a:cubicBezTo>
                <a:cubicBezTo>
                  <a:pt x="62772" y="25661"/>
                  <a:pt x="60381" y="21049"/>
                  <a:pt x="55601" y="17862"/>
                </a:cubicBezTo>
                <a:cubicBezTo>
                  <a:pt x="50989" y="14759"/>
                  <a:pt x="43944" y="13208"/>
                  <a:pt x="34468" y="13208"/>
                </a:cubicBezTo>
                <a:cubicBezTo>
                  <a:pt x="24992" y="13208"/>
                  <a:pt x="17906" y="14759"/>
                  <a:pt x="13210" y="17862"/>
                </a:cubicBezTo>
                <a:cubicBezTo>
                  <a:pt x="8429" y="21049"/>
                  <a:pt x="6039" y="25661"/>
                  <a:pt x="6039" y="31700"/>
                </a:cubicBezTo>
                <a:cubicBezTo>
                  <a:pt x="6039" y="36647"/>
                  <a:pt x="7296" y="40504"/>
                  <a:pt x="9812" y="43272"/>
                </a:cubicBezTo>
                <a:cubicBezTo>
                  <a:pt x="12328" y="46123"/>
                  <a:pt x="16186" y="48136"/>
                  <a:pt x="21386" y="49311"/>
                </a:cubicBezTo>
                <a:lnTo>
                  <a:pt x="21386" y="58368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t">
            <a:extLst xmlns:a="http://schemas.openxmlformats.org/drawingml/2006/main">
              <a:ext uri="{FF2B5EF4-FFF2-40B4-BE49-F238E27FC236}">
                <a16:creationId xmlns:a16="http://schemas.microsoft.com/office/drawing/2014/main" id="{A8A6D79C-A260-4660-9D44-5F05AFA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4152223"/>
            <a:ext cx="87300" cy="45913"/>
          </a:xfrm>
          <a:custGeom xmlns:a="http://schemas.openxmlformats.org/drawingml/2006/main">
            <a:pathLst>
              <a:path w="87300" h="45913">
                <a:moveTo>
                  <a:pt x="17108" y="45913"/>
                </a:moveTo>
                <a:cubicBezTo>
                  <a:pt x="11238" y="45578"/>
                  <a:pt x="6878" y="43985"/>
                  <a:pt x="4027" y="41134"/>
                </a:cubicBezTo>
                <a:cubicBezTo>
                  <a:pt x="1342" y="38031"/>
                  <a:pt x="0" y="33586"/>
                  <a:pt x="0" y="27799"/>
                </a:cubicBezTo>
                <a:cubicBezTo>
                  <a:pt x="0" y="21258"/>
                  <a:pt x="1426" y="16645"/>
                  <a:pt x="4278" y="13962"/>
                </a:cubicBezTo>
                <a:cubicBezTo>
                  <a:pt x="7382" y="11279"/>
                  <a:pt x="12287" y="9937"/>
                  <a:pt x="18995" y="9937"/>
                </a:cubicBezTo>
                <a:lnTo>
                  <a:pt x="60507" y="9937"/>
                </a:lnTo>
                <a:lnTo>
                  <a:pt x="60507" y="0"/>
                </a:lnTo>
                <a:lnTo>
                  <a:pt x="67048" y="0"/>
                </a:lnTo>
                <a:lnTo>
                  <a:pt x="67048" y="9937"/>
                </a:lnTo>
                <a:lnTo>
                  <a:pt x="87300" y="9937"/>
                </a:lnTo>
                <a:lnTo>
                  <a:pt x="87300" y="21258"/>
                </a:lnTo>
                <a:lnTo>
                  <a:pt x="67048" y="21258"/>
                </a:lnTo>
                <a:lnTo>
                  <a:pt x="67048" y="42518"/>
                </a:lnTo>
                <a:lnTo>
                  <a:pt x="60507" y="42518"/>
                </a:lnTo>
                <a:lnTo>
                  <a:pt x="60507" y="21258"/>
                </a:lnTo>
                <a:lnTo>
                  <a:pt x="18995" y="21258"/>
                </a:lnTo>
                <a:cubicBezTo>
                  <a:pt x="13460" y="21258"/>
                  <a:pt x="9897" y="21803"/>
                  <a:pt x="8304" y="22893"/>
                </a:cubicBezTo>
                <a:cubicBezTo>
                  <a:pt x="6794" y="23983"/>
                  <a:pt x="6039" y="25954"/>
                  <a:pt x="6039" y="28805"/>
                </a:cubicBezTo>
                <a:cubicBezTo>
                  <a:pt x="6039" y="31657"/>
                  <a:pt x="6919" y="33796"/>
                  <a:pt x="8680" y="35222"/>
                </a:cubicBezTo>
                <a:cubicBezTo>
                  <a:pt x="10357" y="36480"/>
                  <a:pt x="13167" y="37192"/>
                  <a:pt x="17108" y="37360"/>
                </a:cubicBezTo>
                <a:lnTo>
                  <a:pt x="17108" y="45913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Text o">
            <a:extLst xmlns:a="http://schemas.openxmlformats.org/drawingml/2006/main">
              <a:ext uri="{FF2B5EF4-FFF2-40B4-BE49-F238E27FC236}">
                <a16:creationId xmlns:a16="http://schemas.microsoft.com/office/drawing/2014/main" id="{899A5259-DCB8-4E70-B042-D080CD20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742" y="4205339"/>
            <a:ext cx="68810" cy="63148"/>
          </a:xfrm>
          <a:custGeom xmlns:a="http://schemas.openxmlformats.org/drawingml/2006/main">
            <a:pathLst>
              <a:path w="68810" h="63148">
                <a:moveTo>
                  <a:pt x="34468" y="63148"/>
                </a:moveTo>
                <a:cubicBezTo>
                  <a:pt x="24152" y="63148"/>
                  <a:pt x="15809" y="60296"/>
                  <a:pt x="9436" y="54593"/>
                </a:cubicBezTo>
                <a:cubicBezTo>
                  <a:pt x="3145" y="48806"/>
                  <a:pt x="0" y="41133"/>
                  <a:pt x="0" y="31573"/>
                </a:cubicBezTo>
                <a:cubicBezTo>
                  <a:pt x="0" y="22097"/>
                  <a:pt x="3145" y="14466"/>
                  <a:pt x="9434" y="8680"/>
                </a:cubicBezTo>
                <a:cubicBezTo>
                  <a:pt x="15725" y="2893"/>
                  <a:pt x="24069" y="0"/>
                  <a:pt x="34468" y="0"/>
                </a:cubicBezTo>
                <a:cubicBezTo>
                  <a:pt x="44867" y="0"/>
                  <a:pt x="53169" y="2851"/>
                  <a:pt x="59374" y="8553"/>
                </a:cubicBezTo>
                <a:cubicBezTo>
                  <a:pt x="65665" y="14340"/>
                  <a:pt x="68810" y="22013"/>
                  <a:pt x="68810" y="31573"/>
                </a:cubicBezTo>
                <a:cubicBezTo>
                  <a:pt x="68810" y="41133"/>
                  <a:pt x="65665" y="48806"/>
                  <a:pt x="59374" y="54593"/>
                </a:cubicBezTo>
                <a:cubicBezTo>
                  <a:pt x="53169" y="60296"/>
                  <a:pt x="44867" y="63148"/>
                  <a:pt x="34468" y="63148"/>
                </a:cubicBezTo>
                <a:moveTo>
                  <a:pt x="34468" y="49940"/>
                </a:moveTo>
                <a:cubicBezTo>
                  <a:pt x="43860" y="49940"/>
                  <a:pt x="50904" y="48389"/>
                  <a:pt x="55601" y="45286"/>
                </a:cubicBezTo>
                <a:cubicBezTo>
                  <a:pt x="60381" y="42098"/>
                  <a:pt x="62772" y="37527"/>
                  <a:pt x="62772" y="31573"/>
                </a:cubicBezTo>
                <a:cubicBezTo>
                  <a:pt x="62772" y="25619"/>
                  <a:pt x="60381" y="21049"/>
                  <a:pt x="55601" y="17862"/>
                </a:cubicBezTo>
                <a:cubicBezTo>
                  <a:pt x="50904" y="14759"/>
                  <a:pt x="43860" y="13208"/>
                  <a:pt x="34468" y="13208"/>
                </a:cubicBezTo>
                <a:cubicBezTo>
                  <a:pt x="25075" y="13208"/>
                  <a:pt x="18031" y="14759"/>
                  <a:pt x="13334" y="17862"/>
                </a:cubicBezTo>
                <a:cubicBezTo>
                  <a:pt x="8471" y="20965"/>
                  <a:pt x="6039" y="25536"/>
                  <a:pt x="6039" y="31573"/>
                </a:cubicBezTo>
                <a:cubicBezTo>
                  <a:pt x="6039" y="37527"/>
                  <a:pt x="8429" y="42098"/>
                  <a:pt x="13210" y="45286"/>
                </a:cubicBezTo>
                <a:cubicBezTo>
                  <a:pt x="17906" y="48389"/>
                  <a:pt x="24992" y="49940"/>
                  <a:pt x="34468" y="49940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r">
            <a:extLst xmlns:a="http://schemas.openxmlformats.org/drawingml/2006/main">
              <a:ext uri="{FF2B5EF4-FFF2-40B4-BE49-F238E27FC236}">
                <a16:creationId xmlns:a16="http://schemas.microsoft.com/office/drawing/2014/main" id="{AA3E7C7F-F99C-44A4-80BC-CE7F48C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4279683"/>
            <a:ext cx="67048" cy="55601"/>
          </a:xfrm>
          <a:custGeom xmlns:a="http://schemas.openxmlformats.org/drawingml/2006/main">
            <a:pathLst>
              <a:path w="67048" h="55601">
                <a:moveTo>
                  <a:pt x="49059" y="55601"/>
                </a:moveTo>
                <a:lnTo>
                  <a:pt x="49059" y="49059"/>
                </a:lnTo>
                <a:cubicBezTo>
                  <a:pt x="52245" y="48976"/>
                  <a:pt x="54677" y="48096"/>
                  <a:pt x="56355" y="46418"/>
                </a:cubicBezTo>
                <a:cubicBezTo>
                  <a:pt x="57948" y="44825"/>
                  <a:pt x="58745" y="42477"/>
                  <a:pt x="58745" y="39374"/>
                </a:cubicBezTo>
                <a:cubicBezTo>
                  <a:pt x="58745" y="33755"/>
                  <a:pt x="56816" y="29520"/>
                  <a:pt x="52959" y="26669"/>
                </a:cubicBezTo>
                <a:cubicBezTo>
                  <a:pt x="49017" y="23650"/>
                  <a:pt x="43482" y="22141"/>
                  <a:pt x="36354" y="22141"/>
                </a:cubicBezTo>
                <a:lnTo>
                  <a:pt x="6541" y="22141"/>
                </a:lnTo>
                <a:lnTo>
                  <a:pt x="6541" y="35222"/>
                </a:lnTo>
                <a:lnTo>
                  <a:pt x="0" y="35222"/>
                </a:lnTo>
                <a:lnTo>
                  <a:pt x="0" y="630"/>
                </a:lnTo>
                <a:lnTo>
                  <a:pt x="6541" y="630"/>
                </a:lnTo>
                <a:lnTo>
                  <a:pt x="6541" y="10818"/>
                </a:lnTo>
                <a:lnTo>
                  <a:pt x="58871" y="10818"/>
                </a:lnTo>
                <a:lnTo>
                  <a:pt x="58871" y="0"/>
                </a:lnTo>
                <a:lnTo>
                  <a:pt x="65286" y="0"/>
                </a:lnTo>
                <a:lnTo>
                  <a:pt x="65286" y="22141"/>
                </a:lnTo>
                <a:lnTo>
                  <a:pt x="53714" y="22141"/>
                </a:lnTo>
                <a:cubicBezTo>
                  <a:pt x="58242" y="24321"/>
                  <a:pt x="61597" y="27172"/>
                  <a:pt x="63777" y="30694"/>
                </a:cubicBezTo>
                <a:cubicBezTo>
                  <a:pt x="65958" y="34132"/>
                  <a:pt x="67048" y="38367"/>
                  <a:pt x="67048" y="43399"/>
                </a:cubicBezTo>
                <a:cubicBezTo>
                  <a:pt x="67048" y="45244"/>
                  <a:pt x="66922" y="47173"/>
                  <a:pt x="66670" y="49186"/>
                </a:cubicBezTo>
                <a:lnTo>
                  <a:pt x="65413" y="55601"/>
                </a:lnTo>
                <a:lnTo>
                  <a:pt x="49059" y="55601"/>
                </a:ln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Text �">
            <a:extLst xmlns:a="http://schemas.openxmlformats.org/drawingml/2006/main">
              <a:ext uri="{FF2B5EF4-FFF2-40B4-BE49-F238E27FC236}">
                <a16:creationId xmlns:a16="http://schemas.microsoft.com/office/drawing/2014/main" id="{C9ACFB90-A7AF-485A-934C-797D39F8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9504" y="4385380"/>
            <a:ext cx="67048" cy="66795"/>
          </a:xfrm>
          <a:custGeom xmlns:a="http://schemas.openxmlformats.org/drawingml/2006/main">
            <a:pathLst>
              <a:path w="67048" h="66795">
                <a:moveTo>
                  <a:pt x="66040" y="66795"/>
                </a:moveTo>
                <a:lnTo>
                  <a:pt x="46543" y="63021"/>
                </a:lnTo>
                <a:lnTo>
                  <a:pt x="46543" y="56104"/>
                </a:lnTo>
                <a:cubicBezTo>
                  <a:pt x="47130" y="56187"/>
                  <a:pt x="47927" y="56228"/>
                  <a:pt x="48934" y="56228"/>
                </a:cubicBezTo>
                <a:cubicBezTo>
                  <a:pt x="51114" y="56228"/>
                  <a:pt x="52917" y="55768"/>
                  <a:pt x="54343" y="54846"/>
                </a:cubicBezTo>
                <a:cubicBezTo>
                  <a:pt x="56020" y="53419"/>
                  <a:pt x="56858" y="51197"/>
                  <a:pt x="56858" y="48178"/>
                </a:cubicBezTo>
                <a:cubicBezTo>
                  <a:pt x="56858" y="43399"/>
                  <a:pt x="54761" y="39248"/>
                  <a:pt x="50568" y="35725"/>
                </a:cubicBezTo>
                <a:cubicBezTo>
                  <a:pt x="46376" y="32203"/>
                  <a:pt x="40590" y="29687"/>
                  <a:pt x="33210" y="28177"/>
                </a:cubicBezTo>
                <a:lnTo>
                  <a:pt x="0" y="21763"/>
                </a:lnTo>
                <a:lnTo>
                  <a:pt x="0" y="0"/>
                </a:lnTo>
                <a:lnTo>
                  <a:pt x="57866" y="11196"/>
                </a:lnTo>
                <a:lnTo>
                  <a:pt x="57866" y="1257"/>
                </a:lnTo>
                <a:lnTo>
                  <a:pt x="65286" y="2768"/>
                </a:lnTo>
                <a:lnTo>
                  <a:pt x="65286" y="34468"/>
                </a:lnTo>
                <a:lnTo>
                  <a:pt x="53714" y="32203"/>
                </a:lnTo>
                <a:cubicBezTo>
                  <a:pt x="58242" y="35221"/>
                  <a:pt x="61597" y="38701"/>
                  <a:pt x="63777" y="42642"/>
                </a:cubicBezTo>
                <a:cubicBezTo>
                  <a:pt x="65958" y="46585"/>
                  <a:pt x="67048" y="51072"/>
                  <a:pt x="67048" y="56104"/>
                </a:cubicBezTo>
                <a:cubicBezTo>
                  <a:pt x="67048" y="56774"/>
                  <a:pt x="66964" y="58283"/>
                  <a:pt x="66797" y="60631"/>
                </a:cubicBezTo>
                <a:cubicBezTo>
                  <a:pt x="66712" y="62309"/>
                  <a:pt x="66460" y="64364"/>
                  <a:pt x="66040" y="66795"/>
                </a:cubicBezTo>
                <a:close/>
              </a:path>
            </a:pathLst>
          </a:custGeom>
          <a:solidFill xmlns:a="http://schemas.openxmlformats.org/drawingml/2006/main">
            <a:srgbClr val="7C7C7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B8963-4F19-4531-A892-0741B53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879" y="3438179"/>
            <a:ext cx="53235" cy="967304"/>
          </a:xfrm>
          <a:custGeom xmlns:a="http://schemas.openxmlformats.org/drawingml/2006/main">
            <a:pathLst>
              <a:path w="53235" h="967304">
                <a:moveTo>
                  <a:pt x="35490" y="0"/>
                </a:moveTo>
                <a:lnTo>
                  <a:pt x="17745" y="0"/>
                </a:lnTo>
                <a:lnTo>
                  <a:pt x="17745" y="878578"/>
                </a:lnTo>
                <a:lnTo>
                  <a:pt x="0" y="878578"/>
                </a:lnTo>
                <a:lnTo>
                  <a:pt x="26618" y="967304"/>
                </a:lnTo>
                <a:lnTo>
                  <a:pt x="53235" y="878578"/>
                </a:lnTo>
                <a:lnTo>
                  <a:pt x="35490" y="878578"/>
                </a:lnTo>
                <a:lnTo>
                  <a:pt x="35490" y="0"/>
                </a:lnTo>
                <a:close/>
              </a:path>
            </a:pathLst>
          </a:custGeom>
          <a:solidFill xmlns:a="http://schemas.openxmlformats.org/drawingml/2006/main">
            <a:srgbClr val="C9C9C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6BBD1-B882-4C9D-B40E-9341DDD1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220" y="4996197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ℎ_�����(�,�)≈ℎ_�����(�,�)≈0">
            <a:extLst xmlns:a="http://schemas.openxmlformats.org/drawingml/2006/main">
              <a:ext uri="{FF2B5EF4-FFF2-40B4-BE49-F238E27FC236}">
                <a16:creationId xmlns:a16="http://schemas.microsoft.com/office/drawing/2014/main" id="{3681AFFF-5311-4E05-A155-BE1F750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782" y="5128079"/>
            <a:ext cx="2014142" cy="104824"/>
          </a:xfrm>
          <a:custGeom xmlns:a="http://schemas.openxmlformats.org/drawingml/2006/main">
            <a:pathLst>
              <a:path w="2014142" h="104824">
                <a:moveTo>
                  <a:pt x="55847" y="78451"/>
                </a:moveTo>
                <a:lnTo>
                  <a:pt x="54740" y="84214"/>
                </a:lnTo>
                <a:lnTo>
                  <a:pt x="35902" y="84214"/>
                </a:lnTo>
                <a:lnTo>
                  <a:pt x="42439" y="50749"/>
                </a:lnTo>
                <a:cubicBezTo>
                  <a:pt x="43252" y="47055"/>
                  <a:pt x="43584" y="43953"/>
                  <a:pt x="43437" y="41441"/>
                </a:cubicBezTo>
                <a:cubicBezTo>
                  <a:pt x="43437" y="39151"/>
                  <a:pt x="43178" y="37452"/>
                  <a:pt x="42661" y="36344"/>
                </a:cubicBezTo>
                <a:cubicBezTo>
                  <a:pt x="41405" y="33759"/>
                  <a:pt x="38598" y="32467"/>
                  <a:pt x="34240" y="32467"/>
                </a:cubicBezTo>
                <a:cubicBezTo>
                  <a:pt x="29659" y="32467"/>
                  <a:pt x="25818" y="34165"/>
                  <a:pt x="22716" y="37563"/>
                </a:cubicBezTo>
                <a:cubicBezTo>
                  <a:pt x="19539" y="40961"/>
                  <a:pt x="17360" y="45837"/>
                  <a:pt x="16178" y="52190"/>
                </a:cubicBezTo>
                <a:lnTo>
                  <a:pt x="9972" y="84214"/>
                </a:lnTo>
                <a:lnTo>
                  <a:pt x="0" y="84214"/>
                </a:lnTo>
                <a:lnTo>
                  <a:pt x="15292" y="5762"/>
                </a:lnTo>
                <a:lnTo>
                  <a:pt x="5762" y="5762"/>
                </a:lnTo>
                <a:lnTo>
                  <a:pt x="6870" y="0"/>
                </a:lnTo>
                <a:lnTo>
                  <a:pt x="26371" y="0"/>
                </a:lnTo>
                <a:lnTo>
                  <a:pt x="19170" y="36898"/>
                </a:lnTo>
                <a:cubicBezTo>
                  <a:pt x="21755" y="32909"/>
                  <a:pt x="24709" y="29991"/>
                  <a:pt x="28033" y="28145"/>
                </a:cubicBezTo>
                <a:cubicBezTo>
                  <a:pt x="31359" y="26150"/>
                  <a:pt x="34979" y="25152"/>
                  <a:pt x="38893" y="25152"/>
                </a:cubicBezTo>
                <a:cubicBezTo>
                  <a:pt x="45246" y="25152"/>
                  <a:pt x="49568" y="26963"/>
                  <a:pt x="51858" y="30583"/>
                </a:cubicBezTo>
                <a:cubicBezTo>
                  <a:pt x="53262" y="32725"/>
                  <a:pt x="53964" y="35679"/>
                  <a:pt x="53964" y="39446"/>
                </a:cubicBezTo>
                <a:cubicBezTo>
                  <a:pt x="53964" y="41959"/>
                  <a:pt x="53631" y="44692"/>
                  <a:pt x="52966" y="47647"/>
                </a:cubicBezTo>
                <a:lnTo>
                  <a:pt x="46982" y="78451"/>
                </a:lnTo>
                <a:lnTo>
                  <a:pt x="55847" y="78451"/>
                </a:lnTo>
                <a:close/>
                <a:moveTo>
                  <a:pt x="119886" y="104824"/>
                </a:moveTo>
                <a:lnTo>
                  <a:pt x="64481" y="104824"/>
                </a:lnTo>
                <a:lnTo>
                  <a:pt x="64481" y="99062"/>
                </a:lnTo>
                <a:lnTo>
                  <a:pt x="119886" y="99062"/>
                </a:lnTo>
                <a:lnTo>
                  <a:pt x="119886" y="104824"/>
                </a:lnTo>
                <a:close/>
                <a:moveTo>
                  <a:pt x="180412" y="29807"/>
                </a:moveTo>
                <a:lnTo>
                  <a:pt x="177974" y="42327"/>
                </a:lnTo>
                <a:lnTo>
                  <a:pt x="172212" y="42327"/>
                </a:lnTo>
                <a:cubicBezTo>
                  <a:pt x="172359" y="41294"/>
                  <a:pt x="172433" y="40518"/>
                  <a:pt x="172433" y="40001"/>
                </a:cubicBezTo>
                <a:cubicBezTo>
                  <a:pt x="172433" y="37342"/>
                  <a:pt x="171510" y="35089"/>
                  <a:pt x="169664" y="33241"/>
                </a:cubicBezTo>
                <a:cubicBezTo>
                  <a:pt x="167890" y="31395"/>
                  <a:pt x="164898" y="30472"/>
                  <a:pt x="160687" y="30472"/>
                </a:cubicBezTo>
                <a:cubicBezTo>
                  <a:pt x="152266" y="30472"/>
                  <a:pt x="147427" y="33427"/>
                  <a:pt x="146172" y="39336"/>
                </a:cubicBezTo>
                <a:cubicBezTo>
                  <a:pt x="146024" y="40075"/>
                  <a:pt x="145950" y="40924"/>
                  <a:pt x="145950" y="41884"/>
                </a:cubicBezTo>
                <a:cubicBezTo>
                  <a:pt x="145950" y="43067"/>
                  <a:pt x="146541" y="44249"/>
                  <a:pt x="147724" y="45430"/>
                </a:cubicBezTo>
                <a:cubicBezTo>
                  <a:pt x="148979" y="46687"/>
                  <a:pt x="151860" y="48091"/>
                  <a:pt x="156365" y="49642"/>
                </a:cubicBezTo>
                <a:lnTo>
                  <a:pt x="163790" y="52080"/>
                </a:lnTo>
                <a:cubicBezTo>
                  <a:pt x="168887" y="53704"/>
                  <a:pt x="172396" y="55846"/>
                  <a:pt x="174317" y="58507"/>
                </a:cubicBezTo>
                <a:cubicBezTo>
                  <a:pt x="175647" y="60280"/>
                  <a:pt x="176312" y="62052"/>
                  <a:pt x="176312" y="63824"/>
                </a:cubicBezTo>
                <a:cubicBezTo>
                  <a:pt x="176312" y="71507"/>
                  <a:pt x="173283" y="77269"/>
                  <a:pt x="167225" y="81111"/>
                </a:cubicBezTo>
                <a:cubicBezTo>
                  <a:pt x="162424" y="84214"/>
                  <a:pt x="156403" y="85766"/>
                  <a:pt x="149164" y="85766"/>
                </a:cubicBezTo>
                <a:cubicBezTo>
                  <a:pt x="141777" y="85766"/>
                  <a:pt x="134906" y="84177"/>
                  <a:pt x="128553" y="80999"/>
                </a:cubicBezTo>
                <a:lnTo>
                  <a:pt x="131213" y="67593"/>
                </a:lnTo>
                <a:lnTo>
                  <a:pt x="136864" y="67593"/>
                </a:lnTo>
                <a:cubicBezTo>
                  <a:pt x="136716" y="68922"/>
                  <a:pt x="136642" y="69919"/>
                  <a:pt x="136642" y="70584"/>
                </a:cubicBezTo>
                <a:cubicBezTo>
                  <a:pt x="136642" y="77159"/>
                  <a:pt x="141112" y="80446"/>
                  <a:pt x="150050" y="80446"/>
                </a:cubicBezTo>
                <a:cubicBezTo>
                  <a:pt x="158989" y="80446"/>
                  <a:pt x="164123" y="77159"/>
                  <a:pt x="165452" y="70584"/>
                </a:cubicBezTo>
                <a:cubicBezTo>
                  <a:pt x="165526" y="70141"/>
                  <a:pt x="165563" y="69255"/>
                  <a:pt x="165563" y="67924"/>
                </a:cubicBezTo>
                <a:cubicBezTo>
                  <a:pt x="165563" y="66743"/>
                  <a:pt x="164936" y="65525"/>
                  <a:pt x="163680" y="64269"/>
                </a:cubicBezTo>
                <a:cubicBezTo>
                  <a:pt x="162497" y="62864"/>
                  <a:pt x="159321" y="61276"/>
                  <a:pt x="154150" y="59503"/>
                </a:cubicBezTo>
                <a:lnTo>
                  <a:pt x="147391" y="57066"/>
                </a:lnTo>
                <a:cubicBezTo>
                  <a:pt x="142736" y="55514"/>
                  <a:pt x="139671" y="53704"/>
                  <a:pt x="138194" y="51635"/>
                </a:cubicBezTo>
                <a:cubicBezTo>
                  <a:pt x="136717" y="49494"/>
                  <a:pt x="135978" y="47278"/>
                  <a:pt x="135978" y="44987"/>
                </a:cubicBezTo>
                <a:cubicBezTo>
                  <a:pt x="135978" y="43953"/>
                  <a:pt x="136088" y="42956"/>
                  <a:pt x="136309" y="41996"/>
                </a:cubicBezTo>
                <a:cubicBezTo>
                  <a:pt x="137344" y="36677"/>
                  <a:pt x="140077" y="32577"/>
                  <a:pt x="144510" y="29695"/>
                </a:cubicBezTo>
                <a:cubicBezTo>
                  <a:pt x="148868" y="26667"/>
                  <a:pt x="154298" y="25152"/>
                  <a:pt x="160799" y="25152"/>
                </a:cubicBezTo>
                <a:cubicBezTo>
                  <a:pt x="167077" y="25152"/>
                  <a:pt x="173615" y="26704"/>
                  <a:pt x="180412" y="29807"/>
                </a:cubicBezTo>
                <a:close/>
                <a:moveTo>
                  <a:pt x="253249" y="30250"/>
                </a:moveTo>
                <a:lnTo>
                  <a:pt x="250368" y="44987"/>
                </a:lnTo>
                <a:lnTo>
                  <a:pt x="244607" y="44987"/>
                </a:lnTo>
                <a:lnTo>
                  <a:pt x="244607" y="43547"/>
                </a:lnTo>
                <a:cubicBezTo>
                  <a:pt x="244607" y="39189"/>
                  <a:pt x="243683" y="35976"/>
                  <a:pt x="241836" y="33907"/>
                </a:cubicBezTo>
                <a:cubicBezTo>
                  <a:pt x="239767" y="31617"/>
                  <a:pt x="236369" y="30472"/>
                  <a:pt x="231642" y="30472"/>
                </a:cubicBezTo>
                <a:cubicBezTo>
                  <a:pt x="226249" y="30472"/>
                  <a:pt x="221780" y="32577"/>
                  <a:pt x="218234" y="36788"/>
                </a:cubicBezTo>
                <a:cubicBezTo>
                  <a:pt x="214762" y="40851"/>
                  <a:pt x="212176" y="47056"/>
                  <a:pt x="210477" y="55404"/>
                </a:cubicBezTo>
                <a:cubicBezTo>
                  <a:pt x="209738" y="59024"/>
                  <a:pt x="209369" y="62384"/>
                  <a:pt x="209369" y="65486"/>
                </a:cubicBezTo>
                <a:cubicBezTo>
                  <a:pt x="209369" y="68812"/>
                  <a:pt x="209886" y="71693"/>
                  <a:pt x="210921" y="74130"/>
                </a:cubicBezTo>
                <a:cubicBezTo>
                  <a:pt x="212768" y="78341"/>
                  <a:pt x="216424" y="80446"/>
                  <a:pt x="221891" y="80446"/>
                </a:cubicBezTo>
                <a:cubicBezTo>
                  <a:pt x="226249" y="80446"/>
                  <a:pt x="229868" y="79338"/>
                  <a:pt x="232749" y="77122"/>
                </a:cubicBezTo>
                <a:cubicBezTo>
                  <a:pt x="235705" y="74906"/>
                  <a:pt x="238143" y="71508"/>
                  <a:pt x="240064" y="66927"/>
                </a:cubicBezTo>
                <a:lnTo>
                  <a:pt x="248041" y="66927"/>
                </a:lnTo>
                <a:cubicBezTo>
                  <a:pt x="245455" y="73132"/>
                  <a:pt x="241836" y="77786"/>
                  <a:pt x="237183" y="80889"/>
                </a:cubicBezTo>
                <a:cubicBezTo>
                  <a:pt x="232749" y="84140"/>
                  <a:pt x="227282" y="85766"/>
                  <a:pt x="220782" y="85766"/>
                </a:cubicBezTo>
                <a:cubicBezTo>
                  <a:pt x="212508" y="85766"/>
                  <a:pt x="206303" y="82995"/>
                  <a:pt x="202166" y="77454"/>
                </a:cubicBezTo>
                <a:cubicBezTo>
                  <a:pt x="199360" y="73539"/>
                  <a:pt x="197956" y="68848"/>
                  <a:pt x="197956" y="63381"/>
                </a:cubicBezTo>
                <a:cubicBezTo>
                  <a:pt x="197956" y="61018"/>
                  <a:pt x="198251" y="58358"/>
                  <a:pt x="198842" y="55404"/>
                </a:cubicBezTo>
                <a:cubicBezTo>
                  <a:pt x="200615" y="46096"/>
                  <a:pt x="204604" y="38745"/>
                  <a:pt x="210810" y="33353"/>
                </a:cubicBezTo>
                <a:cubicBezTo>
                  <a:pt x="216942" y="27886"/>
                  <a:pt x="224181" y="25152"/>
                  <a:pt x="232528" y="25152"/>
                </a:cubicBezTo>
                <a:cubicBezTo>
                  <a:pt x="235926" y="25152"/>
                  <a:pt x="239473" y="25559"/>
                  <a:pt x="243166" y="26371"/>
                </a:cubicBezTo>
                <a:cubicBezTo>
                  <a:pt x="246491" y="27258"/>
                  <a:pt x="249851" y="28551"/>
                  <a:pt x="253249" y="30250"/>
                </a:cubicBezTo>
                <a:close/>
                <a:moveTo>
                  <a:pt x="316893" y="45430"/>
                </a:moveTo>
                <a:cubicBezTo>
                  <a:pt x="316893" y="42106"/>
                  <a:pt x="316376" y="39225"/>
                  <a:pt x="315343" y="36788"/>
                </a:cubicBezTo>
                <a:cubicBezTo>
                  <a:pt x="313495" y="32577"/>
                  <a:pt x="309838" y="30472"/>
                  <a:pt x="304373" y="30472"/>
                </a:cubicBezTo>
                <a:cubicBezTo>
                  <a:pt x="299053" y="30472"/>
                  <a:pt x="294621" y="32577"/>
                  <a:pt x="291075" y="36788"/>
                </a:cubicBezTo>
                <a:cubicBezTo>
                  <a:pt x="287530" y="40998"/>
                  <a:pt x="284981" y="47204"/>
                  <a:pt x="283429" y="55404"/>
                </a:cubicBezTo>
                <a:cubicBezTo>
                  <a:pt x="282690" y="59024"/>
                  <a:pt x="282321" y="62348"/>
                  <a:pt x="282321" y="65376"/>
                </a:cubicBezTo>
                <a:cubicBezTo>
                  <a:pt x="282321" y="68775"/>
                  <a:pt x="282839" y="71693"/>
                  <a:pt x="283873" y="74130"/>
                </a:cubicBezTo>
                <a:cubicBezTo>
                  <a:pt x="285720" y="78341"/>
                  <a:pt x="289339" y="80446"/>
                  <a:pt x="294732" y="80446"/>
                </a:cubicBezTo>
                <a:cubicBezTo>
                  <a:pt x="300051" y="80446"/>
                  <a:pt x="304483" y="78341"/>
                  <a:pt x="308028" y="74130"/>
                </a:cubicBezTo>
                <a:cubicBezTo>
                  <a:pt x="311501" y="69993"/>
                  <a:pt x="314087" y="63751"/>
                  <a:pt x="315786" y="55404"/>
                </a:cubicBezTo>
                <a:cubicBezTo>
                  <a:pt x="316524" y="51784"/>
                  <a:pt x="316893" y="48459"/>
                  <a:pt x="316893" y="45430"/>
                </a:cubicBezTo>
                <a:moveTo>
                  <a:pt x="328196" y="47425"/>
                </a:moveTo>
                <a:cubicBezTo>
                  <a:pt x="328196" y="50159"/>
                  <a:pt x="327937" y="52818"/>
                  <a:pt x="327420" y="55404"/>
                </a:cubicBezTo>
                <a:cubicBezTo>
                  <a:pt x="325647" y="64490"/>
                  <a:pt x="321695" y="71840"/>
                  <a:pt x="315564" y="77454"/>
                </a:cubicBezTo>
                <a:cubicBezTo>
                  <a:pt x="309432" y="82995"/>
                  <a:pt x="302156" y="85766"/>
                  <a:pt x="293734" y="85766"/>
                </a:cubicBezTo>
                <a:cubicBezTo>
                  <a:pt x="285461" y="85766"/>
                  <a:pt x="279255" y="82995"/>
                  <a:pt x="275119" y="77454"/>
                </a:cubicBezTo>
                <a:cubicBezTo>
                  <a:pt x="272312" y="73539"/>
                  <a:pt x="270908" y="68848"/>
                  <a:pt x="270908" y="63381"/>
                </a:cubicBezTo>
                <a:cubicBezTo>
                  <a:pt x="270908" y="61018"/>
                  <a:pt x="271204" y="58358"/>
                  <a:pt x="271794" y="55404"/>
                </a:cubicBezTo>
                <a:cubicBezTo>
                  <a:pt x="273567" y="46243"/>
                  <a:pt x="277520" y="38930"/>
                  <a:pt x="283652" y="33464"/>
                </a:cubicBezTo>
                <a:cubicBezTo>
                  <a:pt x="289783" y="27923"/>
                  <a:pt x="297059" y="25152"/>
                  <a:pt x="305480" y="25152"/>
                </a:cubicBezTo>
                <a:cubicBezTo>
                  <a:pt x="313901" y="25152"/>
                  <a:pt x="320107" y="27923"/>
                  <a:pt x="324096" y="33464"/>
                </a:cubicBezTo>
                <a:cubicBezTo>
                  <a:pt x="326829" y="37305"/>
                  <a:pt x="328196" y="41958"/>
                  <a:pt x="328196" y="47425"/>
                </a:cubicBezTo>
                <a:close/>
                <a:moveTo>
                  <a:pt x="396471" y="26593"/>
                </a:moveTo>
                <a:lnTo>
                  <a:pt x="393700" y="40998"/>
                </a:lnTo>
                <a:lnTo>
                  <a:pt x="387939" y="40998"/>
                </a:lnTo>
                <a:cubicBezTo>
                  <a:pt x="387939" y="40776"/>
                  <a:pt x="387957" y="40444"/>
                  <a:pt x="387994" y="40001"/>
                </a:cubicBezTo>
                <a:cubicBezTo>
                  <a:pt x="388031" y="39558"/>
                  <a:pt x="388087" y="39225"/>
                  <a:pt x="388161" y="39003"/>
                </a:cubicBezTo>
                <a:cubicBezTo>
                  <a:pt x="388161" y="37157"/>
                  <a:pt x="387717" y="35680"/>
                  <a:pt x="386830" y="34572"/>
                </a:cubicBezTo>
                <a:cubicBezTo>
                  <a:pt x="385722" y="33168"/>
                  <a:pt x="383801" y="32467"/>
                  <a:pt x="381068" y="32467"/>
                </a:cubicBezTo>
                <a:cubicBezTo>
                  <a:pt x="376193" y="32467"/>
                  <a:pt x="372093" y="34165"/>
                  <a:pt x="368769" y="37563"/>
                </a:cubicBezTo>
                <a:cubicBezTo>
                  <a:pt x="365445" y="41109"/>
                  <a:pt x="363192" y="45985"/>
                  <a:pt x="362009" y="52190"/>
                </a:cubicBezTo>
                <a:lnTo>
                  <a:pt x="355804" y="84214"/>
                </a:lnTo>
                <a:lnTo>
                  <a:pt x="345832" y="84214"/>
                </a:lnTo>
                <a:lnTo>
                  <a:pt x="355916" y="32355"/>
                </a:lnTo>
                <a:lnTo>
                  <a:pt x="346386" y="32355"/>
                </a:lnTo>
                <a:lnTo>
                  <a:pt x="347494" y="26704"/>
                </a:lnTo>
                <a:lnTo>
                  <a:pt x="366996" y="26704"/>
                </a:lnTo>
                <a:lnTo>
                  <a:pt x="365002" y="36898"/>
                </a:lnTo>
                <a:cubicBezTo>
                  <a:pt x="367809" y="32836"/>
                  <a:pt x="370911" y="29881"/>
                  <a:pt x="374310" y="28033"/>
                </a:cubicBezTo>
                <a:cubicBezTo>
                  <a:pt x="377782" y="26113"/>
                  <a:pt x="381696" y="25152"/>
                  <a:pt x="386054" y="25152"/>
                </a:cubicBezTo>
                <a:cubicBezTo>
                  <a:pt x="387754" y="25152"/>
                  <a:pt x="389417" y="25263"/>
                  <a:pt x="391042" y="25485"/>
                </a:cubicBezTo>
                <a:cubicBezTo>
                  <a:pt x="394218" y="26150"/>
                  <a:pt x="396028" y="26520"/>
                  <a:pt x="396471" y="26593"/>
                </a:cubicBezTo>
                <a:close/>
                <a:moveTo>
                  <a:pt x="470011" y="40112"/>
                </a:moveTo>
                <a:cubicBezTo>
                  <a:pt x="470011" y="47426"/>
                  <a:pt x="466317" y="52892"/>
                  <a:pt x="458929" y="56512"/>
                </a:cubicBezTo>
                <a:cubicBezTo>
                  <a:pt x="451246" y="60205"/>
                  <a:pt x="440129" y="62089"/>
                  <a:pt x="425577" y="62162"/>
                </a:cubicBezTo>
                <a:cubicBezTo>
                  <a:pt x="425429" y="64010"/>
                  <a:pt x="425392" y="65303"/>
                  <a:pt x="425465" y="66041"/>
                </a:cubicBezTo>
                <a:cubicBezTo>
                  <a:pt x="425465" y="69513"/>
                  <a:pt x="426056" y="72320"/>
                  <a:pt x="427239" y="74463"/>
                </a:cubicBezTo>
                <a:cubicBezTo>
                  <a:pt x="429380" y="78452"/>
                  <a:pt x="433295" y="80446"/>
                  <a:pt x="438983" y="80446"/>
                </a:cubicBezTo>
                <a:cubicBezTo>
                  <a:pt x="443120" y="80446"/>
                  <a:pt x="446259" y="79819"/>
                  <a:pt x="448402" y="78563"/>
                </a:cubicBezTo>
                <a:cubicBezTo>
                  <a:pt x="452169" y="76199"/>
                  <a:pt x="454423" y="73577"/>
                  <a:pt x="455162" y="70696"/>
                </a:cubicBezTo>
                <a:lnTo>
                  <a:pt x="462475" y="70696"/>
                </a:lnTo>
                <a:cubicBezTo>
                  <a:pt x="460997" y="75275"/>
                  <a:pt x="457599" y="79190"/>
                  <a:pt x="452281" y="82440"/>
                </a:cubicBezTo>
                <a:cubicBezTo>
                  <a:pt x="448513" y="84657"/>
                  <a:pt x="442935" y="85766"/>
                  <a:pt x="435549" y="85766"/>
                </a:cubicBezTo>
                <a:cubicBezTo>
                  <a:pt x="428088" y="85766"/>
                  <a:pt x="422363" y="82995"/>
                  <a:pt x="418374" y="77454"/>
                </a:cubicBezTo>
                <a:cubicBezTo>
                  <a:pt x="415566" y="73539"/>
                  <a:pt x="414125" y="68848"/>
                  <a:pt x="414052" y="63381"/>
                </a:cubicBezTo>
                <a:cubicBezTo>
                  <a:pt x="414052" y="61092"/>
                  <a:pt x="414347" y="58469"/>
                  <a:pt x="414938" y="55514"/>
                </a:cubicBezTo>
                <a:cubicBezTo>
                  <a:pt x="416711" y="46428"/>
                  <a:pt x="420626" y="39078"/>
                  <a:pt x="426684" y="33464"/>
                </a:cubicBezTo>
                <a:cubicBezTo>
                  <a:pt x="432889" y="27923"/>
                  <a:pt x="440276" y="25152"/>
                  <a:pt x="448845" y="25152"/>
                </a:cubicBezTo>
                <a:cubicBezTo>
                  <a:pt x="462956" y="25152"/>
                  <a:pt x="470011" y="30139"/>
                  <a:pt x="470011" y="40112"/>
                </a:cubicBezTo>
                <a:moveTo>
                  <a:pt x="459484" y="39779"/>
                </a:moveTo>
                <a:cubicBezTo>
                  <a:pt x="459484" y="33649"/>
                  <a:pt x="455384" y="30546"/>
                  <a:pt x="447183" y="30472"/>
                </a:cubicBezTo>
                <a:cubicBezTo>
                  <a:pt x="442456" y="30472"/>
                  <a:pt x="438356" y="32318"/>
                  <a:pt x="434884" y="36012"/>
                </a:cubicBezTo>
                <a:cubicBezTo>
                  <a:pt x="431634" y="39558"/>
                  <a:pt x="428937" y="46354"/>
                  <a:pt x="426796" y="56400"/>
                </a:cubicBezTo>
                <a:cubicBezTo>
                  <a:pt x="438319" y="55884"/>
                  <a:pt x="447183" y="53741"/>
                  <a:pt x="453388" y="49973"/>
                </a:cubicBezTo>
                <a:cubicBezTo>
                  <a:pt x="457452" y="47684"/>
                  <a:pt x="459484" y="44286"/>
                  <a:pt x="459484" y="39779"/>
                </a:cubicBezTo>
                <a:close/>
                <a:moveTo>
                  <a:pt x="519644" y="103715"/>
                </a:moveTo>
                <a:cubicBezTo>
                  <a:pt x="509744" y="98766"/>
                  <a:pt x="502985" y="92856"/>
                  <a:pt x="499366" y="85987"/>
                </a:cubicBezTo>
                <a:cubicBezTo>
                  <a:pt x="494342" y="76236"/>
                  <a:pt x="491830" y="66780"/>
                  <a:pt x="491830" y="57619"/>
                </a:cubicBezTo>
                <a:lnTo>
                  <a:pt x="491830" y="49863"/>
                </a:lnTo>
                <a:cubicBezTo>
                  <a:pt x="491830" y="40703"/>
                  <a:pt x="494342" y="31247"/>
                  <a:pt x="499366" y="21497"/>
                </a:cubicBezTo>
                <a:cubicBezTo>
                  <a:pt x="502985" y="14627"/>
                  <a:pt x="509744" y="8717"/>
                  <a:pt x="519644" y="3767"/>
                </a:cubicBezTo>
                <a:lnTo>
                  <a:pt x="519644" y="10194"/>
                </a:lnTo>
                <a:cubicBezTo>
                  <a:pt x="514620" y="12705"/>
                  <a:pt x="510150" y="17655"/>
                  <a:pt x="506236" y="25042"/>
                </a:cubicBezTo>
                <a:cubicBezTo>
                  <a:pt x="504685" y="28071"/>
                  <a:pt x="503687" y="31469"/>
                  <a:pt x="503243" y="35236"/>
                </a:cubicBezTo>
                <a:cubicBezTo>
                  <a:pt x="502800" y="39003"/>
                  <a:pt x="502578" y="43879"/>
                  <a:pt x="502578" y="49863"/>
                </a:cubicBezTo>
                <a:lnTo>
                  <a:pt x="502578" y="57619"/>
                </a:lnTo>
                <a:cubicBezTo>
                  <a:pt x="502578" y="63603"/>
                  <a:pt x="502800" y="68479"/>
                  <a:pt x="503243" y="72246"/>
                </a:cubicBezTo>
                <a:cubicBezTo>
                  <a:pt x="503687" y="76013"/>
                  <a:pt x="504685" y="79411"/>
                  <a:pt x="506236" y="82440"/>
                </a:cubicBezTo>
                <a:cubicBezTo>
                  <a:pt x="510150" y="89828"/>
                  <a:pt x="514620" y="94777"/>
                  <a:pt x="519644" y="97289"/>
                </a:cubicBezTo>
                <a:lnTo>
                  <a:pt x="519644" y="103715"/>
                </a:lnTo>
                <a:close/>
                <a:moveTo>
                  <a:pt x="592497" y="54959"/>
                </a:moveTo>
                <a:lnTo>
                  <a:pt x="585185" y="16511"/>
                </a:lnTo>
                <a:lnTo>
                  <a:pt x="562912" y="54959"/>
                </a:lnTo>
                <a:lnTo>
                  <a:pt x="592497" y="54959"/>
                </a:lnTo>
                <a:moveTo>
                  <a:pt x="617208" y="78451"/>
                </a:moveTo>
                <a:lnTo>
                  <a:pt x="616099" y="84214"/>
                </a:lnTo>
                <a:lnTo>
                  <a:pt x="586735" y="84214"/>
                </a:lnTo>
                <a:lnTo>
                  <a:pt x="587844" y="78451"/>
                </a:lnTo>
                <a:lnTo>
                  <a:pt x="596819" y="78451"/>
                </a:lnTo>
                <a:lnTo>
                  <a:pt x="593495" y="60722"/>
                </a:lnTo>
                <a:lnTo>
                  <a:pt x="559588" y="60722"/>
                </a:lnTo>
                <a:lnTo>
                  <a:pt x="549282" y="78451"/>
                </a:lnTo>
                <a:lnTo>
                  <a:pt x="558147" y="78451"/>
                </a:lnTo>
                <a:lnTo>
                  <a:pt x="557040" y="84214"/>
                </a:lnTo>
                <a:lnTo>
                  <a:pt x="534324" y="84214"/>
                </a:lnTo>
                <a:lnTo>
                  <a:pt x="535431" y="78451"/>
                </a:lnTo>
                <a:lnTo>
                  <a:pt x="542524" y="78451"/>
                </a:lnTo>
                <a:lnTo>
                  <a:pt x="585961" y="3434"/>
                </a:lnTo>
                <a:lnTo>
                  <a:pt x="595047" y="3434"/>
                </a:lnTo>
                <a:lnTo>
                  <a:pt x="609229" y="78451"/>
                </a:lnTo>
                <a:lnTo>
                  <a:pt x="617208" y="78451"/>
                </a:lnTo>
                <a:close/>
                <a:moveTo>
                  <a:pt x="650108" y="71915"/>
                </a:moveTo>
                <a:cubicBezTo>
                  <a:pt x="649739" y="78046"/>
                  <a:pt x="648299" y="83327"/>
                  <a:pt x="645788" y="87759"/>
                </a:cubicBezTo>
                <a:cubicBezTo>
                  <a:pt x="643128" y="92191"/>
                  <a:pt x="639175" y="96033"/>
                  <a:pt x="633930" y="99284"/>
                </a:cubicBezTo>
                <a:lnTo>
                  <a:pt x="629609" y="94962"/>
                </a:lnTo>
                <a:cubicBezTo>
                  <a:pt x="632933" y="92451"/>
                  <a:pt x="635445" y="89533"/>
                  <a:pt x="637145" y="86209"/>
                </a:cubicBezTo>
                <a:cubicBezTo>
                  <a:pt x="638696" y="82810"/>
                  <a:pt x="639471" y="78710"/>
                  <a:pt x="639471" y="73908"/>
                </a:cubicBezTo>
                <a:lnTo>
                  <a:pt x="639471" y="71915"/>
                </a:lnTo>
                <a:lnTo>
                  <a:pt x="650108" y="71915"/>
                </a:lnTo>
                <a:close/>
                <a:moveTo>
                  <a:pt x="749232" y="60833"/>
                </a:moveTo>
                <a:cubicBezTo>
                  <a:pt x="750414" y="54776"/>
                  <a:pt x="749785" y="50306"/>
                  <a:pt x="747347" y="47425"/>
                </a:cubicBezTo>
                <a:cubicBezTo>
                  <a:pt x="744836" y="44692"/>
                  <a:pt x="740367" y="43325"/>
                  <a:pt x="733941" y="43325"/>
                </a:cubicBezTo>
                <a:lnTo>
                  <a:pt x="717761" y="43325"/>
                </a:lnTo>
                <a:lnTo>
                  <a:pt x="710892" y="78451"/>
                </a:lnTo>
                <a:lnTo>
                  <a:pt x="727069" y="78451"/>
                </a:lnTo>
                <a:cubicBezTo>
                  <a:pt x="733497" y="78451"/>
                  <a:pt x="738520" y="77048"/>
                  <a:pt x="742139" y="74241"/>
                </a:cubicBezTo>
                <a:cubicBezTo>
                  <a:pt x="745611" y="71508"/>
                  <a:pt x="747975" y="67038"/>
                  <a:pt x="749232" y="60833"/>
                </a:cubicBezTo>
                <a:moveTo>
                  <a:pt x="752445" y="23380"/>
                </a:moveTo>
                <a:cubicBezTo>
                  <a:pt x="753405" y="18431"/>
                  <a:pt x="752741" y="14848"/>
                  <a:pt x="750451" y="12632"/>
                </a:cubicBezTo>
                <a:cubicBezTo>
                  <a:pt x="748161" y="10341"/>
                  <a:pt x="744061" y="9196"/>
                  <a:pt x="738151" y="9196"/>
                </a:cubicBezTo>
                <a:lnTo>
                  <a:pt x="724411" y="9196"/>
                </a:lnTo>
                <a:lnTo>
                  <a:pt x="718871" y="37563"/>
                </a:lnTo>
                <a:lnTo>
                  <a:pt x="732610" y="37563"/>
                </a:lnTo>
                <a:cubicBezTo>
                  <a:pt x="738520" y="37563"/>
                  <a:pt x="743063" y="36418"/>
                  <a:pt x="746240" y="34129"/>
                </a:cubicBezTo>
                <a:cubicBezTo>
                  <a:pt x="749343" y="31986"/>
                  <a:pt x="751411" y="28403"/>
                  <a:pt x="752445" y="23380"/>
                </a:cubicBezTo>
                <a:moveTo>
                  <a:pt x="764855" y="23380"/>
                </a:moveTo>
                <a:cubicBezTo>
                  <a:pt x="763822" y="28330"/>
                  <a:pt x="761643" y="32134"/>
                  <a:pt x="758319" y="34793"/>
                </a:cubicBezTo>
                <a:cubicBezTo>
                  <a:pt x="754920" y="37674"/>
                  <a:pt x="750377" y="39447"/>
                  <a:pt x="744689" y="40112"/>
                </a:cubicBezTo>
                <a:cubicBezTo>
                  <a:pt x="751337" y="40998"/>
                  <a:pt x="756102" y="43215"/>
                  <a:pt x="758983" y="46761"/>
                </a:cubicBezTo>
                <a:cubicBezTo>
                  <a:pt x="762012" y="50232"/>
                  <a:pt x="762898" y="54923"/>
                  <a:pt x="761643" y="60833"/>
                </a:cubicBezTo>
                <a:cubicBezTo>
                  <a:pt x="760091" y="68812"/>
                  <a:pt x="756397" y="74684"/>
                  <a:pt x="750561" y="78451"/>
                </a:cubicBezTo>
                <a:cubicBezTo>
                  <a:pt x="744873" y="82293"/>
                  <a:pt x="736637" y="84214"/>
                  <a:pt x="725852" y="84214"/>
                </a:cubicBezTo>
                <a:lnTo>
                  <a:pt x="688509" y="84214"/>
                </a:lnTo>
                <a:lnTo>
                  <a:pt x="689616" y="78451"/>
                </a:lnTo>
                <a:lnTo>
                  <a:pt x="699922" y="78451"/>
                </a:lnTo>
                <a:lnTo>
                  <a:pt x="713440" y="9196"/>
                </a:lnTo>
                <a:lnTo>
                  <a:pt x="703136" y="9196"/>
                </a:lnTo>
                <a:lnTo>
                  <a:pt x="704243" y="3434"/>
                </a:lnTo>
                <a:lnTo>
                  <a:pt x="744134" y="3434"/>
                </a:lnTo>
                <a:cubicBezTo>
                  <a:pt x="752260" y="3434"/>
                  <a:pt x="758059" y="5096"/>
                  <a:pt x="761531" y="8420"/>
                </a:cubicBezTo>
                <a:cubicBezTo>
                  <a:pt x="765003" y="11744"/>
                  <a:pt x="766111" y="16731"/>
                  <a:pt x="764855" y="23380"/>
                </a:cubicBezTo>
                <a:close/>
                <a:moveTo>
                  <a:pt x="807464" y="57619"/>
                </a:moveTo>
                <a:cubicBezTo>
                  <a:pt x="807464" y="66927"/>
                  <a:pt x="804989" y="76383"/>
                  <a:pt x="800040" y="85987"/>
                </a:cubicBezTo>
                <a:cubicBezTo>
                  <a:pt x="796495" y="92783"/>
                  <a:pt x="789735" y="98692"/>
                  <a:pt x="779762" y="103715"/>
                </a:cubicBezTo>
                <a:lnTo>
                  <a:pt x="779762" y="97289"/>
                </a:lnTo>
                <a:cubicBezTo>
                  <a:pt x="784859" y="94703"/>
                  <a:pt x="789292" y="89753"/>
                  <a:pt x="793060" y="82440"/>
                </a:cubicBezTo>
                <a:cubicBezTo>
                  <a:pt x="794168" y="80372"/>
                  <a:pt x="794999" y="77879"/>
                  <a:pt x="795552" y="74962"/>
                </a:cubicBezTo>
                <a:cubicBezTo>
                  <a:pt x="796107" y="72043"/>
                  <a:pt x="796439" y="69439"/>
                  <a:pt x="796550" y="67150"/>
                </a:cubicBezTo>
                <a:cubicBezTo>
                  <a:pt x="796660" y="64860"/>
                  <a:pt x="796716" y="61683"/>
                  <a:pt x="796716" y="57619"/>
                </a:cubicBezTo>
                <a:lnTo>
                  <a:pt x="796716" y="49863"/>
                </a:lnTo>
                <a:cubicBezTo>
                  <a:pt x="796716" y="45800"/>
                  <a:pt x="796660" y="42623"/>
                  <a:pt x="796550" y="40334"/>
                </a:cubicBezTo>
                <a:cubicBezTo>
                  <a:pt x="796439" y="38044"/>
                  <a:pt x="796107" y="35440"/>
                  <a:pt x="795552" y="32522"/>
                </a:cubicBezTo>
                <a:cubicBezTo>
                  <a:pt x="794999" y="29604"/>
                  <a:pt x="794168" y="27111"/>
                  <a:pt x="793060" y="25042"/>
                </a:cubicBezTo>
                <a:cubicBezTo>
                  <a:pt x="789292" y="17729"/>
                  <a:pt x="784859" y="12780"/>
                  <a:pt x="779762" y="10194"/>
                </a:cubicBezTo>
                <a:lnTo>
                  <a:pt x="779762" y="3767"/>
                </a:lnTo>
                <a:cubicBezTo>
                  <a:pt x="789735" y="8790"/>
                  <a:pt x="796495" y="14700"/>
                  <a:pt x="800040" y="21497"/>
                </a:cubicBezTo>
                <a:cubicBezTo>
                  <a:pt x="804989" y="31099"/>
                  <a:pt x="807464" y="40555"/>
                  <a:pt x="807464" y="49863"/>
                </a:cubicBezTo>
                <a:lnTo>
                  <a:pt x="807464" y="57619"/>
                </a:lnTo>
                <a:close/>
                <a:moveTo>
                  <a:pt x="930025" y="42218"/>
                </a:moveTo>
                <a:cubicBezTo>
                  <a:pt x="924855" y="47832"/>
                  <a:pt x="919573" y="50971"/>
                  <a:pt x="914181" y="51635"/>
                </a:cubicBezTo>
                <a:cubicBezTo>
                  <a:pt x="912851" y="51783"/>
                  <a:pt x="911853" y="51857"/>
                  <a:pt x="911188" y="51857"/>
                </a:cubicBezTo>
                <a:cubicBezTo>
                  <a:pt x="906830" y="51857"/>
                  <a:pt x="900884" y="50121"/>
                  <a:pt x="893348" y="46649"/>
                </a:cubicBezTo>
                <a:cubicBezTo>
                  <a:pt x="893201" y="46576"/>
                  <a:pt x="892702" y="46336"/>
                  <a:pt x="891852" y="45931"/>
                </a:cubicBezTo>
                <a:cubicBezTo>
                  <a:pt x="891003" y="45524"/>
                  <a:pt x="890468" y="45284"/>
                  <a:pt x="890246" y="45210"/>
                </a:cubicBezTo>
                <a:cubicBezTo>
                  <a:pt x="890024" y="45136"/>
                  <a:pt x="889525" y="44932"/>
                  <a:pt x="888749" y="44600"/>
                </a:cubicBezTo>
                <a:cubicBezTo>
                  <a:pt x="887974" y="44267"/>
                  <a:pt x="887438" y="44046"/>
                  <a:pt x="887143" y="43935"/>
                </a:cubicBezTo>
                <a:cubicBezTo>
                  <a:pt x="886848" y="43824"/>
                  <a:pt x="886349" y="43639"/>
                  <a:pt x="885647" y="43381"/>
                </a:cubicBezTo>
                <a:cubicBezTo>
                  <a:pt x="884946" y="43123"/>
                  <a:pt x="884392" y="42957"/>
                  <a:pt x="883985" y="42884"/>
                </a:cubicBezTo>
                <a:cubicBezTo>
                  <a:pt x="883579" y="42809"/>
                  <a:pt x="883062" y="42698"/>
                  <a:pt x="882434" y="42551"/>
                </a:cubicBezTo>
                <a:cubicBezTo>
                  <a:pt x="881806" y="42402"/>
                  <a:pt x="881252" y="42327"/>
                  <a:pt x="880772" y="42327"/>
                </a:cubicBezTo>
                <a:cubicBezTo>
                  <a:pt x="880292" y="42327"/>
                  <a:pt x="879756" y="42327"/>
                  <a:pt x="879164" y="42327"/>
                </a:cubicBezTo>
                <a:cubicBezTo>
                  <a:pt x="878574" y="42327"/>
                  <a:pt x="878020" y="42365"/>
                  <a:pt x="877502" y="42439"/>
                </a:cubicBezTo>
                <a:cubicBezTo>
                  <a:pt x="871002" y="43325"/>
                  <a:pt x="865314" y="46390"/>
                  <a:pt x="860439" y="51635"/>
                </a:cubicBezTo>
                <a:lnTo>
                  <a:pt x="860439" y="43104"/>
                </a:lnTo>
                <a:cubicBezTo>
                  <a:pt x="865609" y="37489"/>
                  <a:pt x="870891" y="34350"/>
                  <a:pt x="876285" y="33686"/>
                </a:cubicBezTo>
                <a:cubicBezTo>
                  <a:pt x="877614" y="33538"/>
                  <a:pt x="878611" y="33464"/>
                  <a:pt x="879276" y="33464"/>
                </a:cubicBezTo>
                <a:cubicBezTo>
                  <a:pt x="883635" y="33464"/>
                  <a:pt x="889581" y="35200"/>
                  <a:pt x="897115" y="38672"/>
                </a:cubicBezTo>
                <a:cubicBezTo>
                  <a:pt x="897263" y="38745"/>
                  <a:pt x="897762" y="38985"/>
                  <a:pt x="898612" y="39392"/>
                </a:cubicBezTo>
                <a:cubicBezTo>
                  <a:pt x="899462" y="39798"/>
                  <a:pt x="899997" y="40038"/>
                  <a:pt x="900218" y="40112"/>
                </a:cubicBezTo>
                <a:cubicBezTo>
                  <a:pt x="900440" y="40186"/>
                  <a:pt x="900939" y="40389"/>
                  <a:pt x="901714" y="40721"/>
                </a:cubicBezTo>
                <a:cubicBezTo>
                  <a:pt x="902490" y="41054"/>
                  <a:pt x="903025" y="41276"/>
                  <a:pt x="903321" y="41387"/>
                </a:cubicBezTo>
                <a:cubicBezTo>
                  <a:pt x="903616" y="41498"/>
                  <a:pt x="904115" y="41682"/>
                  <a:pt x="904817" y="41940"/>
                </a:cubicBezTo>
                <a:cubicBezTo>
                  <a:pt x="905519" y="42198"/>
                  <a:pt x="906073" y="42365"/>
                  <a:pt x="906479" y="42439"/>
                </a:cubicBezTo>
                <a:cubicBezTo>
                  <a:pt x="906886" y="42512"/>
                  <a:pt x="907403" y="42623"/>
                  <a:pt x="908031" y="42772"/>
                </a:cubicBezTo>
                <a:cubicBezTo>
                  <a:pt x="908659" y="42920"/>
                  <a:pt x="909213" y="42994"/>
                  <a:pt x="909693" y="42994"/>
                </a:cubicBezTo>
                <a:cubicBezTo>
                  <a:pt x="910174" y="42994"/>
                  <a:pt x="910709" y="42994"/>
                  <a:pt x="911300" y="42994"/>
                </a:cubicBezTo>
                <a:cubicBezTo>
                  <a:pt x="911890" y="42994"/>
                  <a:pt x="912444" y="42956"/>
                  <a:pt x="912962" y="42882"/>
                </a:cubicBezTo>
                <a:cubicBezTo>
                  <a:pt x="919462" y="41996"/>
                  <a:pt x="925150" y="38931"/>
                  <a:pt x="930025" y="33686"/>
                </a:cubicBezTo>
                <a:lnTo>
                  <a:pt x="930025" y="42218"/>
                </a:lnTo>
                <a:moveTo>
                  <a:pt x="930025" y="64379"/>
                </a:moveTo>
                <a:cubicBezTo>
                  <a:pt x="924855" y="69993"/>
                  <a:pt x="919573" y="73133"/>
                  <a:pt x="914181" y="73798"/>
                </a:cubicBezTo>
                <a:cubicBezTo>
                  <a:pt x="912851" y="73946"/>
                  <a:pt x="911853" y="74020"/>
                  <a:pt x="911188" y="74020"/>
                </a:cubicBezTo>
                <a:cubicBezTo>
                  <a:pt x="906830" y="74020"/>
                  <a:pt x="900884" y="72283"/>
                  <a:pt x="893348" y="68810"/>
                </a:cubicBezTo>
                <a:cubicBezTo>
                  <a:pt x="893201" y="68737"/>
                  <a:pt x="892702" y="68498"/>
                  <a:pt x="891852" y="68092"/>
                </a:cubicBezTo>
                <a:cubicBezTo>
                  <a:pt x="891003" y="67685"/>
                  <a:pt x="890468" y="67445"/>
                  <a:pt x="890246" y="67372"/>
                </a:cubicBezTo>
                <a:cubicBezTo>
                  <a:pt x="890024" y="67297"/>
                  <a:pt x="889525" y="67094"/>
                  <a:pt x="888749" y="66761"/>
                </a:cubicBezTo>
                <a:cubicBezTo>
                  <a:pt x="887974" y="66429"/>
                  <a:pt x="887438" y="66207"/>
                  <a:pt x="887143" y="66097"/>
                </a:cubicBezTo>
                <a:cubicBezTo>
                  <a:pt x="886848" y="65986"/>
                  <a:pt x="886349" y="65802"/>
                  <a:pt x="885647" y="65544"/>
                </a:cubicBezTo>
                <a:cubicBezTo>
                  <a:pt x="884946" y="65285"/>
                  <a:pt x="884392" y="65118"/>
                  <a:pt x="883985" y="65045"/>
                </a:cubicBezTo>
                <a:cubicBezTo>
                  <a:pt x="883579" y="64971"/>
                  <a:pt x="883062" y="64860"/>
                  <a:pt x="882434" y="64712"/>
                </a:cubicBezTo>
                <a:cubicBezTo>
                  <a:pt x="881806" y="64564"/>
                  <a:pt x="881252" y="64490"/>
                  <a:pt x="880772" y="64490"/>
                </a:cubicBezTo>
                <a:cubicBezTo>
                  <a:pt x="880292" y="64490"/>
                  <a:pt x="879756" y="64490"/>
                  <a:pt x="879164" y="64490"/>
                </a:cubicBezTo>
                <a:cubicBezTo>
                  <a:pt x="878574" y="64490"/>
                  <a:pt x="878020" y="64527"/>
                  <a:pt x="877502" y="64600"/>
                </a:cubicBezTo>
                <a:cubicBezTo>
                  <a:pt x="871002" y="65487"/>
                  <a:pt x="865314" y="68553"/>
                  <a:pt x="860439" y="73798"/>
                </a:cubicBezTo>
                <a:lnTo>
                  <a:pt x="860439" y="65265"/>
                </a:lnTo>
                <a:cubicBezTo>
                  <a:pt x="865609" y="59651"/>
                  <a:pt x="870891" y="56512"/>
                  <a:pt x="876285" y="55847"/>
                </a:cubicBezTo>
                <a:cubicBezTo>
                  <a:pt x="877614" y="55699"/>
                  <a:pt x="878611" y="55626"/>
                  <a:pt x="879276" y="55626"/>
                </a:cubicBezTo>
                <a:cubicBezTo>
                  <a:pt x="883635" y="55626"/>
                  <a:pt x="889581" y="57361"/>
                  <a:pt x="897115" y="60833"/>
                </a:cubicBezTo>
                <a:cubicBezTo>
                  <a:pt x="897263" y="60906"/>
                  <a:pt x="897762" y="61147"/>
                  <a:pt x="898612" y="61553"/>
                </a:cubicBezTo>
                <a:cubicBezTo>
                  <a:pt x="899462" y="61959"/>
                  <a:pt x="899997" y="62199"/>
                  <a:pt x="900218" y="62274"/>
                </a:cubicBezTo>
                <a:cubicBezTo>
                  <a:pt x="900440" y="62347"/>
                  <a:pt x="900939" y="62550"/>
                  <a:pt x="901714" y="62882"/>
                </a:cubicBezTo>
                <a:cubicBezTo>
                  <a:pt x="902490" y="63215"/>
                  <a:pt x="903025" y="63437"/>
                  <a:pt x="903321" y="63549"/>
                </a:cubicBezTo>
                <a:cubicBezTo>
                  <a:pt x="903616" y="63659"/>
                  <a:pt x="904115" y="63844"/>
                  <a:pt x="904817" y="64103"/>
                </a:cubicBezTo>
                <a:cubicBezTo>
                  <a:pt x="905519" y="64361"/>
                  <a:pt x="906073" y="64528"/>
                  <a:pt x="906479" y="64602"/>
                </a:cubicBezTo>
                <a:cubicBezTo>
                  <a:pt x="906886" y="64675"/>
                  <a:pt x="907403" y="64786"/>
                  <a:pt x="908031" y="64933"/>
                </a:cubicBezTo>
                <a:cubicBezTo>
                  <a:pt x="908659" y="65081"/>
                  <a:pt x="909213" y="65155"/>
                  <a:pt x="909693" y="65155"/>
                </a:cubicBezTo>
                <a:cubicBezTo>
                  <a:pt x="910174" y="65155"/>
                  <a:pt x="910709" y="65155"/>
                  <a:pt x="911300" y="65155"/>
                </a:cubicBezTo>
                <a:cubicBezTo>
                  <a:pt x="911890" y="65155"/>
                  <a:pt x="912444" y="65118"/>
                  <a:pt x="912962" y="65043"/>
                </a:cubicBezTo>
                <a:cubicBezTo>
                  <a:pt x="919462" y="64157"/>
                  <a:pt x="925150" y="61092"/>
                  <a:pt x="930025" y="55847"/>
                </a:cubicBezTo>
                <a:lnTo>
                  <a:pt x="930025" y="64379"/>
                </a:lnTo>
                <a:close/>
                <a:moveTo>
                  <a:pt x="1034192" y="78451"/>
                </a:moveTo>
                <a:lnTo>
                  <a:pt x="1033085" y="84214"/>
                </a:lnTo>
                <a:lnTo>
                  <a:pt x="1014248" y="84214"/>
                </a:lnTo>
                <a:lnTo>
                  <a:pt x="1020784" y="50749"/>
                </a:lnTo>
                <a:cubicBezTo>
                  <a:pt x="1021597" y="47055"/>
                  <a:pt x="1021930" y="43953"/>
                  <a:pt x="1021782" y="41441"/>
                </a:cubicBezTo>
                <a:cubicBezTo>
                  <a:pt x="1021782" y="39151"/>
                  <a:pt x="1021523" y="37452"/>
                  <a:pt x="1021006" y="36344"/>
                </a:cubicBezTo>
                <a:cubicBezTo>
                  <a:pt x="1019750" y="33759"/>
                  <a:pt x="1016944" y="32467"/>
                  <a:pt x="1012586" y="32467"/>
                </a:cubicBezTo>
                <a:cubicBezTo>
                  <a:pt x="1008005" y="32467"/>
                  <a:pt x="1004163" y="34165"/>
                  <a:pt x="1001061" y="37563"/>
                </a:cubicBezTo>
                <a:cubicBezTo>
                  <a:pt x="997885" y="40961"/>
                  <a:pt x="995705" y="45837"/>
                  <a:pt x="994523" y="52190"/>
                </a:cubicBezTo>
                <a:lnTo>
                  <a:pt x="988318" y="84214"/>
                </a:lnTo>
                <a:lnTo>
                  <a:pt x="978345" y="84214"/>
                </a:lnTo>
                <a:lnTo>
                  <a:pt x="993637" y="5762"/>
                </a:lnTo>
                <a:lnTo>
                  <a:pt x="984108" y="5762"/>
                </a:lnTo>
                <a:lnTo>
                  <a:pt x="985215" y="0"/>
                </a:lnTo>
                <a:lnTo>
                  <a:pt x="1004717" y="0"/>
                </a:lnTo>
                <a:lnTo>
                  <a:pt x="997516" y="36898"/>
                </a:lnTo>
                <a:cubicBezTo>
                  <a:pt x="1000100" y="32909"/>
                  <a:pt x="1003055" y="29991"/>
                  <a:pt x="1006379" y="28145"/>
                </a:cubicBezTo>
                <a:cubicBezTo>
                  <a:pt x="1009704" y="26150"/>
                  <a:pt x="1013324" y="25152"/>
                  <a:pt x="1017239" y="25152"/>
                </a:cubicBezTo>
                <a:cubicBezTo>
                  <a:pt x="1023592" y="25152"/>
                  <a:pt x="1027913" y="26963"/>
                  <a:pt x="1030204" y="30583"/>
                </a:cubicBezTo>
                <a:cubicBezTo>
                  <a:pt x="1031607" y="32725"/>
                  <a:pt x="1032309" y="35679"/>
                  <a:pt x="1032309" y="39446"/>
                </a:cubicBezTo>
                <a:cubicBezTo>
                  <a:pt x="1032309" y="41959"/>
                  <a:pt x="1031976" y="44692"/>
                  <a:pt x="1031311" y="47647"/>
                </a:cubicBezTo>
                <a:lnTo>
                  <a:pt x="1025328" y="78451"/>
                </a:lnTo>
                <a:lnTo>
                  <a:pt x="1034192" y="78451"/>
                </a:lnTo>
                <a:close/>
                <a:moveTo>
                  <a:pt x="1098231" y="104824"/>
                </a:moveTo>
                <a:lnTo>
                  <a:pt x="1042827" y="104824"/>
                </a:lnTo>
                <a:lnTo>
                  <a:pt x="1042827" y="99062"/>
                </a:lnTo>
                <a:lnTo>
                  <a:pt x="1098231" y="99062"/>
                </a:lnTo>
                <a:lnTo>
                  <a:pt x="1098231" y="104824"/>
                </a:lnTo>
                <a:close/>
                <a:moveTo>
                  <a:pt x="1158757" y="29807"/>
                </a:moveTo>
                <a:lnTo>
                  <a:pt x="1156319" y="42327"/>
                </a:lnTo>
                <a:lnTo>
                  <a:pt x="1150556" y="42327"/>
                </a:lnTo>
                <a:cubicBezTo>
                  <a:pt x="1150704" y="41294"/>
                  <a:pt x="1150778" y="40518"/>
                  <a:pt x="1150778" y="40001"/>
                </a:cubicBezTo>
                <a:cubicBezTo>
                  <a:pt x="1150778" y="37342"/>
                  <a:pt x="1149855" y="35089"/>
                  <a:pt x="1148008" y="33241"/>
                </a:cubicBezTo>
                <a:cubicBezTo>
                  <a:pt x="1146235" y="31395"/>
                  <a:pt x="1143243" y="30472"/>
                  <a:pt x="1139032" y="30472"/>
                </a:cubicBezTo>
                <a:cubicBezTo>
                  <a:pt x="1130611" y="30472"/>
                  <a:pt x="1125772" y="33427"/>
                  <a:pt x="1124516" y="39336"/>
                </a:cubicBezTo>
                <a:cubicBezTo>
                  <a:pt x="1124369" y="40075"/>
                  <a:pt x="1124295" y="40924"/>
                  <a:pt x="1124295" y="41884"/>
                </a:cubicBezTo>
                <a:cubicBezTo>
                  <a:pt x="1124295" y="43067"/>
                  <a:pt x="1124886" y="44249"/>
                  <a:pt x="1126069" y="45430"/>
                </a:cubicBezTo>
                <a:cubicBezTo>
                  <a:pt x="1127324" y="46687"/>
                  <a:pt x="1130205" y="48091"/>
                  <a:pt x="1134710" y="49642"/>
                </a:cubicBezTo>
                <a:lnTo>
                  <a:pt x="1142135" y="52080"/>
                </a:lnTo>
                <a:cubicBezTo>
                  <a:pt x="1147232" y="53704"/>
                  <a:pt x="1150741" y="55846"/>
                  <a:pt x="1152661" y="58507"/>
                </a:cubicBezTo>
                <a:cubicBezTo>
                  <a:pt x="1153992" y="60280"/>
                  <a:pt x="1154657" y="62052"/>
                  <a:pt x="1154657" y="63824"/>
                </a:cubicBezTo>
                <a:cubicBezTo>
                  <a:pt x="1154657" y="71507"/>
                  <a:pt x="1151628" y="77269"/>
                  <a:pt x="1145570" y="81111"/>
                </a:cubicBezTo>
                <a:cubicBezTo>
                  <a:pt x="1140768" y="84214"/>
                  <a:pt x="1134748" y="85766"/>
                  <a:pt x="1127509" y="85766"/>
                </a:cubicBezTo>
                <a:cubicBezTo>
                  <a:pt x="1120122" y="85766"/>
                  <a:pt x="1113251" y="84177"/>
                  <a:pt x="1106898" y="80999"/>
                </a:cubicBezTo>
                <a:lnTo>
                  <a:pt x="1109558" y="67593"/>
                </a:lnTo>
                <a:lnTo>
                  <a:pt x="1115209" y="67593"/>
                </a:lnTo>
                <a:cubicBezTo>
                  <a:pt x="1115061" y="68922"/>
                  <a:pt x="1114987" y="69919"/>
                  <a:pt x="1114987" y="70584"/>
                </a:cubicBezTo>
                <a:cubicBezTo>
                  <a:pt x="1114987" y="77159"/>
                  <a:pt x="1119456" y="80446"/>
                  <a:pt x="1128395" y="80446"/>
                </a:cubicBezTo>
                <a:cubicBezTo>
                  <a:pt x="1137334" y="80446"/>
                  <a:pt x="1142468" y="77159"/>
                  <a:pt x="1143797" y="70584"/>
                </a:cubicBezTo>
                <a:cubicBezTo>
                  <a:pt x="1143871" y="70141"/>
                  <a:pt x="1143908" y="69255"/>
                  <a:pt x="1143908" y="67924"/>
                </a:cubicBezTo>
                <a:cubicBezTo>
                  <a:pt x="1143908" y="66743"/>
                  <a:pt x="1143280" y="65525"/>
                  <a:pt x="1142025" y="64269"/>
                </a:cubicBezTo>
                <a:cubicBezTo>
                  <a:pt x="1140842" y="62864"/>
                  <a:pt x="1137666" y="61276"/>
                  <a:pt x="1132495" y="59503"/>
                </a:cubicBezTo>
                <a:lnTo>
                  <a:pt x="1125736" y="57066"/>
                </a:lnTo>
                <a:cubicBezTo>
                  <a:pt x="1121081" y="55514"/>
                  <a:pt x="1118016" y="53704"/>
                  <a:pt x="1116539" y="51635"/>
                </a:cubicBezTo>
                <a:cubicBezTo>
                  <a:pt x="1115062" y="49494"/>
                  <a:pt x="1114323" y="47278"/>
                  <a:pt x="1114323" y="44987"/>
                </a:cubicBezTo>
                <a:cubicBezTo>
                  <a:pt x="1114323" y="43953"/>
                  <a:pt x="1114433" y="42956"/>
                  <a:pt x="1114654" y="41996"/>
                </a:cubicBezTo>
                <a:cubicBezTo>
                  <a:pt x="1115689" y="36677"/>
                  <a:pt x="1118422" y="32577"/>
                  <a:pt x="1122854" y="29695"/>
                </a:cubicBezTo>
                <a:cubicBezTo>
                  <a:pt x="1127213" y="26667"/>
                  <a:pt x="1132643" y="25152"/>
                  <a:pt x="1139144" y="25152"/>
                </a:cubicBezTo>
                <a:cubicBezTo>
                  <a:pt x="1145422" y="25152"/>
                  <a:pt x="1151960" y="26704"/>
                  <a:pt x="1158757" y="29807"/>
                </a:cubicBezTo>
                <a:close/>
                <a:moveTo>
                  <a:pt x="1231594" y="30250"/>
                </a:moveTo>
                <a:lnTo>
                  <a:pt x="1228713" y="44987"/>
                </a:lnTo>
                <a:lnTo>
                  <a:pt x="1222952" y="44987"/>
                </a:lnTo>
                <a:lnTo>
                  <a:pt x="1222952" y="43547"/>
                </a:lnTo>
                <a:cubicBezTo>
                  <a:pt x="1222952" y="39189"/>
                  <a:pt x="1222028" y="35976"/>
                  <a:pt x="1220181" y="33907"/>
                </a:cubicBezTo>
                <a:cubicBezTo>
                  <a:pt x="1218112" y="31617"/>
                  <a:pt x="1214715" y="30472"/>
                  <a:pt x="1209987" y="30472"/>
                </a:cubicBezTo>
                <a:cubicBezTo>
                  <a:pt x="1204595" y="30472"/>
                  <a:pt x="1200125" y="32577"/>
                  <a:pt x="1196579" y="36788"/>
                </a:cubicBezTo>
                <a:cubicBezTo>
                  <a:pt x="1193107" y="40851"/>
                  <a:pt x="1190521" y="47056"/>
                  <a:pt x="1188822" y="55404"/>
                </a:cubicBezTo>
                <a:cubicBezTo>
                  <a:pt x="1188083" y="59024"/>
                  <a:pt x="1187714" y="62384"/>
                  <a:pt x="1187714" y="65486"/>
                </a:cubicBezTo>
                <a:cubicBezTo>
                  <a:pt x="1187714" y="68812"/>
                  <a:pt x="1188232" y="71693"/>
                  <a:pt x="1189266" y="74130"/>
                </a:cubicBezTo>
                <a:cubicBezTo>
                  <a:pt x="1191113" y="78341"/>
                  <a:pt x="1194769" y="80446"/>
                  <a:pt x="1200236" y="80446"/>
                </a:cubicBezTo>
                <a:cubicBezTo>
                  <a:pt x="1204594" y="80446"/>
                  <a:pt x="1208213" y="79338"/>
                  <a:pt x="1211095" y="77122"/>
                </a:cubicBezTo>
                <a:cubicBezTo>
                  <a:pt x="1214050" y="74906"/>
                  <a:pt x="1216488" y="71508"/>
                  <a:pt x="1218409" y="66927"/>
                </a:cubicBezTo>
                <a:lnTo>
                  <a:pt x="1226386" y="66927"/>
                </a:lnTo>
                <a:cubicBezTo>
                  <a:pt x="1223800" y="73132"/>
                  <a:pt x="1220181" y="77786"/>
                  <a:pt x="1215528" y="80889"/>
                </a:cubicBezTo>
                <a:cubicBezTo>
                  <a:pt x="1211095" y="84140"/>
                  <a:pt x="1205628" y="85766"/>
                  <a:pt x="1199127" y="85766"/>
                </a:cubicBezTo>
                <a:cubicBezTo>
                  <a:pt x="1190853" y="85766"/>
                  <a:pt x="1184648" y="82995"/>
                  <a:pt x="1180511" y="77454"/>
                </a:cubicBezTo>
                <a:cubicBezTo>
                  <a:pt x="1177705" y="73539"/>
                  <a:pt x="1176301" y="68848"/>
                  <a:pt x="1176301" y="63381"/>
                </a:cubicBezTo>
                <a:cubicBezTo>
                  <a:pt x="1176301" y="61018"/>
                  <a:pt x="1176597" y="58358"/>
                  <a:pt x="1177187" y="55404"/>
                </a:cubicBezTo>
                <a:cubicBezTo>
                  <a:pt x="1178960" y="46096"/>
                  <a:pt x="1182950" y="38745"/>
                  <a:pt x="1189155" y="33353"/>
                </a:cubicBezTo>
                <a:cubicBezTo>
                  <a:pt x="1195287" y="27886"/>
                  <a:pt x="1202526" y="25152"/>
                  <a:pt x="1210873" y="25152"/>
                </a:cubicBezTo>
                <a:cubicBezTo>
                  <a:pt x="1214272" y="25152"/>
                  <a:pt x="1217818" y="25559"/>
                  <a:pt x="1221512" y="26371"/>
                </a:cubicBezTo>
                <a:cubicBezTo>
                  <a:pt x="1224836" y="27258"/>
                  <a:pt x="1228196" y="28551"/>
                  <a:pt x="1231594" y="30250"/>
                </a:cubicBezTo>
                <a:close/>
                <a:moveTo>
                  <a:pt x="1295238" y="45430"/>
                </a:moveTo>
                <a:cubicBezTo>
                  <a:pt x="1295238" y="42106"/>
                  <a:pt x="1294721" y="39225"/>
                  <a:pt x="1293687" y="36788"/>
                </a:cubicBezTo>
                <a:cubicBezTo>
                  <a:pt x="1291840" y="32577"/>
                  <a:pt x="1288183" y="30472"/>
                  <a:pt x="1282718" y="30472"/>
                </a:cubicBezTo>
                <a:cubicBezTo>
                  <a:pt x="1277398" y="30472"/>
                  <a:pt x="1272966" y="32577"/>
                  <a:pt x="1269419" y="36788"/>
                </a:cubicBezTo>
                <a:cubicBezTo>
                  <a:pt x="1265874" y="40998"/>
                  <a:pt x="1263326" y="47204"/>
                  <a:pt x="1261774" y="55404"/>
                </a:cubicBezTo>
                <a:cubicBezTo>
                  <a:pt x="1261035" y="59024"/>
                  <a:pt x="1260666" y="62348"/>
                  <a:pt x="1260666" y="65376"/>
                </a:cubicBezTo>
                <a:cubicBezTo>
                  <a:pt x="1260666" y="68775"/>
                  <a:pt x="1261184" y="71693"/>
                  <a:pt x="1262218" y="74130"/>
                </a:cubicBezTo>
                <a:cubicBezTo>
                  <a:pt x="1264065" y="78341"/>
                  <a:pt x="1267684" y="80446"/>
                  <a:pt x="1273077" y="80446"/>
                </a:cubicBezTo>
                <a:cubicBezTo>
                  <a:pt x="1278396" y="80446"/>
                  <a:pt x="1282828" y="78341"/>
                  <a:pt x="1286373" y="74130"/>
                </a:cubicBezTo>
                <a:cubicBezTo>
                  <a:pt x="1289846" y="69993"/>
                  <a:pt x="1292432" y="63751"/>
                  <a:pt x="1294130" y="55404"/>
                </a:cubicBezTo>
                <a:cubicBezTo>
                  <a:pt x="1294869" y="51784"/>
                  <a:pt x="1295238" y="48459"/>
                  <a:pt x="1295238" y="45430"/>
                </a:cubicBezTo>
                <a:moveTo>
                  <a:pt x="1306541" y="47425"/>
                </a:moveTo>
                <a:cubicBezTo>
                  <a:pt x="1306541" y="50159"/>
                  <a:pt x="1306282" y="52818"/>
                  <a:pt x="1305765" y="55404"/>
                </a:cubicBezTo>
                <a:cubicBezTo>
                  <a:pt x="1303992" y="64490"/>
                  <a:pt x="1300040" y="71840"/>
                  <a:pt x="1293909" y="77454"/>
                </a:cubicBezTo>
                <a:cubicBezTo>
                  <a:pt x="1287777" y="82995"/>
                  <a:pt x="1280500" y="85766"/>
                  <a:pt x="1272079" y="85766"/>
                </a:cubicBezTo>
                <a:cubicBezTo>
                  <a:pt x="1263805" y="85766"/>
                  <a:pt x="1257600" y="82995"/>
                  <a:pt x="1253463" y="77454"/>
                </a:cubicBezTo>
                <a:cubicBezTo>
                  <a:pt x="1250657" y="73539"/>
                  <a:pt x="1249253" y="68848"/>
                  <a:pt x="1249253" y="63381"/>
                </a:cubicBezTo>
                <a:cubicBezTo>
                  <a:pt x="1249253" y="61018"/>
                  <a:pt x="1249549" y="58358"/>
                  <a:pt x="1250139" y="55404"/>
                </a:cubicBezTo>
                <a:cubicBezTo>
                  <a:pt x="1251912" y="46243"/>
                  <a:pt x="1255865" y="38930"/>
                  <a:pt x="1261997" y="33464"/>
                </a:cubicBezTo>
                <a:cubicBezTo>
                  <a:pt x="1268128" y="27923"/>
                  <a:pt x="1275404" y="25152"/>
                  <a:pt x="1283825" y="25152"/>
                </a:cubicBezTo>
                <a:cubicBezTo>
                  <a:pt x="1292246" y="25152"/>
                  <a:pt x="1298452" y="27923"/>
                  <a:pt x="1302441" y="33464"/>
                </a:cubicBezTo>
                <a:cubicBezTo>
                  <a:pt x="1305174" y="37305"/>
                  <a:pt x="1306541" y="41958"/>
                  <a:pt x="1306541" y="47425"/>
                </a:cubicBezTo>
                <a:close/>
                <a:moveTo>
                  <a:pt x="1374816" y="26593"/>
                </a:moveTo>
                <a:lnTo>
                  <a:pt x="1372045" y="40998"/>
                </a:lnTo>
                <a:lnTo>
                  <a:pt x="1366285" y="40998"/>
                </a:lnTo>
                <a:cubicBezTo>
                  <a:pt x="1366285" y="40776"/>
                  <a:pt x="1366303" y="40444"/>
                  <a:pt x="1366339" y="40001"/>
                </a:cubicBezTo>
                <a:cubicBezTo>
                  <a:pt x="1366376" y="39558"/>
                  <a:pt x="1366432" y="39225"/>
                  <a:pt x="1366506" y="39003"/>
                </a:cubicBezTo>
                <a:cubicBezTo>
                  <a:pt x="1366506" y="37157"/>
                  <a:pt x="1366063" y="35680"/>
                  <a:pt x="1365175" y="34572"/>
                </a:cubicBezTo>
                <a:cubicBezTo>
                  <a:pt x="1364067" y="33168"/>
                  <a:pt x="1362147" y="32467"/>
                  <a:pt x="1359413" y="32467"/>
                </a:cubicBezTo>
                <a:cubicBezTo>
                  <a:pt x="1354538" y="32467"/>
                  <a:pt x="1350438" y="34165"/>
                  <a:pt x="1347114" y="37563"/>
                </a:cubicBezTo>
                <a:cubicBezTo>
                  <a:pt x="1343790" y="41109"/>
                  <a:pt x="1341537" y="45985"/>
                  <a:pt x="1340354" y="52190"/>
                </a:cubicBezTo>
                <a:lnTo>
                  <a:pt x="1334149" y="84214"/>
                </a:lnTo>
                <a:lnTo>
                  <a:pt x="1324177" y="84214"/>
                </a:lnTo>
                <a:lnTo>
                  <a:pt x="1334261" y="32355"/>
                </a:lnTo>
                <a:lnTo>
                  <a:pt x="1324732" y="32355"/>
                </a:lnTo>
                <a:lnTo>
                  <a:pt x="1325839" y="26704"/>
                </a:lnTo>
                <a:lnTo>
                  <a:pt x="1345341" y="26704"/>
                </a:lnTo>
                <a:lnTo>
                  <a:pt x="1343347" y="36898"/>
                </a:lnTo>
                <a:cubicBezTo>
                  <a:pt x="1346154" y="32836"/>
                  <a:pt x="1349257" y="29881"/>
                  <a:pt x="1352655" y="28033"/>
                </a:cubicBezTo>
                <a:cubicBezTo>
                  <a:pt x="1356127" y="26113"/>
                  <a:pt x="1360042" y="25152"/>
                  <a:pt x="1364399" y="25152"/>
                </a:cubicBezTo>
                <a:cubicBezTo>
                  <a:pt x="1366099" y="25152"/>
                  <a:pt x="1367762" y="25263"/>
                  <a:pt x="1369387" y="25485"/>
                </a:cubicBezTo>
                <a:cubicBezTo>
                  <a:pt x="1372564" y="26150"/>
                  <a:pt x="1374373" y="26520"/>
                  <a:pt x="1374816" y="26593"/>
                </a:cubicBezTo>
                <a:close/>
                <a:moveTo>
                  <a:pt x="1448356" y="40112"/>
                </a:moveTo>
                <a:cubicBezTo>
                  <a:pt x="1448356" y="47426"/>
                  <a:pt x="1444662" y="52892"/>
                  <a:pt x="1437274" y="56512"/>
                </a:cubicBezTo>
                <a:cubicBezTo>
                  <a:pt x="1429591" y="60205"/>
                  <a:pt x="1418473" y="62089"/>
                  <a:pt x="1403921" y="62162"/>
                </a:cubicBezTo>
                <a:cubicBezTo>
                  <a:pt x="1403774" y="64010"/>
                  <a:pt x="1403737" y="65303"/>
                  <a:pt x="1403810" y="66041"/>
                </a:cubicBezTo>
                <a:cubicBezTo>
                  <a:pt x="1403810" y="69513"/>
                  <a:pt x="1404401" y="72320"/>
                  <a:pt x="1405583" y="74463"/>
                </a:cubicBezTo>
                <a:cubicBezTo>
                  <a:pt x="1407725" y="78452"/>
                  <a:pt x="1411640" y="80446"/>
                  <a:pt x="1417328" y="80446"/>
                </a:cubicBezTo>
                <a:cubicBezTo>
                  <a:pt x="1421465" y="80446"/>
                  <a:pt x="1424604" y="79819"/>
                  <a:pt x="1426747" y="78563"/>
                </a:cubicBezTo>
                <a:cubicBezTo>
                  <a:pt x="1430514" y="76199"/>
                  <a:pt x="1432768" y="73577"/>
                  <a:pt x="1433507" y="70696"/>
                </a:cubicBezTo>
                <a:lnTo>
                  <a:pt x="1440820" y="70696"/>
                </a:lnTo>
                <a:cubicBezTo>
                  <a:pt x="1439342" y="75275"/>
                  <a:pt x="1435944" y="79190"/>
                  <a:pt x="1430626" y="82440"/>
                </a:cubicBezTo>
                <a:cubicBezTo>
                  <a:pt x="1426858" y="84657"/>
                  <a:pt x="1421280" y="85766"/>
                  <a:pt x="1413894" y="85766"/>
                </a:cubicBezTo>
                <a:cubicBezTo>
                  <a:pt x="1406433" y="85766"/>
                  <a:pt x="1400708" y="82995"/>
                  <a:pt x="1396719" y="77454"/>
                </a:cubicBezTo>
                <a:cubicBezTo>
                  <a:pt x="1393911" y="73539"/>
                  <a:pt x="1392470" y="68848"/>
                  <a:pt x="1392397" y="63381"/>
                </a:cubicBezTo>
                <a:cubicBezTo>
                  <a:pt x="1392397" y="61092"/>
                  <a:pt x="1392692" y="58469"/>
                  <a:pt x="1393283" y="55514"/>
                </a:cubicBezTo>
                <a:cubicBezTo>
                  <a:pt x="1395056" y="46428"/>
                  <a:pt x="1398971" y="39078"/>
                  <a:pt x="1405029" y="33464"/>
                </a:cubicBezTo>
                <a:cubicBezTo>
                  <a:pt x="1411234" y="27923"/>
                  <a:pt x="1418621" y="25152"/>
                  <a:pt x="1427190" y="25152"/>
                </a:cubicBezTo>
                <a:cubicBezTo>
                  <a:pt x="1441300" y="25152"/>
                  <a:pt x="1448356" y="30139"/>
                  <a:pt x="1448356" y="40112"/>
                </a:cubicBezTo>
                <a:moveTo>
                  <a:pt x="1437829" y="39779"/>
                </a:moveTo>
                <a:cubicBezTo>
                  <a:pt x="1437829" y="33649"/>
                  <a:pt x="1433728" y="30546"/>
                  <a:pt x="1425528" y="30472"/>
                </a:cubicBezTo>
                <a:cubicBezTo>
                  <a:pt x="1420801" y="30472"/>
                  <a:pt x="1416701" y="32318"/>
                  <a:pt x="1413229" y="36012"/>
                </a:cubicBezTo>
                <a:cubicBezTo>
                  <a:pt x="1409978" y="39558"/>
                  <a:pt x="1407282" y="46354"/>
                  <a:pt x="1405140" y="56400"/>
                </a:cubicBezTo>
                <a:cubicBezTo>
                  <a:pt x="1416664" y="55884"/>
                  <a:pt x="1425528" y="53741"/>
                  <a:pt x="1431733" y="49973"/>
                </a:cubicBezTo>
                <a:cubicBezTo>
                  <a:pt x="1435797" y="47684"/>
                  <a:pt x="1437829" y="44286"/>
                  <a:pt x="1437829" y="39779"/>
                </a:cubicBezTo>
                <a:close/>
                <a:moveTo>
                  <a:pt x="1497988" y="103715"/>
                </a:moveTo>
                <a:cubicBezTo>
                  <a:pt x="1488089" y="98766"/>
                  <a:pt x="1481330" y="92856"/>
                  <a:pt x="1477711" y="85987"/>
                </a:cubicBezTo>
                <a:cubicBezTo>
                  <a:pt x="1472687" y="76236"/>
                  <a:pt x="1470175" y="66780"/>
                  <a:pt x="1470175" y="57619"/>
                </a:cubicBezTo>
                <a:lnTo>
                  <a:pt x="1470175" y="49863"/>
                </a:lnTo>
                <a:cubicBezTo>
                  <a:pt x="1470175" y="40703"/>
                  <a:pt x="1472687" y="31247"/>
                  <a:pt x="1477711" y="21497"/>
                </a:cubicBezTo>
                <a:cubicBezTo>
                  <a:pt x="1481330" y="14627"/>
                  <a:pt x="1488089" y="8717"/>
                  <a:pt x="1497988" y="3767"/>
                </a:cubicBezTo>
                <a:lnTo>
                  <a:pt x="1497988" y="10194"/>
                </a:lnTo>
                <a:cubicBezTo>
                  <a:pt x="1492964" y="12705"/>
                  <a:pt x="1488495" y="17655"/>
                  <a:pt x="1484580" y="25042"/>
                </a:cubicBezTo>
                <a:cubicBezTo>
                  <a:pt x="1483029" y="28071"/>
                  <a:pt x="1482032" y="31469"/>
                  <a:pt x="1481588" y="35236"/>
                </a:cubicBezTo>
                <a:cubicBezTo>
                  <a:pt x="1481145" y="39003"/>
                  <a:pt x="1480923" y="43879"/>
                  <a:pt x="1480923" y="49863"/>
                </a:cubicBezTo>
                <a:lnTo>
                  <a:pt x="1480923" y="57619"/>
                </a:lnTo>
                <a:cubicBezTo>
                  <a:pt x="1480923" y="63603"/>
                  <a:pt x="1481145" y="68479"/>
                  <a:pt x="1481588" y="72246"/>
                </a:cubicBezTo>
                <a:cubicBezTo>
                  <a:pt x="1482032" y="76013"/>
                  <a:pt x="1483029" y="79411"/>
                  <a:pt x="1484580" y="82440"/>
                </a:cubicBezTo>
                <a:cubicBezTo>
                  <a:pt x="1488495" y="89828"/>
                  <a:pt x="1492964" y="94777"/>
                  <a:pt x="1497988" y="97289"/>
                </a:cubicBezTo>
                <a:lnTo>
                  <a:pt x="1497988" y="103715"/>
                </a:lnTo>
                <a:close/>
                <a:moveTo>
                  <a:pt x="1590125" y="8975"/>
                </a:moveTo>
                <a:lnTo>
                  <a:pt x="1586577" y="27590"/>
                </a:lnTo>
                <a:lnTo>
                  <a:pt x="1580484" y="27590"/>
                </a:lnTo>
                <a:cubicBezTo>
                  <a:pt x="1580484" y="20647"/>
                  <a:pt x="1578748" y="15661"/>
                  <a:pt x="1575276" y="12632"/>
                </a:cubicBezTo>
                <a:cubicBezTo>
                  <a:pt x="1572025" y="9381"/>
                  <a:pt x="1566706" y="7756"/>
                  <a:pt x="1559320" y="7756"/>
                </a:cubicBezTo>
                <a:cubicBezTo>
                  <a:pt x="1550750" y="7756"/>
                  <a:pt x="1543621" y="10822"/>
                  <a:pt x="1537933" y="16954"/>
                </a:cubicBezTo>
                <a:cubicBezTo>
                  <a:pt x="1532393" y="22937"/>
                  <a:pt x="1528441" y="31912"/>
                  <a:pt x="1526077" y="43880"/>
                </a:cubicBezTo>
                <a:cubicBezTo>
                  <a:pt x="1523787" y="55625"/>
                  <a:pt x="1524267" y="64600"/>
                  <a:pt x="1527518" y="70806"/>
                </a:cubicBezTo>
                <a:cubicBezTo>
                  <a:pt x="1530767" y="76938"/>
                  <a:pt x="1536677" y="80003"/>
                  <a:pt x="1545246" y="80003"/>
                </a:cubicBezTo>
                <a:cubicBezTo>
                  <a:pt x="1551303" y="80003"/>
                  <a:pt x="1556585" y="78563"/>
                  <a:pt x="1561092" y="75682"/>
                </a:cubicBezTo>
                <a:cubicBezTo>
                  <a:pt x="1565524" y="72801"/>
                  <a:pt x="1569144" y="68516"/>
                  <a:pt x="1571952" y="62828"/>
                </a:cubicBezTo>
                <a:lnTo>
                  <a:pt x="1581924" y="62828"/>
                </a:lnTo>
                <a:cubicBezTo>
                  <a:pt x="1578083" y="70289"/>
                  <a:pt x="1572985" y="76014"/>
                  <a:pt x="1566633" y="80003"/>
                </a:cubicBezTo>
                <a:cubicBezTo>
                  <a:pt x="1560058" y="83845"/>
                  <a:pt x="1552559" y="85766"/>
                  <a:pt x="1544138" y="85766"/>
                </a:cubicBezTo>
                <a:cubicBezTo>
                  <a:pt x="1538820" y="85766"/>
                  <a:pt x="1534129" y="84879"/>
                  <a:pt x="1530066" y="83106"/>
                </a:cubicBezTo>
                <a:cubicBezTo>
                  <a:pt x="1525781" y="81185"/>
                  <a:pt x="1522272" y="78526"/>
                  <a:pt x="1519539" y="75127"/>
                </a:cubicBezTo>
                <a:cubicBezTo>
                  <a:pt x="1516289" y="70990"/>
                  <a:pt x="1514184" y="66411"/>
                  <a:pt x="1513224" y="61388"/>
                </a:cubicBezTo>
                <a:cubicBezTo>
                  <a:pt x="1512263" y="56438"/>
                  <a:pt x="1512411" y="50602"/>
                  <a:pt x="1513667" y="43880"/>
                </a:cubicBezTo>
                <a:cubicBezTo>
                  <a:pt x="1516104" y="31174"/>
                  <a:pt x="1521718" y="21053"/>
                  <a:pt x="1530509" y="13518"/>
                </a:cubicBezTo>
                <a:cubicBezTo>
                  <a:pt x="1539225" y="5835"/>
                  <a:pt x="1549531" y="1993"/>
                  <a:pt x="1561425" y="1993"/>
                </a:cubicBezTo>
                <a:cubicBezTo>
                  <a:pt x="1565930" y="1993"/>
                  <a:pt x="1570510" y="2585"/>
                  <a:pt x="1575164" y="3767"/>
                </a:cubicBezTo>
                <a:cubicBezTo>
                  <a:pt x="1579744" y="4801"/>
                  <a:pt x="1584731" y="6537"/>
                  <a:pt x="1590125" y="8975"/>
                </a:cubicBezTo>
                <a:close/>
                <a:moveTo>
                  <a:pt x="1623327" y="71915"/>
                </a:moveTo>
                <a:cubicBezTo>
                  <a:pt x="1622958" y="78046"/>
                  <a:pt x="1621518" y="83327"/>
                  <a:pt x="1619007" y="87759"/>
                </a:cubicBezTo>
                <a:cubicBezTo>
                  <a:pt x="1616347" y="92191"/>
                  <a:pt x="1612394" y="96033"/>
                  <a:pt x="1607149" y="99284"/>
                </a:cubicBezTo>
                <a:lnTo>
                  <a:pt x="1602828" y="94962"/>
                </a:lnTo>
                <a:cubicBezTo>
                  <a:pt x="1606152" y="92451"/>
                  <a:pt x="1608664" y="89533"/>
                  <a:pt x="1610363" y="86209"/>
                </a:cubicBezTo>
                <a:cubicBezTo>
                  <a:pt x="1611914" y="82810"/>
                  <a:pt x="1612690" y="78710"/>
                  <a:pt x="1612690" y="73908"/>
                </a:cubicBezTo>
                <a:lnTo>
                  <a:pt x="1612690" y="71915"/>
                </a:lnTo>
                <a:lnTo>
                  <a:pt x="1623327" y="71915"/>
                </a:lnTo>
                <a:close/>
                <a:moveTo>
                  <a:pt x="1733531" y="43658"/>
                </a:moveTo>
                <a:cubicBezTo>
                  <a:pt x="1735674" y="32429"/>
                  <a:pt x="1734529" y="23897"/>
                  <a:pt x="1730097" y="18061"/>
                </a:cubicBezTo>
                <a:cubicBezTo>
                  <a:pt x="1725664" y="12151"/>
                  <a:pt x="1718202" y="9196"/>
                  <a:pt x="1707712" y="9196"/>
                </a:cubicBezTo>
                <a:lnTo>
                  <a:pt x="1697630" y="9196"/>
                </a:lnTo>
                <a:lnTo>
                  <a:pt x="1684110" y="78451"/>
                </a:lnTo>
                <a:lnTo>
                  <a:pt x="1694194" y="78451"/>
                </a:lnTo>
                <a:cubicBezTo>
                  <a:pt x="1704758" y="78451"/>
                  <a:pt x="1713401" y="75460"/>
                  <a:pt x="1720123" y="69477"/>
                </a:cubicBezTo>
                <a:cubicBezTo>
                  <a:pt x="1726993" y="63419"/>
                  <a:pt x="1731462" y="54813"/>
                  <a:pt x="1733531" y="43658"/>
                </a:cubicBezTo>
                <a:moveTo>
                  <a:pt x="1745941" y="43768"/>
                </a:moveTo>
                <a:cubicBezTo>
                  <a:pt x="1743504" y="56475"/>
                  <a:pt x="1737669" y="66411"/>
                  <a:pt x="1728435" y="73577"/>
                </a:cubicBezTo>
                <a:cubicBezTo>
                  <a:pt x="1719348" y="80668"/>
                  <a:pt x="1707824" y="84214"/>
                  <a:pt x="1693861" y="84214"/>
                </a:cubicBezTo>
                <a:lnTo>
                  <a:pt x="1661728" y="84214"/>
                </a:lnTo>
                <a:lnTo>
                  <a:pt x="1662835" y="78451"/>
                </a:lnTo>
                <a:lnTo>
                  <a:pt x="1673141" y="78451"/>
                </a:lnTo>
                <a:lnTo>
                  <a:pt x="1686659" y="9196"/>
                </a:lnTo>
                <a:lnTo>
                  <a:pt x="1676355" y="9196"/>
                </a:lnTo>
                <a:lnTo>
                  <a:pt x="1677462" y="3434"/>
                </a:lnTo>
                <a:lnTo>
                  <a:pt x="1709596" y="3434"/>
                </a:lnTo>
                <a:cubicBezTo>
                  <a:pt x="1723484" y="3434"/>
                  <a:pt x="1733641" y="6980"/>
                  <a:pt x="1740067" y="14073"/>
                </a:cubicBezTo>
                <a:cubicBezTo>
                  <a:pt x="1746495" y="21164"/>
                  <a:pt x="1748453" y="31062"/>
                  <a:pt x="1745941" y="43768"/>
                </a:cubicBezTo>
                <a:close/>
                <a:moveTo>
                  <a:pt x="1788964" y="57619"/>
                </a:moveTo>
                <a:cubicBezTo>
                  <a:pt x="1788964" y="66927"/>
                  <a:pt x="1786489" y="76383"/>
                  <a:pt x="1781540" y="85987"/>
                </a:cubicBezTo>
                <a:cubicBezTo>
                  <a:pt x="1777995" y="92783"/>
                  <a:pt x="1771236" y="98692"/>
                  <a:pt x="1761262" y="103715"/>
                </a:cubicBezTo>
                <a:lnTo>
                  <a:pt x="1761262" y="97289"/>
                </a:lnTo>
                <a:cubicBezTo>
                  <a:pt x="1766359" y="94703"/>
                  <a:pt x="1770792" y="89753"/>
                  <a:pt x="1774560" y="82440"/>
                </a:cubicBezTo>
                <a:cubicBezTo>
                  <a:pt x="1775668" y="80372"/>
                  <a:pt x="1776499" y="77879"/>
                  <a:pt x="1777052" y="74962"/>
                </a:cubicBezTo>
                <a:cubicBezTo>
                  <a:pt x="1777607" y="72043"/>
                  <a:pt x="1777940" y="69439"/>
                  <a:pt x="1778050" y="67150"/>
                </a:cubicBezTo>
                <a:cubicBezTo>
                  <a:pt x="1778160" y="64860"/>
                  <a:pt x="1778216" y="61683"/>
                  <a:pt x="1778216" y="57619"/>
                </a:cubicBezTo>
                <a:lnTo>
                  <a:pt x="1778216" y="49863"/>
                </a:lnTo>
                <a:cubicBezTo>
                  <a:pt x="1778216" y="45800"/>
                  <a:pt x="1778160" y="42623"/>
                  <a:pt x="1778050" y="40334"/>
                </a:cubicBezTo>
                <a:cubicBezTo>
                  <a:pt x="1777940" y="38044"/>
                  <a:pt x="1777607" y="35440"/>
                  <a:pt x="1777052" y="32522"/>
                </a:cubicBezTo>
                <a:cubicBezTo>
                  <a:pt x="1776499" y="29604"/>
                  <a:pt x="1775668" y="27111"/>
                  <a:pt x="1774560" y="25042"/>
                </a:cubicBezTo>
                <a:cubicBezTo>
                  <a:pt x="1770792" y="17729"/>
                  <a:pt x="1766359" y="12780"/>
                  <a:pt x="1761262" y="10194"/>
                </a:cubicBezTo>
                <a:lnTo>
                  <a:pt x="1761262" y="3767"/>
                </a:lnTo>
                <a:cubicBezTo>
                  <a:pt x="1771236" y="8790"/>
                  <a:pt x="1777995" y="14700"/>
                  <a:pt x="1781540" y="21497"/>
                </a:cubicBezTo>
                <a:cubicBezTo>
                  <a:pt x="1786489" y="31099"/>
                  <a:pt x="1788964" y="40555"/>
                  <a:pt x="1788964" y="49863"/>
                </a:cubicBezTo>
                <a:lnTo>
                  <a:pt x="1788964" y="57619"/>
                </a:lnTo>
                <a:close/>
                <a:moveTo>
                  <a:pt x="1911525" y="42218"/>
                </a:moveTo>
                <a:cubicBezTo>
                  <a:pt x="1906355" y="47832"/>
                  <a:pt x="1901073" y="50971"/>
                  <a:pt x="1895681" y="51635"/>
                </a:cubicBezTo>
                <a:cubicBezTo>
                  <a:pt x="1894351" y="51783"/>
                  <a:pt x="1893353" y="51857"/>
                  <a:pt x="1892688" y="51857"/>
                </a:cubicBezTo>
                <a:cubicBezTo>
                  <a:pt x="1888330" y="51857"/>
                  <a:pt x="1882384" y="50121"/>
                  <a:pt x="1874848" y="46649"/>
                </a:cubicBezTo>
                <a:cubicBezTo>
                  <a:pt x="1874701" y="46576"/>
                  <a:pt x="1874202" y="46336"/>
                  <a:pt x="1873352" y="45931"/>
                </a:cubicBezTo>
                <a:cubicBezTo>
                  <a:pt x="1872503" y="45524"/>
                  <a:pt x="1871968" y="45284"/>
                  <a:pt x="1871746" y="45210"/>
                </a:cubicBezTo>
                <a:cubicBezTo>
                  <a:pt x="1871524" y="45136"/>
                  <a:pt x="1871025" y="44932"/>
                  <a:pt x="1870250" y="44600"/>
                </a:cubicBezTo>
                <a:cubicBezTo>
                  <a:pt x="1869474" y="44267"/>
                  <a:pt x="1868939" y="44046"/>
                  <a:pt x="1868643" y="43935"/>
                </a:cubicBezTo>
                <a:cubicBezTo>
                  <a:pt x="1868348" y="43824"/>
                  <a:pt x="1867849" y="43639"/>
                  <a:pt x="1867147" y="43381"/>
                </a:cubicBezTo>
                <a:cubicBezTo>
                  <a:pt x="1866446" y="43123"/>
                  <a:pt x="1865892" y="42957"/>
                  <a:pt x="1865485" y="42884"/>
                </a:cubicBezTo>
                <a:cubicBezTo>
                  <a:pt x="1865079" y="42809"/>
                  <a:pt x="1864562" y="42698"/>
                  <a:pt x="1863934" y="42551"/>
                </a:cubicBezTo>
                <a:cubicBezTo>
                  <a:pt x="1863307" y="42402"/>
                  <a:pt x="1862753" y="42327"/>
                  <a:pt x="1862272" y="42327"/>
                </a:cubicBezTo>
                <a:cubicBezTo>
                  <a:pt x="1861792" y="42327"/>
                  <a:pt x="1861256" y="42327"/>
                  <a:pt x="1860664" y="42327"/>
                </a:cubicBezTo>
                <a:cubicBezTo>
                  <a:pt x="1860074" y="42327"/>
                  <a:pt x="1859520" y="42365"/>
                  <a:pt x="1859002" y="42439"/>
                </a:cubicBezTo>
                <a:cubicBezTo>
                  <a:pt x="1852502" y="43325"/>
                  <a:pt x="1846814" y="46390"/>
                  <a:pt x="1841939" y="51635"/>
                </a:cubicBezTo>
                <a:lnTo>
                  <a:pt x="1841939" y="43104"/>
                </a:lnTo>
                <a:cubicBezTo>
                  <a:pt x="1847109" y="37489"/>
                  <a:pt x="1852391" y="34350"/>
                  <a:pt x="1857785" y="33686"/>
                </a:cubicBezTo>
                <a:cubicBezTo>
                  <a:pt x="1859114" y="33538"/>
                  <a:pt x="1860111" y="33464"/>
                  <a:pt x="1860776" y="33464"/>
                </a:cubicBezTo>
                <a:cubicBezTo>
                  <a:pt x="1865135" y="33464"/>
                  <a:pt x="1871081" y="35200"/>
                  <a:pt x="1878616" y="38672"/>
                </a:cubicBezTo>
                <a:cubicBezTo>
                  <a:pt x="1878763" y="38745"/>
                  <a:pt x="1879262" y="38985"/>
                  <a:pt x="1880112" y="39392"/>
                </a:cubicBezTo>
                <a:cubicBezTo>
                  <a:pt x="1880962" y="39798"/>
                  <a:pt x="1881497" y="40038"/>
                  <a:pt x="1881718" y="40112"/>
                </a:cubicBezTo>
                <a:cubicBezTo>
                  <a:pt x="1881940" y="40186"/>
                  <a:pt x="1882439" y="40389"/>
                  <a:pt x="1883215" y="40721"/>
                </a:cubicBezTo>
                <a:cubicBezTo>
                  <a:pt x="1883990" y="41054"/>
                  <a:pt x="1884525" y="41276"/>
                  <a:pt x="1884821" y="41387"/>
                </a:cubicBezTo>
                <a:cubicBezTo>
                  <a:pt x="1885116" y="41498"/>
                  <a:pt x="1885615" y="41682"/>
                  <a:pt x="1886317" y="41940"/>
                </a:cubicBezTo>
                <a:cubicBezTo>
                  <a:pt x="1887019" y="42198"/>
                  <a:pt x="1887573" y="42365"/>
                  <a:pt x="1887979" y="42439"/>
                </a:cubicBezTo>
                <a:cubicBezTo>
                  <a:pt x="1888386" y="42512"/>
                  <a:pt x="1888904" y="42623"/>
                  <a:pt x="1889531" y="42772"/>
                </a:cubicBezTo>
                <a:cubicBezTo>
                  <a:pt x="1890159" y="42920"/>
                  <a:pt x="1890713" y="42994"/>
                  <a:pt x="1891193" y="42994"/>
                </a:cubicBezTo>
                <a:cubicBezTo>
                  <a:pt x="1891674" y="42994"/>
                  <a:pt x="1892209" y="42994"/>
                  <a:pt x="1892800" y="42994"/>
                </a:cubicBezTo>
                <a:cubicBezTo>
                  <a:pt x="1893390" y="42994"/>
                  <a:pt x="1893944" y="42956"/>
                  <a:pt x="1894462" y="42882"/>
                </a:cubicBezTo>
                <a:cubicBezTo>
                  <a:pt x="1900962" y="41996"/>
                  <a:pt x="1906650" y="38931"/>
                  <a:pt x="1911525" y="33686"/>
                </a:cubicBezTo>
                <a:lnTo>
                  <a:pt x="1911525" y="42218"/>
                </a:lnTo>
                <a:moveTo>
                  <a:pt x="1911525" y="64379"/>
                </a:moveTo>
                <a:cubicBezTo>
                  <a:pt x="1906355" y="69993"/>
                  <a:pt x="1901073" y="73133"/>
                  <a:pt x="1895681" y="73798"/>
                </a:cubicBezTo>
                <a:cubicBezTo>
                  <a:pt x="1894351" y="73946"/>
                  <a:pt x="1893353" y="74020"/>
                  <a:pt x="1892688" y="74020"/>
                </a:cubicBezTo>
                <a:cubicBezTo>
                  <a:pt x="1888330" y="74020"/>
                  <a:pt x="1882384" y="72283"/>
                  <a:pt x="1874848" y="68810"/>
                </a:cubicBezTo>
                <a:cubicBezTo>
                  <a:pt x="1874701" y="68737"/>
                  <a:pt x="1874202" y="68498"/>
                  <a:pt x="1873352" y="68092"/>
                </a:cubicBezTo>
                <a:cubicBezTo>
                  <a:pt x="1872503" y="67685"/>
                  <a:pt x="1871968" y="67445"/>
                  <a:pt x="1871746" y="67372"/>
                </a:cubicBezTo>
                <a:cubicBezTo>
                  <a:pt x="1871524" y="67297"/>
                  <a:pt x="1871025" y="67094"/>
                  <a:pt x="1870250" y="66761"/>
                </a:cubicBezTo>
                <a:cubicBezTo>
                  <a:pt x="1869474" y="66429"/>
                  <a:pt x="1868939" y="66207"/>
                  <a:pt x="1868643" y="66097"/>
                </a:cubicBezTo>
                <a:cubicBezTo>
                  <a:pt x="1868348" y="65986"/>
                  <a:pt x="1867849" y="65802"/>
                  <a:pt x="1867147" y="65544"/>
                </a:cubicBezTo>
                <a:cubicBezTo>
                  <a:pt x="1866446" y="65285"/>
                  <a:pt x="1865892" y="65118"/>
                  <a:pt x="1865485" y="65045"/>
                </a:cubicBezTo>
                <a:cubicBezTo>
                  <a:pt x="1865079" y="64971"/>
                  <a:pt x="1864562" y="64860"/>
                  <a:pt x="1863934" y="64712"/>
                </a:cubicBezTo>
                <a:cubicBezTo>
                  <a:pt x="1863307" y="64564"/>
                  <a:pt x="1862753" y="64490"/>
                  <a:pt x="1862272" y="64490"/>
                </a:cubicBezTo>
                <a:cubicBezTo>
                  <a:pt x="1861792" y="64490"/>
                  <a:pt x="1861256" y="64490"/>
                  <a:pt x="1860664" y="64490"/>
                </a:cubicBezTo>
                <a:cubicBezTo>
                  <a:pt x="1860074" y="64490"/>
                  <a:pt x="1859520" y="64527"/>
                  <a:pt x="1859002" y="64600"/>
                </a:cubicBezTo>
                <a:cubicBezTo>
                  <a:pt x="1852502" y="65487"/>
                  <a:pt x="1846814" y="68553"/>
                  <a:pt x="1841939" y="73798"/>
                </a:cubicBezTo>
                <a:lnTo>
                  <a:pt x="1841939" y="65265"/>
                </a:lnTo>
                <a:cubicBezTo>
                  <a:pt x="1847109" y="59651"/>
                  <a:pt x="1852391" y="56512"/>
                  <a:pt x="1857785" y="55847"/>
                </a:cubicBezTo>
                <a:cubicBezTo>
                  <a:pt x="1859114" y="55699"/>
                  <a:pt x="1860111" y="55626"/>
                  <a:pt x="1860776" y="55626"/>
                </a:cubicBezTo>
                <a:cubicBezTo>
                  <a:pt x="1865135" y="55626"/>
                  <a:pt x="1871081" y="57361"/>
                  <a:pt x="1878616" y="60833"/>
                </a:cubicBezTo>
                <a:cubicBezTo>
                  <a:pt x="1878763" y="60906"/>
                  <a:pt x="1879262" y="61147"/>
                  <a:pt x="1880112" y="61553"/>
                </a:cubicBezTo>
                <a:cubicBezTo>
                  <a:pt x="1880962" y="61959"/>
                  <a:pt x="1881497" y="62199"/>
                  <a:pt x="1881718" y="62274"/>
                </a:cubicBezTo>
                <a:cubicBezTo>
                  <a:pt x="1881940" y="62347"/>
                  <a:pt x="1882439" y="62550"/>
                  <a:pt x="1883215" y="62882"/>
                </a:cubicBezTo>
                <a:cubicBezTo>
                  <a:pt x="1883990" y="63215"/>
                  <a:pt x="1884525" y="63437"/>
                  <a:pt x="1884821" y="63549"/>
                </a:cubicBezTo>
                <a:cubicBezTo>
                  <a:pt x="1885116" y="63659"/>
                  <a:pt x="1885615" y="63844"/>
                  <a:pt x="1886317" y="64103"/>
                </a:cubicBezTo>
                <a:cubicBezTo>
                  <a:pt x="1887019" y="64361"/>
                  <a:pt x="1887573" y="64528"/>
                  <a:pt x="1887979" y="64602"/>
                </a:cubicBezTo>
                <a:cubicBezTo>
                  <a:pt x="1888386" y="64675"/>
                  <a:pt x="1888904" y="64786"/>
                  <a:pt x="1889531" y="64933"/>
                </a:cubicBezTo>
                <a:cubicBezTo>
                  <a:pt x="1890159" y="65081"/>
                  <a:pt x="1890713" y="65155"/>
                  <a:pt x="1891193" y="65155"/>
                </a:cubicBezTo>
                <a:cubicBezTo>
                  <a:pt x="1891674" y="65155"/>
                  <a:pt x="1892209" y="65155"/>
                  <a:pt x="1892800" y="65155"/>
                </a:cubicBezTo>
                <a:cubicBezTo>
                  <a:pt x="1893390" y="65155"/>
                  <a:pt x="1893944" y="65118"/>
                  <a:pt x="1894462" y="65043"/>
                </a:cubicBezTo>
                <a:cubicBezTo>
                  <a:pt x="1900962" y="64157"/>
                  <a:pt x="1906650" y="61092"/>
                  <a:pt x="1911525" y="55847"/>
                </a:cubicBezTo>
                <a:lnTo>
                  <a:pt x="1911525" y="64379"/>
                </a:lnTo>
                <a:close/>
                <a:moveTo>
                  <a:pt x="2006827" y="13075"/>
                </a:moveTo>
                <a:cubicBezTo>
                  <a:pt x="2011703" y="20388"/>
                  <a:pt x="2014142" y="30656"/>
                  <a:pt x="2014142" y="43880"/>
                </a:cubicBezTo>
                <a:cubicBezTo>
                  <a:pt x="2014142" y="57103"/>
                  <a:pt x="2011703" y="67371"/>
                  <a:pt x="2006827" y="74684"/>
                </a:cubicBezTo>
                <a:cubicBezTo>
                  <a:pt x="2001878" y="82072"/>
                  <a:pt x="1995007" y="85766"/>
                  <a:pt x="1986216" y="85766"/>
                </a:cubicBezTo>
                <a:cubicBezTo>
                  <a:pt x="1977426" y="85766"/>
                  <a:pt x="1970557" y="82072"/>
                  <a:pt x="1965607" y="74684"/>
                </a:cubicBezTo>
                <a:cubicBezTo>
                  <a:pt x="1960731" y="67371"/>
                  <a:pt x="1958293" y="57103"/>
                  <a:pt x="1958293" y="43880"/>
                </a:cubicBezTo>
                <a:cubicBezTo>
                  <a:pt x="1958293" y="30656"/>
                  <a:pt x="1960731" y="20388"/>
                  <a:pt x="1965607" y="13075"/>
                </a:cubicBezTo>
                <a:cubicBezTo>
                  <a:pt x="1970557" y="5687"/>
                  <a:pt x="1977426" y="1993"/>
                  <a:pt x="1986216" y="1993"/>
                </a:cubicBezTo>
                <a:cubicBezTo>
                  <a:pt x="1995007" y="1993"/>
                  <a:pt x="2001878" y="5687"/>
                  <a:pt x="2006827" y="13075"/>
                </a:cubicBezTo>
                <a:moveTo>
                  <a:pt x="1998627" y="71360"/>
                </a:moveTo>
                <a:cubicBezTo>
                  <a:pt x="2001360" y="65376"/>
                  <a:pt x="2002727" y="56216"/>
                  <a:pt x="2002727" y="43880"/>
                </a:cubicBezTo>
                <a:cubicBezTo>
                  <a:pt x="2002727" y="31542"/>
                  <a:pt x="2001360" y="22382"/>
                  <a:pt x="1998627" y="16399"/>
                </a:cubicBezTo>
                <a:cubicBezTo>
                  <a:pt x="1995894" y="10341"/>
                  <a:pt x="1991758" y="7313"/>
                  <a:pt x="1986216" y="7313"/>
                </a:cubicBezTo>
                <a:cubicBezTo>
                  <a:pt x="1980676" y="7313"/>
                  <a:pt x="1976539" y="10341"/>
                  <a:pt x="1973806" y="16399"/>
                </a:cubicBezTo>
                <a:cubicBezTo>
                  <a:pt x="1971074" y="22382"/>
                  <a:pt x="1969707" y="31542"/>
                  <a:pt x="1969707" y="43880"/>
                </a:cubicBezTo>
                <a:cubicBezTo>
                  <a:pt x="1969707" y="56216"/>
                  <a:pt x="1971074" y="65376"/>
                  <a:pt x="1973806" y="71360"/>
                </a:cubicBezTo>
                <a:cubicBezTo>
                  <a:pt x="1976539" y="77418"/>
                  <a:pt x="1980676" y="80446"/>
                  <a:pt x="1986216" y="80446"/>
                </a:cubicBezTo>
                <a:cubicBezTo>
                  <a:pt x="1991758" y="80446"/>
                  <a:pt x="1995894" y="77418"/>
                  <a:pt x="1998627" y="71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ℎ_�����(�,�)=ℎ_�����(�,�)+ℎ_�����(�,�)&gt;0">
            <a:extLst xmlns:a="http://schemas.openxmlformats.org/drawingml/2006/main">
              <a:ext uri="{FF2B5EF4-FFF2-40B4-BE49-F238E27FC236}">
                <a16:creationId xmlns:a16="http://schemas.microsoft.com/office/drawing/2014/main" id="{BBAE9F2A-0780-4D6F-BCD2-CAD6A2DB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84" y="5300009"/>
            <a:ext cx="2981840" cy="104824"/>
          </a:xfrm>
          <a:custGeom xmlns:a="http://schemas.openxmlformats.org/drawingml/2006/main">
            <a:pathLst>
              <a:path w="2981840" h="104824">
                <a:moveTo>
                  <a:pt x="55847" y="78451"/>
                </a:moveTo>
                <a:lnTo>
                  <a:pt x="54740" y="84214"/>
                </a:lnTo>
                <a:lnTo>
                  <a:pt x="35902" y="84214"/>
                </a:lnTo>
                <a:lnTo>
                  <a:pt x="42439" y="50749"/>
                </a:lnTo>
                <a:cubicBezTo>
                  <a:pt x="43252" y="47055"/>
                  <a:pt x="43584" y="43953"/>
                  <a:pt x="43437" y="41441"/>
                </a:cubicBezTo>
                <a:cubicBezTo>
                  <a:pt x="43437" y="39151"/>
                  <a:pt x="43178" y="37452"/>
                  <a:pt x="42661" y="36344"/>
                </a:cubicBezTo>
                <a:cubicBezTo>
                  <a:pt x="41405" y="33759"/>
                  <a:pt x="38598" y="32467"/>
                  <a:pt x="34240" y="32467"/>
                </a:cubicBezTo>
                <a:cubicBezTo>
                  <a:pt x="29659" y="32467"/>
                  <a:pt x="25818" y="34165"/>
                  <a:pt x="22716" y="37563"/>
                </a:cubicBezTo>
                <a:cubicBezTo>
                  <a:pt x="19539" y="40961"/>
                  <a:pt x="17360" y="45837"/>
                  <a:pt x="16178" y="52190"/>
                </a:cubicBezTo>
                <a:lnTo>
                  <a:pt x="9972" y="84214"/>
                </a:lnTo>
                <a:lnTo>
                  <a:pt x="0" y="84214"/>
                </a:lnTo>
                <a:lnTo>
                  <a:pt x="15292" y="5762"/>
                </a:lnTo>
                <a:lnTo>
                  <a:pt x="5762" y="5762"/>
                </a:lnTo>
                <a:lnTo>
                  <a:pt x="6870" y="0"/>
                </a:lnTo>
                <a:lnTo>
                  <a:pt x="26371" y="0"/>
                </a:lnTo>
                <a:lnTo>
                  <a:pt x="19170" y="36898"/>
                </a:lnTo>
                <a:cubicBezTo>
                  <a:pt x="21755" y="32909"/>
                  <a:pt x="24709" y="29991"/>
                  <a:pt x="28033" y="28145"/>
                </a:cubicBezTo>
                <a:cubicBezTo>
                  <a:pt x="31359" y="26150"/>
                  <a:pt x="34979" y="25152"/>
                  <a:pt x="38893" y="25152"/>
                </a:cubicBezTo>
                <a:cubicBezTo>
                  <a:pt x="45246" y="25152"/>
                  <a:pt x="49568" y="26963"/>
                  <a:pt x="51858" y="30583"/>
                </a:cubicBezTo>
                <a:cubicBezTo>
                  <a:pt x="53262" y="32725"/>
                  <a:pt x="53964" y="35679"/>
                  <a:pt x="53964" y="39446"/>
                </a:cubicBezTo>
                <a:cubicBezTo>
                  <a:pt x="53964" y="41959"/>
                  <a:pt x="53631" y="44692"/>
                  <a:pt x="52966" y="47647"/>
                </a:cubicBezTo>
                <a:lnTo>
                  <a:pt x="46982" y="78451"/>
                </a:lnTo>
                <a:lnTo>
                  <a:pt x="55847" y="78451"/>
                </a:lnTo>
                <a:close/>
                <a:moveTo>
                  <a:pt x="119886" y="104824"/>
                </a:moveTo>
                <a:lnTo>
                  <a:pt x="64481" y="104824"/>
                </a:lnTo>
                <a:lnTo>
                  <a:pt x="64481" y="99062"/>
                </a:lnTo>
                <a:lnTo>
                  <a:pt x="119886" y="99062"/>
                </a:lnTo>
                <a:lnTo>
                  <a:pt x="119886" y="104824"/>
                </a:lnTo>
                <a:close/>
                <a:moveTo>
                  <a:pt x="180412" y="29807"/>
                </a:moveTo>
                <a:lnTo>
                  <a:pt x="177974" y="42327"/>
                </a:lnTo>
                <a:lnTo>
                  <a:pt x="172212" y="42327"/>
                </a:lnTo>
                <a:cubicBezTo>
                  <a:pt x="172359" y="41294"/>
                  <a:pt x="172433" y="40518"/>
                  <a:pt x="172433" y="40001"/>
                </a:cubicBezTo>
                <a:cubicBezTo>
                  <a:pt x="172433" y="37342"/>
                  <a:pt x="171510" y="35089"/>
                  <a:pt x="169664" y="33241"/>
                </a:cubicBezTo>
                <a:cubicBezTo>
                  <a:pt x="167890" y="31395"/>
                  <a:pt x="164898" y="30472"/>
                  <a:pt x="160687" y="30472"/>
                </a:cubicBezTo>
                <a:cubicBezTo>
                  <a:pt x="152266" y="30472"/>
                  <a:pt x="147427" y="33427"/>
                  <a:pt x="146172" y="39336"/>
                </a:cubicBezTo>
                <a:cubicBezTo>
                  <a:pt x="146024" y="40075"/>
                  <a:pt x="145950" y="40924"/>
                  <a:pt x="145950" y="41884"/>
                </a:cubicBezTo>
                <a:cubicBezTo>
                  <a:pt x="145950" y="43067"/>
                  <a:pt x="146541" y="44249"/>
                  <a:pt x="147724" y="45430"/>
                </a:cubicBezTo>
                <a:cubicBezTo>
                  <a:pt x="148979" y="46687"/>
                  <a:pt x="151860" y="48091"/>
                  <a:pt x="156365" y="49642"/>
                </a:cubicBezTo>
                <a:lnTo>
                  <a:pt x="163790" y="52080"/>
                </a:lnTo>
                <a:cubicBezTo>
                  <a:pt x="168887" y="53704"/>
                  <a:pt x="172396" y="55846"/>
                  <a:pt x="174317" y="58507"/>
                </a:cubicBezTo>
                <a:cubicBezTo>
                  <a:pt x="175647" y="60280"/>
                  <a:pt x="176312" y="62052"/>
                  <a:pt x="176312" y="63824"/>
                </a:cubicBezTo>
                <a:cubicBezTo>
                  <a:pt x="176312" y="71507"/>
                  <a:pt x="173283" y="77269"/>
                  <a:pt x="167225" y="81111"/>
                </a:cubicBezTo>
                <a:cubicBezTo>
                  <a:pt x="162424" y="84214"/>
                  <a:pt x="156403" y="85766"/>
                  <a:pt x="149164" y="85766"/>
                </a:cubicBezTo>
                <a:cubicBezTo>
                  <a:pt x="141777" y="85766"/>
                  <a:pt x="134906" y="84177"/>
                  <a:pt x="128553" y="80999"/>
                </a:cubicBezTo>
                <a:lnTo>
                  <a:pt x="131213" y="67593"/>
                </a:lnTo>
                <a:lnTo>
                  <a:pt x="136864" y="67593"/>
                </a:lnTo>
                <a:cubicBezTo>
                  <a:pt x="136716" y="68922"/>
                  <a:pt x="136642" y="69919"/>
                  <a:pt x="136642" y="70584"/>
                </a:cubicBezTo>
                <a:cubicBezTo>
                  <a:pt x="136642" y="77159"/>
                  <a:pt x="141112" y="80446"/>
                  <a:pt x="150050" y="80446"/>
                </a:cubicBezTo>
                <a:cubicBezTo>
                  <a:pt x="158989" y="80446"/>
                  <a:pt x="164123" y="77159"/>
                  <a:pt x="165452" y="70584"/>
                </a:cubicBezTo>
                <a:cubicBezTo>
                  <a:pt x="165526" y="70141"/>
                  <a:pt x="165563" y="69255"/>
                  <a:pt x="165563" y="67924"/>
                </a:cubicBezTo>
                <a:cubicBezTo>
                  <a:pt x="165563" y="66743"/>
                  <a:pt x="164936" y="65525"/>
                  <a:pt x="163680" y="64269"/>
                </a:cubicBezTo>
                <a:cubicBezTo>
                  <a:pt x="162497" y="62864"/>
                  <a:pt x="159321" y="61276"/>
                  <a:pt x="154150" y="59503"/>
                </a:cubicBezTo>
                <a:lnTo>
                  <a:pt x="147391" y="57066"/>
                </a:lnTo>
                <a:cubicBezTo>
                  <a:pt x="142736" y="55514"/>
                  <a:pt x="139671" y="53704"/>
                  <a:pt x="138194" y="51635"/>
                </a:cubicBezTo>
                <a:cubicBezTo>
                  <a:pt x="136717" y="49494"/>
                  <a:pt x="135978" y="47278"/>
                  <a:pt x="135978" y="44987"/>
                </a:cubicBezTo>
                <a:cubicBezTo>
                  <a:pt x="135978" y="43953"/>
                  <a:pt x="136088" y="42956"/>
                  <a:pt x="136309" y="41996"/>
                </a:cubicBezTo>
                <a:cubicBezTo>
                  <a:pt x="137344" y="36677"/>
                  <a:pt x="140077" y="32577"/>
                  <a:pt x="144510" y="29695"/>
                </a:cubicBezTo>
                <a:cubicBezTo>
                  <a:pt x="148868" y="26667"/>
                  <a:pt x="154298" y="25152"/>
                  <a:pt x="160799" y="25152"/>
                </a:cubicBezTo>
                <a:cubicBezTo>
                  <a:pt x="167077" y="25152"/>
                  <a:pt x="173615" y="26704"/>
                  <a:pt x="180412" y="29807"/>
                </a:cubicBezTo>
                <a:close/>
                <a:moveTo>
                  <a:pt x="253249" y="30250"/>
                </a:moveTo>
                <a:lnTo>
                  <a:pt x="250368" y="44987"/>
                </a:lnTo>
                <a:lnTo>
                  <a:pt x="244607" y="44987"/>
                </a:lnTo>
                <a:lnTo>
                  <a:pt x="244607" y="43547"/>
                </a:lnTo>
                <a:cubicBezTo>
                  <a:pt x="244607" y="39189"/>
                  <a:pt x="243684" y="35976"/>
                  <a:pt x="241836" y="33907"/>
                </a:cubicBezTo>
                <a:cubicBezTo>
                  <a:pt x="239768" y="31617"/>
                  <a:pt x="236370" y="30472"/>
                  <a:pt x="231642" y="30472"/>
                </a:cubicBezTo>
                <a:cubicBezTo>
                  <a:pt x="226250" y="30472"/>
                  <a:pt x="221780" y="32577"/>
                  <a:pt x="218234" y="36788"/>
                </a:cubicBezTo>
                <a:cubicBezTo>
                  <a:pt x="214762" y="40851"/>
                  <a:pt x="212177" y="47056"/>
                  <a:pt x="210477" y="55404"/>
                </a:cubicBezTo>
                <a:cubicBezTo>
                  <a:pt x="209738" y="59024"/>
                  <a:pt x="209369" y="62384"/>
                  <a:pt x="209369" y="65486"/>
                </a:cubicBezTo>
                <a:cubicBezTo>
                  <a:pt x="209369" y="68812"/>
                  <a:pt x="209887" y="71693"/>
                  <a:pt x="210921" y="74130"/>
                </a:cubicBezTo>
                <a:cubicBezTo>
                  <a:pt x="212768" y="78341"/>
                  <a:pt x="216424" y="80446"/>
                  <a:pt x="221891" y="80446"/>
                </a:cubicBezTo>
                <a:cubicBezTo>
                  <a:pt x="226249" y="80446"/>
                  <a:pt x="229869" y="79338"/>
                  <a:pt x="232750" y="77122"/>
                </a:cubicBezTo>
                <a:cubicBezTo>
                  <a:pt x="235705" y="74906"/>
                  <a:pt x="238143" y="71508"/>
                  <a:pt x="240064" y="66927"/>
                </a:cubicBezTo>
                <a:lnTo>
                  <a:pt x="248041" y="66927"/>
                </a:lnTo>
                <a:cubicBezTo>
                  <a:pt x="245455" y="73132"/>
                  <a:pt x="241836" y="77786"/>
                  <a:pt x="237183" y="80889"/>
                </a:cubicBezTo>
                <a:cubicBezTo>
                  <a:pt x="232750" y="84140"/>
                  <a:pt x="227283" y="85766"/>
                  <a:pt x="220782" y="85766"/>
                </a:cubicBezTo>
                <a:cubicBezTo>
                  <a:pt x="212509" y="85766"/>
                  <a:pt x="206303" y="82995"/>
                  <a:pt x="202167" y="77454"/>
                </a:cubicBezTo>
                <a:cubicBezTo>
                  <a:pt x="199360" y="73539"/>
                  <a:pt x="197956" y="68848"/>
                  <a:pt x="197956" y="63381"/>
                </a:cubicBezTo>
                <a:cubicBezTo>
                  <a:pt x="197956" y="61018"/>
                  <a:pt x="198252" y="58358"/>
                  <a:pt x="198842" y="55404"/>
                </a:cubicBezTo>
                <a:cubicBezTo>
                  <a:pt x="200616" y="46096"/>
                  <a:pt x="204605" y="38745"/>
                  <a:pt x="210810" y="33353"/>
                </a:cubicBezTo>
                <a:cubicBezTo>
                  <a:pt x="216942" y="27886"/>
                  <a:pt x="224181" y="25152"/>
                  <a:pt x="232528" y="25152"/>
                </a:cubicBezTo>
                <a:cubicBezTo>
                  <a:pt x="235927" y="25152"/>
                  <a:pt x="239473" y="25559"/>
                  <a:pt x="243167" y="26371"/>
                </a:cubicBezTo>
                <a:cubicBezTo>
                  <a:pt x="246491" y="27258"/>
                  <a:pt x="249852" y="28551"/>
                  <a:pt x="253249" y="30250"/>
                </a:cubicBezTo>
                <a:close/>
                <a:moveTo>
                  <a:pt x="316893" y="45430"/>
                </a:moveTo>
                <a:cubicBezTo>
                  <a:pt x="316893" y="42106"/>
                  <a:pt x="316376" y="39225"/>
                  <a:pt x="315342" y="36788"/>
                </a:cubicBezTo>
                <a:cubicBezTo>
                  <a:pt x="313495" y="32577"/>
                  <a:pt x="309838" y="30472"/>
                  <a:pt x="304372" y="30472"/>
                </a:cubicBezTo>
                <a:cubicBezTo>
                  <a:pt x="299053" y="30472"/>
                  <a:pt x="294620" y="32577"/>
                  <a:pt x="291074" y="36788"/>
                </a:cubicBezTo>
                <a:cubicBezTo>
                  <a:pt x="287529" y="40998"/>
                  <a:pt x="284981" y="47204"/>
                  <a:pt x="283429" y="55404"/>
                </a:cubicBezTo>
                <a:cubicBezTo>
                  <a:pt x="282690" y="59024"/>
                  <a:pt x="282321" y="62348"/>
                  <a:pt x="282321" y="65376"/>
                </a:cubicBezTo>
                <a:cubicBezTo>
                  <a:pt x="282321" y="68775"/>
                  <a:pt x="282838" y="71693"/>
                  <a:pt x="283873" y="74130"/>
                </a:cubicBezTo>
                <a:cubicBezTo>
                  <a:pt x="285720" y="78341"/>
                  <a:pt x="289339" y="80446"/>
                  <a:pt x="294731" y="80446"/>
                </a:cubicBezTo>
                <a:cubicBezTo>
                  <a:pt x="300051" y="80446"/>
                  <a:pt x="304483" y="78341"/>
                  <a:pt x="308028" y="74130"/>
                </a:cubicBezTo>
                <a:cubicBezTo>
                  <a:pt x="311501" y="69993"/>
                  <a:pt x="314087" y="63751"/>
                  <a:pt x="315785" y="55404"/>
                </a:cubicBezTo>
                <a:cubicBezTo>
                  <a:pt x="316524" y="51784"/>
                  <a:pt x="316893" y="48459"/>
                  <a:pt x="316893" y="45430"/>
                </a:cubicBezTo>
                <a:moveTo>
                  <a:pt x="328196" y="47425"/>
                </a:moveTo>
                <a:cubicBezTo>
                  <a:pt x="328196" y="50159"/>
                  <a:pt x="327937" y="52818"/>
                  <a:pt x="327420" y="55404"/>
                </a:cubicBezTo>
                <a:cubicBezTo>
                  <a:pt x="325647" y="64490"/>
                  <a:pt x="321695" y="71840"/>
                  <a:pt x="315564" y="77454"/>
                </a:cubicBezTo>
                <a:cubicBezTo>
                  <a:pt x="309432" y="82995"/>
                  <a:pt x="302155" y="85766"/>
                  <a:pt x="293734" y="85766"/>
                </a:cubicBezTo>
                <a:cubicBezTo>
                  <a:pt x="285460" y="85766"/>
                  <a:pt x="279255" y="82995"/>
                  <a:pt x="275118" y="77454"/>
                </a:cubicBezTo>
                <a:cubicBezTo>
                  <a:pt x="272312" y="73539"/>
                  <a:pt x="270908" y="68848"/>
                  <a:pt x="270908" y="63381"/>
                </a:cubicBezTo>
                <a:cubicBezTo>
                  <a:pt x="270908" y="61018"/>
                  <a:pt x="271203" y="58358"/>
                  <a:pt x="271794" y="55404"/>
                </a:cubicBezTo>
                <a:cubicBezTo>
                  <a:pt x="273567" y="46243"/>
                  <a:pt x="277520" y="38930"/>
                  <a:pt x="283652" y="33464"/>
                </a:cubicBezTo>
                <a:cubicBezTo>
                  <a:pt x="289783" y="27923"/>
                  <a:pt x="297059" y="25152"/>
                  <a:pt x="305480" y="25152"/>
                </a:cubicBezTo>
                <a:cubicBezTo>
                  <a:pt x="313901" y="25152"/>
                  <a:pt x="320106" y="27923"/>
                  <a:pt x="324096" y="33464"/>
                </a:cubicBezTo>
                <a:cubicBezTo>
                  <a:pt x="326829" y="37305"/>
                  <a:pt x="328196" y="41958"/>
                  <a:pt x="328196" y="47425"/>
                </a:cubicBezTo>
                <a:close/>
                <a:moveTo>
                  <a:pt x="396471" y="26593"/>
                </a:moveTo>
                <a:lnTo>
                  <a:pt x="393700" y="40998"/>
                </a:lnTo>
                <a:lnTo>
                  <a:pt x="387939" y="40998"/>
                </a:lnTo>
                <a:cubicBezTo>
                  <a:pt x="387939" y="40776"/>
                  <a:pt x="387957" y="40444"/>
                  <a:pt x="387994" y="40001"/>
                </a:cubicBezTo>
                <a:cubicBezTo>
                  <a:pt x="388031" y="39558"/>
                  <a:pt x="388087" y="39225"/>
                  <a:pt x="388161" y="39003"/>
                </a:cubicBezTo>
                <a:cubicBezTo>
                  <a:pt x="388161" y="37157"/>
                  <a:pt x="387717" y="35680"/>
                  <a:pt x="386830" y="34572"/>
                </a:cubicBezTo>
                <a:cubicBezTo>
                  <a:pt x="385722" y="33168"/>
                  <a:pt x="383801" y="32467"/>
                  <a:pt x="381068" y="32467"/>
                </a:cubicBezTo>
                <a:cubicBezTo>
                  <a:pt x="376193" y="32467"/>
                  <a:pt x="372093" y="34165"/>
                  <a:pt x="368769" y="37563"/>
                </a:cubicBezTo>
                <a:cubicBezTo>
                  <a:pt x="365445" y="41109"/>
                  <a:pt x="363192" y="45985"/>
                  <a:pt x="362009" y="52190"/>
                </a:cubicBezTo>
                <a:lnTo>
                  <a:pt x="355804" y="84214"/>
                </a:lnTo>
                <a:lnTo>
                  <a:pt x="345832" y="84214"/>
                </a:lnTo>
                <a:lnTo>
                  <a:pt x="355916" y="32355"/>
                </a:lnTo>
                <a:lnTo>
                  <a:pt x="346386" y="32355"/>
                </a:lnTo>
                <a:lnTo>
                  <a:pt x="347494" y="26704"/>
                </a:lnTo>
                <a:lnTo>
                  <a:pt x="366996" y="26704"/>
                </a:lnTo>
                <a:lnTo>
                  <a:pt x="365002" y="36898"/>
                </a:lnTo>
                <a:cubicBezTo>
                  <a:pt x="367809" y="32836"/>
                  <a:pt x="370911" y="29881"/>
                  <a:pt x="374310" y="28033"/>
                </a:cubicBezTo>
                <a:cubicBezTo>
                  <a:pt x="377782" y="26113"/>
                  <a:pt x="381696" y="25152"/>
                  <a:pt x="386054" y="25152"/>
                </a:cubicBezTo>
                <a:cubicBezTo>
                  <a:pt x="387754" y="25152"/>
                  <a:pt x="389417" y="25263"/>
                  <a:pt x="391042" y="25485"/>
                </a:cubicBezTo>
                <a:cubicBezTo>
                  <a:pt x="394218" y="26150"/>
                  <a:pt x="396028" y="26520"/>
                  <a:pt x="396471" y="26593"/>
                </a:cubicBezTo>
                <a:close/>
                <a:moveTo>
                  <a:pt x="470010" y="40112"/>
                </a:moveTo>
                <a:cubicBezTo>
                  <a:pt x="470010" y="47426"/>
                  <a:pt x="466317" y="52892"/>
                  <a:pt x="458929" y="56512"/>
                </a:cubicBezTo>
                <a:cubicBezTo>
                  <a:pt x="451246" y="60205"/>
                  <a:pt x="440128" y="62089"/>
                  <a:pt x="425576" y="62162"/>
                </a:cubicBezTo>
                <a:cubicBezTo>
                  <a:pt x="425429" y="64010"/>
                  <a:pt x="425391" y="65303"/>
                  <a:pt x="425465" y="66041"/>
                </a:cubicBezTo>
                <a:cubicBezTo>
                  <a:pt x="425465" y="69513"/>
                  <a:pt x="426056" y="72320"/>
                  <a:pt x="427238" y="74463"/>
                </a:cubicBezTo>
                <a:cubicBezTo>
                  <a:pt x="429380" y="78452"/>
                  <a:pt x="433295" y="80446"/>
                  <a:pt x="438983" y="80446"/>
                </a:cubicBezTo>
                <a:cubicBezTo>
                  <a:pt x="443119" y="80446"/>
                  <a:pt x="446259" y="79819"/>
                  <a:pt x="448402" y="78563"/>
                </a:cubicBezTo>
                <a:cubicBezTo>
                  <a:pt x="452169" y="76199"/>
                  <a:pt x="454422" y="73577"/>
                  <a:pt x="455162" y="70696"/>
                </a:cubicBezTo>
                <a:lnTo>
                  <a:pt x="462475" y="70696"/>
                </a:lnTo>
                <a:cubicBezTo>
                  <a:pt x="460997" y="75275"/>
                  <a:pt x="457599" y="79190"/>
                  <a:pt x="452281" y="82440"/>
                </a:cubicBezTo>
                <a:cubicBezTo>
                  <a:pt x="448512" y="84657"/>
                  <a:pt x="442935" y="85766"/>
                  <a:pt x="435549" y="85766"/>
                </a:cubicBezTo>
                <a:cubicBezTo>
                  <a:pt x="428088" y="85766"/>
                  <a:pt x="422363" y="82995"/>
                  <a:pt x="418373" y="77454"/>
                </a:cubicBezTo>
                <a:cubicBezTo>
                  <a:pt x="415566" y="73539"/>
                  <a:pt x="414125" y="68848"/>
                  <a:pt x="414052" y="63381"/>
                </a:cubicBezTo>
                <a:cubicBezTo>
                  <a:pt x="414052" y="61092"/>
                  <a:pt x="414347" y="58469"/>
                  <a:pt x="414938" y="55514"/>
                </a:cubicBezTo>
                <a:cubicBezTo>
                  <a:pt x="416711" y="46428"/>
                  <a:pt x="420626" y="39078"/>
                  <a:pt x="426684" y="33464"/>
                </a:cubicBezTo>
                <a:cubicBezTo>
                  <a:pt x="432889" y="27923"/>
                  <a:pt x="440276" y="25152"/>
                  <a:pt x="448845" y="25152"/>
                </a:cubicBezTo>
                <a:cubicBezTo>
                  <a:pt x="462955" y="25152"/>
                  <a:pt x="470010" y="30139"/>
                  <a:pt x="470010" y="40112"/>
                </a:cubicBezTo>
                <a:moveTo>
                  <a:pt x="459483" y="39779"/>
                </a:moveTo>
                <a:cubicBezTo>
                  <a:pt x="459483" y="33649"/>
                  <a:pt x="455383" y="30546"/>
                  <a:pt x="447183" y="30472"/>
                </a:cubicBezTo>
                <a:cubicBezTo>
                  <a:pt x="442455" y="30472"/>
                  <a:pt x="438356" y="32318"/>
                  <a:pt x="434884" y="36012"/>
                </a:cubicBezTo>
                <a:cubicBezTo>
                  <a:pt x="431633" y="39558"/>
                  <a:pt x="428937" y="46354"/>
                  <a:pt x="426795" y="56400"/>
                </a:cubicBezTo>
                <a:cubicBezTo>
                  <a:pt x="438319" y="55884"/>
                  <a:pt x="447183" y="53741"/>
                  <a:pt x="453388" y="49973"/>
                </a:cubicBezTo>
                <a:cubicBezTo>
                  <a:pt x="457452" y="47684"/>
                  <a:pt x="459483" y="44286"/>
                  <a:pt x="459483" y="39779"/>
                </a:cubicBezTo>
                <a:close/>
                <a:moveTo>
                  <a:pt x="519643" y="103715"/>
                </a:moveTo>
                <a:cubicBezTo>
                  <a:pt x="509744" y="98766"/>
                  <a:pt x="502985" y="92856"/>
                  <a:pt x="499366" y="85987"/>
                </a:cubicBezTo>
                <a:cubicBezTo>
                  <a:pt x="494342" y="76236"/>
                  <a:pt x="491830" y="66780"/>
                  <a:pt x="491830" y="57619"/>
                </a:cubicBezTo>
                <a:lnTo>
                  <a:pt x="491830" y="49863"/>
                </a:lnTo>
                <a:cubicBezTo>
                  <a:pt x="491830" y="40703"/>
                  <a:pt x="494342" y="31247"/>
                  <a:pt x="499366" y="21497"/>
                </a:cubicBezTo>
                <a:cubicBezTo>
                  <a:pt x="502985" y="14627"/>
                  <a:pt x="509744" y="8717"/>
                  <a:pt x="519643" y="3767"/>
                </a:cubicBezTo>
                <a:lnTo>
                  <a:pt x="519643" y="10194"/>
                </a:lnTo>
                <a:cubicBezTo>
                  <a:pt x="514619" y="12705"/>
                  <a:pt x="510150" y="17655"/>
                  <a:pt x="506235" y="25042"/>
                </a:cubicBezTo>
                <a:cubicBezTo>
                  <a:pt x="504684" y="28071"/>
                  <a:pt x="503687" y="31469"/>
                  <a:pt x="503243" y="35236"/>
                </a:cubicBezTo>
                <a:cubicBezTo>
                  <a:pt x="502800" y="39003"/>
                  <a:pt x="502578" y="43879"/>
                  <a:pt x="502578" y="49863"/>
                </a:cubicBezTo>
                <a:lnTo>
                  <a:pt x="502578" y="57619"/>
                </a:lnTo>
                <a:cubicBezTo>
                  <a:pt x="502578" y="63603"/>
                  <a:pt x="502800" y="68479"/>
                  <a:pt x="503243" y="72246"/>
                </a:cubicBezTo>
                <a:cubicBezTo>
                  <a:pt x="503687" y="76013"/>
                  <a:pt x="504684" y="79411"/>
                  <a:pt x="506235" y="82440"/>
                </a:cubicBezTo>
                <a:cubicBezTo>
                  <a:pt x="510150" y="89828"/>
                  <a:pt x="514619" y="94777"/>
                  <a:pt x="519643" y="97289"/>
                </a:cubicBezTo>
                <a:lnTo>
                  <a:pt x="519643" y="103715"/>
                </a:lnTo>
                <a:close/>
                <a:moveTo>
                  <a:pt x="592498" y="54959"/>
                </a:moveTo>
                <a:lnTo>
                  <a:pt x="585185" y="16511"/>
                </a:lnTo>
                <a:lnTo>
                  <a:pt x="562912" y="54959"/>
                </a:lnTo>
                <a:lnTo>
                  <a:pt x="592498" y="54959"/>
                </a:lnTo>
                <a:moveTo>
                  <a:pt x="617209" y="78451"/>
                </a:moveTo>
                <a:lnTo>
                  <a:pt x="616099" y="84214"/>
                </a:lnTo>
                <a:lnTo>
                  <a:pt x="586735" y="84214"/>
                </a:lnTo>
                <a:lnTo>
                  <a:pt x="587844" y="78451"/>
                </a:lnTo>
                <a:lnTo>
                  <a:pt x="596819" y="78451"/>
                </a:lnTo>
                <a:lnTo>
                  <a:pt x="593495" y="60722"/>
                </a:lnTo>
                <a:lnTo>
                  <a:pt x="559588" y="60722"/>
                </a:lnTo>
                <a:lnTo>
                  <a:pt x="549282" y="78451"/>
                </a:lnTo>
                <a:lnTo>
                  <a:pt x="558147" y="78451"/>
                </a:lnTo>
                <a:lnTo>
                  <a:pt x="557040" y="84214"/>
                </a:lnTo>
                <a:lnTo>
                  <a:pt x="534324" y="84214"/>
                </a:lnTo>
                <a:lnTo>
                  <a:pt x="535431" y="78451"/>
                </a:lnTo>
                <a:lnTo>
                  <a:pt x="542524" y="78451"/>
                </a:lnTo>
                <a:lnTo>
                  <a:pt x="585961" y="3434"/>
                </a:lnTo>
                <a:lnTo>
                  <a:pt x="595047" y="3434"/>
                </a:lnTo>
                <a:lnTo>
                  <a:pt x="609230" y="78451"/>
                </a:lnTo>
                <a:lnTo>
                  <a:pt x="617209" y="78451"/>
                </a:lnTo>
                <a:close/>
                <a:moveTo>
                  <a:pt x="650108" y="71915"/>
                </a:moveTo>
                <a:cubicBezTo>
                  <a:pt x="649739" y="78046"/>
                  <a:pt x="648299" y="83327"/>
                  <a:pt x="645788" y="87759"/>
                </a:cubicBezTo>
                <a:cubicBezTo>
                  <a:pt x="643128" y="92191"/>
                  <a:pt x="639175" y="96033"/>
                  <a:pt x="633930" y="99284"/>
                </a:cubicBezTo>
                <a:lnTo>
                  <a:pt x="629608" y="94962"/>
                </a:lnTo>
                <a:cubicBezTo>
                  <a:pt x="632933" y="92451"/>
                  <a:pt x="635445" y="89533"/>
                  <a:pt x="637144" y="86209"/>
                </a:cubicBezTo>
                <a:cubicBezTo>
                  <a:pt x="638695" y="82810"/>
                  <a:pt x="639471" y="78710"/>
                  <a:pt x="639471" y="73908"/>
                </a:cubicBezTo>
                <a:lnTo>
                  <a:pt x="639471" y="71915"/>
                </a:lnTo>
                <a:lnTo>
                  <a:pt x="650108" y="71915"/>
                </a:lnTo>
                <a:close/>
                <a:moveTo>
                  <a:pt x="769288" y="3434"/>
                </a:moveTo>
                <a:lnTo>
                  <a:pt x="765741" y="21385"/>
                </a:lnTo>
                <a:lnTo>
                  <a:pt x="759093" y="21385"/>
                </a:lnTo>
                <a:lnTo>
                  <a:pt x="761310" y="10082"/>
                </a:lnTo>
                <a:lnTo>
                  <a:pt x="724188" y="10082"/>
                </a:lnTo>
                <a:lnTo>
                  <a:pt x="718980" y="37120"/>
                </a:lnTo>
                <a:lnTo>
                  <a:pt x="745463" y="37120"/>
                </a:lnTo>
                <a:lnTo>
                  <a:pt x="747347" y="27036"/>
                </a:lnTo>
                <a:lnTo>
                  <a:pt x="753997" y="27036"/>
                </a:lnTo>
                <a:lnTo>
                  <a:pt x="748788" y="53852"/>
                </a:lnTo>
                <a:lnTo>
                  <a:pt x="742139" y="53852"/>
                </a:lnTo>
                <a:lnTo>
                  <a:pt x="744134" y="43768"/>
                </a:lnTo>
                <a:lnTo>
                  <a:pt x="717652" y="43768"/>
                </a:lnTo>
                <a:lnTo>
                  <a:pt x="711113" y="77565"/>
                </a:lnTo>
                <a:lnTo>
                  <a:pt x="749121" y="77565"/>
                </a:lnTo>
                <a:lnTo>
                  <a:pt x="751337" y="66262"/>
                </a:lnTo>
                <a:lnTo>
                  <a:pt x="757985" y="66262"/>
                </a:lnTo>
                <a:lnTo>
                  <a:pt x="754440" y="84214"/>
                </a:lnTo>
                <a:lnTo>
                  <a:pt x="688509" y="84214"/>
                </a:lnTo>
                <a:lnTo>
                  <a:pt x="689616" y="78451"/>
                </a:lnTo>
                <a:lnTo>
                  <a:pt x="699922" y="78451"/>
                </a:lnTo>
                <a:lnTo>
                  <a:pt x="713440" y="9196"/>
                </a:lnTo>
                <a:lnTo>
                  <a:pt x="703136" y="9196"/>
                </a:lnTo>
                <a:lnTo>
                  <a:pt x="704243" y="3434"/>
                </a:lnTo>
                <a:lnTo>
                  <a:pt x="769288" y="3434"/>
                </a:lnTo>
                <a:close/>
                <a:moveTo>
                  <a:pt x="811408" y="57619"/>
                </a:moveTo>
                <a:cubicBezTo>
                  <a:pt x="811408" y="66927"/>
                  <a:pt x="808933" y="76383"/>
                  <a:pt x="803983" y="85987"/>
                </a:cubicBezTo>
                <a:cubicBezTo>
                  <a:pt x="800438" y="92783"/>
                  <a:pt x="793679" y="98692"/>
                  <a:pt x="783706" y="103715"/>
                </a:cubicBezTo>
                <a:lnTo>
                  <a:pt x="783706" y="97289"/>
                </a:lnTo>
                <a:cubicBezTo>
                  <a:pt x="788803" y="94703"/>
                  <a:pt x="793236" y="89753"/>
                  <a:pt x="797004" y="82440"/>
                </a:cubicBezTo>
                <a:cubicBezTo>
                  <a:pt x="798112" y="80372"/>
                  <a:pt x="798943" y="77879"/>
                  <a:pt x="799496" y="74962"/>
                </a:cubicBezTo>
                <a:cubicBezTo>
                  <a:pt x="800051" y="72043"/>
                  <a:pt x="800383" y="69439"/>
                  <a:pt x="800494" y="67150"/>
                </a:cubicBezTo>
                <a:cubicBezTo>
                  <a:pt x="800604" y="64860"/>
                  <a:pt x="800659" y="61683"/>
                  <a:pt x="800659" y="57619"/>
                </a:cubicBezTo>
                <a:lnTo>
                  <a:pt x="800659" y="49863"/>
                </a:lnTo>
                <a:cubicBezTo>
                  <a:pt x="800659" y="45800"/>
                  <a:pt x="800604" y="42623"/>
                  <a:pt x="800494" y="40334"/>
                </a:cubicBezTo>
                <a:cubicBezTo>
                  <a:pt x="800383" y="38044"/>
                  <a:pt x="800051" y="35440"/>
                  <a:pt x="799496" y="32522"/>
                </a:cubicBezTo>
                <a:cubicBezTo>
                  <a:pt x="798943" y="29604"/>
                  <a:pt x="798112" y="27111"/>
                  <a:pt x="797004" y="25042"/>
                </a:cubicBezTo>
                <a:cubicBezTo>
                  <a:pt x="793236" y="17729"/>
                  <a:pt x="788803" y="12780"/>
                  <a:pt x="783706" y="10194"/>
                </a:cubicBezTo>
                <a:lnTo>
                  <a:pt x="783706" y="3767"/>
                </a:lnTo>
                <a:cubicBezTo>
                  <a:pt x="793679" y="8790"/>
                  <a:pt x="800438" y="14700"/>
                  <a:pt x="803983" y="21497"/>
                </a:cubicBezTo>
                <a:cubicBezTo>
                  <a:pt x="808933" y="31099"/>
                  <a:pt x="811408" y="40555"/>
                  <a:pt x="811408" y="49863"/>
                </a:cubicBezTo>
                <a:lnTo>
                  <a:pt x="811408" y="57619"/>
                </a:lnTo>
                <a:close/>
                <a:moveTo>
                  <a:pt x="933969" y="47092"/>
                </a:moveTo>
                <a:lnTo>
                  <a:pt x="864382" y="47092"/>
                </a:lnTo>
                <a:lnTo>
                  <a:pt x="864382" y="38229"/>
                </a:lnTo>
                <a:lnTo>
                  <a:pt x="933969" y="38229"/>
                </a:lnTo>
                <a:lnTo>
                  <a:pt x="933969" y="47092"/>
                </a:lnTo>
                <a:moveTo>
                  <a:pt x="933969" y="69255"/>
                </a:moveTo>
                <a:lnTo>
                  <a:pt x="864382" y="69255"/>
                </a:lnTo>
                <a:lnTo>
                  <a:pt x="864382" y="60390"/>
                </a:lnTo>
                <a:lnTo>
                  <a:pt x="933969" y="60390"/>
                </a:lnTo>
                <a:lnTo>
                  <a:pt x="933969" y="69255"/>
                </a:lnTo>
                <a:close/>
                <a:moveTo>
                  <a:pt x="1038136" y="78451"/>
                </a:moveTo>
                <a:lnTo>
                  <a:pt x="1037028" y="84214"/>
                </a:lnTo>
                <a:lnTo>
                  <a:pt x="1018191" y="84214"/>
                </a:lnTo>
                <a:lnTo>
                  <a:pt x="1024728" y="50749"/>
                </a:lnTo>
                <a:cubicBezTo>
                  <a:pt x="1025540" y="47055"/>
                  <a:pt x="1025873" y="43953"/>
                  <a:pt x="1025725" y="41441"/>
                </a:cubicBezTo>
                <a:cubicBezTo>
                  <a:pt x="1025725" y="39151"/>
                  <a:pt x="1025466" y="37452"/>
                  <a:pt x="1024949" y="36344"/>
                </a:cubicBezTo>
                <a:cubicBezTo>
                  <a:pt x="1023693" y="33759"/>
                  <a:pt x="1020887" y="32467"/>
                  <a:pt x="1016529" y="32467"/>
                </a:cubicBezTo>
                <a:cubicBezTo>
                  <a:pt x="1011948" y="32467"/>
                  <a:pt x="1008106" y="34165"/>
                  <a:pt x="1005004" y="37563"/>
                </a:cubicBezTo>
                <a:cubicBezTo>
                  <a:pt x="1001828" y="40961"/>
                  <a:pt x="999648" y="45837"/>
                  <a:pt x="998466" y="52190"/>
                </a:cubicBezTo>
                <a:lnTo>
                  <a:pt x="992261" y="84214"/>
                </a:lnTo>
                <a:lnTo>
                  <a:pt x="982288" y="84214"/>
                </a:lnTo>
                <a:lnTo>
                  <a:pt x="997580" y="5762"/>
                </a:lnTo>
                <a:lnTo>
                  <a:pt x="988051" y="5762"/>
                </a:lnTo>
                <a:lnTo>
                  <a:pt x="989158" y="0"/>
                </a:lnTo>
                <a:lnTo>
                  <a:pt x="1008660" y="0"/>
                </a:lnTo>
                <a:lnTo>
                  <a:pt x="1001459" y="36898"/>
                </a:lnTo>
                <a:cubicBezTo>
                  <a:pt x="1004043" y="32909"/>
                  <a:pt x="1006998" y="29991"/>
                  <a:pt x="1010322" y="28145"/>
                </a:cubicBezTo>
                <a:cubicBezTo>
                  <a:pt x="1013647" y="26150"/>
                  <a:pt x="1017267" y="25152"/>
                  <a:pt x="1021182" y="25152"/>
                </a:cubicBezTo>
                <a:cubicBezTo>
                  <a:pt x="1027535" y="25152"/>
                  <a:pt x="1031856" y="26963"/>
                  <a:pt x="1034147" y="30583"/>
                </a:cubicBezTo>
                <a:cubicBezTo>
                  <a:pt x="1035550" y="32725"/>
                  <a:pt x="1036252" y="35679"/>
                  <a:pt x="1036252" y="39446"/>
                </a:cubicBezTo>
                <a:cubicBezTo>
                  <a:pt x="1036252" y="41959"/>
                  <a:pt x="1035919" y="44692"/>
                  <a:pt x="1035254" y="47647"/>
                </a:cubicBezTo>
                <a:lnTo>
                  <a:pt x="1029271" y="78451"/>
                </a:lnTo>
                <a:lnTo>
                  <a:pt x="1038136" y="78451"/>
                </a:lnTo>
                <a:close/>
                <a:moveTo>
                  <a:pt x="1102174" y="104824"/>
                </a:moveTo>
                <a:lnTo>
                  <a:pt x="1046770" y="104824"/>
                </a:lnTo>
                <a:lnTo>
                  <a:pt x="1046770" y="99062"/>
                </a:lnTo>
                <a:lnTo>
                  <a:pt x="1102174" y="99062"/>
                </a:lnTo>
                <a:lnTo>
                  <a:pt x="1102174" y="104824"/>
                </a:lnTo>
                <a:close/>
                <a:moveTo>
                  <a:pt x="1162700" y="29807"/>
                </a:moveTo>
                <a:lnTo>
                  <a:pt x="1160262" y="42327"/>
                </a:lnTo>
                <a:lnTo>
                  <a:pt x="1154500" y="42327"/>
                </a:lnTo>
                <a:cubicBezTo>
                  <a:pt x="1154647" y="41294"/>
                  <a:pt x="1154721" y="40518"/>
                  <a:pt x="1154721" y="40001"/>
                </a:cubicBezTo>
                <a:cubicBezTo>
                  <a:pt x="1154721" y="37342"/>
                  <a:pt x="1153798" y="35089"/>
                  <a:pt x="1151952" y="33241"/>
                </a:cubicBezTo>
                <a:cubicBezTo>
                  <a:pt x="1150179" y="31395"/>
                  <a:pt x="1147187" y="30472"/>
                  <a:pt x="1142975" y="30472"/>
                </a:cubicBezTo>
                <a:cubicBezTo>
                  <a:pt x="1134554" y="30472"/>
                  <a:pt x="1129716" y="33427"/>
                  <a:pt x="1128460" y="39336"/>
                </a:cubicBezTo>
                <a:cubicBezTo>
                  <a:pt x="1128312" y="40075"/>
                  <a:pt x="1128238" y="40924"/>
                  <a:pt x="1128238" y="41884"/>
                </a:cubicBezTo>
                <a:cubicBezTo>
                  <a:pt x="1128238" y="43067"/>
                  <a:pt x="1128830" y="44249"/>
                  <a:pt x="1130012" y="45430"/>
                </a:cubicBezTo>
                <a:cubicBezTo>
                  <a:pt x="1131268" y="46687"/>
                  <a:pt x="1134148" y="48091"/>
                  <a:pt x="1138654" y="49642"/>
                </a:cubicBezTo>
                <a:lnTo>
                  <a:pt x="1146078" y="52080"/>
                </a:lnTo>
                <a:cubicBezTo>
                  <a:pt x="1151175" y="53704"/>
                  <a:pt x="1154684" y="55846"/>
                  <a:pt x="1156605" y="58507"/>
                </a:cubicBezTo>
                <a:cubicBezTo>
                  <a:pt x="1157935" y="60280"/>
                  <a:pt x="1158600" y="62052"/>
                  <a:pt x="1158600" y="63824"/>
                </a:cubicBezTo>
                <a:cubicBezTo>
                  <a:pt x="1158600" y="71507"/>
                  <a:pt x="1155571" y="77269"/>
                  <a:pt x="1149514" y="81111"/>
                </a:cubicBezTo>
                <a:cubicBezTo>
                  <a:pt x="1144712" y="84214"/>
                  <a:pt x="1138691" y="85766"/>
                  <a:pt x="1131453" y="85766"/>
                </a:cubicBezTo>
                <a:cubicBezTo>
                  <a:pt x="1124065" y="85766"/>
                  <a:pt x="1117195" y="84177"/>
                  <a:pt x="1110842" y="80999"/>
                </a:cubicBezTo>
                <a:lnTo>
                  <a:pt x="1113501" y="67593"/>
                </a:lnTo>
                <a:lnTo>
                  <a:pt x="1119152" y="67593"/>
                </a:lnTo>
                <a:cubicBezTo>
                  <a:pt x="1119004" y="68922"/>
                  <a:pt x="1118930" y="69919"/>
                  <a:pt x="1118930" y="70584"/>
                </a:cubicBezTo>
                <a:cubicBezTo>
                  <a:pt x="1118930" y="77159"/>
                  <a:pt x="1123400" y="80446"/>
                  <a:pt x="1132339" y="80446"/>
                </a:cubicBezTo>
                <a:cubicBezTo>
                  <a:pt x="1141277" y="80446"/>
                  <a:pt x="1146411" y="77159"/>
                  <a:pt x="1147740" y="70584"/>
                </a:cubicBezTo>
                <a:cubicBezTo>
                  <a:pt x="1147814" y="70141"/>
                  <a:pt x="1147852" y="69255"/>
                  <a:pt x="1147852" y="67924"/>
                </a:cubicBezTo>
                <a:cubicBezTo>
                  <a:pt x="1147852" y="66743"/>
                  <a:pt x="1147224" y="65525"/>
                  <a:pt x="1145968" y="64269"/>
                </a:cubicBezTo>
                <a:cubicBezTo>
                  <a:pt x="1144786" y="62864"/>
                  <a:pt x="1141609" y="61276"/>
                  <a:pt x="1136439" y="59503"/>
                </a:cubicBezTo>
                <a:lnTo>
                  <a:pt x="1129679" y="57066"/>
                </a:lnTo>
                <a:cubicBezTo>
                  <a:pt x="1125025" y="55514"/>
                  <a:pt x="1121959" y="53704"/>
                  <a:pt x="1120483" y="51635"/>
                </a:cubicBezTo>
                <a:cubicBezTo>
                  <a:pt x="1119005" y="49494"/>
                  <a:pt x="1118266" y="47278"/>
                  <a:pt x="1118266" y="44987"/>
                </a:cubicBezTo>
                <a:cubicBezTo>
                  <a:pt x="1118266" y="43953"/>
                  <a:pt x="1118376" y="42956"/>
                  <a:pt x="1118597" y="41996"/>
                </a:cubicBezTo>
                <a:cubicBezTo>
                  <a:pt x="1119632" y="36677"/>
                  <a:pt x="1122366" y="32577"/>
                  <a:pt x="1126798" y="29695"/>
                </a:cubicBezTo>
                <a:cubicBezTo>
                  <a:pt x="1131157" y="26667"/>
                  <a:pt x="1136586" y="25152"/>
                  <a:pt x="1143087" y="25152"/>
                </a:cubicBezTo>
                <a:cubicBezTo>
                  <a:pt x="1149365" y="25152"/>
                  <a:pt x="1155903" y="26704"/>
                  <a:pt x="1162700" y="29807"/>
                </a:cubicBezTo>
                <a:close/>
                <a:moveTo>
                  <a:pt x="1235537" y="30250"/>
                </a:moveTo>
                <a:lnTo>
                  <a:pt x="1232656" y="44987"/>
                </a:lnTo>
                <a:lnTo>
                  <a:pt x="1226895" y="44987"/>
                </a:lnTo>
                <a:lnTo>
                  <a:pt x="1226895" y="43547"/>
                </a:lnTo>
                <a:cubicBezTo>
                  <a:pt x="1226895" y="39189"/>
                  <a:pt x="1225972" y="35976"/>
                  <a:pt x="1224124" y="33907"/>
                </a:cubicBezTo>
                <a:cubicBezTo>
                  <a:pt x="1222056" y="31617"/>
                  <a:pt x="1218658" y="30472"/>
                  <a:pt x="1213930" y="30472"/>
                </a:cubicBezTo>
                <a:cubicBezTo>
                  <a:pt x="1208538" y="30472"/>
                  <a:pt x="1204069" y="32577"/>
                  <a:pt x="1200522" y="36788"/>
                </a:cubicBezTo>
                <a:cubicBezTo>
                  <a:pt x="1197051" y="40851"/>
                  <a:pt x="1194465" y="47056"/>
                  <a:pt x="1192765" y="55404"/>
                </a:cubicBezTo>
                <a:cubicBezTo>
                  <a:pt x="1192027" y="59024"/>
                  <a:pt x="1191658" y="62384"/>
                  <a:pt x="1191658" y="65486"/>
                </a:cubicBezTo>
                <a:cubicBezTo>
                  <a:pt x="1191658" y="68812"/>
                  <a:pt x="1192175" y="71693"/>
                  <a:pt x="1193210" y="74130"/>
                </a:cubicBezTo>
                <a:cubicBezTo>
                  <a:pt x="1195056" y="78341"/>
                  <a:pt x="1198713" y="80446"/>
                  <a:pt x="1204180" y="80446"/>
                </a:cubicBezTo>
                <a:cubicBezTo>
                  <a:pt x="1208537" y="80446"/>
                  <a:pt x="1212157" y="79338"/>
                  <a:pt x="1215038" y="77122"/>
                </a:cubicBezTo>
                <a:cubicBezTo>
                  <a:pt x="1217993" y="74906"/>
                  <a:pt x="1220432" y="71508"/>
                  <a:pt x="1222352" y="66927"/>
                </a:cubicBezTo>
                <a:lnTo>
                  <a:pt x="1230329" y="66927"/>
                </a:lnTo>
                <a:cubicBezTo>
                  <a:pt x="1227744" y="73132"/>
                  <a:pt x="1224124" y="77786"/>
                  <a:pt x="1219471" y="80889"/>
                </a:cubicBezTo>
                <a:cubicBezTo>
                  <a:pt x="1215038" y="84140"/>
                  <a:pt x="1209571" y="85766"/>
                  <a:pt x="1203070" y="85766"/>
                </a:cubicBezTo>
                <a:cubicBezTo>
                  <a:pt x="1194797" y="85766"/>
                  <a:pt x="1188592" y="82995"/>
                  <a:pt x="1184455" y="77454"/>
                </a:cubicBezTo>
                <a:cubicBezTo>
                  <a:pt x="1181648" y="73539"/>
                  <a:pt x="1180245" y="68848"/>
                  <a:pt x="1180245" y="63381"/>
                </a:cubicBezTo>
                <a:cubicBezTo>
                  <a:pt x="1180245" y="61018"/>
                  <a:pt x="1180540" y="58358"/>
                  <a:pt x="1181131" y="55404"/>
                </a:cubicBezTo>
                <a:cubicBezTo>
                  <a:pt x="1182904" y="46096"/>
                  <a:pt x="1186893" y="38745"/>
                  <a:pt x="1193098" y="33353"/>
                </a:cubicBezTo>
                <a:cubicBezTo>
                  <a:pt x="1199230" y="27886"/>
                  <a:pt x="1206469" y="25152"/>
                  <a:pt x="1214816" y="25152"/>
                </a:cubicBezTo>
                <a:cubicBezTo>
                  <a:pt x="1218215" y="25152"/>
                  <a:pt x="1221761" y="25559"/>
                  <a:pt x="1225455" y="26371"/>
                </a:cubicBezTo>
                <a:cubicBezTo>
                  <a:pt x="1228779" y="27258"/>
                  <a:pt x="1232140" y="28551"/>
                  <a:pt x="1235537" y="30250"/>
                </a:cubicBezTo>
                <a:close/>
                <a:moveTo>
                  <a:pt x="1299181" y="45430"/>
                </a:moveTo>
                <a:cubicBezTo>
                  <a:pt x="1299181" y="42106"/>
                  <a:pt x="1298664" y="39225"/>
                  <a:pt x="1297631" y="36788"/>
                </a:cubicBezTo>
                <a:cubicBezTo>
                  <a:pt x="1295783" y="32577"/>
                  <a:pt x="1292127" y="30472"/>
                  <a:pt x="1286661" y="30472"/>
                </a:cubicBezTo>
                <a:cubicBezTo>
                  <a:pt x="1281342" y="30472"/>
                  <a:pt x="1276909" y="32577"/>
                  <a:pt x="1273363" y="36788"/>
                </a:cubicBezTo>
                <a:cubicBezTo>
                  <a:pt x="1269818" y="40998"/>
                  <a:pt x="1267269" y="47204"/>
                  <a:pt x="1265717" y="55404"/>
                </a:cubicBezTo>
                <a:cubicBezTo>
                  <a:pt x="1264979" y="59024"/>
                  <a:pt x="1264610" y="62348"/>
                  <a:pt x="1264610" y="65376"/>
                </a:cubicBezTo>
                <a:cubicBezTo>
                  <a:pt x="1264610" y="68775"/>
                  <a:pt x="1265127" y="71693"/>
                  <a:pt x="1266162" y="74130"/>
                </a:cubicBezTo>
                <a:cubicBezTo>
                  <a:pt x="1268008" y="78341"/>
                  <a:pt x="1271627" y="80446"/>
                  <a:pt x="1277020" y="80446"/>
                </a:cubicBezTo>
                <a:cubicBezTo>
                  <a:pt x="1282339" y="80446"/>
                  <a:pt x="1286771" y="78341"/>
                  <a:pt x="1290316" y="74130"/>
                </a:cubicBezTo>
                <a:cubicBezTo>
                  <a:pt x="1293789" y="69993"/>
                  <a:pt x="1296375" y="63751"/>
                  <a:pt x="1298074" y="55404"/>
                </a:cubicBezTo>
                <a:cubicBezTo>
                  <a:pt x="1298812" y="51784"/>
                  <a:pt x="1299181" y="48459"/>
                  <a:pt x="1299181" y="45430"/>
                </a:cubicBezTo>
                <a:moveTo>
                  <a:pt x="1310484" y="47425"/>
                </a:moveTo>
                <a:cubicBezTo>
                  <a:pt x="1310484" y="50159"/>
                  <a:pt x="1310226" y="52818"/>
                  <a:pt x="1309708" y="55404"/>
                </a:cubicBezTo>
                <a:cubicBezTo>
                  <a:pt x="1307935" y="64490"/>
                  <a:pt x="1303983" y="71840"/>
                  <a:pt x="1297852" y="77454"/>
                </a:cubicBezTo>
                <a:cubicBezTo>
                  <a:pt x="1291720" y="82995"/>
                  <a:pt x="1284444" y="85766"/>
                  <a:pt x="1276022" y="85766"/>
                </a:cubicBezTo>
                <a:cubicBezTo>
                  <a:pt x="1267749" y="85766"/>
                  <a:pt x="1261544" y="82995"/>
                  <a:pt x="1257407" y="77454"/>
                </a:cubicBezTo>
                <a:cubicBezTo>
                  <a:pt x="1254600" y="73539"/>
                  <a:pt x="1253197" y="68848"/>
                  <a:pt x="1253197" y="63381"/>
                </a:cubicBezTo>
                <a:cubicBezTo>
                  <a:pt x="1253197" y="61018"/>
                  <a:pt x="1253492" y="58358"/>
                  <a:pt x="1254083" y="55404"/>
                </a:cubicBezTo>
                <a:cubicBezTo>
                  <a:pt x="1255856" y="46243"/>
                  <a:pt x="1259808" y="38930"/>
                  <a:pt x="1265940" y="33464"/>
                </a:cubicBezTo>
                <a:cubicBezTo>
                  <a:pt x="1272071" y="27923"/>
                  <a:pt x="1279347" y="25152"/>
                  <a:pt x="1287768" y="25152"/>
                </a:cubicBezTo>
                <a:cubicBezTo>
                  <a:pt x="1296190" y="25152"/>
                  <a:pt x="1302395" y="27923"/>
                  <a:pt x="1306384" y="33464"/>
                </a:cubicBezTo>
                <a:cubicBezTo>
                  <a:pt x="1309118" y="37305"/>
                  <a:pt x="1310484" y="41958"/>
                  <a:pt x="1310484" y="47425"/>
                </a:cubicBezTo>
                <a:close/>
                <a:moveTo>
                  <a:pt x="1378759" y="26593"/>
                </a:moveTo>
                <a:lnTo>
                  <a:pt x="1375988" y="40998"/>
                </a:lnTo>
                <a:lnTo>
                  <a:pt x="1370228" y="40998"/>
                </a:lnTo>
                <a:cubicBezTo>
                  <a:pt x="1370228" y="40776"/>
                  <a:pt x="1370246" y="40444"/>
                  <a:pt x="1370282" y="40001"/>
                </a:cubicBezTo>
                <a:cubicBezTo>
                  <a:pt x="1370319" y="39558"/>
                  <a:pt x="1370375" y="39225"/>
                  <a:pt x="1370449" y="39003"/>
                </a:cubicBezTo>
                <a:cubicBezTo>
                  <a:pt x="1370449" y="37157"/>
                  <a:pt x="1370006" y="35680"/>
                  <a:pt x="1369118" y="34572"/>
                </a:cubicBezTo>
                <a:cubicBezTo>
                  <a:pt x="1368010" y="33168"/>
                  <a:pt x="1366090" y="32467"/>
                  <a:pt x="1363356" y="32467"/>
                </a:cubicBezTo>
                <a:cubicBezTo>
                  <a:pt x="1358481" y="32467"/>
                  <a:pt x="1354381" y="34165"/>
                  <a:pt x="1351057" y="37563"/>
                </a:cubicBezTo>
                <a:cubicBezTo>
                  <a:pt x="1347733" y="41109"/>
                  <a:pt x="1345480" y="45985"/>
                  <a:pt x="1344298" y="52190"/>
                </a:cubicBezTo>
                <a:lnTo>
                  <a:pt x="1338092" y="84214"/>
                </a:lnTo>
                <a:lnTo>
                  <a:pt x="1328120" y="84214"/>
                </a:lnTo>
                <a:lnTo>
                  <a:pt x="1338204" y="32355"/>
                </a:lnTo>
                <a:lnTo>
                  <a:pt x="1328675" y="32355"/>
                </a:lnTo>
                <a:lnTo>
                  <a:pt x="1329782" y="26704"/>
                </a:lnTo>
                <a:lnTo>
                  <a:pt x="1349284" y="26704"/>
                </a:lnTo>
                <a:lnTo>
                  <a:pt x="1347290" y="36898"/>
                </a:lnTo>
                <a:cubicBezTo>
                  <a:pt x="1350097" y="32836"/>
                  <a:pt x="1353200" y="29881"/>
                  <a:pt x="1356598" y="28033"/>
                </a:cubicBezTo>
                <a:cubicBezTo>
                  <a:pt x="1360070" y="26113"/>
                  <a:pt x="1363985" y="25152"/>
                  <a:pt x="1368342" y="25152"/>
                </a:cubicBezTo>
                <a:cubicBezTo>
                  <a:pt x="1370042" y="25152"/>
                  <a:pt x="1371705" y="25263"/>
                  <a:pt x="1373330" y="25485"/>
                </a:cubicBezTo>
                <a:cubicBezTo>
                  <a:pt x="1376507" y="26150"/>
                  <a:pt x="1378316" y="26520"/>
                  <a:pt x="1378759" y="26593"/>
                </a:cubicBezTo>
                <a:close/>
                <a:moveTo>
                  <a:pt x="1452299" y="40112"/>
                </a:moveTo>
                <a:cubicBezTo>
                  <a:pt x="1452299" y="47426"/>
                  <a:pt x="1448606" y="52892"/>
                  <a:pt x="1441218" y="56512"/>
                </a:cubicBezTo>
                <a:cubicBezTo>
                  <a:pt x="1433535" y="60205"/>
                  <a:pt x="1422417" y="62089"/>
                  <a:pt x="1407865" y="62162"/>
                </a:cubicBezTo>
                <a:cubicBezTo>
                  <a:pt x="1407718" y="64010"/>
                  <a:pt x="1407680" y="65303"/>
                  <a:pt x="1407754" y="66041"/>
                </a:cubicBezTo>
                <a:cubicBezTo>
                  <a:pt x="1407754" y="69513"/>
                  <a:pt x="1408345" y="72320"/>
                  <a:pt x="1409527" y="74463"/>
                </a:cubicBezTo>
                <a:cubicBezTo>
                  <a:pt x="1411669" y="78452"/>
                  <a:pt x="1415584" y="80446"/>
                  <a:pt x="1421272" y="80446"/>
                </a:cubicBezTo>
                <a:cubicBezTo>
                  <a:pt x="1425408" y="80446"/>
                  <a:pt x="1428548" y="79819"/>
                  <a:pt x="1430691" y="78563"/>
                </a:cubicBezTo>
                <a:cubicBezTo>
                  <a:pt x="1434458" y="76199"/>
                  <a:pt x="1436711" y="73577"/>
                  <a:pt x="1437451" y="70696"/>
                </a:cubicBezTo>
                <a:lnTo>
                  <a:pt x="1444764" y="70696"/>
                </a:lnTo>
                <a:cubicBezTo>
                  <a:pt x="1443286" y="75275"/>
                  <a:pt x="1439888" y="79190"/>
                  <a:pt x="1434570" y="82440"/>
                </a:cubicBezTo>
                <a:cubicBezTo>
                  <a:pt x="1430802" y="84657"/>
                  <a:pt x="1425224" y="85766"/>
                  <a:pt x="1417838" y="85766"/>
                </a:cubicBezTo>
                <a:cubicBezTo>
                  <a:pt x="1410377" y="85766"/>
                  <a:pt x="1404652" y="82995"/>
                  <a:pt x="1400662" y="77454"/>
                </a:cubicBezTo>
                <a:cubicBezTo>
                  <a:pt x="1397855" y="73539"/>
                  <a:pt x="1396414" y="68848"/>
                  <a:pt x="1396341" y="63381"/>
                </a:cubicBezTo>
                <a:cubicBezTo>
                  <a:pt x="1396341" y="61092"/>
                  <a:pt x="1396636" y="58469"/>
                  <a:pt x="1397227" y="55514"/>
                </a:cubicBezTo>
                <a:cubicBezTo>
                  <a:pt x="1399000" y="46428"/>
                  <a:pt x="1402915" y="39078"/>
                  <a:pt x="1408973" y="33464"/>
                </a:cubicBezTo>
                <a:cubicBezTo>
                  <a:pt x="1415178" y="27923"/>
                  <a:pt x="1422565" y="25152"/>
                  <a:pt x="1431134" y="25152"/>
                </a:cubicBezTo>
                <a:cubicBezTo>
                  <a:pt x="1445244" y="25152"/>
                  <a:pt x="1452299" y="30139"/>
                  <a:pt x="1452299" y="40112"/>
                </a:cubicBezTo>
                <a:moveTo>
                  <a:pt x="1441773" y="39779"/>
                </a:moveTo>
                <a:cubicBezTo>
                  <a:pt x="1441773" y="33649"/>
                  <a:pt x="1437672" y="30546"/>
                  <a:pt x="1429472" y="30472"/>
                </a:cubicBezTo>
                <a:cubicBezTo>
                  <a:pt x="1424745" y="30472"/>
                  <a:pt x="1420645" y="32318"/>
                  <a:pt x="1417173" y="36012"/>
                </a:cubicBezTo>
                <a:cubicBezTo>
                  <a:pt x="1413922" y="39558"/>
                  <a:pt x="1411226" y="46354"/>
                  <a:pt x="1409084" y="56400"/>
                </a:cubicBezTo>
                <a:cubicBezTo>
                  <a:pt x="1420608" y="55884"/>
                  <a:pt x="1429472" y="53741"/>
                  <a:pt x="1435677" y="49973"/>
                </a:cubicBezTo>
                <a:cubicBezTo>
                  <a:pt x="1439741" y="47684"/>
                  <a:pt x="1441773" y="44286"/>
                  <a:pt x="1441773" y="39779"/>
                </a:cubicBezTo>
                <a:close/>
                <a:moveTo>
                  <a:pt x="1501932" y="103715"/>
                </a:moveTo>
                <a:cubicBezTo>
                  <a:pt x="1492033" y="98766"/>
                  <a:pt x="1485273" y="92856"/>
                  <a:pt x="1481654" y="85987"/>
                </a:cubicBezTo>
                <a:cubicBezTo>
                  <a:pt x="1476630" y="76236"/>
                  <a:pt x="1474118" y="66780"/>
                  <a:pt x="1474118" y="57619"/>
                </a:cubicBezTo>
                <a:lnTo>
                  <a:pt x="1474118" y="49863"/>
                </a:lnTo>
                <a:cubicBezTo>
                  <a:pt x="1474118" y="40703"/>
                  <a:pt x="1476630" y="31247"/>
                  <a:pt x="1481654" y="21497"/>
                </a:cubicBezTo>
                <a:cubicBezTo>
                  <a:pt x="1485273" y="14627"/>
                  <a:pt x="1492033" y="8717"/>
                  <a:pt x="1501932" y="3767"/>
                </a:cubicBezTo>
                <a:lnTo>
                  <a:pt x="1501932" y="10194"/>
                </a:lnTo>
                <a:cubicBezTo>
                  <a:pt x="1496908" y="12705"/>
                  <a:pt x="1492438" y="17655"/>
                  <a:pt x="1488524" y="25042"/>
                </a:cubicBezTo>
                <a:cubicBezTo>
                  <a:pt x="1486973" y="28071"/>
                  <a:pt x="1485975" y="31469"/>
                  <a:pt x="1485531" y="35236"/>
                </a:cubicBezTo>
                <a:cubicBezTo>
                  <a:pt x="1485088" y="39003"/>
                  <a:pt x="1484867" y="43879"/>
                  <a:pt x="1484867" y="49863"/>
                </a:cubicBezTo>
                <a:lnTo>
                  <a:pt x="1484867" y="57619"/>
                </a:lnTo>
                <a:cubicBezTo>
                  <a:pt x="1484867" y="63603"/>
                  <a:pt x="1485088" y="68479"/>
                  <a:pt x="1485531" y="72246"/>
                </a:cubicBezTo>
                <a:cubicBezTo>
                  <a:pt x="1485975" y="76013"/>
                  <a:pt x="1486973" y="79411"/>
                  <a:pt x="1488524" y="82440"/>
                </a:cubicBezTo>
                <a:cubicBezTo>
                  <a:pt x="1492438" y="89828"/>
                  <a:pt x="1496908" y="94777"/>
                  <a:pt x="1501932" y="97289"/>
                </a:cubicBezTo>
                <a:lnTo>
                  <a:pt x="1501932" y="103715"/>
                </a:lnTo>
                <a:close/>
                <a:moveTo>
                  <a:pt x="1574786" y="54959"/>
                </a:moveTo>
                <a:lnTo>
                  <a:pt x="1567474" y="16511"/>
                </a:lnTo>
                <a:lnTo>
                  <a:pt x="1545201" y="54959"/>
                </a:lnTo>
                <a:lnTo>
                  <a:pt x="1574786" y="54959"/>
                </a:lnTo>
                <a:moveTo>
                  <a:pt x="1599497" y="78451"/>
                </a:moveTo>
                <a:lnTo>
                  <a:pt x="1598388" y="84214"/>
                </a:lnTo>
                <a:lnTo>
                  <a:pt x="1569024" y="84214"/>
                </a:lnTo>
                <a:lnTo>
                  <a:pt x="1570133" y="78451"/>
                </a:lnTo>
                <a:lnTo>
                  <a:pt x="1579108" y="78451"/>
                </a:lnTo>
                <a:lnTo>
                  <a:pt x="1575784" y="60722"/>
                </a:lnTo>
                <a:lnTo>
                  <a:pt x="1541877" y="60722"/>
                </a:lnTo>
                <a:lnTo>
                  <a:pt x="1531571" y="78451"/>
                </a:lnTo>
                <a:lnTo>
                  <a:pt x="1540436" y="78451"/>
                </a:lnTo>
                <a:lnTo>
                  <a:pt x="1539329" y="84214"/>
                </a:lnTo>
                <a:lnTo>
                  <a:pt x="1516613" y="84214"/>
                </a:lnTo>
                <a:lnTo>
                  <a:pt x="1517720" y="78451"/>
                </a:lnTo>
                <a:lnTo>
                  <a:pt x="1524813" y="78451"/>
                </a:lnTo>
                <a:lnTo>
                  <a:pt x="1568250" y="3434"/>
                </a:lnTo>
                <a:lnTo>
                  <a:pt x="1577336" y="3434"/>
                </a:lnTo>
                <a:lnTo>
                  <a:pt x="1591518" y="78451"/>
                </a:lnTo>
                <a:lnTo>
                  <a:pt x="1599497" y="78451"/>
                </a:lnTo>
                <a:close/>
                <a:moveTo>
                  <a:pt x="1632397" y="71915"/>
                </a:moveTo>
                <a:cubicBezTo>
                  <a:pt x="1632028" y="78046"/>
                  <a:pt x="1630588" y="83327"/>
                  <a:pt x="1628077" y="87759"/>
                </a:cubicBezTo>
                <a:cubicBezTo>
                  <a:pt x="1625417" y="92191"/>
                  <a:pt x="1621464" y="96033"/>
                  <a:pt x="1616219" y="99284"/>
                </a:cubicBezTo>
                <a:lnTo>
                  <a:pt x="1611898" y="94962"/>
                </a:lnTo>
                <a:cubicBezTo>
                  <a:pt x="1615222" y="92451"/>
                  <a:pt x="1617734" y="89533"/>
                  <a:pt x="1619434" y="86209"/>
                </a:cubicBezTo>
                <a:cubicBezTo>
                  <a:pt x="1620985" y="82810"/>
                  <a:pt x="1621760" y="78710"/>
                  <a:pt x="1621760" y="73908"/>
                </a:cubicBezTo>
                <a:lnTo>
                  <a:pt x="1621760" y="71915"/>
                </a:lnTo>
                <a:lnTo>
                  <a:pt x="1632397" y="71915"/>
                </a:lnTo>
                <a:close/>
                <a:moveTo>
                  <a:pt x="1748253" y="8975"/>
                </a:moveTo>
                <a:lnTo>
                  <a:pt x="1744706" y="27590"/>
                </a:lnTo>
                <a:lnTo>
                  <a:pt x="1738612" y="27590"/>
                </a:lnTo>
                <a:cubicBezTo>
                  <a:pt x="1738612" y="20647"/>
                  <a:pt x="1736876" y="15661"/>
                  <a:pt x="1733404" y="12632"/>
                </a:cubicBezTo>
                <a:cubicBezTo>
                  <a:pt x="1730153" y="9381"/>
                  <a:pt x="1724835" y="7756"/>
                  <a:pt x="1717448" y="7756"/>
                </a:cubicBezTo>
                <a:cubicBezTo>
                  <a:pt x="1708878" y="7756"/>
                  <a:pt x="1701749" y="10822"/>
                  <a:pt x="1696061" y="16954"/>
                </a:cubicBezTo>
                <a:cubicBezTo>
                  <a:pt x="1690521" y="22937"/>
                  <a:pt x="1686569" y="31912"/>
                  <a:pt x="1684205" y="43880"/>
                </a:cubicBezTo>
                <a:cubicBezTo>
                  <a:pt x="1681915" y="55625"/>
                  <a:pt x="1682395" y="64600"/>
                  <a:pt x="1685646" y="70806"/>
                </a:cubicBezTo>
                <a:cubicBezTo>
                  <a:pt x="1688896" y="76938"/>
                  <a:pt x="1694805" y="80003"/>
                  <a:pt x="1703374" y="80003"/>
                </a:cubicBezTo>
                <a:cubicBezTo>
                  <a:pt x="1709432" y="80003"/>
                  <a:pt x="1714714" y="78563"/>
                  <a:pt x="1719220" y="75682"/>
                </a:cubicBezTo>
                <a:cubicBezTo>
                  <a:pt x="1723652" y="72801"/>
                  <a:pt x="1727272" y="68516"/>
                  <a:pt x="1730080" y="62828"/>
                </a:cubicBezTo>
                <a:lnTo>
                  <a:pt x="1740052" y="62828"/>
                </a:lnTo>
                <a:cubicBezTo>
                  <a:pt x="1736211" y="70289"/>
                  <a:pt x="1731114" y="76014"/>
                  <a:pt x="1724761" y="80003"/>
                </a:cubicBezTo>
                <a:cubicBezTo>
                  <a:pt x="1718186" y="83845"/>
                  <a:pt x="1710688" y="85766"/>
                  <a:pt x="1702267" y="85766"/>
                </a:cubicBezTo>
                <a:cubicBezTo>
                  <a:pt x="1696948" y="85766"/>
                  <a:pt x="1692258" y="84879"/>
                  <a:pt x="1688194" y="83106"/>
                </a:cubicBezTo>
                <a:cubicBezTo>
                  <a:pt x="1683910" y="81185"/>
                  <a:pt x="1680401" y="78526"/>
                  <a:pt x="1677667" y="75127"/>
                </a:cubicBezTo>
                <a:cubicBezTo>
                  <a:pt x="1674417" y="70990"/>
                  <a:pt x="1672312" y="66411"/>
                  <a:pt x="1671352" y="61388"/>
                </a:cubicBezTo>
                <a:cubicBezTo>
                  <a:pt x="1670392" y="56438"/>
                  <a:pt x="1670539" y="50602"/>
                  <a:pt x="1671795" y="43880"/>
                </a:cubicBezTo>
                <a:cubicBezTo>
                  <a:pt x="1674232" y="31174"/>
                  <a:pt x="1679846" y="21053"/>
                  <a:pt x="1688637" y="13518"/>
                </a:cubicBezTo>
                <a:cubicBezTo>
                  <a:pt x="1697354" y="5835"/>
                  <a:pt x="1707659" y="1993"/>
                  <a:pt x="1719553" y="1993"/>
                </a:cubicBezTo>
                <a:cubicBezTo>
                  <a:pt x="1724059" y="1993"/>
                  <a:pt x="1728638" y="2585"/>
                  <a:pt x="1733293" y="3767"/>
                </a:cubicBezTo>
                <a:cubicBezTo>
                  <a:pt x="1737872" y="4801"/>
                  <a:pt x="1742859" y="6537"/>
                  <a:pt x="1748253" y="8975"/>
                </a:cubicBezTo>
                <a:close/>
                <a:moveTo>
                  <a:pt x="1790541" y="57619"/>
                </a:moveTo>
                <a:cubicBezTo>
                  <a:pt x="1790541" y="66927"/>
                  <a:pt x="1788067" y="76383"/>
                  <a:pt x="1783117" y="85987"/>
                </a:cubicBezTo>
                <a:cubicBezTo>
                  <a:pt x="1779572" y="92783"/>
                  <a:pt x="1772813" y="98692"/>
                  <a:pt x="1762839" y="103715"/>
                </a:cubicBezTo>
                <a:lnTo>
                  <a:pt x="1762839" y="97289"/>
                </a:lnTo>
                <a:cubicBezTo>
                  <a:pt x="1767937" y="94703"/>
                  <a:pt x="1772369" y="89753"/>
                  <a:pt x="1776138" y="82440"/>
                </a:cubicBezTo>
                <a:cubicBezTo>
                  <a:pt x="1777246" y="80372"/>
                  <a:pt x="1778076" y="77879"/>
                  <a:pt x="1778630" y="74962"/>
                </a:cubicBezTo>
                <a:cubicBezTo>
                  <a:pt x="1779184" y="72043"/>
                  <a:pt x="1779517" y="69439"/>
                  <a:pt x="1779627" y="67150"/>
                </a:cubicBezTo>
                <a:cubicBezTo>
                  <a:pt x="1779738" y="64860"/>
                  <a:pt x="1779793" y="61683"/>
                  <a:pt x="1779793" y="57619"/>
                </a:cubicBezTo>
                <a:lnTo>
                  <a:pt x="1779793" y="49863"/>
                </a:lnTo>
                <a:cubicBezTo>
                  <a:pt x="1779793" y="45800"/>
                  <a:pt x="1779738" y="42623"/>
                  <a:pt x="1779627" y="40334"/>
                </a:cubicBezTo>
                <a:cubicBezTo>
                  <a:pt x="1779517" y="38044"/>
                  <a:pt x="1779184" y="35440"/>
                  <a:pt x="1778630" y="32522"/>
                </a:cubicBezTo>
                <a:cubicBezTo>
                  <a:pt x="1778076" y="29604"/>
                  <a:pt x="1777246" y="27111"/>
                  <a:pt x="1776138" y="25042"/>
                </a:cubicBezTo>
                <a:cubicBezTo>
                  <a:pt x="1772369" y="17729"/>
                  <a:pt x="1767937" y="12780"/>
                  <a:pt x="1762839" y="10194"/>
                </a:cubicBezTo>
                <a:lnTo>
                  <a:pt x="1762839" y="3767"/>
                </a:lnTo>
                <a:cubicBezTo>
                  <a:pt x="1772813" y="8790"/>
                  <a:pt x="1779572" y="14700"/>
                  <a:pt x="1783117" y="21497"/>
                </a:cubicBezTo>
                <a:cubicBezTo>
                  <a:pt x="1788067" y="31099"/>
                  <a:pt x="1790541" y="40555"/>
                  <a:pt x="1790541" y="49863"/>
                </a:cubicBezTo>
                <a:lnTo>
                  <a:pt x="1790541" y="57619"/>
                </a:lnTo>
                <a:close/>
                <a:moveTo>
                  <a:pt x="1907188" y="58174"/>
                </a:moveTo>
                <a:lnTo>
                  <a:pt x="1876828" y="58174"/>
                </a:lnTo>
                <a:lnTo>
                  <a:pt x="1876828" y="88535"/>
                </a:lnTo>
                <a:lnTo>
                  <a:pt x="1867963" y="88535"/>
                </a:lnTo>
                <a:lnTo>
                  <a:pt x="1867963" y="58174"/>
                </a:lnTo>
                <a:lnTo>
                  <a:pt x="1837601" y="58174"/>
                </a:lnTo>
                <a:lnTo>
                  <a:pt x="1837601" y="49309"/>
                </a:lnTo>
                <a:lnTo>
                  <a:pt x="1867963" y="49309"/>
                </a:lnTo>
                <a:lnTo>
                  <a:pt x="1867963" y="18947"/>
                </a:lnTo>
                <a:lnTo>
                  <a:pt x="1876828" y="18947"/>
                </a:lnTo>
                <a:lnTo>
                  <a:pt x="1876828" y="49309"/>
                </a:lnTo>
                <a:lnTo>
                  <a:pt x="1907188" y="49309"/>
                </a:lnTo>
                <a:lnTo>
                  <a:pt x="1907188" y="58174"/>
                </a:lnTo>
                <a:close/>
                <a:moveTo>
                  <a:pt x="2005439" y="78451"/>
                </a:moveTo>
                <a:lnTo>
                  <a:pt x="2004332" y="84214"/>
                </a:lnTo>
                <a:lnTo>
                  <a:pt x="1985495" y="84214"/>
                </a:lnTo>
                <a:lnTo>
                  <a:pt x="1992031" y="50749"/>
                </a:lnTo>
                <a:cubicBezTo>
                  <a:pt x="1992844" y="47055"/>
                  <a:pt x="1993177" y="43953"/>
                  <a:pt x="1993029" y="41441"/>
                </a:cubicBezTo>
                <a:cubicBezTo>
                  <a:pt x="1993029" y="39151"/>
                  <a:pt x="1992770" y="37452"/>
                  <a:pt x="1992253" y="36344"/>
                </a:cubicBezTo>
                <a:cubicBezTo>
                  <a:pt x="1990997" y="33759"/>
                  <a:pt x="1988190" y="32467"/>
                  <a:pt x="1983833" y="32467"/>
                </a:cubicBezTo>
                <a:cubicBezTo>
                  <a:pt x="1979252" y="32467"/>
                  <a:pt x="1975410" y="34165"/>
                  <a:pt x="1972308" y="37563"/>
                </a:cubicBezTo>
                <a:cubicBezTo>
                  <a:pt x="1969132" y="40961"/>
                  <a:pt x="1966952" y="45837"/>
                  <a:pt x="1965770" y="52190"/>
                </a:cubicBezTo>
                <a:lnTo>
                  <a:pt x="1959565" y="84214"/>
                </a:lnTo>
                <a:lnTo>
                  <a:pt x="1949592" y="84214"/>
                </a:lnTo>
                <a:lnTo>
                  <a:pt x="1964884" y="5762"/>
                </a:lnTo>
                <a:lnTo>
                  <a:pt x="1955354" y="5762"/>
                </a:lnTo>
                <a:lnTo>
                  <a:pt x="1956462" y="0"/>
                </a:lnTo>
                <a:lnTo>
                  <a:pt x="1975964" y="0"/>
                </a:lnTo>
                <a:lnTo>
                  <a:pt x="1968763" y="36898"/>
                </a:lnTo>
                <a:cubicBezTo>
                  <a:pt x="1971347" y="32909"/>
                  <a:pt x="1974302" y="29991"/>
                  <a:pt x="1977626" y="28145"/>
                </a:cubicBezTo>
                <a:cubicBezTo>
                  <a:pt x="1980951" y="26150"/>
                  <a:pt x="1984571" y="25152"/>
                  <a:pt x="1988486" y="25152"/>
                </a:cubicBezTo>
                <a:cubicBezTo>
                  <a:pt x="1994839" y="25152"/>
                  <a:pt x="1999160" y="26963"/>
                  <a:pt x="2001451" y="30583"/>
                </a:cubicBezTo>
                <a:cubicBezTo>
                  <a:pt x="2002854" y="32725"/>
                  <a:pt x="2003556" y="35679"/>
                  <a:pt x="2003556" y="39446"/>
                </a:cubicBezTo>
                <a:cubicBezTo>
                  <a:pt x="2003556" y="41959"/>
                  <a:pt x="2003223" y="44692"/>
                  <a:pt x="2002558" y="47647"/>
                </a:cubicBezTo>
                <a:lnTo>
                  <a:pt x="1996574" y="78451"/>
                </a:lnTo>
                <a:lnTo>
                  <a:pt x="2005439" y="78451"/>
                </a:lnTo>
                <a:close/>
                <a:moveTo>
                  <a:pt x="2069478" y="104824"/>
                </a:moveTo>
                <a:lnTo>
                  <a:pt x="2014074" y="104824"/>
                </a:lnTo>
                <a:lnTo>
                  <a:pt x="2014074" y="99062"/>
                </a:lnTo>
                <a:lnTo>
                  <a:pt x="2069478" y="99062"/>
                </a:lnTo>
                <a:lnTo>
                  <a:pt x="2069478" y="104824"/>
                </a:lnTo>
                <a:close/>
                <a:moveTo>
                  <a:pt x="2130004" y="29807"/>
                </a:moveTo>
                <a:lnTo>
                  <a:pt x="2127566" y="42327"/>
                </a:lnTo>
                <a:lnTo>
                  <a:pt x="2121804" y="42327"/>
                </a:lnTo>
                <a:cubicBezTo>
                  <a:pt x="2121951" y="41294"/>
                  <a:pt x="2122025" y="40518"/>
                  <a:pt x="2122025" y="40001"/>
                </a:cubicBezTo>
                <a:cubicBezTo>
                  <a:pt x="2122025" y="37342"/>
                  <a:pt x="2121102" y="35089"/>
                  <a:pt x="2119256" y="33241"/>
                </a:cubicBezTo>
                <a:cubicBezTo>
                  <a:pt x="2117483" y="31395"/>
                  <a:pt x="2114491" y="30472"/>
                  <a:pt x="2110279" y="30472"/>
                </a:cubicBezTo>
                <a:cubicBezTo>
                  <a:pt x="2101858" y="30472"/>
                  <a:pt x="2097020" y="33427"/>
                  <a:pt x="2095764" y="39336"/>
                </a:cubicBezTo>
                <a:cubicBezTo>
                  <a:pt x="2095616" y="40075"/>
                  <a:pt x="2095542" y="40924"/>
                  <a:pt x="2095542" y="41884"/>
                </a:cubicBezTo>
                <a:cubicBezTo>
                  <a:pt x="2095542" y="43067"/>
                  <a:pt x="2096134" y="44249"/>
                  <a:pt x="2097316" y="45430"/>
                </a:cubicBezTo>
                <a:cubicBezTo>
                  <a:pt x="2098572" y="46687"/>
                  <a:pt x="2101452" y="48091"/>
                  <a:pt x="2105958" y="49642"/>
                </a:cubicBezTo>
                <a:lnTo>
                  <a:pt x="2113382" y="52080"/>
                </a:lnTo>
                <a:cubicBezTo>
                  <a:pt x="2118479" y="53704"/>
                  <a:pt x="2121988" y="55846"/>
                  <a:pt x="2123909" y="58507"/>
                </a:cubicBezTo>
                <a:cubicBezTo>
                  <a:pt x="2125239" y="60280"/>
                  <a:pt x="2125904" y="62052"/>
                  <a:pt x="2125904" y="63824"/>
                </a:cubicBezTo>
                <a:cubicBezTo>
                  <a:pt x="2125904" y="71507"/>
                  <a:pt x="2122875" y="77269"/>
                  <a:pt x="2116818" y="81111"/>
                </a:cubicBezTo>
                <a:cubicBezTo>
                  <a:pt x="2112016" y="84214"/>
                  <a:pt x="2105995" y="85766"/>
                  <a:pt x="2098757" y="85766"/>
                </a:cubicBezTo>
                <a:cubicBezTo>
                  <a:pt x="2091369" y="85766"/>
                  <a:pt x="2084499" y="84177"/>
                  <a:pt x="2078146" y="80999"/>
                </a:cubicBezTo>
                <a:lnTo>
                  <a:pt x="2080805" y="67593"/>
                </a:lnTo>
                <a:lnTo>
                  <a:pt x="2086456" y="67593"/>
                </a:lnTo>
                <a:cubicBezTo>
                  <a:pt x="2086308" y="68922"/>
                  <a:pt x="2086235" y="69919"/>
                  <a:pt x="2086235" y="70584"/>
                </a:cubicBezTo>
                <a:cubicBezTo>
                  <a:pt x="2086235" y="77159"/>
                  <a:pt x="2090704" y="80446"/>
                  <a:pt x="2099643" y="80446"/>
                </a:cubicBezTo>
                <a:cubicBezTo>
                  <a:pt x="2108581" y="80446"/>
                  <a:pt x="2113715" y="77159"/>
                  <a:pt x="2115044" y="70584"/>
                </a:cubicBezTo>
                <a:cubicBezTo>
                  <a:pt x="2115118" y="70141"/>
                  <a:pt x="2115156" y="69255"/>
                  <a:pt x="2115156" y="67924"/>
                </a:cubicBezTo>
                <a:cubicBezTo>
                  <a:pt x="2115156" y="66743"/>
                  <a:pt x="2114528" y="65525"/>
                  <a:pt x="2113272" y="64269"/>
                </a:cubicBezTo>
                <a:cubicBezTo>
                  <a:pt x="2112090" y="62864"/>
                  <a:pt x="2108913" y="61276"/>
                  <a:pt x="2103743" y="59503"/>
                </a:cubicBezTo>
                <a:lnTo>
                  <a:pt x="2096983" y="57066"/>
                </a:lnTo>
                <a:cubicBezTo>
                  <a:pt x="2092329" y="55514"/>
                  <a:pt x="2089263" y="53704"/>
                  <a:pt x="2087787" y="51635"/>
                </a:cubicBezTo>
                <a:cubicBezTo>
                  <a:pt x="2086309" y="49494"/>
                  <a:pt x="2085570" y="47278"/>
                  <a:pt x="2085570" y="44987"/>
                </a:cubicBezTo>
                <a:cubicBezTo>
                  <a:pt x="2085570" y="43953"/>
                  <a:pt x="2085680" y="42956"/>
                  <a:pt x="2085901" y="41996"/>
                </a:cubicBezTo>
                <a:cubicBezTo>
                  <a:pt x="2086936" y="36677"/>
                  <a:pt x="2089670" y="32577"/>
                  <a:pt x="2094102" y="29695"/>
                </a:cubicBezTo>
                <a:cubicBezTo>
                  <a:pt x="2098461" y="26667"/>
                  <a:pt x="2103890" y="25152"/>
                  <a:pt x="2110391" y="25152"/>
                </a:cubicBezTo>
                <a:cubicBezTo>
                  <a:pt x="2116669" y="25152"/>
                  <a:pt x="2123207" y="26704"/>
                  <a:pt x="2130004" y="29807"/>
                </a:cubicBezTo>
                <a:close/>
                <a:moveTo>
                  <a:pt x="2202841" y="30250"/>
                </a:moveTo>
                <a:lnTo>
                  <a:pt x="2199960" y="44987"/>
                </a:lnTo>
                <a:lnTo>
                  <a:pt x="2194199" y="44987"/>
                </a:lnTo>
                <a:lnTo>
                  <a:pt x="2194199" y="43547"/>
                </a:lnTo>
                <a:cubicBezTo>
                  <a:pt x="2194199" y="39189"/>
                  <a:pt x="2193275" y="35976"/>
                  <a:pt x="2191428" y="33907"/>
                </a:cubicBezTo>
                <a:cubicBezTo>
                  <a:pt x="2189360" y="31617"/>
                  <a:pt x="2185962" y="30472"/>
                  <a:pt x="2181234" y="30472"/>
                </a:cubicBezTo>
                <a:cubicBezTo>
                  <a:pt x="2175842" y="30472"/>
                  <a:pt x="2171372" y="32577"/>
                  <a:pt x="2167826" y="36788"/>
                </a:cubicBezTo>
                <a:cubicBezTo>
                  <a:pt x="2164354" y="40851"/>
                  <a:pt x="2161769" y="47056"/>
                  <a:pt x="2160069" y="55404"/>
                </a:cubicBezTo>
                <a:cubicBezTo>
                  <a:pt x="2159330" y="59024"/>
                  <a:pt x="2158961" y="62384"/>
                  <a:pt x="2158961" y="65486"/>
                </a:cubicBezTo>
                <a:cubicBezTo>
                  <a:pt x="2158961" y="68812"/>
                  <a:pt x="2159479" y="71693"/>
                  <a:pt x="2160513" y="74130"/>
                </a:cubicBezTo>
                <a:cubicBezTo>
                  <a:pt x="2162360" y="78341"/>
                  <a:pt x="2166016" y="80446"/>
                  <a:pt x="2171483" y="80446"/>
                </a:cubicBezTo>
                <a:cubicBezTo>
                  <a:pt x="2175841" y="80446"/>
                  <a:pt x="2179461" y="79338"/>
                  <a:pt x="2182342" y="77122"/>
                </a:cubicBezTo>
                <a:cubicBezTo>
                  <a:pt x="2185297" y="74906"/>
                  <a:pt x="2187735" y="71508"/>
                  <a:pt x="2189656" y="66927"/>
                </a:cubicBezTo>
                <a:lnTo>
                  <a:pt x="2197633" y="66927"/>
                </a:lnTo>
                <a:cubicBezTo>
                  <a:pt x="2195047" y="73132"/>
                  <a:pt x="2191428" y="77786"/>
                  <a:pt x="2186775" y="80889"/>
                </a:cubicBezTo>
                <a:cubicBezTo>
                  <a:pt x="2182342" y="84140"/>
                  <a:pt x="2176875" y="85766"/>
                  <a:pt x="2170374" y="85766"/>
                </a:cubicBezTo>
                <a:cubicBezTo>
                  <a:pt x="2162101" y="85766"/>
                  <a:pt x="2155895" y="82995"/>
                  <a:pt x="2151758" y="77454"/>
                </a:cubicBezTo>
                <a:cubicBezTo>
                  <a:pt x="2148952" y="73539"/>
                  <a:pt x="2147548" y="68848"/>
                  <a:pt x="2147548" y="63381"/>
                </a:cubicBezTo>
                <a:cubicBezTo>
                  <a:pt x="2147548" y="61018"/>
                  <a:pt x="2147844" y="58358"/>
                  <a:pt x="2148434" y="55404"/>
                </a:cubicBezTo>
                <a:cubicBezTo>
                  <a:pt x="2150207" y="46096"/>
                  <a:pt x="2154197" y="38745"/>
                  <a:pt x="2160402" y="33353"/>
                </a:cubicBezTo>
                <a:cubicBezTo>
                  <a:pt x="2166534" y="27886"/>
                  <a:pt x="2173773" y="25152"/>
                  <a:pt x="2182120" y="25152"/>
                </a:cubicBezTo>
                <a:cubicBezTo>
                  <a:pt x="2185519" y="25152"/>
                  <a:pt x="2189065" y="25559"/>
                  <a:pt x="2192759" y="26371"/>
                </a:cubicBezTo>
                <a:cubicBezTo>
                  <a:pt x="2196083" y="27258"/>
                  <a:pt x="2199444" y="28551"/>
                  <a:pt x="2202841" y="30250"/>
                </a:cubicBezTo>
                <a:close/>
                <a:moveTo>
                  <a:pt x="2266485" y="45430"/>
                </a:moveTo>
                <a:cubicBezTo>
                  <a:pt x="2266485" y="42106"/>
                  <a:pt x="2265968" y="39225"/>
                  <a:pt x="2264935" y="36788"/>
                </a:cubicBezTo>
                <a:cubicBezTo>
                  <a:pt x="2263087" y="32577"/>
                  <a:pt x="2259431" y="30472"/>
                  <a:pt x="2253965" y="30472"/>
                </a:cubicBezTo>
                <a:cubicBezTo>
                  <a:pt x="2248646" y="30472"/>
                  <a:pt x="2244213" y="32577"/>
                  <a:pt x="2240667" y="36788"/>
                </a:cubicBezTo>
                <a:cubicBezTo>
                  <a:pt x="2237122" y="40998"/>
                  <a:pt x="2234573" y="47204"/>
                  <a:pt x="2233021" y="55404"/>
                </a:cubicBezTo>
                <a:cubicBezTo>
                  <a:pt x="2232283" y="59024"/>
                  <a:pt x="2231914" y="62348"/>
                  <a:pt x="2231914" y="65376"/>
                </a:cubicBezTo>
                <a:cubicBezTo>
                  <a:pt x="2231914" y="68775"/>
                  <a:pt x="2232431" y="71693"/>
                  <a:pt x="2233466" y="74130"/>
                </a:cubicBezTo>
                <a:cubicBezTo>
                  <a:pt x="2235312" y="78341"/>
                  <a:pt x="2238931" y="80446"/>
                  <a:pt x="2244324" y="80446"/>
                </a:cubicBezTo>
                <a:cubicBezTo>
                  <a:pt x="2249643" y="80446"/>
                  <a:pt x="2254075" y="78341"/>
                  <a:pt x="2257620" y="74130"/>
                </a:cubicBezTo>
                <a:cubicBezTo>
                  <a:pt x="2261093" y="69993"/>
                  <a:pt x="2263679" y="63751"/>
                  <a:pt x="2265378" y="55404"/>
                </a:cubicBezTo>
                <a:cubicBezTo>
                  <a:pt x="2266116" y="51784"/>
                  <a:pt x="2266485" y="48459"/>
                  <a:pt x="2266485" y="45430"/>
                </a:cubicBezTo>
                <a:moveTo>
                  <a:pt x="2277788" y="47425"/>
                </a:moveTo>
                <a:cubicBezTo>
                  <a:pt x="2277788" y="50159"/>
                  <a:pt x="2277530" y="52818"/>
                  <a:pt x="2277012" y="55404"/>
                </a:cubicBezTo>
                <a:cubicBezTo>
                  <a:pt x="2275239" y="64490"/>
                  <a:pt x="2271287" y="71840"/>
                  <a:pt x="2265156" y="77454"/>
                </a:cubicBezTo>
                <a:cubicBezTo>
                  <a:pt x="2259024" y="82995"/>
                  <a:pt x="2251748" y="85766"/>
                  <a:pt x="2243326" y="85766"/>
                </a:cubicBezTo>
                <a:cubicBezTo>
                  <a:pt x="2235053" y="85766"/>
                  <a:pt x="2228848" y="82995"/>
                  <a:pt x="2224711" y="77454"/>
                </a:cubicBezTo>
                <a:cubicBezTo>
                  <a:pt x="2221904" y="73539"/>
                  <a:pt x="2220501" y="68848"/>
                  <a:pt x="2220501" y="63381"/>
                </a:cubicBezTo>
                <a:cubicBezTo>
                  <a:pt x="2220501" y="61018"/>
                  <a:pt x="2220796" y="58358"/>
                  <a:pt x="2221387" y="55404"/>
                </a:cubicBezTo>
                <a:cubicBezTo>
                  <a:pt x="2223160" y="46243"/>
                  <a:pt x="2227112" y="38930"/>
                  <a:pt x="2233244" y="33464"/>
                </a:cubicBezTo>
                <a:cubicBezTo>
                  <a:pt x="2239375" y="27923"/>
                  <a:pt x="2246651" y="25152"/>
                  <a:pt x="2255072" y="25152"/>
                </a:cubicBezTo>
                <a:cubicBezTo>
                  <a:pt x="2263494" y="25152"/>
                  <a:pt x="2269699" y="27923"/>
                  <a:pt x="2273688" y="33464"/>
                </a:cubicBezTo>
                <a:cubicBezTo>
                  <a:pt x="2276422" y="37305"/>
                  <a:pt x="2277788" y="41958"/>
                  <a:pt x="2277788" y="47425"/>
                </a:cubicBezTo>
                <a:close/>
                <a:moveTo>
                  <a:pt x="2346063" y="26593"/>
                </a:moveTo>
                <a:lnTo>
                  <a:pt x="2343292" y="40998"/>
                </a:lnTo>
                <a:lnTo>
                  <a:pt x="2337532" y="40998"/>
                </a:lnTo>
                <a:cubicBezTo>
                  <a:pt x="2337532" y="40776"/>
                  <a:pt x="2337550" y="40444"/>
                  <a:pt x="2337586" y="40001"/>
                </a:cubicBezTo>
                <a:cubicBezTo>
                  <a:pt x="2337623" y="39558"/>
                  <a:pt x="2337679" y="39225"/>
                  <a:pt x="2337753" y="39003"/>
                </a:cubicBezTo>
                <a:cubicBezTo>
                  <a:pt x="2337753" y="37157"/>
                  <a:pt x="2337310" y="35680"/>
                  <a:pt x="2336423" y="34572"/>
                </a:cubicBezTo>
                <a:cubicBezTo>
                  <a:pt x="2335314" y="33168"/>
                  <a:pt x="2333394" y="32467"/>
                  <a:pt x="2330660" y="32467"/>
                </a:cubicBezTo>
                <a:cubicBezTo>
                  <a:pt x="2325785" y="32467"/>
                  <a:pt x="2321686" y="34165"/>
                  <a:pt x="2318361" y="37563"/>
                </a:cubicBezTo>
                <a:cubicBezTo>
                  <a:pt x="2315037" y="41109"/>
                  <a:pt x="2312784" y="45985"/>
                  <a:pt x="2311602" y="52190"/>
                </a:cubicBezTo>
                <a:lnTo>
                  <a:pt x="2305396" y="84214"/>
                </a:lnTo>
                <a:lnTo>
                  <a:pt x="2295424" y="84214"/>
                </a:lnTo>
                <a:lnTo>
                  <a:pt x="2305508" y="32355"/>
                </a:lnTo>
                <a:lnTo>
                  <a:pt x="2295979" y="32355"/>
                </a:lnTo>
                <a:lnTo>
                  <a:pt x="2297086" y="26704"/>
                </a:lnTo>
                <a:lnTo>
                  <a:pt x="2316588" y="26704"/>
                </a:lnTo>
                <a:lnTo>
                  <a:pt x="2314594" y="36898"/>
                </a:lnTo>
                <a:cubicBezTo>
                  <a:pt x="2317401" y="32836"/>
                  <a:pt x="2320504" y="29881"/>
                  <a:pt x="2323902" y="28033"/>
                </a:cubicBezTo>
                <a:cubicBezTo>
                  <a:pt x="2327374" y="26113"/>
                  <a:pt x="2331289" y="25152"/>
                  <a:pt x="2335646" y="25152"/>
                </a:cubicBezTo>
                <a:cubicBezTo>
                  <a:pt x="2337346" y="25152"/>
                  <a:pt x="2339009" y="25263"/>
                  <a:pt x="2340634" y="25485"/>
                </a:cubicBezTo>
                <a:cubicBezTo>
                  <a:pt x="2343811" y="26150"/>
                  <a:pt x="2345620" y="26520"/>
                  <a:pt x="2346063" y="26593"/>
                </a:cubicBezTo>
                <a:close/>
                <a:moveTo>
                  <a:pt x="2419603" y="40112"/>
                </a:moveTo>
                <a:cubicBezTo>
                  <a:pt x="2419603" y="47426"/>
                  <a:pt x="2415909" y="52892"/>
                  <a:pt x="2408521" y="56512"/>
                </a:cubicBezTo>
                <a:cubicBezTo>
                  <a:pt x="2400838" y="60205"/>
                  <a:pt x="2389721" y="62089"/>
                  <a:pt x="2375168" y="62162"/>
                </a:cubicBezTo>
                <a:cubicBezTo>
                  <a:pt x="2375021" y="64010"/>
                  <a:pt x="2374984" y="65303"/>
                  <a:pt x="2375057" y="66041"/>
                </a:cubicBezTo>
                <a:cubicBezTo>
                  <a:pt x="2375057" y="69513"/>
                  <a:pt x="2375648" y="72320"/>
                  <a:pt x="2376831" y="74463"/>
                </a:cubicBezTo>
                <a:cubicBezTo>
                  <a:pt x="2378972" y="78452"/>
                  <a:pt x="2382887" y="80446"/>
                  <a:pt x="2388575" y="80446"/>
                </a:cubicBezTo>
                <a:cubicBezTo>
                  <a:pt x="2392712" y="80446"/>
                  <a:pt x="2395851" y="79819"/>
                  <a:pt x="2397994" y="78563"/>
                </a:cubicBezTo>
                <a:cubicBezTo>
                  <a:pt x="2401761" y="76199"/>
                  <a:pt x="2404015" y="73577"/>
                  <a:pt x="2404754" y="70696"/>
                </a:cubicBezTo>
                <a:lnTo>
                  <a:pt x="2412067" y="70696"/>
                </a:lnTo>
                <a:cubicBezTo>
                  <a:pt x="2410589" y="75275"/>
                  <a:pt x="2407191" y="79190"/>
                  <a:pt x="2401873" y="82440"/>
                </a:cubicBezTo>
                <a:cubicBezTo>
                  <a:pt x="2398105" y="84657"/>
                  <a:pt x="2392527" y="85766"/>
                  <a:pt x="2385141" y="85766"/>
                </a:cubicBezTo>
                <a:cubicBezTo>
                  <a:pt x="2377680" y="85766"/>
                  <a:pt x="2371955" y="82995"/>
                  <a:pt x="2367966" y="77454"/>
                </a:cubicBezTo>
                <a:cubicBezTo>
                  <a:pt x="2365158" y="73539"/>
                  <a:pt x="2363717" y="68848"/>
                  <a:pt x="2363644" y="63381"/>
                </a:cubicBezTo>
                <a:cubicBezTo>
                  <a:pt x="2363644" y="61092"/>
                  <a:pt x="2363939" y="58469"/>
                  <a:pt x="2364530" y="55514"/>
                </a:cubicBezTo>
                <a:cubicBezTo>
                  <a:pt x="2366303" y="46428"/>
                  <a:pt x="2370218" y="39078"/>
                  <a:pt x="2376276" y="33464"/>
                </a:cubicBezTo>
                <a:cubicBezTo>
                  <a:pt x="2382481" y="27923"/>
                  <a:pt x="2389868" y="25152"/>
                  <a:pt x="2398437" y="25152"/>
                </a:cubicBezTo>
                <a:cubicBezTo>
                  <a:pt x="2412548" y="25152"/>
                  <a:pt x="2419603" y="30139"/>
                  <a:pt x="2419603" y="40112"/>
                </a:cubicBezTo>
                <a:moveTo>
                  <a:pt x="2409076" y="39779"/>
                </a:moveTo>
                <a:cubicBezTo>
                  <a:pt x="2409076" y="33649"/>
                  <a:pt x="2404976" y="30546"/>
                  <a:pt x="2396775" y="30472"/>
                </a:cubicBezTo>
                <a:cubicBezTo>
                  <a:pt x="2392048" y="30472"/>
                  <a:pt x="2387948" y="32318"/>
                  <a:pt x="2384476" y="36012"/>
                </a:cubicBezTo>
                <a:cubicBezTo>
                  <a:pt x="2381225" y="39558"/>
                  <a:pt x="2378529" y="46354"/>
                  <a:pt x="2376388" y="56400"/>
                </a:cubicBezTo>
                <a:cubicBezTo>
                  <a:pt x="2387911" y="55884"/>
                  <a:pt x="2396775" y="53741"/>
                  <a:pt x="2402980" y="49973"/>
                </a:cubicBezTo>
                <a:cubicBezTo>
                  <a:pt x="2407044" y="47684"/>
                  <a:pt x="2409076" y="44286"/>
                  <a:pt x="2409076" y="39779"/>
                </a:cubicBezTo>
                <a:close/>
                <a:moveTo>
                  <a:pt x="2469236" y="103715"/>
                </a:moveTo>
                <a:cubicBezTo>
                  <a:pt x="2459337" y="98766"/>
                  <a:pt x="2452577" y="92856"/>
                  <a:pt x="2448958" y="85987"/>
                </a:cubicBezTo>
                <a:cubicBezTo>
                  <a:pt x="2443934" y="76236"/>
                  <a:pt x="2441422" y="66780"/>
                  <a:pt x="2441422" y="57619"/>
                </a:cubicBezTo>
                <a:lnTo>
                  <a:pt x="2441422" y="49863"/>
                </a:lnTo>
                <a:cubicBezTo>
                  <a:pt x="2441422" y="40703"/>
                  <a:pt x="2443934" y="31247"/>
                  <a:pt x="2448958" y="21497"/>
                </a:cubicBezTo>
                <a:cubicBezTo>
                  <a:pt x="2452577" y="14627"/>
                  <a:pt x="2459337" y="8717"/>
                  <a:pt x="2469236" y="3767"/>
                </a:cubicBezTo>
                <a:lnTo>
                  <a:pt x="2469236" y="10194"/>
                </a:lnTo>
                <a:cubicBezTo>
                  <a:pt x="2464212" y="12705"/>
                  <a:pt x="2459743" y="17655"/>
                  <a:pt x="2455828" y="25042"/>
                </a:cubicBezTo>
                <a:cubicBezTo>
                  <a:pt x="2454277" y="28071"/>
                  <a:pt x="2453279" y="31469"/>
                  <a:pt x="2452835" y="35236"/>
                </a:cubicBezTo>
                <a:cubicBezTo>
                  <a:pt x="2452392" y="39003"/>
                  <a:pt x="2452171" y="43879"/>
                  <a:pt x="2452171" y="49863"/>
                </a:cubicBezTo>
                <a:lnTo>
                  <a:pt x="2452171" y="57619"/>
                </a:lnTo>
                <a:cubicBezTo>
                  <a:pt x="2452171" y="63603"/>
                  <a:pt x="2452392" y="68479"/>
                  <a:pt x="2452835" y="72246"/>
                </a:cubicBezTo>
                <a:cubicBezTo>
                  <a:pt x="2453279" y="76013"/>
                  <a:pt x="2454277" y="79411"/>
                  <a:pt x="2455828" y="82440"/>
                </a:cubicBezTo>
                <a:cubicBezTo>
                  <a:pt x="2459743" y="89828"/>
                  <a:pt x="2464212" y="94777"/>
                  <a:pt x="2469236" y="97289"/>
                </a:cubicBezTo>
                <a:lnTo>
                  <a:pt x="2469236" y="103715"/>
                </a:lnTo>
                <a:close/>
                <a:moveTo>
                  <a:pt x="2561371" y="8975"/>
                </a:moveTo>
                <a:lnTo>
                  <a:pt x="2557824" y="27590"/>
                </a:lnTo>
                <a:lnTo>
                  <a:pt x="2551730" y="27590"/>
                </a:lnTo>
                <a:cubicBezTo>
                  <a:pt x="2551730" y="20647"/>
                  <a:pt x="2549995" y="15661"/>
                  <a:pt x="2546523" y="12632"/>
                </a:cubicBezTo>
                <a:cubicBezTo>
                  <a:pt x="2543272" y="9381"/>
                  <a:pt x="2537953" y="7756"/>
                  <a:pt x="2530567" y="7756"/>
                </a:cubicBezTo>
                <a:cubicBezTo>
                  <a:pt x="2521997" y="7756"/>
                  <a:pt x="2514868" y="10822"/>
                  <a:pt x="2509180" y="16954"/>
                </a:cubicBezTo>
                <a:cubicBezTo>
                  <a:pt x="2503640" y="22937"/>
                  <a:pt x="2499688" y="31912"/>
                  <a:pt x="2497324" y="43880"/>
                </a:cubicBezTo>
                <a:cubicBezTo>
                  <a:pt x="2495033" y="55625"/>
                  <a:pt x="2495514" y="64600"/>
                  <a:pt x="2498764" y="70806"/>
                </a:cubicBezTo>
                <a:cubicBezTo>
                  <a:pt x="2502014" y="76938"/>
                  <a:pt x="2507924" y="80003"/>
                  <a:pt x="2516492" y="80003"/>
                </a:cubicBezTo>
                <a:cubicBezTo>
                  <a:pt x="2522550" y="80003"/>
                  <a:pt x="2527832" y="78563"/>
                  <a:pt x="2532339" y="75682"/>
                </a:cubicBezTo>
                <a:cubicBezTo>
                  <a:pt x="2536771" y="72801"/>
                  <a:pt x="2540391" y="68516"/>
                  <a:pt x="2543199" y="62828"/>
                </a:cubicBezTo>
                <a:lnTo>
                  <a:pt x="2553171" y="62828"/>
                </a:lnTo>
                <a:cubicBezTo>
                  <a:pt x="2549329" y="70289"/>
                  <a:pt x="2544232" y="76014"/>
                  <a:pt x="2537879" y="80003"/>
                </a:cubicBezTo>
                <a:cubicBezTo>
                  <a:pt x="2531304" y="83845"/>
                  <a:pt x="2523806" y="85766"/>
                  <a:pt x="2515385" y="85766"/>
                </a:cubicBezTo>
                <a:cubicBezTo>
                  <a:pt x="2510067" y="85766"/>
                  <a:pt x="2505376" y="84879"/>
                  <a:pt x="2501312" y="83106"/>
                </a:cubicBezTo>
                <a:cubicBezTo>
                  <a:pt x="2497028" y="81185"/>
                  <a:pt x="2493519" y="78526"/>
                  <a:pt x="2490786" y="75127"/>
                </a:cubicBezTo>
                <a:cubicBezTo>
                  <a:pt x="2487536" y="70990"/>
                  <a:pt x="2485431" y="66411"/>
                  <a:pt x="2484470" y="61388"/>
                </a:cubicBezTo>
                <a:cubicBezTo>
                  <a:pt x="2483510" y="56438"/>
                  <a:pt x="2483658" y="50602"/>
                  <a:pt x="2484913" y="43880"/>
                </a:cubicBezTo>
                <a:cubicBezTo>
                  <a:pt x="2487350" y="31174"/>
                  <a:pt x="2492964" y="21053"/>
                  <a:pt x="2501755" y="13518"/>
                </a:cubicBezTo>
                <a:cubicBezTo>
                  <a:pt x="2510472" y="5835"/>
                  <a:pt x="2520778" y="1993"/>
                  <a:pt x="2532672" y="1993"/>
                </a:cubicBezTo>
                <a:cubicBezTo>
                  <a:pt x="2537177" y="1993"/>
                  <a:pt x="2541757" y="2585"/>
                  <a:pt x="2546411" y="3767"/>
                </a:cubicBezTo>
                <a:cubicBezTo>
                  <a:pt x="2550991" y="4801"/>
                  <a:pt x="2555978" y="6537"/>
                  <a:pt x="2561371" y="8975"/>
                </a:cubicBezTo>
                <a:close/>
                <a:moveTo>
                  <a:pt x="2594574" y="71915"/>
                </a:moveTo>
                <a:cubicBezTo>
                  <a:pt x="2594206" y="78046"/>
                  <a:pt x="2592766" y="83327"/>
                  <a:pt x="2590254" y="87759"/>
                </a:cubicBezTo>
                <a:cubicBezTo>
                  <a:pt x="2587594" y="92191"/>
                  <a:pt x="2583642" y="96033"/>
                  <a:pt x="2578397" y="99284"/>
                </a:cubicBezTo>
                <a:lnTo>
                  <a:pt x="2574075" y="94962"/>
                </a:lnTo>
                <a:cubicBezTo>
                  <a:pt x="2577399" y="92451"/>
                  <a:pt x="2579911" y="89533"/>
                  <a:pt x="2581611" y="86209"/>
                </a:cubicBezTo>
                <a:cubicBezTo>
                  <a:pt x="2583162" y="82810"/>
                  <a:pt x="2583938" y="78710"/>
                  <a:pt x="2583938" y="73908"/>
                </a:cubicBezTo>
                <a:lnTo>
                  <a:pt x="2583938" y="71915"/>
                </a:lnTo>
                <a:lnTo>
                  <a:pt x="2594574" y="71915"/>
                </a:lnTo>
                <a:close/>
                <a:moveTo>
                  <a:pt x="2713754" y="3434"/>
                </a:moveTo>
                <a:lnTo>
                  <a:pt x="2710207" y="21385"/>
                </a:lnTo>
                <a:lnTo>
                  <a:pt x="2703559" y="21385"/>
                </a:lnTo>
                <a:lnTo>
                  <a:pt x="2705775" y="10082"/>
                </a:lnTo>
                <a:lnTo>
                  <a:pt x="2668654" y="10082"/>
                </a:lnTo>
                <a:lnTo>
                  <a:pt x="2663446" y="37120"/>
                </a:lnTo>
                <a:lnTo>
                  <a:pt x="2689929" y="37120"/>
                </a:lnTo>
                <a:lnTo>
                  <a:pt x="2691813" y="27036"/>
                </a:lnTo>
                <a:lnTo>
                  <a:pt x="2698463" y="27036"/>
                </a:lnTo>
                <a:lnTo>
                  <a:pt x="2693253" y="53852"/>
                </a:lnTo>
                <a:lnTo>
                  <a:pt x="2686605" y="53852"/>
                </a:lnTo>
                <a:lnTo>
                  <a:pt x="2688600" y="43768"/>
                </a:lnTo>
                <a:lnTo>
                  <a:pt x="2662117" y="43768"/>
                </a:lnTo>
                <a:lnTo>
                  <a:pt x="2655579" y="77565"/>
                </a:lnTo>
                <a:lnTo>
                  <a:pt x="2693587" y="77565"/>
                </a:lnTo>
                <a:lnTo>
                  <a:pt x="2695803" y="66262"/>
                </a:lnTo>
                <a:lnTo>
                  <a:pt x="2702451" y="66262"/>
                </a:lnTo>
                <a:lnTo>
                  <a:pt x="2698906" y="84214"/>
                </a:lnTo>
                <a:lnTo>
                  <a:pt x="2632975" y="84214"/>
                </a:lnTo>
                <a:lnTo>
                  <a:pt x="2634082" y="78451"/>
                </a:lnTo>
                <a:lnTo>
                  <a:pt x="2644388" y="78451"/>
                </a:lnTo>
                <a:lnTo>
                  <a:pt x="2657906" y="9196"/>
                </a:lnTo>
                <a:lnTo>
                  <a:pt x="2647602" y="9196"/>
                </a:lnTo>
                <a:lnTo>
                  <a:pt x="2648709" y="3434"/>
                </a:lnTo>
                <a:lnTo>
                  <a:pt x="2713754" y="3434"/>
                </a:lnTo>
                <a:close/>
                <a:moveTo>
                  <a:pt x="2755874" y="57619"/>
                </a:moveTo>
                <a:cubicBezTo>
                  <a:pt x="2755874" y="66927"/>
                  <a:pt x="2753399" y="76383"/>
                  <a:pt x="2748450" y="85987"/>
                </a:cubicBezTo>
                <a:cubicBezTo>
                  <a:pt x="2744904" y="92783"/>
                  <a:pt x="2738145" y="98692"/>
                  <a:pt x="2728172" y="103715"/>
                </a:cubicBezTo>
                <a:lnTo>
                  <a:pt x="2728172" y="97289"/>
                </a:lnTo>
                <a:cubicBezTo>
                  <a:pt x="2733269" y="94703"/>
                  <a:pt x="2737702" y="89753"/>
                  <a:pt x="2741470" y="82440"/>
                </a:cubicBezTo>
                <a:cubicBezTo>
                  <a:pt x="2742578" y="80372"/>
                  <a:pt x="2743409" y="77879"/>
                  <a:pt x="2743962" y="74962"/>
                </a:cubicBezTo>
                <a:cubicBezTo>
                  <a:pt x="2744517" y="72043"/>
                  <a:pt x="2744849" y="69439"/>
                  <a:pt x="2744960" y="67150"/>
                </a:cubicBezTo>
                <a:cubicBezTo>
                  <a:pt x="2745070" y="64860"/>
                  <a:pt x="2745125" y="61683"/>
                  <a:pt x="2745125" y="57619"/>
                </a:cubicBezTo>
                <a:lnTo>
                  <a:pt x="2745125" y="49863"/>
                </a:lnTo>
                <a:cubicBezTo>
                  <a:pt x="2745125" y="45800"/>
                  <a:pt x="2745070" y="42623"/>
                  <a:pt x="2744960" y="40334"/>
                </a:cubicBezTo>
                <a:cubicBezTo>
                  <a:pt x="2744849" y="38044"/>
                  <a:pt x="2744517" y="35440"/>
                  <a:pt x="2743962" y="32522"/>
                </a:cubicBezTo>
                <a:cubicBezTo>
                  <a:pt x="2743409" y="29604"/>
                  <a:pt x="2742578" y="27111"/>
                  <a:pt x="2741470" y="25042"/>
                </a:cubicBezTo>
                <a:cubicBezTo>
                  <a:pt x="2737702" y="17729"/>
                  <a:pt x="2733269" y="12780"/>
                  <a:pt x="2728172" y="10194"/>
                </a:cubicBezTo>
                <a:lnTo>
                  <a:pt x="2728172" y="3767"/>
                </a:lnTo>
                <a:cubicBezTo>
                  <a:pt x="2738145" y="8790"/>
                  <a:pt x="2744904" y="14700"/>
                  <a:pt x="2748450" y="21497"/>
                </a:cubicBezTo>
                <a:cubicBezTo>
                  <a:pt x="2753399" y="31099"/>
                  <a:pt x="2755874" y="40555"/>
                  <a:pt x="2755874" y="49863"/>
                </a:cubicBezTo>
                <a:lnTo>
                  <a:pt x="2755874" y="57619"/>
                </a:lnTo>
                <a:close/>
                <a:moveTo>
                  <a:pt x="2879210" y="58174"/>
                </a:moveTo>
                <a:lnTo>
                  <a:pt x="2808848" y="82995"/>
                </a:lnTo>
                <a:lnTo>
                  <a:pt x="2808848" y="73687"/>
                </a:lnTo>
                <a:lnTo>
                  <a:pt x="2865138" y="53742"/>
                </a:lnTo>
                <a:lnTo>
                  <a:pt x="2808848" y="33796"/>
                </a:lnTo>
                <a:lnTo>
                  <a:pt x="2808848" y="24488"/>
                </a:lnTo>
                <a:lnTo>
                  <a:pt x="2879210" y="49309"/>
                </a:lnTo>
                <a:lnTo>
                  <a:pt x="2879210" y="58174"/>
                </a:lnTo>
                <a:close/>
                <a:moveTo>
                  <a:pt x="2974525" y="13075"/>
                </a:moveTo>
                <a:cubicBezTo>
                  <a:pt x="2979402" y="20388"/>
                  <a:pt x="2981840" y="30656"/>
                  <a:pt x="2981840" y="43880"/>
                </a:cubicBezTo>
                <a:cubicBezTo>
                  <a:pt x="2981840" y="57103"/>
                  <a:pt x="2979402" y="67371"/>
                  <a:pt x="2974525" y="74684"/>
                </a:cubicBezTo>
                <a:cubicBezTo>
                  <a:pt x="2969576" y="82072"/>
                  <a:pt x="2962705" y="85766"/>
                  <a:pt x="2953914" y="85766"/>
                </a:cubicBezTo>
                <a:cubicBezTo>
                  <a:pt x="2945125" y="85766"/>
                  <a:pt x="2938255" y="82072"/>
                  <a:pt x="2933305" y="74684"/>
                </a:cubicBezTo>
                <a:cubicBezTo>
                  <a:pt x="2928429" y="67371"/>
                  <a:pt x="2925991" y="57103"/>
                  <a:pt x="2925991" y="43880"/>
                </a:cubicBezTo>
                <a:cubicBezTo>
                  <a:pt x="2925991" y="30656"/>
                  <a:pt x="2928429" y="20388"/>
                  <a:pt x="2933305" y="13075"/>
                </a:cubicBezTo>
                <a:cubicBezTo>
                  <a:pt x="2938255" y="5687"/>
                  <a:pt x="2945125" y="1993"/>
                  <a:pt x="2953914" y="1993"/>
                </a:cubicBezTo>
                <a:cubicBezTo>
                  <a:pt x="2962705" y="1993"/>
                  <a:pt x="2969576" y="5687"/>
                  <a:pt x="2974525" y="13075"/>
                </a:cubicBezTo>
                <a:moveTo>
                  <a:pt x="2966325" y="71360"/>
                </a:moveTo>
                <a:cubicBezTo>
                  <a:pt x="2969058" y="65376"/>
                  <a:pt x="2970425" y="56216"/>
                  <a:pt x="2970425" y="43880"/>
                </a:cubicBezTo>
                <a:cubicBezTo>
                  <a:pt x="2970425" y="31542"/>
                  <a:pt x="2969058" y="22382"/>
                  <a:pt x="2966325" y="16399"/>
                </a:cubicBezTo>
                <a:cubicBezTo>
                  <a:pt x="2963593" y="10341"/>
                  <a:pt x="2959456" y="7313"/>
                  <a:pt x="2953914" y="7313"/>
                </a:cubicBezTo>
                <a:cubicBezTo>
                  <a:pt x="2948374" y="7313"/>
                  <a:pt x="2944237" y="10341"/>
                  <a:pt x="2941504" y="16399"/>
                </a:cubicBezTo>
                <a:cubicBezTo>
                  <a:pt x="2938772" y="22382"/>
                  <a:pt x="2937405" y="31542"/>
                  <a:pt x="2937405" y="43880"/>
                </a:cubicBezTo>
                <a:cubicBezTo>
                  <a:pt x="2937405" y="56216"/>
                  <a:pt x="2938772" y="65376"/>
                  <a:pt x="2941504" y="71360"/>
                </a:cubicBezTo>
                <a:cubicBezTo>
                  <a:pt x="2944237" y="77418"/>
                  <a:pt x="2948374" y="80446"/>
                  <a:pt x="2953914" y="80446"/>
                </a:cubicBezTo>
                <a:cubicBezTo>
                  <a:pt x="2959456" y="80446"/>
                  <a:pt x="2963593" y="77418"/>
                  <a:pt x="2966325" y="71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e25bce5234fa6"/>
          <a:stretch xmlns:a="http://schemas.openxmlformats.org/drawingml/2006/main"/>
        </p:blipFill>
        <p:spPr>
          <a:xfrm xmlns:a="http://schemas.openxmlformats.org/drawingml/2006/main">
            <a:off x="3641381" y="5045001"/>
            <a:ext cx="874635" cy="227716"/>
          </a:xfrm>
          <a:prstGeom xmlns:a="http://schemas.openxmlformats.org/drawingml/2006/main" prst="rect">
            <a:avLst/>
          </a:prstGeom>
        </p:spPr>
      </p:pic>
      <p:pic>
        <p:nvPicPr>
          <p:cNvPr id="9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ee7ecdcd44e0a"/>
          <a:stretch xmlns:a="http://schemas.openxmlformats.org/drawingml/2006/main"/>
        </p:blipFill>
        <p:spPr>
          <a:xfrm xmlns:a="http://schemas.openxmlformats.org/drawingml/2006/main">
            <a:off x="3700870" y="5097896"/>
            <a:ext cx="302526" cy="129285"/>
          </a:xfrm>
          <a:prstGeom xmlns:a="http://schemas.openxmlformats.org/drawingml/2006/main" prst="rect">
            <a:avLst/>
          </a:prstGeom>
        </p:spPr>
      </p:pic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E34DB-9EBB-4BB4-BC22-583309C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" y="5691488"/>
            <a:ext cx="3285915" cy="1226540"/>
          </a:xfrm>
          <a:custGeom xmlns:a="http://schemas.openxmlformats.org/drawingml/2006/main">
            <a:pathLst>
              <a:path w="3285915" h="1226540">
                <a:moveTo>
                  <a:pt x="0" y="0"/>
                </a:moveTo>
                <a:lnTo>
                  <a:pt x="3285915" y="0"/>
                </a:lnTo>
                <a:lnTo>
                  <a:pt x="3285915" y="1226540"/>
                </a:lnTo>
                <a:lnTo>
                  <a:pt x="0" y="12265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AABF5-6671-477A-AFAC-CD0B00C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5" y="5682537"/>
            <a:ext cx="3303739" cy="1244127"/>
          </a:xfrm>
          <a:custGeom xmlns:a="http://schemas.openxmlformats.org/drawingml/2006/main">
            <a:pathLst>
              <a:path w="3303739" h="1244127">
                <a:moveTo>
                  <a:pt x="0" y="1244127"/>
                </a:moveTo>
                <a:lnTo>
                  <a:pt x="3303739" y="1244127"/>
                </a:lnTo>
                <a:lnTo>
                  <a:pt x="3303739" y="0"/>
                </a:lnTo>
                <a:lnTo>
                  <a:pt x="0" y="0"/>
                </a:lnTo>
                <a:lnTo>
                  <a:pt x="0" y="1244127"/>
                </a:lnTo>
                <a:close/>
                <a:moveTo>
                  <a:pt x="3285994" y="1226382"/>
                </a:moveTo>
                <a:lnTo>
                  <a:pt x="17745" y="1226382"/>
                </a:lnTo>
                <a:lnTo>
                  <a:pt x="17745" y="17745"/>
                </a:lnTo>
                <a:lnTo>
                  <a:pt x="3285994" y="17745"/>
                </a:lnTo>
                <a:lnTo>
                  <a:pt x="3285994" y="122638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84F1D-EE73-46F4-9232-B13923B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0" y="5679185"/>
            <a:ext cx="3314386" cy="3314386"/>
          </a:xfrm>
          <a:custGeom xmlns:a="http://schemas.openxmlformats.org/drawingml/2006/main">
            <a:pathLst>
              <a:path w="3314386" h="3314386">
                <a:moveTo>
                  <a:pt x="0" y="3314386"/>
                </a:moveTo>
                <a:lnTo>
                  <a:pt x="3314386" y="3314386"/>
                </a:lnTo>
                <a:lnTo>
                  <a:pt x="3314386" y="0"/>
                </a:lnTo>
                <a:lnTo>
                  <a:pt x="0" y="0"/>
                </a:lnTo>
                <a:lnTo>
                  <a:pt x="0" y="3314386"/>
                </a:lnTo>
                <a:close/>
                <a:moveTo>
                  <a:pt x="3290726" y="3290726"/>
                </a:moveTo>
                <a:lnTo>
                  <a:pt x="23660" y="3290726"/>
                </a:lnTo>
                <a:lnTo>
                  <a:pt x="23660" y="23660"/>
                </a:lnTo>
                <a:lnTo>
                  <a:pt x="3290726" y="23660"/>
                </a:lnTo>
                <a:lnTo>
                  <a:pt x="3290726" y="3290726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II.3OptimizationObjective">
            <a:extLst xmlns:a="http://schemas.openxmlformats.org/drawingml/2006/main">
              <a:ext uri="{FF2B5EF4-FFF2-40B4-BE49-F238E27FC236}">
                <a16:creationId xmlns:a16="http://schemas.microsoft.com/office/drawing/2014/main" id="{5136C784-50C1-4F66-8213-CE174ECB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4" y="5798563"/>
            <a:ext cx="1680129" cy="133365"/>
          </a:xfrm>
          <a:custGeom xmlns:a="http://schemas.openxmlformats.org/drawingml/2006/main">
            <a:pathLst>
              <a:path w="1680129" h="133365">
                <a:moveTo>
                  <a:pt x="0" y="103421"/>
                </a:moveTo>
                <a:lnTo>
                  <a:pt x="0" y="1802"/>
                </a:lnTo>
                <a:lnTo>
                  <a:pt x="20518" y="1802"/>
                </a:lnTo>
                <a:lnTo>
                  <a:pt x="20518" y="103421"/>
                </a:lnTo>
                <a:lnTo>
                  <a:pt x="0" y="103421"/>
                </a:lnTo>
                <a:close/>
                <a:moveTo>
                  <a:pt x="39434" y="103421"/>
                </a:moveTo>
                <a:lnTo>
                  <a:pt x="39434" y="1802"/>
                </a:lnTo>
                <a:lnTo>
                  <a:pt x="59951" y="1802"/>
                </a:lnTo>
                <a:lnTo>
                  <a:pt x="59951" y="103421"/>
                </a:lnTo>
                <a:lnTo>
                  <a:pt x="39434" y="103421"/>
                </a:lnTo>
                <a:close/>
                <a:moveTo>
                  <a:pt x="79352" y="103421"/>
                </a:moveTo>
                <a:lnTo>
                  <a:pt x="79352" y="83873"/>
                </a:lnTo>
                <a:lnTo>
                  <a:pt x="98830" y="83873"/>
                </a:lnTo>
                <a:lnTo>
                  <a:pt x="98830" y="103421"/>
                </a:lnTo>
                <a:lnTo>
                  <a:pt x="79352" y="103421"/>
                </a:lnTo>
                <a:close/>
                <a:moveTo>
                  <a:pt x="113934" y="76456"/>
                </a:moveTo>
                <a:lnTo>
                  <a:pt x="132788" y="74169"/>
                </a:lnTo>
                <a:cubicBezTo>
                  <a:pt x="133388" y="78975"/>
                  <a:pt x="135006" y="82649"/>
                  <a:pt x="137640" y="85190"/>
                </a:cubicBezTo>
                <a:cubicBezTo>
                  <a:pt x="140274" y="87732"/>
                  <a:pt x="143462" y="89003"/>
                  <a:pt x="147206" y="89003"/>
                </a:cubicBezTo>
                <a:cubicBezTo>
                  <a:pt x="151226" y="89003"/>
                  <a:pt x="154611" y="87478"/>
                  <a:pt x="157360" y="84428"/>
                </a:cubicBezTo>
                <a:cubicBezTo>
                  <a:pt x="160110" y="81378"/>
                  <a:pt x="161485" y="77265"/>
                  <a:pt x="161485" y="72089"/>
                </a:cubicBezTo>
                <a:cubicBezTo>
                  <a:pt x="161485" y="67191"/>
                  <a:pt x="160168" y="63309"/>
                  <a:pt x="157534" y="60444"/>
                </a:cubicBezTo>
                <a:cubicBezTo>
                  <a:pt x="154900" y="57579"/>
                  <a:pt x="151688" y="56147"/>
                  <a:pt x="147899" y="56147"/>
                </a:cubicBezTo>
                <a:cubicBezTo>
                  <a:pt x="145403" y="56147"/>
                  <a:pt x="142423" y="56632"/>
                  <a:pt x="138957" y="57602"/>
                </a:cubicBezTo>
                <a:lnTo>
                  <a:pt x="141106" y="41867"/>
                </a:lnTo>
                <a:cubicBezTo>
                  <a:pt x="146374" y="42006"/>
                  <a:pt x="150394" y="40866"/>
                  <a:pt x="153167" y="38447"/>
                </a:cubicBezTo>
                <a:cubicBezTo>
                  <a:pt x="155939" y="36027"/>
                  <a:pt x="157326" y="32812"/>
                  <a:pt x="157326" y="28803"/>
                </a:cubicBezTo>
                <a:cubicBezTo>
                  <a:pt x="157326" y="25394"/>
                  <a:pt x="156309" y="22675"/>
                  <a:pt x="154276" y="20648"/>
                </a:cubicBezTo>
                <a:cubicBezTo>
                  <a:pt x="152243" y="18620"/>
                  <a:pt x="149539" y="17606"/>
                  <a:pt x="146166" y="17606"/>
                </a:cubicBezTo>
                <a:cubicBezTo>
                  <a:pt x="142839" y="17606"/>
                  <a:pt x="139997" y="18762"/>
                  <a:pt x="137640" y="21072"/>
                </a:cubicBezTo>
                <a:cubicBezTo>
                  <a:pt x="135283" y="23383"/>
                  <a:pt x="133851" y="26756"/>
                  <a:pt x="133342" y="31193"/>
                </a:cubicBezTo>
                <a:lnTo>
                  <a:pt x="115389" y="28143"/>
                </a:lnTo>
                <a:cubicBezTo>
                  <a:pt x="116637" y="21949"/>
                  <a:pt x="118520" y="17001"/>
                  <a:pt x="121039" y="13298"/>
                </a:cubicBezTo>
                <a:cubicBezTo>
                  <a:pt x="123557" y="9595"/>
                  <a:pt x="127069" y="6685"/>
                  <a:pt x="131575" y="4566"/>
                </a:cubicBezTo>
                <a:cubicBezTo>
                  <a:pt x="136080" y="2446"/>
                  <a:pt x="141129" y="1386"/>
                  <a:pt x="146720" y="1386"/>
                </a:cubicBezTo>
                <a:cubicBezTo>
                  <a:pt x="156286" y="1386"/>
                  <a:pt x="163957" y="4441"/>
                  <a:pt x="169733" y="10549"/>
                </a:cubicBezTo>
                <a:cubicBezTo>
                  <a:pt x="174493" y="15549"/>
                  <a:pt x="176873" y="21195"/>
                  <a:pt x="176873" y="27488"/>
                </a:cubicBezTo>
                <a:cubicBezTo>
                  <a:pt x="176873" y="36420"/>
                  <a:pt x="171998" y="43547"/>
                  <a:pt x="162247" y="48870"/>
                </a:cubicBezTo>
                <a:cubicBezTo>
                  <a:pt x="168070" y="50118"/>
                  <a:pt x="172726" y="52914"/>
                  <a:pt x="176215" y="57258"/>
                </a:cubicBezTo>
                <a:cubicBezTo>
                  <a:pt x="179704" y="61602"/>
                  <a:pt x="181448" y="66847"/>
                  <a:pt x="181448" y="72993"/>
                </a:cubicBezTo>
                <a:cubicBezTo>
                  <a:pt x="181448" y="81910"/>
                  <a:pt x="178190" y="89511"/>
                  <a:pt x="171674" y="95796"/>
                </a:cubicBezTo>
                <a:cubicBezTo>
                  <a:pt x="165159" y="102080"/>
                  <a:pt x="157049" y="105223"/>
                  <a:pt x="147344" y="105223"/>
                </a:cubicBezTo>
                <a:cubicBezTo>
                  <a:pt x="138148" y="105223"/>
                  <a:pt x="130523" y="102571"/>
                  <a:pt x="124470" y="97266"/>
                </a:cubicBezTo>
                <a:cubicBezTo>
                  <a:pt x="118416" y="91962"/>
                  <a:pt x="114904" y="85026"/>
                  <a:pt x="113934" y="76456"/>
                </a:cubicBezTo>
                <a:close/>
                <a:moveTo>
                  <a:pt x="273193" y="53894"/>
                </a:moveTo>
                <a:cubicBezTo>
                  <a:pt x="273193" y="37037"/>
                  <a:pt x="277721" y="23841"/>
                  <a:pt x="286779" y="14305"/>
                </a:cubicBezTo>
                <a:cubicBezTo>
                  <a:pt x="295836" y="4768"/>
                  <a:pt x="307527" y="0"/>
                  <a:pt x="321853" y="0"/>
                </a:cubicBezTo>
                <a:cubicBezTo>
                  <a:pt x="331234" y="0"/>
                  <a:pt x="339690" y="2240"/>
                  <a:pt x="347223" y="6719"/>
                </a:cubicBezTo>
                <a:cubicBezTo>
                  <a:pt x="354755" y="11199"/>
                  <a:pt x="360497" y="17445"/>
                  <a:pt x="364448" y="25459"/>
                </a:cubicBezTo>
                <a:cubicBezTo>
                  <a:pt x="368399" y="33471"/>
                  <a:pt x="370375" y="42556"/>
                  <a:pt x="370375" y="52715"/>
                </a:cubicBezTo>
                <a:cubicBezTo>
                  <a:pt x="370375" y="63013"/>
                  <a:pt x="368295" y="72227"/>
                  <a:pt x="364136" y="80355"/>
                </a:cubicBezTo>
                <a:cubicBezTo>
                  <a:pt x="359977" y="88483"/>
                  <a:pt x="354085" y="94636"/>
                  <a:pt x="346460" y="98815"/>
                </a:cubicBezTo>
                <a:cubicBezTo>
                  <a:pt x="338835" y="102995"/>
                  <a:pt x="330610" y="105084"/>
                  <a:pt x="321784" y="105084"/>
                </a:cubicBezTo>
                <a:cubicBezTo>
                  <a:pt x="312218" y="105084"/>
                  <a:pt x="303669" y="102775"/>
                  <a:pt x="296136" y="98157"/>
                </a:cubicBezTo>
                <a:cubicBezTo>
                  <a:pt x="288604" y="93539"/>
                  <a:pt x="282897" y="87235"/>
                  <a:pt x="279015" y="79246"/>
                </a:cubicBezTo>
                <a:cubicBezTo>
                  <a:pt x="275133" y="71258"/>
                  <a:pt x="273193" y="62807"/>
                  <a:pt x="273193" y="53894"/>
                </a:cubicBezTo>
                <a:moveTo>
                  <a:pt x="287056" y="54134"/>
                </a:moveTo>
                <a:cubicBezTo>
                  <a:pt x="287056" y="66358"/>
                  <a:pt x="290348" y="75988"/>
                  <a:pt x="296933" y="83024"/>
                </a:cubicBezTo>
                <a:cubicBezTo>
                  <a:pt x="303519" y="90060"/>
                  <a:pt x="311779" y="93578"/>
                  <a:pt x="321714" y="93578"/>
                </a:cubicBezTo>
                <a:cubicBezTo>
                  <a:pt x="331834" y="93578"/>
                  <a:pt x="340164" y="90026"/>
                  <a:pt x="346703" y="82922"/>
                </a:cubicBezTo>
                <a:cubicBezTo>
                  <a:pt x="353242" y="75817"/>
                  <a:pt x="356511" y="65737"/>
                  <a:pt x="356511" y="52681"/>
                </a:cubicBezTo>
                <a:cubicBezTo>
                  <a:pt x="356511" y="44423"/>
                  <a:pt x="355113" y="37215"/>
                  <a:pt x="352318" y="31056"/>
                </a:cubicBezTo>
                <a:cubicBezTo>
                  <a:pt x="349522" y="24897"/>
                  <a:pt x="345432" y="20122"/>
                  <a:pt x="340048" y="16731"/>
                </a:cubicBezTo>
                <a:cubicBezTo>
                  <a:pt x="334665" y="13341"/>
                  <a:pt x="328623" y="11645"/>
                  <a:pt x="321922" y="11645"/>
                </a:cubicBezTo>
                <a:cubicBezTo>
                  <a:pt x="312403" y="11645"/>
                  <a:pt x="304212" y="14910"/>
                  <a:pt x="297349" y="21438"/>
                </a:cubicBezTo>
                <a:cubicBezTo>
                  <a:pt x="290487" y="27966"/>
                  <a:pt x="287056" y="38864"/>
                  <a:pt x="287056" y="54134"/>
                </a:cubicBezTo>
                <a:close/>
                <a:moveTo>
                  <a:pt x="386102" y="131702"/>
                </a:moveTo>
                <a:lnTo>
                  <a:pt x="386102" y="29806"/>
                </a:lnTo>
                <a:lnTo>
                  <a:pt x="397470" y="29806"/>
                </a:lnTo>
                <a:lnTo>
                  <a:pt x="397470" y="39439"/>
                </a:lnTo>
                <a:cubicBezTo>
                  <a:pt x="400150" y="35673"/>
                  <a:pt x="403177" y="32849"/>
                  <a:pt x="406550" y="30967"/>
                </a:cubicBezTo>
                <a:cubicBezTo>
                  <a:pt x="409924" y="29084"/>
                  <a:pt x="414013" y="28143"/>
                  <a:pt x="418819" y="28143"/>
                </a:cubicBezTo>
                <a:cubicBezTo>
                  <a:pt x="425104" y="28143"/>
                  <a:pt x="430649" y="29760"/>
                  <a:pt x="435455" y="32995"/>
                </a:cubicBezTo>
                <a:cubicBezTo>
                  <a:pt x="440261" y="36230"/>
                  <a:pt x="443889" y="40793"/>
                  <a:pt x="446338" y="46685"/>
                </a:cubicBezTo>
                <a:cubicBezTo>
                  <a:pt x="448787" y="52577"/>
                  <a:pt x="450012" y="59035"/>
                  <a:pt x="450012" y="66059"/>
                </a:cubicBezTo>
                <a:cubicBezTo>
                  <a:pt x="450012" y="73591"/>
                  <a:pt x="448660" y="80373"/>
                  <a:pt x="445957" y="86403"/>
                </a:cubicBezTo>
                <a:cubicBezTo>
                  <a:pt x="443253" y="92434"/>
                  <a:pt x="439325" y="97055"/>
                  <a:pt x="434173" y="100267"/>
                </a:cubicBezTo>
                <a:cubicBezTo>
                  <a:pt x="429020" y="103478"/>
                  <a:pt x="423602" y="105084"/>
                  <a:pt x="417918" y="105084"/>
                </a:cubicBezTo>
                <a:cubicBezTo>
                  <a:pt x="413759" y="105084"/>
                  <a:pt x="410028" y="104206"/>
                  <a:pt x="406723" y="102450"/>
                </a:cubicBezTo>
                <a:cubicBezTo>
                  <a:pt x="403419" y="100694"/>
                  <a:pt x="400704" y="98476"/>
                  <a:pt x="398579" y="95796"/>
                </a:cubicBezTo>
                <a:lnTo>
                  <a:pt x="398579" y="131702"/>
                </a:lnTo>
                <a:lnTo>
                  <a:pt x="386102" y="131702"/>
                </a:lnTo>
                <a:moveTo>
                  <a:pt x="397400" y="67064"/>
                </a:moveTo>
                <a:cubicBezTo>
                  <a:pt x="397400" y="76526"/>
                  <a:pt x="399318" y="83518"/>
                  <a:pt x="403154" y="88041"/>
                </a:cubicBezTo>
                <a:cubicBezTo>
                  <a:pt x="406989" y="92564"/>
                  <a:pt x="411633" y="94825"/>
                  <a:pt x="417086" y="94825"/>
                </a:cubicBezTo>
                <a:cubicBezTo>
                  <a:pt x="422632" y="94825"/>
                  <a:pt x="427380" y="92483"/>
                  <a:pt x="431331" y="87798"/>
                </a:cubicBezTo>
                <a:cubicBezTo>
                  <a:pt x="435282" y="83114"/>
                  <a:pt x="437257" y="75856"/>
                  <a:pt x="437257" y="66024"/>
                </a:cubicBezTo>
                <a:cubicBezTo>
                  <a:pt x="437257" y="56655"/>
                  <a:pt x="435328" y="49639"/>
                  <a:pt x="431470" y="44978"/>
                </a:cubicBezTo>
                <a:cubicBezTo>
                  <a:pt x="427611" y="40316"/>
                  <a:pt x="423001" y="37986"/>
                  <a:pt x="417641" y="37986"/>
                </a:cubicBezTo>
                <a:cubicBezTo>
                  <a:pt x="412327" y="37986"/>
                  <a:pt x="407625" y="40467"/>
                  <a:pt x="403535" y="45428"/>
                </a:cubicBezTo>
                <a:cubicBezTo>
                  <a:pt x="399445" y="50390"/>
                  <a:pt x="397400" y="57602"/>
                  <a:pt x="397400" y="67064"/>
                </a:cubicBezTo>
                <a:close/>
                <a:moveTo>
                  <a:pt x="492210" y="92261"/>
                </a:moveTo>
                <a:lnTo>
                  <a:pt x="494012" y="103282"/>
                </a:lnTo>
                <a:cubicBezTo>
                  <a:pt x="490500" y="104021"/>
                  <a:pt x="487358" y="104391"/>
                  <a:pt x="484585" y="104391"/>
                </a:cubicBezTo>
                <a:cubicBezTo>
                  <a:pt x="480057" y="104391"/>
                  <a:pt x="476545" y="103675"/>
                  <a:pt x="474049" y="102242"/>
                </a:cubicBezTo>
                <a:cubicBezTo>
                  <a:pt x="471554" y="100810"/>
                  <a:pt x="469798" y="98926"/>
                  <a:pt x="468781" y="96593"/>
                </a:cubicBezTo>
                <a:cubicBezTo>
                  <a:pt x="467765" y="94259"/>
                  <a:pt x="467256" y="89349"/>
                  <a:pt x="467256" y="81863"/>
                </a:cubicBezTo>
                <a:lnTo>
                  <a:pt x="467256" y="39511"/>
                </a:lnTo>
                <a:lnTo>
                  <a:pt x="458106" y="39511"/>
                </a:lnTo>
                <a:lnTo>
                  <a:pt x="458106" y="29806"/>
                </a:lnTo>
                <a:lnTo>
                  <a:pt x="467256" y="29806"/>
                </a:lnTo>
                <a:lnTo>
                  <a:pt x="467256" y="11576"/>
                </a:lnTo>
                <a:lnTo>
                  <a:pt x="479664" y="4090"/>
                </a:lnTo>
                <a:lnTo>
                  <a:pt x="479664" y="29806"/>
                </a:lnTo>
                <a:lnTo>
                  <a:pt x="492210" y="29806"/>
                </a:lnTo>
                <a:lnTo>
                  <a:pt x="492210" y="39511"/>
                </a:lnTo>
                <a:lnTo>
                  <a:pt x="479664" y="39511"/>
                </a:lnTo>
                <a:lnTo>
                  <a:pt x="479664" y="82556"/>
                </a:lnTo>
                <a:cubicBezTo>
                  <a:pt x="479664" y="86114"/>
                  <a:pt x="479883" y="88402"/>
                  <a:pt x="480322" y="89419"/>
                </a:cubicBezTo>
                <a:cubicBezTo>
                  <a:pt x="480761" y="90435"/>
                  <a:pt x="481478" y="91244"/>
                  <a:pt x="482471" y="91845"/>
                </a:cubicBezTo>
                <a:cubicBezTo>
                  <a:pt x="483465" y="92445"/>
                  <a:pt x="484886" y="92746"/>
                  <a:pt x="486734" y="92746"/>
                </a:cubicBezTo>
                <a:cubicBezTo>
                  <a:pt x="488121" y="92746"/>
                  <a:pt x="489946" y="92584"/>
                  <a:pt x="492210" y="92261"/>
                </a:cubicBezTo>
                <a:close/>
                <a:moveTo>
                  <a:pt x="504472" y="16081"/>
                </a:moveTo>
                <a:lnTo>
                  <a:pt x="504472" y="1802"/>
                </a:lnTo>
                <a:lnTo>
                  <a:pt x="516949" y="1802"/>
                </a:lnTo>
                <a:lnTo>
                  <a:pt x="516949" y="16081"/>
                </a:lnTo>
                <a:lnTo>
                  <a:pt x="504472" y="16081"/>
                </a:lnTo>
                <a:moveTo>
                  <a:pt x="504472" y="103421"/>
                </a:moveTo>
                <a:lnTo>
                  <a:pt x="504472" y="29806"/>
                </a:lnTo>
                <a:lnTo>
                  <a:pt x="516949" y="29806"/>
                </a:lnTo>
                <a:lnTo>
                  <a:pt x="516949" y="103421"/>
                </a:lnTo>
                <a:lnTo>
                  <a:pt x="504472" y="103421"/>
                </a:lnTo>
                <a:close/>
                <a:moveTo>
                  <a:pt x="535949" y="103421"/>
                </a:moveTo>
                <a:lnTo>
                  <a:pt x="535949" y="29806"/>
                </a:lnTo>
                <a:lnTo>
                  <a:pt x="547109" y="29806"/>
                </a:lnTo>
                <a:lnTo>
                  <a:pt x="547109" y="40134"/>
                </a:lnTo>
                <a:cubicBezTo>
                  <a:pt x="549420" y="36530"/>
                  <a:pt x="552493" y="33630"/>
                  <a:pt x="556328" y="31435"/>
                </a:cubicBezTo>
                <a:cubicBezTo>
                  <a:pt x="560164" y="29240"/>
                  <a:pt x="564531" y="28143"/>
                  <a:pt x="569429" y="28143"/>
                </a:cubicBezTo>
                <a:cubicBezTo>
                  <a:pt x="574882" y="28143"/>
                  <a:pt x="579353" y="29275"/>
                  <a:pt x="582842" y="31539"/>
                </a:cubicBezTo>
                <a:cubicBezTo>
                  <a:pt x="586331" y="33803"/>
                  <a:pt x="588792" y="36969"/>
                  <a:pt x="590224" y="41035"/>
                </a:cubicBezTo>
                <a:cubicBezTo>
                  <a:pt x="596047" y="32440"/>
                  <a:pt x="603625" y="28143"/>
                  <a:pt x="612960" y="28143"/>
                </a:cubicBezTo>
                <a:cubicBezTo>
                  <a:pt x="620261" y="28143"/>
                  <a:pt x="625876" y="30164"/>
                  <a:pt x="629804" y="34208"/>
                </a:cubicBezTo>
                <a:cubicBezTo>
                  <a:pt x="633732" y="38251"/>
                  <a:pt x="635696" y="44478"/>
                  <a:pt x="635696" y="52889"/>
                </a:cubicBezTo>
                <a:lnTo>
                  <a:pt x="635696" y="103421"/>
                </a:lnTo>
                <a:lnTo>
                  <a:pt x="623288" y="103421"/>
                </a:lnTo>
                <a:lnTo>
                  <a:pt x="623288" y="57048"/>
                </a:lnTo>
                <a:cubicBezTo>
                  <a:pt x="623288" y="52057"/>
                  <a:pt x="622884" y="48464"/>
                  <a:pt x="622075" y="46269"/>
                </a:cubicBezTo>
                <a:cubicBezTo>
                  <a:pt x="621266" y="44074"/>
                  <a:pt x="619799" y="42306"/>
                  <a:pt x="617673" y="40966"/>
                </a:cubicBezTo>
                <a:cubicBezTo>
                  <a:pt x="615548" y="39626"/>
                  <a:pt x="613052" y="38956"/>
                  <a:pt x="610187" y="38956"/>
                </a:cubicBezTo>
                <a:cubicBezTo>
                  <a:pt x="605012" y="38956"/>
                  <a:pt x="600714" y="40677"/>
                  <a:pt x="597294" y="44120"/>
                </a:cubicBezTo>
                <a:cubicBezTo>
                  <a:pt x="593875" y="47563"/>
                  <a:pt x="592165" y="53073"/>
                  <a:pt x="592165" y="60652"/>
                </a:cubicBezTo>
                <a:lnTo>
                  <a:pt x="592165" y="103421"/>
                </a:lnTo>
                <a:lnTo>
                  <a:pt x="579688" y="103421"/>
                </a:lnTo>
                <a:lnTo>
                  <a:pt x="579688" y="55592"/>
                </a:lnTo>
                <a:cubicBezTo>
                  <a:pt x="579688" y="50047"/>
                  <a:pt x="578671" y="45888"/>
                  <a:pt x="576638" y="43115"/>
                </a:cubicBezTo>
                <a:cubicBezTo>
                  <a:pt x="574605" y="40342"/>
                  <a:pt x="571277" y="38956"/>
                  <a:pt x="566656" y="38956"/>
                </a:cubicBezTo>
                <a:cubicBezTo>
                  <a:pt x="563144" y="38956"/>
                  <a:pt x="559898" y="39880"/>
                  <a:pt x="556917" y="41729"/>
                </a:cubicBezTo>
                <a:cubicBezTo>
                  <a:pt x="553937" y="43577"/>
                  <a:pt x="551776" y="46280"/>
                  <a:pt x="550436" y="49839"/>
                </a:cubicBezTo>
                <a:cubicBezTo>
                  <a:pt x="549096" y="53397"/>
                  <a:pt x="548426" y="58526"/>
                  <a:pt x="548426" y="65227"/>
                </a:cubicBezTo>
                <a:lnTo>
                  <a:pt x="548426" y="103421"/>
                </a:lnTo>
                <a:lnTo>
                  <a:pt x="535949" y="103421"/>
                </a:lnTo>
                <a:close/>
                <a:moveTo>
                  <a:pt x="654319" y="16081"/>
                </a:moveTo>
                <a:lnTo>
                  <a:pt x="654319" y="1802"/>
                </a:lnTo>
                <a:lnTo>
                  <a:pt x="666796" y="1802"/>
                </a:lnTo>
                <a:lnTo>
                  <a:pt x="666796" y="16081"/>
                </a:lnTo>
                <a:lnTo>
                  <a:pt x="654319" y="16081"/>
                </a:lnTo>
                <a:moveTo>
                  <a:pt x="654319" y="103421"/>
                </a:moveTo>
                <a:lnTo>
                  <a:pt x="654319" y="29806"/>
                </a:lnTo>
                <a:lnTo>
                  <a:pt x="666796" y="29806"/>
                </a:lnTo>
                <a:lnTo>
                  <a:pt x="666796" y="103421"/>
                </a:lnTo>
                <a:lnTo>
                  <a:pt x="654319" y="103421"/>
                </a:lnTo>
                <a:close/>
                <a:moveTo>
                  <a:pt x="679211" y="103421"/>
                </a:moveTo>
                <a:lnTo>
                  <a:pt x="679211" y="93235"/>
                </a:lnTo>
                <a:lnTo>
                  <a:pt x="726069" y="39511"/>
                </a:lnTo>
                <a:cubicBezTo>
                  <a:pt x="720755" y="39788"/>
                  <a:pt x="716065" y="39926"/>
                  <a:pt x="711998" y="39926"/>
                </a:cubicBezTo>
                <a:lnTo>
                  <a:pt x="681984" y="39926"/>
                </a:lnTo>
                <a:lnTo>
                  <a:pt x="681984" y="29806"/>
                </a:lnTo>
                <a:lnTo>
                  <a:pt x="742151" y="29806"/>
                </a:lnTo>
                <a:lnTo>
                  <a:pt x="742151" y="38055"/>
                </a:lnTo>
                <a:lnTo>
                  <a:pt x="702294" y="84828"/>
                </a:lnTo>
                <a:lnTo>
                  <a:pt x="694600" y="93439"/>
                </a:lnTo>
                <a:cubicBezTo>
                  <a:pt x="700191" y="92884"/>
                  <a:pt x="705436" y="92607"/>
                  <a:pt x="710334" y="92607"/>
                </a:cubicBezTo>
                <a:lnTo>
                  <a:pt x="744369" y="92607"/>
                </a:lnTo>
                <a:lnTo>
                  <a:pt x="744369" y="103421"/>
                </a:lnTo>
                <a:lnTo>
                  <a:pt x="679211" y="103421"/>
                </a:lnTo>
                <a:close/>
                <a:moveTo>
                  <a:pt x="804813" y="94132"/>
                </a:moveTo>
                <a:cubicBezTo>
                  <a:pt x="800192" y="98137"/>
                  <a:pt x="795744" y="100963"/>
                  <a:pt x="791470" y="102613"/>
                </a:cubicBezTo>
                <a:cubicBezTo>
                  <a:pt x="787195" y="104260"/>
                  <a:pt x="782609" y="105084"/>
                  <a:pt x="777710" y="105084"/>
                </a:cubicBezTo>
                <a:cubicBezTo>
                  <a:pt x="769623" y="105084"/>
                  <a:pt x="763408" y="103109"/>
                  <a:pt x="759064" y="99158"/>
                </a:cubicBezTo>
                <a:cubicBezTo>
                  <a:pt x="754720" y="95206"/>
                  <a:pt x="752548" y="90158"/>
                  <a:pt x="752548" y="84012"/>
                </a:cubicBezTo>
                <a:cubicBezTo>
                  <a:pt x="752548" y="80407"/>
                  <a:pt x="753369" y="77115"/>
                  <a:pt x="755009" y="74134"/>
                </a:cubicBezTo>
                <a:cubicBezTo>
                  <a:pt x="756650" y="71154"/>
                  <a:pt x="758798" y="68762"/>
                  <a:pt x="761456" y="66960"/>
                </a:cubicBezTo>
                <a:cubicBezTo>
                  <a:pt x="764113" y="65158"/>
                  <a:pt x="767105" y="63794"/>
                  <a:pt x="770432" y="62870"/>
                </a:cubicBezTo>
                <a:cubicBezTo>
                  <a:pt x="772881" y="62223"/>
                  <a:pt x="776578" y="61599"/>
                  <a:pt x="781523" y="60999"/>
                </a:cubicBezTo>
                <a:cubicBezTo>
                  <a:pt x="791597" y="59797"/>
                  <a:pt x="799014" y="58365"/>
                  <a:pt x="803773" y="56701"/>
                </a:cubicBezTo>
                <a:cubicBezTo>
                  <a:pt x="803820" y="54998"/>
                  <a:pt x="803843" y="53917"/>
                  <a:pt x="803843" y="53456"/>
                </a:cubicBezTo>
                <a:cubicBezTo>
                  <a:pt x="803843" y="48392"/>
                  <a:pt x="802664" y="44824"/>
                  <a:pt x="800308" y="42753"/>
                </a:cubicBezTo>
                <a:cubicBezTo>
                  <a:pt x="797119" y="39944"/>
                  <a:pt x="792382" y="38540"/>
                  <a:pt x="786098" y="38540"/>
                </a:cubicBezTo>
                <a:cubicBezTo>
                  <a:pt x="780229" y="38540"/>
                  <a:pt x="775897" y="39568"/>
                  <a:pt x="773101" y="41625"/>
                </a:cubicBezTo>
                <a:cubicBezTo>
                  <a:pt x="770305" y="43681"/>
                  <a:pt x="768237" y="47320"/>
                  <a:pt x="766897" y="52542"/>
                </a:cubicBezTo>
                <a:lnTo>
                  <a:pt x="754697" y="50878"/>
                </a:lnTo>
                <a:cubicBezTo>
                  <a:pt x="755806" y="45641"/>
                  <a:pt x="757632" y="41411"/>
                  <a:pt x="760173" y="38189"/>
                </a:cubicBezTo>
                <a:cubicBezTo>
                  <a:pt x="762715" y="34967"/>
                  <a:pt x="766389" y="32488"/>
                  <a:pt x="771195" y="30751"/>
                </a:cubicBezTo>
                <a:cubicBezTo>
                  <a:pt x="776001" y="29012"/>
                  <a:pt x="781569" y="28143"/>
                  <a:pt x="787900" y="28143"/>
                </a:cubicBezTo>
                <a:cubicBezTo>
                  <a:pt x="794185" y="28143"/>
                  <a:pt x="799291" y="28885"/>
                  <a:pt x="803219" y="30369"/>
                </a:cubicBezTo>
                <a:cubicBezTo>
                  <a:pt x="807147" y="31852"/>
                  <a:pt x="810035" y="33719"/>
                  <a:pt x="811883" y="35969"/>
                </a:cubicBezTo>
                <a:cubicBezTo>
                  <a:pt x="813732" y="38217"/>
                  <a:pt x="815026" y="41058"/>
                  <a:pt x="815765" y="44490"/>
                </a:cubicBezTo>
                <a:cubicBezTo>
                  <a:pt x="816181" y="46623"/>
                  <a:pt x="816389" y="50455"/>
                  <a:pt x="816389" y="55984"/>
                </a:cubicBezTo>
                <a:lnTo>
                  <a:pt x="816389" y="72572"/>
                </a:lnTo>
                <a:cubicBezTo>
                  <a:pt x="816389" y="84138"/>
                  <a:pt x="816655" y="91463"/>
                  <a:pt x="817186" y="94548"/>
                </a:cubicBezTo>
                <a:cubicBezTo>
                  <a:pt x="817718" y="97633"/>
                  <a:pt x="818769" y="100590"/>
                  <a:pt x="820340" y="103421"/>
                </a:cubicBezTo>
                <a:lnTo>
                  <a:pt x="807309" y="103421"/>
                </a:lnTo>
                <a:cubicBezTo>
                  <a:pt x="806015" y="100773"/>
                  <a:pt x="805183" y="97677"/>
                  <a:pt x="804813" y="94132"/>
                </a:cubicBezTo>
                <a:moveTo>
                  <a:pt x="803773" y="66544"/>
                </a:moveTo>
                <a:cubicBezTo>
                  <a:pt x="799245" y="68384"/>
                  <a:pt x="792452" y="69948"/>
                  <a:pt x="783394" y="71236"/>
                </a:cubicBezTo>
                <a:cubicBezTo>
                  <a:pt x="778265" y="71971"/>
                  <a:pt x="774637" y="72798"/>
                  <a:pt x="772512" y="73718"/>
                </a:cubicBezTo>
                <a:cubicBezTo>
                  <a:pt x="770386" y="74638"/>
                  <a:pt x="768745" y="75983"/>
                  <a:pt x="767590" y="77754"/>
                </a:cubicBezTo>
                <a:cubicBezTo>
                  <a:pt x="766435" y="79524"/>
                  <a:pt x="765857" y="81490"/>
                  <a:pt x="765857" y="83652"/>
                </a:cubicBezTo>
                <a:cubicBezTo>
                  <a:pt x="765857" y="86964"/>
                  <a:pt x="767116" y="89723"/>
                  <a:pt x="769635" y="91931"/>
                </a:cubicBezTo>
                <a:cubicBezTo>
                  <a:pt x="772153" y="94138"/>
                  <a:pt x="775839" y="95241"/>
                  <a:pt x="780691" y="95241"/>
                </a:cubicBezTo>
                <a:cubicBezTo>
                  <a:pt x="785497" y="95241"/>
                  <a:pt x="789771" y="94193"/>
                  <a:pt x="793515" y="92098"/>
                </a:cubicBezTo>
                <a:cubicBezTo>
                  <a:pt x="797258" y="90001"/>
                  <a:pt x="800007" y="87137"/>
                  <a:pt x="801763" y="83505"/>
                </a:cubicBezTo>
                <a:cubicBezTo>
                  <a:pt x="803103" y="80702"/>
                  <a:pt x="803773" y="76565"/>
                  <a:pt x="803773" y="71095"/>
                </a:cubicBezTo>
                <a:lnTo>
                  <a:pt x="803773" y="66544"/>
                </a:lnTo>
                <a:close/>
                <a:moveTo>
                  <a:pt x="862885" y="92261"/>
                </a:moveTo>
                <a:lnTo>
                  <a:pt x="864687" y="103282"/>
                </a:lnTo>
                <a:cubicBezTo>
                  <a:pt x="861175" y="104021"/>
                  <a:pt x="858033" y="104391"/>
                  <a:pt x="855260" y="104391"/>
                </a:cubicBezTo>
                <a:cubicBezTo>
                  <a:pt x="850732" y="104391"/>
                  <a:pt x="847220" y="103675"/>
                  <a:pt x="844724" y="102242"/>
                </a:cubicBezTo>
                <a:cubicBezTo>
                  <a:pt x="842229" y="100810"/>
                  <a:pt x="840473" y="98926"/>
                  <a:pt x="839456" y="96593"/>
                </a:cubicBezTo>
                <a:cubicBezTo>
                  <a:pt x="838440" y="94259"/>
                  <a:pt x="837931" y="89349"/>
                  <a:pt x="837931" y="81863"/>
                </a:cubicBezTo>
                <a:lnTo>
                  <a:pt x="837931" y="39511"/>
                </a:lnTo>
                <a:lnTo>
                  <a:pt x="828781" y="39511"/>
                </a:lnTo>
                <a:lnTo>
                  <a:pt x="828781" y="29806"/>
                </a:lnTo>
                <a:lnTo>
                  <a:pt x="837931" y="29806"/>
                </a:lnTo>
                <a:lnTo>
                  <a:pt x="837931" y="11576"/>
                </a:lnTo>
                <a:lnTo>
                  <a:pt x="850339" y="4090"/>
                </a:lnTo>
                <a:lnTo>
                  <a:pt x="850339" y="29806"/>
                </a:lnTo>
                <a:lnTo>
                  <a:pt x="862885" y="29806"/>
                </a:lnTo>
                <a:lnTo>
                  <a:pt x="862885" y="39511"/>
                </a:lnTo>
                <a:lnTo>
                  <a:pt x="850339" y="39511"/>
                </a:lnTo>
                <a:lnTo>
                  <a:pt x="850339" y="82556"/>
                </a:lnTo>
                <a:cubicBezTo>
                  <a:pt x="850339" y="86114"/>
                  <a:pt x="850558" y="88402"/>
                  <a:pt x="850997" y="89419"/>
                </a:cubicBezTo>
                <a:cubicBezTo>
                  <a:pt x="851436" y="90435"/>
                  <a:pt x="852153" y="91244"/>
                  <a:pt x="853146" y="91845"/>
                </a:cubicBezTo>
                <a:cubicBezTo>
                  <a:pt x="854140" y="92445"/>
                  <a:pt x="855561" y="92746"/>
                  <a:pt x="857409" y="92746"/>
                </a:cubicBezTo>
                <a:cubicBezTo>
                  <a:pt x="858796" y="92746"/>
                  <a:pt x="860621" y="92584"/>
                  <a:pt x="862885" y="92261"/>
                </a:cubicBezTo>
                <a:close/>
                <a:moveTo>
                  <a:pt x="875146" y="16081"/>
                </a:moveTo>
                <a:lnTo>
                  <a:pt x="875146" y="1802"/>
                </a:lnTo>
                <a:lnTo>
                  <a:pt x="887623" y="1802"/>
                </a:lnTo>
                <a:lnTo>
                  <a:pt x="887623" y="16081"/>
                </a:lnTo>
                <a:lnTo>
                  <a:pt x="875146" y="16081"/>
                </a:lnTo>
                <a:moveTo>
                  <a:pt x="875146" y="103421"/>
                </a:moveTo>
                <a:lnTo>
                  <a:pt x="875146" y="29806"/>
                </a:lnTo>
                <a:lnTo>
                  <a:pt x="887623" y="29806"/>
                </a:lnTo>
                <a:lnTo>
                  <a:pt x="887623" y="103421"/>
                </a:lnTo>
                <a:lnTo>
                  <a:pt x="875146" y="103421"/>
                </a:lnTo>
                <a:close/>
                <a:moveTo>
                  <a:pt x="901980" y="66613"/>
                </a:moveTo>
                <a:cubicBezTo>
                  <a:pt x="901980" y="52981"/>
                  <a:pt x="905769" y="42884"/>
                  <a:pt x="913348" y="36322"/>
                </a:cubicBezTo>
                <a:cubicBezTo>
                  <a:pt x="919678" y="30869"/>
                  <a:pt x="927396" y="28143"/>
                  <a:pt x="936499" y="28143"/>
                </a:cubicBezTo>
                <a:cubicBezTo>
                  <a:pt x="946620" y="28143"/>
                  <a:pt x="954891" y="31458"/>
                  <a:pt x="961315" y="38090"/>
                </a:cubicBezTo>
                <a:cubicBezTo>
                  <a:pt x="967738" y="44721"/>
                  <a:pt x="970950" y="53882"/>
                  <a:pt x="970950" y="65574"/>
                </a:cubicBezTo>
                <a:cubicBezTo>
                  <a:pt x="970950" y="75047"/>
                  <a:pt x="969529" y="82498"/>
                  <a:pt x="966687" y="87928"/>
                </a:cubicBezTo>
                <a:cubicBezTo>
                  <a:pt x="963845" y="93358"/>
                  <a:pt x="959709" y="97575"/>
                  <a:pt x="954279" y="100579"/>
                </a:cubicBezTo>
                <a:cubicBezTo>
                  <a:pt x="948849" y="103582"/>
                  <a:pt x="942923" y="105084"/>
                  <a:pt x="936499" y="105084"/>
                </a:cubicBezTo>
                <a:cubicBezTo>
                  <a:pt x="926194" y="105084"/>
                  <a:pt x="917865" y="101780"/>
                  <a:pt x="911511" y="95172"/>
                </a:cubicBezTo>
                <a:cubicBezTo>
                  <a:pt x="905157" y="88564"/>
                  <a:pt x="901980" y="79044"/>
                  <a:pt x="901980" y="66613"/>
                </a:cubicBezTo>
                <a:moveTo>
                  <a:pt x="914803" y="66648"/>
                </a:moveTo>
                <a:cubicBezTo>
                  <a:pt x="914803" y="76064"/>
                  <a:pt x="916860" y="83114"/>
                  <a:pt x="920972" y="87798"/>
                </a:cubicBezTo>
                <a:cubicBezTo>
                  <a:pt x="925085" y="92483"/>
                  <a:pt x="930261" y="94825"/>
                  <a:pt x="936499" y="94825"/>
                </a:cubicBezTo>
                <a:cubicBezTo>
                  <a:pt x="942692" y="94825"/>
                  <a:pt x="947844" y="92471"/>
                  <a:pt x="951957" y="87764"/>
                </a:cubicBezTo>
                <a:cubicBezTo>
                  <a:pt x="956070" y="83056"/>
                  <a:pt x="958126" y="75879"/>
                  <a:pt x="958126" y="66232"/>
                </a:cubicBezTo>
                <a:cubicBezTo>
                  <a:pt x="958126" y="57140"/>
                  <a:pt x="956058" y="50252"/>
                  <a:pt x="951922" y="45567"/>
                </a:cubicBezTo>
                <a:cubicBezTo>
                  <a:pt x="947786" y="40882"/>
                  <a:pt x="942645" y="38540"/>
                  <a:pt x="936499" y="38540"/>
                </a:cubicBezTo>
                <a:cubicBezTo>
                  <a:pt x="930261" y="38540"/>
                  <a:pt x="925085" y="40871"/>
                  <a:pt x="920972" y="45532"/>
                </a:cubicBezTo>
                <a:cubicBezTo>
                  <a:pt x="916860" y="50194"/>
                  <a:pt x="914803" y="57232"/>
                  <a:pt x="914803" y="66648"/>
                </a:cubicBezTo>
                <a:close/>
                <a:moveTo>
                  <a:pt x="985491" y="103421"/>
                </a:moveTo>
                <a:lnTo>
                  <a:pt x="985491" y="29806"/>
                </a:lnTo>
                <a:lnTo>
                  <a:pt x="996720" y="29806"/>
                </a:lnTo>
                <a:lnTo>
                  <a:pt x="996720" y="40273"/>
                </a:lnTo>
                <a:cubicBezTo>
                  <a:pt x="1002127" y="32186"/>
                  <a:pt x="1009937" y="28143"/>
                  <a:pt x="1020149" y="28143"/>
                </a:cubicBezTo>
                <a:cubicBezTo>
                  <a:pt x="1024586" y="28143"/>
                  <a:pt x="1028664" y="28940"/>
                  <a:pt x="1032384" y="30534"/>
                </a:cubicBezTo>
                <a:cubicBezTo>
                  <a:pt x="1036104" y="32128"/>
                  <a:pt x="1038888" y="34219"/>
                  <a:pt x="1040736" y="36807"/>
                </a:cubicBezTo>
                <a:cubicBezTo>
                  <a:pt x="1042585" y="39395"/>
                  <a:pt x="1043879" y="42468"/>
                  <a:pt x="1044618" y="46026"/>
                </a:cubicBezTo>
                <a:cubicBezTo>
                  <a:pt x="1045080" y="48337"/>
                  <a:pt x="1045311" y="52380"/>
                  <a:pt x="1045311" y="58157"/>
                </a:cubicBezTo>
                <a:lnTo>
                  <a:pt x="1045311" y="103421"/>
                </a:lnTo>
                <a:lnTo>
                  <a:pt x="1032834" y="103421"/>
                </a:lnTo>
                <a:lnTo>
                  <a:pt x="1032834" y="58642"/>
                </a:lnTo>
                <a:cubicBezTo>
                  <a:pt x="1032834" y="53559"/>
                  <a:pt x="1032349" y="49758"/>
                  <a:pt x="1031379" y="47239"/>
                </a:cubicBezTo>
                <a:cubicBezTo>
                  <a:pt x="1030408" y="44721"/>
                  <a:pt x="1028687" y="42711"/>
                  <a:pt x="1026214" y="41209"/>
                </a:cubicBezTo>
                <a:cubicBezTo>
                  <a:pt x="1023742" y="39707"/>
                  <a:pt x="1020842" y="38956"/>
                  <a:pt x="1017515" y="38956"/>
                </a:cubicBezTo>
                <a:cubicBezTo>
                  <a:pt x="1012201" y="38956"/>
                  <a:pt x="1007614" y="40643"/>
                  <a:pt x="1003756" y="44016"/>
                </a:cubicBezTo>
                <a:cubicBezTo>
                  <a:pt x="999897" y="47390"/>
                  <a:pt x="997968" y="53790"/>
                  <a:pt x="997968" y="63217"/>
                </a:cubicBezTo>
                <a:lnTo>
                  <a:pt x="997968" y="103421"/>
                </a:lnTo>
                <a:lnTo>
                  <a:pt x="985491" y="103421"/>
                </a:lnTo>
                <a:close/>
                <a:moveTo>
                  <a:pt x="1101296" y="53894"/>
                </a:moveTo>
                <a:cubicBezTo>
                  <a:pt x="1101296" y="37037"/>
                  <a:pt x="1105825" y="23841"/>
                  <a:pt x="1114882" y="14305"/>
                </a:cubicBezTo>
                <a:cubicBezTo>
                  <a:pt x="1123939" y="4768"/>
                  <a:pt x="1135631" y="0"/>
                  <a:pt x="1149956" y="0"/>
                </a:cubicBezTo>
                <a:cubicBezTo>
                  <a:pt x="1159337" y="0"/>
                  <a:pt x="1167794" y="2240"/>
                  <a:pt x="1175326" y="6719"/>
                </a:cubicBezTo>
                <a:cubicBezTo>
                  <a:pt x="1182859" y="11199"/>
                  <a:pt x="1188600" y="17445"/>
                  <a:pt x="1192551" y="25459"/>
                </a:cubicBezTo>
                <a:cubicBezTo>
                  <a:pt x="1196502" y="33471"/>
                  <a:pt x="1198478" y="42556"/>
                  <a:pt x="1198478" y="52715"/>
                </a:cubicBezTo>
                <a:cubicBezTo>
                  <a:pt x="1198478" y="63013"/>
                  <a:pt x="1196398" y="72227"/>
                  <a:pt x="1192239" y="80355"/>
                </a:cubicBezTo>
                <a:cubicBezTo>
                  <a:pt x="1188080" y="88483"/>
                  <a:pt x="1182188" y="94636"/>
                  <a:pt x="1174564" y="98815"/>
                </a:cubicBezTo>
                <a:cubicBezTo>
                  <a:pt x="1166939" y="102995"/>
                  <a:pt x="1158713" y="105084"/>
                  <a:pt x="1149887" y="105084"/>
                </a:cubicBezTo>
                <a:cubicBezTo>
                  <a:pt x="1140321" y="105084"/>
                  <a:pt x="1131772" y="102775"/>
                  <a:pt x="1124240" y="98157"/>
                </a:cubicBezTo>
                <a:cubicBezTo>
                  <a:pt x="1116707" y="93539"/>
                  <a:pt x="1111000" y="87235"/>
                  <a:pt x="1107119" y="79246"/>
                </a:cubicBezTo>
                <a:cubicBezTo>
                  <a:pt x="1103237" y="71258"/>
                  <a:pt x="1101296" y="62807"/>
                  <a:pt x="1101296" y="53894"/>
                </a:cubicBezTo>
                <a:moveTo>
                  <a:pt x="1115159" y="54134"/>
                </a:moveTo>
                <a:cubicBezTo>
                  <a:pt x="1115159" y="66358"/>
                  <a:pt x="1118452" y="75988"/>
                  <a:pt x="1125037" y="83024"/>
                </a:cubicBezTo>
                <a:cubicBezTo>
                  <a:pt x="1131622" y="90060"/>
                  <a:pt x="1139882" y="93578"/>
                  <a:pt x="1149818" y="93578"/>
                </a:cubicBezTo>
                <a:cubicBezTo>
                  <a:pt x="1159938" y="93578"/>
                  <a:pt x="1168267" y="90026"/>
                  <a:pt x="1174806" y="82922"/>
                </a:cubicBezTo>
                <a:cubicBezTo>
                  <a:pt x="1181345" y="75817"/>
                  <a:pt x="1184615" y="65737"/>
                  <a:pt x="1184615" y="52681"/>
                </a:cubicBezTo>
                <a:cubicBezTo>
                  <a:pt x="1184615" y="44423"/>
                  <a:pt x="1183217" y="37215"/>
                  <a:pt x="1180421" y="31056"/>
                </a:cubicBezTo>
                <a:cubicBezTo>
                  <a:pt x="1177625" y="24897"/>
                  <a:pt x="1173535" y="20122"/>
                  <a:pt x="1168152" y="16731"/>
                </a:cubicBezTo>
                <a:cubicBezTo>
                  <a:pt x="1162768" y="13341"/>
                  <a:pt x="1156726" y="11645"/>
                  <a:pt x="1150026" y="11645"/>
                </a:cubicBezTo>
                <a:cubicBezTo>
                  <a:pt x="1140506" y="11645"/>
                  <a:pt x="1132315" y="14910"/>
                  <a:pt x="1125453" y="21438"/>
                </a:cubicBezTo>
                <a:cubicBezTo>
                  <a:pt x="1118590" y="27966"/>
                  <a:pt x="1115159" y="38864"/>
                  <a:pt x="1115159" y="54134"/>
                </a:cubicBezTo>
                <a:close/>
                <a:moveTo>
                  <a:pt x="1225712" y="103421"/>
                </a:moveTo>
                <a:lnTo>
                  <a:pt x="1214136" y="103421"/>
                </a:lnTo>
                <a:lnTo>
                  <a:pt x="1214136" y="1802"/>
                </a:lnTo>
                <a:lnTo>
                  <a:pt x="1226613" y="1802"/>
                </a:lnTo>
                <a:lnTo>
                  <a:pt x="1226613" y="38055"/>
                </a:lnTo>
                <a:cubicBezTo>
                  <a:pt x="1231881" y="31447"/>
                  <a:pt x="1238605" y="28143"/>
                  <a:pt x="1246784" y="28143"/>
                </a:cubicBezTo>
                <a:cubicBezTo>
                  <a:pt x="1251313" y="28143"/>
                  <a:pt x="1255599" y="29055"/>
                  <a:pt x="1259642" y="30881"/>
                </a:cubicBezTo>
                <a:cubicBezTo>
                  <a:pt x="1263686" y="32706"/>
                  <a:pt x="1267013" y="35271"/>
                  <a:pt x="1269624" y="38575"/>
                </a:cubicBezTo>
                <a:cubicBezTo>
                  <a:pt x="1272235" y="41879"/>
                  <a:pt x="1274280" y="45865"/>
                  <a:pt x="1275758" y="50532"/>
                </a:cubicBezTo>
                <a:cubicBezTo>
                  <a:pt x="1277237" y="55199"/>
                  <a:pt x="1277976" y="60190"/>
                  <a:pt x="1277976" y="65504"/>
                </a:cubicBezTo>
                <a:cubicBezTo>
                  <a:pt x="1277976" y="78120"/>
                  <a:pt x="1274857" y="87870"/>
                  <a:pt x="1268619" y="94756"/>
                </a:cubicBezTo>
                <a:cubicBezTo>
                  <a:pt x="1262380" y="101641"/>
                  <a:pt x="1254894" y="105084"/>
                  <a:pt x="1246160" y="105084"/>
                </a:cubicBezTo>
                <a:cubicBezTo>
                  <a:pt x="1237472" y="105084"/>
                  <a:pt x="1230656" y="101457"/>
                  <a:pt x="1225712" y="94201"/>
                </a:cubicBezTo>
                <a:lnTo>
                  <a:pt x="1225712" y="103421"/>
                </a:lnTo>
                <a:moveTo>
                  <a:pt x="1225573" y="66059"/>
                </a:moveTo>
                <a:cubicBezTo>
                  <a:pt x="1225573" y="74885"/>
                  <a:pt x="1226775" y="81262"/>
                  <a:pt x="1229178" y="85190"/>
                </a:cubicBezTo>
                <a:cubicBezTo>
                  <a:pt x="1233105" y="91614"/>
                  <a:pt x="1238420" y="94825"/>
                  <a:pt x="1245120" y="94825"/>
                </a:cubicBezTo>
                <a:cubicBezTo>
                  <a:pt x="1250573" y="94825"/>
                  <a:pt x="1255287" y="92457"/>
                  <a:pt x="1259261" y="87720"/>
                </a:cubicBezTo>
                <a:cubicBezTo>
                  <a:pt x="1263235" y="82984"/>
                  <a:pt x="1265222" y="75925"/>
                  <a:pt x="1265222" y="66544"/>
                </a:cubicBezTo>
                <a:cubicBezTo>
                  <a:pt x="1265222" y="56932"/>
                  <a:pt x="1263316" y="49839"/>
                  <a:pt x="1259504" y="45264"/>
                </a:cubicBezTo>
                <a:cubicBezTo>
                  <a:pt x="1255691" y="40689"/>
                  <a:pt x="1251082" y="38401"/>
                  <a:pt x="1245675" y="38401"/>
                </a:cubicBezTo>
                <a:cubicBezTo>
                  <a:pt x="1240222" y="38401"/>
                  <a:pt x="1235508" y="40770"/>
                  <a:pt x="1231534" y="45506"/>
                </a:cubicBezTo>
                <a:cubicBezTo>
                  <a:pt x="1227560" y="50243"/>
                  <a:pt x="1225573" y="57094"/>
                  <a:pt x="1225573" y="66059"/>
                </a:cubicBezTo>
                <a:close/>
                <a:moveTo>
                  <a:pt x="1293003" y="16359"/>
                </a:moveTo>
                <a:lnTo>
                  <a:pt x="1293003" y="1802"/>
                </a:lnTo>
                <a:lnTo>
                  <a:pt x="1305480" y="1802"/>
                </a:lnTo>
                <a:lnTo>
                  <a:pt x="1305480" y="16359"/>
                </a:lnTo>
                <a:lnTo>
                  <a:pt x="1293003" y="16359"/>
                </a:lnTo>
                <a:moveTo>
                  <a:pt x="1277199" y="132048"/>
                </a:moveTo>
                <a:lnTo>
                  <a:pt x="1279555" y="121434"/>
                </a:lnTo>
                <a:cubicBezTo>
                  <a:pt x="1282051" y="122087"/>
                  <a:pt x="1284015" y="122413"/>
                  <a:pt x="1285447" y="122413"/>
                </a:cubicBezTo>
                <a:cubicBezTo>
                  <a:pt x="1287989" y="122413"/>
                  <a:pt x="1289884" y="121569"/>
                  <a:pt x="1291131" y="119881"/>
                </a:cubicBezTo>
                <a:cubicBezTo>
                  <a:pt x="1292379" y="118193"/>
                  <a:pt x="1293003" y="113973"/>
                  <a:pt x="1293003" y="107222"/>
                </a:cubicBezTo>
                <a:lnTo>
                  <a:pt x="1293003" y="29806"/>
                </a:lnTo>
                <a:lnTo>
                  <a:pt x="1305480" y="29806"/>
                </a:lnTo>
                <a:lnTo>
                  <a:pt x="1305480" y="107493"/>
                </a:lnTo>
                <a:cubicBezTo>
                  <a:pt x="1305480" y="116556"/>
                  <a:pt x="1304302" y="122868"/>
                  <a:pt x="1301945" y="126429"/>
                </a:cubicBezTo>
                <a:cubicBezTo>
                  <a:pt x="1298941" y="131053"/>
                  <a:pt x="1293950" y="133365"/>
                  <a:pt x="1286972" y="133365"/>
                </a:cubicBezTo>
                <a:cubicBezTo>
                  <a:pt x="1283599" y="133365"/>
                  <a:pt x="1280341" y="132926"/>
                  <a:pt x="1277199" y="132048"/>
                </a:cubicBezTo>
                <a:close/>
                <a:moveTo>
                  <a:pt x="1375012" y="79576"/>
                </a:moveTo>
                <a:lnTo>
                  <a:pt x="1387905" y="81239"/>
                </a:lnTo>
                <a:cubicBezTo>
                  <a:pt x="1385872" y="88793"/>
                  <a:pt x="1382106" y="94656"/>
                  <a:pt x="1376607" y="98828"/>
                </a:cubicBezTo>
                <a:cubicBezTo>
                  <a:pt x="1371108" y="102999"/>
                  <a:pt x="1364083" y="105084"/>
                  <a:pt x="1355534" y="105084"/>
                </a:cubicBezTo>
                <a:cubicBezTo>
                  <a:pt x="1344767" y="105084"/>
                  <a:pt x="1336230" y="101768"/>
                  <a:pt x="1329922" y="95137"/>
                </a:cubicBezTo>
                <a:cubicBezTo>
                  <a:pt x="1323614" y="88506"/>
                  <a:pt x="1320460" y="79206"/>
                  <a:pt x="1320460" y="67237"/>
                </a:cubicBezTo>
                <a:cubicBezTo>
                  <a:pt x="1320460" y="54853"/>
                  <a:pt x="1323649" y="45241"/>
                  <a:pt x="1330026" y="38401"/>
                </a:cubicBezTo>
                <a:cubicBezTo>
                  <a:pt x="1336403" y="31562"/>
                  <a:pt x="1344675" y="28143"/>
                  <a:pt x="1354841" y="28143"/>
                </a:cubicBezTo>
                <a:cubicBezTo>
                  <a:pt x="1364684" y="28143"/>
                  <a:pt x="1372725" y="31488"/>
                  <a:pt x="1378963" y="38178"/>
                </a:cubicBezTo>
                <a:cubicBezTo>
                  <a:pt x="1385202" y="44867"/>
                  <a:pt x="1388321" y="54279"/>
                  <a:pt x="1388321" y="66412"/>
                </a:cubicBezTo>
                <a:cubicBezTo>
                  <a:pt x="1388321" y="67150"/>
                  <a:pt x="1388298" y="68257"/>
                  <a:pt x="1388252" y="69733"/>
                </a:cubicBezTo>
                <a:lnTo>
                  <a:pt x="1333353" y="69733"/>
                </a:lnTo>
                <a:cubicBezTo>
                  <a:pt x="1333815" y="77843"/>
                  <a:pt x="1336103" y="84052"/>
                  <a:pt x="1340215" y="88361"/>
                </a:cubicBezTo>
                <a:cubicBezTo>
                  <a:pt x="1344328" y="92671"/>
                  <a:pt x="1349458" y="94825"/>
                  <a:pt x="1355604" y="94825"/>
                </a:cubicBezTo>
                <a:cubicBezTo>
                  <a:pt x="1360179" y="94825"/>
                  <a:pt x="1364083" y="93613"/>
                  <a:pt x="1367318" y="91188"/>
                </a:cubicBezTo>
                <a:cubicBezTo>
                  <a:pt x="1370553" y="88762"/>
                  <a:pt x="1373118" y="84891"/>
                  <a:pt x="1375012" y="79576"/>
                </a:cubicBezTo>
                <a:moveTo>
                  <a:pt x="1334046" y="59474"/>
                </a:moveTo>
                <a:lnTo>
                  <a:pt x="1375151" y="59474"/>
                </a:lnTo>
                <a:cubicBezTo>
                  <a:pt x="1374596" y="53302"/>
                  <a:pt x="1373025" y="48673"/>
                  <a:pt x="1370437" y="45587"/>
                </a:cubicBezTo>
                <a:cubicBezTo>
                  <a:pt x="1366463" y="40796"/>
                  <a:pt x="1361311" y="38401"/>
                  <a:pt x="1354980" y="38401"/>
                </a:cubicBezTo>
                <a:cubicBezTo>
                  <a:pt x="1349250" y="38401"/>
                  <a:pt x="1344432" y="40313"/>
                  <a:pt x="1340527" y="44137"/>
                </a:cubicBezTo>
                <a:cubicBezTo>
                  <a:pt x="1336622" y="47960"/>
                  <a:pt x="1334462" y="53072"/>
                  <a:pt x="1334046" y="59474"/>
                </a:cubicBezTo>
                <a:close/>
                <a:moveTo>
                  <a:pt x="1451523" y="76387"/>
                </a:moveTo>
                <a:lnTo>
                  <a:pt x="1463792" y="78051"/>
                </a:lnTo>
                <a:cubicBezTo>
                  <a:pt x="1462452" y="86507"/>
                  <a:pt x="1459020" y="93127"/>
                  <a:pt x="1453498" y="97910"/>
                </a:cubicBezTo>
                <a:cubicBezTo>
                  <a:pt x="1447976" y="102693"/>
                  <a:pt x="1441194" y="105084"/>
                  <a:pt x="1433154" y="105084"/>
                </a:cubicBezTo>
                <a:cubicBezTo>
                  <a:pt x="1423080" y="105084"/>
                  <a:pt x="1414981" y="101792"/>
                  <a:pt x="1408858" y="95206"/>
                </a:cubicBezTo>
                <a:cubicBezTo>
                  <a:pt x="1402735" y="88621"/>
                  <a:pt x="1399674" y="79183"/>
                  <a:pt x="1399674" y="66891"/>
                </a:cubicBezTo>
                <a:cubicBezTo>
                  <a:pt x="1399674" y="58942"/>
                  <a:pt x="1400991" y="51988"/>
                  <a:pt x="1403625" y="46026"/>
                </a:cubicBezTo>
                <a:cubicBezTo>
                  <a:pt x="1406259" y="40065"/>
                  <a:pt x="1410268" y="35594"/>
                  <a:pt x="1415651" y="32614"/>
                </a:cubicBezTo>
                <a:cubicBezTo>
                  <a:pt x="1421035" y="29633"/>
                  <a:pt x="1426892" y="28143"/>
                  <a:pt x="1433223" y="28143"/>
                </a:cubicBezTo>
                <a:cubicBezTo>
                  <a:pt x="1441218" y="28143"/>
                  <a:pt x="1447756" y="30153"/>
                  <a:pt x="1452840" y="34173"/>
                </a:cubicBezTo>
                <a:cubicBezTo>
                  <a:pt x="1457923" y="38192"/>
                  <a:pt x="1461181" y="43899"/>
                  <a:pt x="1462613" y="51294"/>
                </a:cubicBezTo>
                <a:lnTo>
                  <a:pt x="1450483" y="53235"/>
                </a:lnTo>
                <a:cubicBezTo>
                  <a:pt x="1449328" y="48314"/>
                  <a:pt x="1447283" y="44611"/>
                  <a:pt x="1444348" y="42127"/>
                </a:cubicBezTo>
                <a:cubicBezTo>
                  <a:pt x="1441414" y="39643"/>
                  <a:pt x="1437867" y="38401"/>
                  <a:pt x="1433708" y="38401"/>
                </a:cubicBezTo>
                <a:cubicBezTo>
                  <a:pt x="1427424" y="38401"/>
                  <a:pt x="1422317" y="40654"/>
                  <a:pt x="1418389" y="45160"/>
                </a:cubicBezTo>
                <a:cubicBezTo>
                  <a:pt x="1414461" y="49665"/>
                  <a:pt x="1412497" y="56793"/>
                  <a:pt x="1412497" y="66544"/>
                </a:cubicBezTo>
                <a:cubicBezTo>
                  <a:pt x="1412497" y="76433"/>
                  <a:pt x="1414392" y="83619"/>
                  <a:pt x="1418181" y="88102"/>
                </a:cubicBezTo>
                <a:cubicBezTo>
                  <a:pt x="1421971" y="92584"/>
                  <a:pt x="1426915" y="94825"/>
                  <a:pt x="1433015" y="94825"/>
                </a:cubicBezTo>
                <a:cubicBezTo>
                  <a:pt x="1437913" y="94825"/>
                  <a:pt x="1442003" y="93318"/>
                  <a:pt x="1445284" y="90302"/>
                </a:cubicBezTo>
                <a:cubicBezTo>
                  <a:pt x="1448565" y="87287"/>
                  <a:pt x="1450645" y="82649"/>
                  <a:pt x="1451523" y="76387"/>
                </a:cubicBezTo>
                <a:close/>
                <a:moveTo>
                  <a:pt x="1501708" y="92261"/>
                </a:moveTo>
                <a:lnTo>
                  <a:pt x="1503510" y="103282"/>
                </a:lnTo>
                <a:cubicBezTo>
                  <a:pt x="1499998" y="104021"/>
                  <a:pt x="1496855" y="104391"/>
                  <a:pt x="1494083" y="104391"/>
                </a:cubicBezTo>
                <a:cubicBezTo>
                  <a:pt x="1489554" y="104391"/>
                  <a:pt x="1486042" y="103675"/>
                  <a:pt x="1483547" y="102242"/>
                </a:cubicBezTo>
                <a:cubicBezTo>
                  <a:pt x="1481051" y="100810"/>
                  <a:pt x="1479295" y="98926"/>
                  <a:pt x="1478279" y="96593"/>
                </a:cubicBezTo>
                <a:cubicBezTo>
                  <a:pt x="1477262" y="94259"/>
                  <a:pt x="1476754" y="89349"/>
                  <a:pt x="1476754" y="81863"/>
                </a:cubicBezTo>
                <a:lnTo>
                  <a:pt x="1476754" y="39511"/>
                </a:lnTo>
                <a:lnTo>
                  <a:pt x="1467604" y="39511"/>
                </a:lnTo>
                <a:lnTo>
                  <a:pt x="1467604" y="29806"/>
                </a:lnTo>
                <a:lnTo>
                  <a:pt x="1476754" y="29806"/>
                </a:lnTo>
                <a:lnTo>
                  <a:pt x="1476754" y="11576"/>
                </a:lnTo>
                <a:lnTo>
                  <a:pt x="1489161" y="4090"/>
                </a:lnTo>
                <a:lnTo>
                  <a:pt x="1489161" y="29806"/>
                </a:lnTo>
                <a:lnTo>
                  <a:pt x="1501708" y="29806"/>
                </a:lnTo>
                <a:lnTo>
                  <a:pt x="1501708" y="39511"/>
                </a:lnTo>
                <a:lnTo>
                  <a:pt x="1489161" y="39511"/>
                </a:lnTo>
                <a:lnTo>
                  <a:pt x="1489161" y="82556"/>
                </a:lnTo>
                <a:cubicBezTo>
                  <a:pt x="1489161" y="86114"/>
                  <a:pt x="1489381" y="88402"/>
                  <a:pt x="1489820" y="89419"/>
                </a:cubicBezTo>
                <a:cubicBezTo>
                  <a:pt x="1490259" y="90435"/>
                  <a:pt x="1490975" y="91244"/>
                  <a:pt x="1491969" y="91845"/>
                </a:cubicBezTo>
                <a:cubicBezTo>
                  <a:pt x="1492962" y="92445"/>
                  <a:pt x="1494383" y="92746"/>
                  <a:pt x="1496232" y="92746"/>
                </a:cubicBezTo>
                <a:cubicBezTo>
                  <a:pt x="1497618" y="92746"/>
                  <a:pt x="1499443" y="92584"/>
                  <a:pt x="1501708" y="92261"/>
                </a:cubicBezTo>
                <a:close/>
                <a:moveTo>
                  <a:pt x="1513969" y="16081"/>
                </a:moveTo>
                <a:lnTo>
                  <a:pt x="1513969" y="1802"/>
                </a:lnTo>
                <a:lnTo>
                  <a:pt x="1526446" y="1802"/>
                </a:lnTo>
                <a:lnTo>
                  <a:pt x="1526446" y="16081"/>
                </a:lnTo>
                <a:lnTo>
                  <a:pt x="1513969" y="16081"/>
                </a:lnTo>
                <a:moveTo>
                  <a:pt x="1513969" y="103421"/>
                </a:moveTo>
                <a:lnTo>
                  <a:pt x="1513969" y="29806"/>
                </a:lnTo>
                <a:lnTo>
                  <a:pt x="1526446" y="29806"/>
                </a:lnTo>
                <a:lnTo>
                  <a:pt x="1526446" y="103421"/>
                </a:lnTo>
                <a:lnTo>
                  <a:pt x="1513969" y="103421"/>
                </a:lnTo>
                <a:close/>
                <a:moveTo>
                  <a:pt x="1565895" y="103421"/>
                </a:moveTo>
                <a:lnTo>
                  <a:pt x="1537891" y="29806"/>
                </a:lnTo>
                <a:lnTo>
                  <a:pt x="1551061" y="29806"/>
                </a:lnTo>
                <a:lnTo>
                  <a:pt x="1566865" y="73892"/>
                </a:lnTo>
                <a:cubicBezTo>
                  <a:pt x="1568575" y="78651"/>
                  <a:pt x="1570146" y="83596"/>
                  <a:pt x="1571579" y="88725"/>
                </a:cubicBezTo>
                <a:cubicBezTo>
                  <a:pt x="1572688" y="84844"/>
                  <a:pt x="1574236" y="80176"/>
                  <a:pt x="1576223" y="74723"/>
                </a:cubicBezTo>
                <a:lnTo>
                  <a:pt x="1592582" y="29806"/>
                </a:lnTo>
                <a:lnTo>
                  <a:pt x="1605406" y="29806"/>
                </a:lnTo>
                <a:lnTo>
                  <a:pt x="1577540" y="103421"/>
                </a:lnTo>
                <a:lnTo>
                  <a:pt x="1565895" y="103421"/>
                </a:lnTo>
                <a:close/>
                <a:moveTo>
                  <a:pt x="1666820" y="79576"/>
                </a:moveTo>
                <a:lnTo>
                  <a:pt x="1679713" y="81239"/>
                </a:lnTo>
                <a:cubicBezTo>
                  <a:pt x="1677680" y="88793"/>
                  <a:pt x="1673914" y="94656"/>
                  <a:pt x="1668415" y="98828"/>
                </a:cubicBezTo>
                <a:cubicBezTo>
                  <a:pt x="1662915" y="102999"/>
                  <a:pt x="1655891" y="105084"/>
                  <a:pt x="1647342" y="105084"/>
                </a:cubicBezTo>
                <a:cubicBezTo>
                  <a:pt x="1636575" y="105084"/>
                  <a:pt x="1628038" y="101768"/>
                  <a:pt x="1621730" y="95137"/>
                </a:cubicBezTo>
                <a:cubicBezTo>
                  <a:pt x="1615422" y="88506"/>
                  <a:pt x="1612268" y="79206"/>
                  <a:pt x="1612268" y="67237"/>
                </a:cubicBezTo>
                <a:cubicBezTo>
                  <a:pt x="1612268" y="54853"/>
                  <a:pt x="1615457" y="45241"/>
                  <a:pt x="1621834" y="38401"/>
                </a:cubicBezTo>
                <a:cubicBezTo>
                  <a:pt x="1628211" y="31562"/>
                  <a:pt x="1636483" y="28143"/>
                  <a:pt x="1646649" y="28143"/>
                </a:cubicBezTo>
                <a:cubicBezTo>
                  <a:pt x="1656492" y="28143"/>
                  <a:pt x="1664533" y="31488"/>
                  <a:pt x="1670771" y="38178"/>
                </a:cubicBezTo>
                <a:cubicBezTo>
                  <a:pt x="1677010" y="44867"/>
                  <a:pt x="1680129" y="54279"/>
                  <a:pt x="1680129" y="66412"/>
                </a:cubicBezTo>
                <a:cubicBezTo>
                  <a:pt x="1680129" y="67150"/>
                  <a:pt x="1680106" y="68257"/>
                  <a:pt x="1680060" y="69733"/>
                </a:cubicBezTo>
                <a:lnTo>
                  <a:pt x="1625161" y="69733"/>
                </a:lnTo>
                <a:cubicBezTo>
                  <a:pt x="1625623" y="77843"/>
                  <a:pt x="1627910" y="84052"/>
                  <a:pt x="1632023" y="88361"/>
                </a:cubicBezTo>
                <a:cubicBezTo>
                  <a:pt x="1636136" y="92671"/>
                  <a:pt x="1641265" y="94825"/>
                  <a:pt x="1647412" y="94825"/>
                </a:cubicBezTo>
                <a:cubicBezTo>
                  <a:pt x="1651986" y="94825"/>
                  <a:pt x="1655891" y="93613"/>
                  <a:pt x="1659126" y="91188"/>
                </a:cubicBezTo>
                <a:cubicBezTo>
                  <a:pt x="1662361" y="88762"/>
                  <a:pt x="1664926" y="84891"/>
                  <a:pt x="1666820" y="79576"/>
                </a:cubicBezTo>
                <a:moveTo>
                  <a:pt x="1625854" y="59474"/>
                </a:moveTo>
                <a:lnTo>
                  <a:pt x="1666959" y="59474"/>
                </a:lnTo>
                <a:cubicBezTo>
                  <a:pt x="1666404" y="53302"/>
                  <a:pt x="1664833" y="48673"/>
                  <a:pt x="1662245" y="45587"/>
                </a:cubicBezTo>
                <a:cubicBezTo>
                  <a:pt x="1658271" y="40796"/>
                  <a:pt x="1653119" y="38401"/>
                  <a:pt x="1646788" y="38401"/>
                </a:cubicBezTo>
                <a:cubicBezTo>
                  <a:pt x="1641058" y="38401"/>
                  <a:pt x="1636240" y="40313"/>
                  <a:pt x="1632335" y="44137"/>
                </a:cubicBezTo>
                <a:cubicBezTo>
                  <a:pt x="1628430" y="47960"/>
                  <a:pt x="1626270" y="53072"/>
                  <a:pt x="1625854" y="59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Text argmin">
            <a:extLst xmlns:a="http://schemas.openxmlformats.org/drawingml/2006/main">
              <a:ext uri="{FF2B5EF4-FFF2-40B4-BE49-F238E27FC236}">
                <a16:creationId xmlns:a16="http://schemas.microsoft.com/office/drawing/2014/main" id="{1345C5F2-3BCF-4F2F-B1B2-41CE5EA6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78" y="6087000"/>
            <a:ext cx="426688" cy="106153"/>
          </a:xfrm>
          <a:custGeom xmlns:a="http://schemas.openxmlformats.org/drawingml/2006/main">
            <a:pathLst>
              <a:path w="426688" h="106153">
                <a:moveTo>
                  <a:pt x="57398" y="81554"/>
                </a:moveTo>
                <a:lnTo>
                  <a:pt x="38560" y="81554"/>
                </a:lnTo>
                <a:lnTo>
                  <a:pt x="38560" y="75349"/>
                </a:lnTo>
                <a:cubicBezTo>
                  <a:pt x="36271" y="78082"/>
                  <a:pt x="33722" y="80040"/>
                  <a:pt x="30915" y="81221"/>
                </a:cubicBezTo>
                <a:cubicBezTo>
                  <a:pt x="27960" y="82478"/>
                  <a:pt x="24599" y="83106"/>
                  <a:pt x="20832" y="83106"/>
                </a:cubicBezTo>
                <a:cubicBezTo>
                  <a:pt x="14405" y="83106"/>
                  <a:pt x="9344" y="81407"/>
                  <a:pt x="5651" y="78008"/>
                </a:cubicBezTo>
                <a:cubicBezTo>
                  <a:pt x="1884" y="74610"/>
                  <a:pt x="0" y="70029"/>
                  <a:pt x="0" y="64267"/>
                </a:cubicBezTo>
                <a:cubicBezTo>
                  <a:pt x="0" y="58210"/>
                  <a:pt x="2142" y="53593"/>
                  <a:pt x="6427" y="50416"/>
                </a:cubicBezTo>
                <a:cubicBezTo>
                  <a:pt x="10786" y="47167"/>
                  <a:pt x="16843" y="45542"/>
                  <a:pt x="24599" y="45542"/>
                </a:cubicBezTo>
                <a:lnTo>
                  <a:pt x="38560" y="45542"/>
                </a:lnTo>
                <a:lnTo>
                  <a:pt x="38560" y="41553"/>
                </a:lnTo>
                <a:cubicBezTo>
                  <a:pt x="38560" y="37120"/>
                  <a:pt x="37231" y="33758"/>
                  <a:pt x="34572" y="31469"/>
                </a:cubicBezTo>
                <a:cubicBezTo>
                  <a:pt x="31913" y="29031"/>
                  <a:pt x="28182" y="27812"/>
                  <a:pt x="23380" y="27812"/>
                </a:cubicBezTo>
                <a:cubicBezTo>
                  <a:pt x="19244" y="27812"/>
                  <a:pt x="16104" y="28735"/>
                  <a:pt x="13961" y="30581"/>
                </a:cubicBezTo>
                <a:cubicBezTo>
                  <a:pt x="11597" y="32355"/>
                  <a:pt x="10120" y="35014"/>
                  <a:pt x="9529" y="38560"/>
                </a:cubicBezTo>
                <a:lnTo>
                  <a:pt x="4432" y="38560"/>
                </a:lnTo>
                <a:lnTo>
                  <a:pt x="4432" y="26926"/>
                </a:lnTo>
                <a:cubicBezTo>
                  <a:pt x="7756" y="25523"/>
                  <a:pt x="11117" y="24415"/>
                  <a:pt x="14516" y="23602"/>
                </a:cubicBezTo>
                <a:cubicBezTo>
                  <a:pt x="17544" y="22862"/>
                  <a:pt x="20721" y="22493"/>
                  <a:pt x="24045" y="22493"/>
                </a:cubicBezTo>
                <a:cubicBezTo>
                  <a:pt x="31949" y="22493"/>
                  <a:pt x="38044" y="24451"/>
                  <a:pt x="42329" y="28367"/>
                </a:cubicBezTo>
                <a:cubicBezTo>
                  <a:pt x="46466" y="32356"/>
                  <a:pt x="48534" y="38117"/>
                  <a:pt x="48534" y="45652"/>
                </a:cubicBezTo>
                <a:lnTo>
                  <a:pt x="48534" y="75792"/>
                </a:lnTo>
                <a:lnTo>
                  <a:pt x="57398" y="75792"/>
                </a:lnTo>
                <a:lnTo>
                  <a:pt x="57398" y="81554"/>
                </a:lnTo>
                <a:moveTo>
                  <a:pt x="38560" y="63493"/>
                </a:moveTo>
                <a:lnTo>
                  <a:pt x="38560" y="51304"/>
                </a:lnTo>
                <a:lnTo>
                  <a:pt x="25707" y="51304"/>
                </a:lnTo>
                <a:cubicBezTo>
                  <a:pt x="20832" y="51304"/>
                  <a:pt x="17138" y="52375"/>
                  <a:pt x="14627" y="54516"/>
                </a:cubicBezTo>
                <a:cubicBezTo>
                  <a:pt x="12262" y="56659"/>
                  <a:pt x="11080" y="59909"/>
                  <a:pt x="11080" y="64267"/>
                </a:cubicBezTo>
                <a:cubicBezTo>
                  <a:pt x="11080" y="68256"/>
                  <a:pt x="12299" y="71433"/>
                  <a:pt x="14737" y="73797"/>
                </a:cubicBezTo>
                <a:cubicBezTo>
                  <a:pt x="17248" y="76161"/>
                  <a:pt x="20573" y="77344"/>
                  <a:pt x="24709" y="77344"/>
                </a:cubicBezTo>
                <a:cubicBezTo>
                  <a:pt x="28773" y="77344"/>
                  <a:pt x="32134" y="76088"/>
                  <a:pt x="34793" y="73575"/>
                </a:cubicBezTo>
                <a:cubicBezTo>
                  <a:pt x="37305" y="70843"/>
                  <a:pt x="38560" y="67482"/>
                  <a:pt x="38560" y="63493"/>
                </a:cubicBezTo>
                <a:close/>
                <a:moveTo>
                  <a:pt x="113279" y="38339"/>
                </a:moveTo>
                <a:lnTo>
                  <a:pt x="107517" y="38339"/>
                </a:lnTo>
                <a:cubicBezTo>
                  <a:pt x="107444" y="35532"/>
                  <a:pt x="106668" y="33390"/>
                  <a:pt x="105190" y="31912"/>
                </a:cubicBezTo>
                <a:cubicBezTo>
                  <a:pt x="103787" y="30509"/>
                  <a:pt x="101719" y="29807"/>
                  <a:pt x="98985" y="29807"/>
                </a:cubicBezTo>
                <a:cubicBezTo>
                  <a:pt x="94036" y="29807"/>
                  <a:pt x="90305" y="31506"/>
                  <a:pt x="87794" y="34903"/>
                </a:cubicBezTo>
                <a:cubicBezTo>
                  <a:pt x="85135" y="38376"/>
                  <a:pt x="83805" y="43252"/>
                  <a:pt x="83805" y="49530"/>
                </a:cubicBezTo>
                <a:lnTo>
                  <a:pt x="83805" y="75792"/>
                </a:lnTo>
                <a:lnTo>
                  <a:pt x="95328" y="75792"/>
                </a:lnTo>
                <a:lnTo>
                  <a:pt x="95328" y="81554"/>
                </a:lnTo>
                <a:lnTo>
                  <a:pt x="64856" y="81554"/>
                </a:lnTo>
                <a:lnTo>
                  <a:pt x="64856" y="75792"/>
                </a:lnTo>
                <a:lnTo>
                  <a:pt x="73831" y="75792"/>
                </a:lnTo>
                <a:lnTo>
                  <a:pt x="73831" y="29695"/>
                </a:lnTo>
                <a:lnTo>
                  <a:pt x="64302" y="29695"/>
                </a:lnTo>
                <a:lnTo>
                  <a:pt x="64302" y="24045"/>
                </a:lnTo>
                <a:lnTo>
                  <a:pt x="83805" y="24045"/>
                </a:lnTo>
                <a:lnTo>
                  <a:pt x="83805" y="34239"/>
                </a:lnTo>
                <a:cubicBezTo>
                  <a:pt x="85726" y="30250"/>
                  <a:pt x="88237" y="27295"/>
                  <a:pt x="91339" y="25374"/>
                </a:cubicBezTo>
                <a:cubicBezTo>
                  <a:pt x="94368" y="23453"/>
                  <a:pt x="98099" y="22493"/>
                  <a:pt x="102531" y="22493"/>
                </a:cubicBezTo>
                <a:cubicBezTo>
                  <a:pt x="104156" y="22493"/>
                  <a:pt x="105855" y="22604"/>
                  <a:pt x="107628" y="22826"/>
                </a:cubicBezTo>
                <a:lnTo>
                  <a:pt x="113279" y="23933"/>
                </a:lnTo>
                <a:lnTo>
                  <a:pt x="113279" y="38339"/>
                </a:lnTo>
                <a:close/>
                <a:moveTo>
                  <a:pt x="161355" y="55626"/>
                </a:moveTo>
                <a:lnTo>
                  <a:pt x="161355" y="49973"/>
                </a:lnTo>
                <a:cubicBezTo>
                  <a:pt x="161355" y="43177"/>
                  <a:pt x="160026" y="37896"/>
                  <a:pt x="157367" y="34129"/>
                </a:cubicBezTo>
                <a:cubicBezTo>
                  <a:pt x="154633" y="30508"/>
                  <a:pt x="150792" y="28698"/>
                  <a:pt x="145842" y="28698"/>
                </a:cubicBezTo>
                <a:cubicBezTo>
                  <a:pt x="140745" y="28698"/>
                  <a:pt x="136867" y="30730"/>
                  <a:pt x="134208" y="34793"/>
                </a:cubicBezTo>
                <a:cubicBezTo>
                  <a:pt x="131622" y="38856"/>
                  <a:pt x="130329" y="44839"/>
                  <a:pt x="130329" y="52744"/>
                </a:cubicBezTo>
                <a:cubicBezTo>
                  <a:pt x="130329" y="60574"/>
                  <a:pt x="131622" y="66557"/>
                  <a:pt x="134208" y="70694"/>
                </a:cubicBezTo>
                <a:cubicBezTo>
                  <a:pt x="136794" y="74831"/>
                  <a:pt x="140672" y="76899"/>
                  <a:pt x="145842" y="76899"/>
                </a:cubicBezTo>
                <a:cubicBezTo>
                  <a:pt x="150866" y="76899"/>
                  <a:pt x="154708" y="75089"/>
                  <a:pt x="157367" y="71470"/>
                </a:cubicBezTo>
                <a:cubicBezTo>
                  <a:pt x="160026" y="67851"/>
                  <a:pt x="161355" y="62569"/>
                  <a:pt x="161355" y="55626"/>
                </a:cubicBezTo>
                <a:moveTo>
                  <a:pt x="180857" y="29807"/>
                </a:moveTo>
                <a:lnTo>
                  <a:pt x="171328" y="29807"/>
                </a:lnTo>
                <a:lnTo>
                  <a:pt x="171328" y="80335"/>
                </a:lnTo>
                <a:cubicBezTo>
                  <a:pt x="171328" y="88461"/>
                  <a:pt x="169075" y="94851"/>
                  <a:pt x="164570" y="99505"/>
                </a:cubicBezTo>
                <a:cubicBezTo>
                  <a:pt x="159915" y="103937"/>
                  <a:pt x="153414" y="106153"/>
                  <a:pt x="145066" y="106153"/>
                </a:cubicBezTo>
                <a:cubicBezTo>
                  <a:pt x="141225" y="106153"/>
                  <a:pt x="137605" y="105821"/>
                  <a:pt x="134208" y="105156"/>
                </a:cubicBezTo>
                <a:cubicBezTo>
                  <a:pt x="130662" y="104491"/>
                  <a:pt x="127338" y="103457"/>
                  <a:pt x="124236" y="102053"/>
                </a:cubicBezTo>
                <a:lnTo>
                  <a:pt x="124236" y="89976"/>
                </a:lnTo>
                <a:lnTo>
                  <a:pt x="129443" y="89976"/>
                </a:lnTo>
                <a:cubicBezTo>
                  <a:pt x="130108" y="93743"/>
                  <a:pt x="131623" y="96476"/>
                  <a:pt x="133986" y="98174"/>
                </a:cubicBezTo>
                <a:cubicBezTo>
                  <a:pt x="136423" y="99948"/>
                  <a:pt x="139895" y="100834"/>
                  <a:pt x="144402" y="100834"/>
                </a:cubicBezTo>
                <a:cubicBezTo>
                  <a:pt x="150164" y="100834"/>
                  <a:pt x="154448" y="99172"/>
                  <a:pt x="157255" y="95848"/>
                </a:cubicBezTo>
                <a:cubicBezTo>
                  <a:pt x="159989" y="92598"/>
                  <a:pt x="161355" y="87427"/>
                  <a:pt x="161355" y="80335"/>
                </a:cubicBezTo>
                <a:lnTo>
                  <a:pt x="161355" y="72579"/>
                </a:lnTo>
                <a:cubicBezTo>
                  <a:pt x="159509" y="76199"/>
                  <a:pt x="157034" y="78858"/>
                  <a:pt x="153931" y="80556"/>
                </a:cubicBezTo>
                <a:cubicBezTo>
                  <a:pt x="150902" y="82256"/>
                  <a:pt x="147172" y="83106"/>
                  <a:pt x="142740" y="83106"/>
                </a:cubicBezTo>
                <a:cubicBezTo>
                  <a:pt x="135648" y="83106"/>
                  <a:pt x="129850" y="80299"/>
                  <a:pt x="125343" y="74684"/>
                </a:cubicBezTo>
                <a:cubicBezTo>
                  <a:pt x="120911" y="69070"/>
                  <a:pt x="118695" y="61756"/>
                  <a:pt x="118695" y="52744"/>
                </a:cubicBezTo>
                <a:cubicBezTo>
                  <a:pt x="118695" y="43731"/>
                  <a:pt x="120911" y="36418"/>
                  <a:pt x="125343" y="30805"/>
                </a:cubicBezTo>
                <a:cubicBezTo>
                  <a:pt x="129923" y="25263"/>
                  <a:pt x="135722" y="22493"/>
                  <a:pt x="142740" y="22493"/>
                </a:cubicBezTo>
                <a:cubicBezTo>
                  <a:pt x="147172" y="22493"/>
                  <a:pt x="150902" y="23343"/>
                  <a:pt x="153931" y="25042"/>
                </a:cubicBezTo>
                <a:cubicBezTo>
                  <a:pt x="157034" y="26741"/>
                  <a:pt x="159509" y="29400"/>
                  <a:pt x="161355" y="33020"/>
                </a:cubicBezTo>
                <a:lnTo>
                  <a:pt x="161355" y="24045"/>
                </a:lnTo>
                <a:lnTo>
                  <a:pt x="180857" y="24045"/>
                </a:lnTo>
                <a:lnTo>
                  <a:pt x="180857" y="29807"/>
                </a:lnTo>
                <a:close/>
                <a:moveTo>
                  <a:pt x="320891" y="81554"/>
                </a:moveTo>
                <a:lnTo>
                  <a:pt x="293299" y="81554"/>
                </a:lnTo>
                <a:lnTo>
                  <a:pt x="293299" y="75792"/>
                </a:lnTo>
                <a:lnTo>
                  <a:pt x="301942" y="75792"/>
                </a:lnTo>
                <a:lnTo>
                  <a:pt x="301942" y="46095"/>
                </a:lnTo>
                <a:cubicBezTo>
                  <a:pt x="301942" y="40186"/>
                  <a:pt x="301055" y="35975"/>
                  <a:pt x="299282" y="33463"/>
                </a:cubicBezTo>
                <a:cubicBezTo>
                  <a:pt x="297657" y="31026"/>
                  <a:pt x="294813" y="29807"/>
                  <a:pt x="290751" y="29807"/>
                </a:cubicBezTo>
                <a:cubicBezTo>
                  <a:pt x="286244" y="29807"/>
                  <a:pt x="282883" y="31469"/>
                  <a:pt x="280667" y="34793"/>
                </a:cubicBezTo>
                <a:cubicBezTo>
                  <a:pt x="278303" y="38117"/>
                  <a:pt x="277121" y="43030"/>
                  <a:pt x="277121" y="49530"/>
                </a:cubicBezTo>
                <a:lnTo>
                  <a:pt x="277121" y="75792"/>
                </a:lnTo>
                <a:lnTo>
                  <a:pt x="285764" y="75792"/>
                </a:lnTo>
                <a:lnTo>
                  <a:pt x="285764" y="81554"/>
                </a:lnTo>
                <a:lnTo>
                  <a:pt x="258505" y="81554"/>
                </a:lnTo>
                <a:lnTo>
                  <a:pt x="258505" y="75792"/>
                </a:lnTo>
                <a:lnTo>
                  <a:pt x="267149" y="75792"/>
                </a:lnTo>
                <a:lnTo>
                  <a:pt x="267149" y="45763"/>
                </a:lnTo>
                <a:cubicBezTo>
                  <a:pt x="267149" y="40001"/>
                  <a:pt x="266262" y="35901"/>
                  <a:pt x="264489" y="33463"/>
                </a:cubicBezTo>
                <a:cubicBezTo>
                  <a:pt x="262790" y="31026"/>
                  <a:pt x="259947" y="29807"/>
                  <a:pt x="255957" y="29807"/>
                </a:cubicBezTo>
                <a:cubicBezTo>
                  <a:pt x="251451" y="29807"/>
                  <a:pt x="248090" y="31469"/>
                  <a:pt x="245873" y="34793"/>
                </a:cubicBezTo>
                <a:cubicBezTo>
                  <a:pt x="243510" y="38117"/>
                  <a:pt x="242328" y="43030"/>
                  <a:pt x="242328" y="49530"/>
                </a:cubicBezTo>
                <a:lnTo>
                  <a:pt x="242328" y="75792"/>
                </a:lnTo>
                <a:lnTo>
                  <a:pt x="250970" y="75792"/>
                </a:lnTo>
                <a:lnTo>
                  <a:pt x="250970" y="81554"/>
                </a:lnTo>
                <a:lnTo>
                  <a:pt x="223379" y="81554"/>
                </a:lnTo>
                <a:lnTo>
                  <a:pt x="223379" y="75792"/>
                </a:lnTo>
                <a:lnTo>
                  <a:pt x="232354" y="75792"/>
                </a:lnTo>
                <a:lnTo>
                  <a:pt x="232354" y="29695"/>
                </a:lnTo>
                <a:lnTo>
                  <a:pt x="222825" y="29695"/>
                </a:lnTo>
                <a:lnTo>
                  <a:pt x="222825" y="24045"/>
                </a:lnTo>
                <a:lnTo>
                  <a:pt x="242328" y="24045"/>
                </a:lnTo>
                <a:lnTo>
                  <a:pt x="242328" y="34239"/>
                </a:lnTo>
                <a:cubicBezTo>
                  <a:pt x="244174" y="30397"/>
                  <a:pt x="246538" y="27479"/>
                  <a:pt x="249419" y="25485"/>
                </a:cubicBezTo>
                <a:cubicBezTo>
                  <a:pt x="252226" y="23490"/>
                  <a:pt x="255439" y="22493"/>
                  <a:pt x="259060" y="22493"/>
                </a:cubicBezTo>
                <a:cubicBezTo>
                  <a:pt x="263565" y="22493"/>
                  <a:pt x="267296" y="23601"/>
                  <a:pt x="270251" y="25817"/>
                </a:cubicBezTo>
                <a:cubicBezTo>
                  <a:pt x="273280" y="28033"/>
                  <a:pt x="275275" y="31173"/>
                  <a:pt x="276235" y="35236"/>
                </a:cubicBezTo>
                <a:cubicBezTo>
                  <a:pt x="278081" y="31099"/>
                  <a:pt x="280519" y="27923"/>
                  <a:pt x="283548" y="25707"/>
                </a:cubicBezTo>
                <a:cubicBezTo>
                  <a:pt x="286724" y="23564"/>
                  <a:pt x="290196" y="22493"/>
                  <a:pt x="293963" y="22493"/>
                </a:cubicBezTo>
                <a:cubicBezTo>
                  <a:pt x="300021" y="22493"/>
                  <a:pt x="304527" y="24377"/>
                  <a:pt x="307483" y="28145"/>
                </a:cubicBezTo>
                <a:cubicBezTo>
                  <a:pt x="310437" y="31764"/>
                  <a:pt x="311914" y="37378"/>
                  <a:pt x="311914" y="44987"/>
                </a:cubicBezTo>
                <a:lnTo>
                  <a:pt x="311914" y="75792"/>
                </a:lnTo>
                <a:lnTo>
                  <a:pt x="320891" y="75792"/>
                </a:lnTo>
                <a:lnTo>
                  <a:pt x="320891" y="81554"/>
                </a:lnTo>
                <a:close/>
                <a:moveTo>
                  <a:pt x="356244" y="81554"/>
                </a:moveTo>
                <a:lnTo>
                  <a:pt x="327323" y="81554"/>
                </a:lnTo>
                <a:lnTo>
                  <a:pt x="327323" y="75792"/>
                </a:lnTo>
                <a:lnTo>
                  <a:pt x="336853" y="75792"/>
                </a:lnTo>
                <a:lnTo>
                  <a:pt x="336853" y="29807"/>
                </a:lnTo>
                <a:lnTo>
                  <a:pt x="327323" y="29807"/>
                </a:lnTo>
                <a:lnTo>
                  <a:pt x="327323" y="24045"/>
                </a:lnTo>
                <a:lnTo>
                  <a:pt x="346827" y="24045"/>
                </a:lnTo>
                <a:lnTo>
                  <a:pt x="346827" y="75792"/>
                </a:lnTo>
                <a:lnTo>
                  <a:pt x="356244" y="75792"/>
                </a:lnTo>
                <a:lnTo>
                  <a:pt x="356244" y="81554"/>
                </a:lnTo>
                <a:moveTo>
                  <a:pt x="346382" y="6205"/>
                </a:moveTo>
                <a:cubicBezTo>
                  <a:pt x="346382" y="7904"/>
                  <a:pt x="345791" y="9344"/>
                  <a:pt x="344608" y="10527"/>
                </a:cubicBezTo>
                <a:cubicBezTo>
                  <a:pt x="343427" y="11708"/>
                  <a:pt x="341987" y="12299"/>
                  <a:pt x="340288" y="12299"/>
                </a:cubicBezTo>
                <a:cubicBezTo>
                  <a:pt x="338515" y="12299"/>
                  <a:pt x="337075" y="11708"/>
                  <a:pt x="335967" y="10525"/>
                </a:cubicBezTo>
                <a:cubicBezTo>
                  <a:pt x="334711" y="9344"/>
                  <a:pt x="334083" y="7904"/>
                  <a:pt x="334083" y="6205"/>
                </a:cubicBezTo>
                <a:cubicBezTo>
                  <a:pt x="334083" y="4505"/>
                  <a:pt x="334711" y="3065"/>
                  <a:pt x="335967" y="1884"/>
                </a:cubicBezTo>
                <a:cubicBezTo>
                  <a:pt x="337075" y="628"/>
                  <a:pt x="338515" y="0"/>
                  <a:pt x="340288" y="0"/>
                </a:cubicBezTo>
                <a:cubicBezTo>
                  <a:pt x="341839" y="0"/>
                  <a:pt x="343280" y="591"/>
                  <a:pt x="344610" y="1772"/>
                </a:cubicBezTo>
                <a:cubicBezTo>
                  <a:pt x="345791" y="3175"/>
                  <a:pt x="346382" y="4653"/>
                  <a:pt x="346382" y="6205"/>
                </a:cubicBezTo>
                <a:close/>
                <a:moveTo>
                  <a:pt x="426688" y="81554"/>
                </a:moveTo>
                <a:lnTo>
                  <a:pt x="399207" y="81554"/>
                </a:lnTo>
                <a:lnTo>
                  <a:pt x="399207" y="75792"/>
                </a:lnTo>
                <a:lnTo>
                  <a:pt x="407851" y="75792"/>
                </a:lnTo>
                <a:lnTo>
                  <a:pt x="407851" y="48090"/>
                </a:lnTo>
                <a:cubicBezTo>
                  <a:pt x="407851" y="40998"/>
                  <a:pt x="406964" y="36197"/>
                  <a:pt x="405191" y="33684"/>
                </a:cubicBezTo>
                <a:cubicBezTo>
                  <a:pt x="403493" y="31025"/>
                  <a:pt x="400464" y="29695"/>
                  <a:pt x="396105" y="29695"/>
                </a:cubicBezTo>
                <a:cubicBezTo>
                  <a:pt x="391525" y="29695"/>
                  <a:pt x="388016" y="31395"/>
                  <a:pt x="385578" y="34793"/>
                </a:cubicBezTo>
                <a:cubicBezTo>
                  <a:pt x="383141" y="38191"/>
                  <a:pt x="381922" y="43103"/>
                  <a:pt x="381922" y="49530"/>
                </a:cubicBezTo>
                <a:lnTo>
                  <a:pt x="381922" y="75792"/>
                </a:lnTo>
                <a:lnTo>
                  <a:pt x="390564" y="75792"/>
                </a:lnTo>
                <a:lnTo>
                  <a:pt x="390564" y="81554"/>
                </a:lnTo>
                <a:lnTo>
                  <a:pt x="362974" y="81554"/>
                </a:lnTo>
                <a:lnTo>
                  <a:pt x="362974" y="75792"/>
                </a:lnTo>
                <a:lnTo>
                  <a:pt x="371948" y="75792"/>
                </a:lnTo>
                <a:lnTo>
                  <a:pt x="371948" y="29807"/>
                </a:lnTo>
                <a:lnTo>
                  <a:pt x="362419" y="29807"/>
                </a:lnTo>
                <a:lnTo>
                  <a:pt x="362419" y="24045"/>
                </a:lnTo>
                <a:lnTo>
                  <a:pt x="381922" y="24045"/>
                </a:lnTo>
                <a:lnTo>
                  <a:pt x="381922" y="34239"/>
                </a:lnTo>
                <a:cubicBezTo>
                  <a:pt x="383843" y="30250"/>
                  <a:pt x="386207" y="27332"/>
                  <a:pt x="389014" y="25485"/>
                </a:cubicBezTo>
                <a:cubicBezTo>
                  <a:pt x="391968" y="23490"/>
                  <a:pt x="395403" y="22493"/>
                  <a:pt x="399319" y="22493"/>
                </a:cubicBezTo>
                <a:cubicBezTo>
                  <a:pt x="405745" y="22493"/>
                  <a:pt x="410436" y="24303"/>
                  <a:pt x="413392" y="27924"/>
                </a:cubicBezTo>
                <a:cubicBezTo>
                  <a:pt x="416346" y="31691"/>
                  <a:pt x="417823" y="37378"/>
                  <a:pt x="417823" y="44987"/>
                </a:cubicBezTo>
                <a:lnTo>
                  <a:pt x="417823" y="75792"/>
                </a:lnTo>
                <a:lnTo>
                  <a:pt x="426688" y="75792"/>
                </a:lnTo>
                <a:lnTo>
                  <a:pt x="426688" y="81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Text �,�,�">
            <a:extLst xmlns:a="http://schemas.openxmlformats.org/drawingml/2006/main">
              <a:ext uri="{FF2B5EF4-FFF2-40B4-BE49-F238E27FC236}">
                <a16:creationId xmlns:a16="http://schemas.microsoft.com/office/drawing/2014/main" id="{CE20D0F5-C459-4243-9AF5-1E3A7473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47" y="6175953"/>
            <a:ext cx="191121" cy="70311"/>
          </a:xfrm>
          <a:custGeom xmlns:a="http://schemas.openxmlformats.org/drawingml/2006/main">
            <a:pathLst>
              <a:path w="191121" h="70311">
                <a:moveTo>
                  <a:pt x="48889" y="18912"/>
                </a:moveTo>
                <a:lnTo>
                  <a:pt x="31468" y="38059"/>
                </a:lnTo>
                <a:lnTo>
                  <a:pt x="40257" y="55008"/>
                </a:lnTo>
                <a:lnTo>
                  <a:pt x="45671" y="55008"/>
                </a:lnTo>
                <a:lnTo>
                  <a:pt x="44808" y="59639"/>
                </a:lnTo>
                <a:lnTo>
                  <a:pt x="27387" y="59639"/>
                </a:lnTo>
                <a:lnTo>
                  <a:pt x="19461" y="44258"/>
                </a:lnTo>
                <a:lnTo>
                  <a:pt x="5415" y="59639"/>
                </a:lnTo>
                <a:lnTo>
                  <a:pt x="0" y="59639"/>
                </a:lnTo>
                <a:lnTo>
                  <a:pt x="17971" y="39785"/>
                </a:lnTo>
                <a:lnTo>
                  <a:pt x="9416" y="23541"/>
                </a:lnTo>
                <a:lnTo>
                  <a:pt x="4865" y="23541"/>
                </a:lnTo>
                <a:lnTo>
                  <a:pt x="5728" y="18912"/>
                </a:lnTo>
                <a:lnTo>
                  <a:pt x="22365" y="18912"/>
                </a:lnTo>
                <a:lnTo>
                  <a:pt x="30055" y="33665"/>
                </a:lnTo>
                <a:lnTo>
                  <a:pt x="43395" y="18912"/>
                </a:lnTo>
                <a:lnTo>
                  <a:pt x="48889" y="18912"/>
                </a:lnTo>
                <a:close/>
                <a:moveTo>
                  <a:pt x="72975" y="50929"/>
                </a:moveTo>
                <a:cubicBezTo>
                  <a:pt x="72714" y="55271"/>
                  <a:pt x="71694" y="59011"/>
                  <a:pt x="69915" y="62150"/>
                </a:cubicBezTo>
                <a:cubicBezTo>
                  <a:pt x="68031" y="65289"/>
                  <a:pt x="65232" y="68009"/>
                  <a:pt x="61518" y="70311"/>
                </a:cubicBezTo>
                <a:lnTo>
                  <a:pt x="58457" y="67251"/>
                </a:lnTo>
                <a:cubicBezTo>
                  <a:pt x="60811" y="65472"/>
                  <a:pt x="62590" y="63406"/>
                  <a:pt x="63794" y="61052"/>
                </a:cubicBezTo>
                <a:cubicBezTo>
                  <a:pt x="64893" y="58645"/>
                  <a:pt x="65442" y="55741"/>
                  <a:pt x="65442" y="52341"/>
                </a:cubicBezTo>
                <a:lnTo>
                  <a:pt x="65442" y="50929"/>
                </a:lnTo>
                <a:lnTo>
                  <a:pt x="72975" y="50929"/>
                </a:lnTo>
                <a:close/>
                <a:moveTo>
                  <a:pt x="111943" y="0"/>
                </a:moveTo>
                <a:lnTo>
                  <a:pt x="101193" y="55008"/>
                </a:lnTo>
                <a:lnTo>
                  <a:pt x="107078" y="55008"/>
                </a:lnTo>
                <a:lnTo>
                  <a:pt x="106136" y="59639"/>
                </a:lnTo>
                <a:lnTo>
                  <a:pt x="86754" y="59639"/>
                </a:lnTo>
                <a:lnTo>
                  <a:pt x="97426" y="4629"/>
                </a:lnTo>
                <a:lnTo>
                  <a:pt x="91698" y="4629"/>
                </a:lnTo>
                <a:lnTo>
                  <a:pt x="92561" y="0"/>
                </a:lnTo>
                <a:lnTo>
                  <a:pt x="111943" y="0"/>
                </a:lnTo>
                <a:close/>
                <a:moveTo>
                  <a:pt x="135674" y="50929"/>
                </a:moveTo>
                <a:cubicBezTo>
                  <a:pt x="135413" y="55271"/>
                  <a:pt x="134393" y="59011"/>
                  <a:pt x="132614" y="62150"/>
                </a:cubicBezTo>
                <a:cubicBezTo>
                  <a:pt x="130731" y="65289"/>
                  <a:pt x="127931" y="68009"/>
                  <a:pt x="124217" y="70311"/>
                </a:cubicBezTo>
                <a:lnTo>
                  <a:pt x="121157" y="67251"/>
                </a:lnTo>
                <a:cubicBezTo>
                  <a:pt x="123511" y="65472"/>
                  <a:pt x="125290" y="63406"/>
                  <a:pt x="126493" y="61052"/>
                </a:cubicBezTo>
                <a:cubicBezTo>
                  <a:pt x="127592" y="58645"/>
                  <a:pt x="128141" y="55741"/>
                  <a:pt x="128141" y="52341"/>
                </a:cubicBezTo>
                <a:lnTo>
                  <a:pt x="128141" y="50929"/>
                </a:lnTo>
                <a:lnTo>
                  <a:pt x="135674" y="50929"/>
                </a:lnTo>
                <a:close/>
                <a:moveTo>
                  <a:pt x="191121" y="18441"/>
                </a:moveTo>
                <a:lnTo>
                  <a:pt x="188767" y="30604"/>
                </a:lnTo>
                <a:lnTo>
                  <a:pt x="184452" y="30604"/>
                </a:lnTo>
                <a:cubicBezTo>
                  <a:pt x="184504" y="30238"/>
                  <a:pt x="184530" y="29741"/>
                  <a:pt x="184530" y="29112"/>
                </a:cubicBezTo>
                <a:cubicBezTo>
                  <a:pt x="184530" y="27753"/>
                  <a:pt x="184242" y="26628"/>
                  <a:pt x="183667" y="25738"/>
                </a:cubicBezTo>
                <a:cubicBezTo>
                  <a:pt x="182777" y="24692"/>
                  <a:pt x="181391" y="24169"/>
                  <a:pt x="179508" y="24169"/>
                </a:cubicBezTo>
                <a:cubicBezTo>
                  <a:pt x="176526" y="24169"/>
                  <a:pt x="173937" y="25477"/>
                  <a:pt x="171739" y="28093"/>
                </a:cubicBezTo>
                <a:cubicBezTo>
                  <a:pt x="169542" y="30708"/>
                  <a:pt x="167973" y="34318"/>
                  <a:pt x="167031" y="38921"/>
                </a:cubicBezTo>
                <a:lnTo>
                  <a:pt x="163029" y="59639"/>
                </a:lnTo>
                <a:lnTo>
                  <a:pt x="149453" y="59639"/>
                </a:lnTo>
                <a:lnTo>
                  <a:pt x="156437" y="23541"/>
                </a:lnTo>
                <a:lnTo>
                  <a:pt x="150237" y="23541"/>
                </a:lnTo>
                <a:lnTo>
                  <a:pt x="151180" y="18912"/>
                </a:lnTo>
                <a:lnTo>
                  <a:pt x="170955" y="18912"/>
                </a:lnTo>
                <a:lnTo>
                  <a:pt x="169542" y="26131"/>
                </a:lnTo>
                <a:cubicBezTo>
                  <a:pt x="171425" y="23306"/>
                  <a:pt x="173596" y="21213"/>
                  <a:pt x="176054" y="19853"/>
                </a:cubicBezTo>
                <a:cubicBezTo>
                  <a:pt x="178514" y="18493"/>
                  <a:pt x="181313" y="17812"/>
                  <a:pt x="184452" y="17812"/>
                </a:cubicBezTo>
                <a:cubicBezTo>
                  <a:pt x="184870" y="17812"/>
                  <a:pt x="185812" y="17865"/>
                  <a:pt x="187276" y="17969"/>
                </a:cubicBezTo>
                <a:cubicBezTo>
                  <a:pt x="188323" y="18022"/>
                  <a:pt x="189605" y="18179"/>
                  <a:pt x="191121" y="18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Text �=�">
            <a:extLst xmlns:a="http://schemas.openxmlformats.org/drawingml/2006/main">
              <a:ext uri="{FF2B5EF4-FFF2-40B4-BE49-F238E27FC236}">
                <a16:creationId xmlns:a16="http://schemas.microsoft.com/office/drawing/2014/main" id="{8707F409-B3EC-4EEF-913A-A318FC32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93" y="6054311"/>
            <a:ext cx="448363" cy="167543"/>
          </a:xfrm>
          <a:custGeom xmlns:a="http://schemas.openxmlformats.org/drawingml/2006/main">
            <a:pathLst>
              <a:path w="448363" h="167543">
                <a:moveTo>
                  <a:pt x="68812" y="94076"/>
                </a:moveTo>
                <a:lnTo>
                  <a:pt x="64822" y="114244"/>
                </a:lnTo>
                <a:lnTo>
                  <a:pt x="0" y="114244"/>
                </a:lnTo>
                <a:lnTo>
                  <a:pt x="1107" y="108482"/>
                </a:lnTo>
                <a:lnTo>
                  <a:pt x="11413" y="108482"/>
                </a:lnTo>
                <a:lnTo>
                  <a:pt x="24931" y="39227"/>
                </a:lnTo>
                <a:lnTo>
                  <a:pt x="14627" y="39227"/>
                </a:lnTo>
                <a:lnTo>
                  <a:pt x="15735" y="33464"/>
                </a:lnTo>
                <a:lnTo>
                  <a:pt x="47315" y="33464"/>
                </a:lnTo>
                <a:lnTo>
                  <a:pt x="46206" y="39227"/>
                </a:lnTo>
                <a:lnTo>
                  <a:pt x="35902" y="39227"/>
                </a:lnTo>
                <a:lnTo>
                  <a:pt x="22604" y="107596"/>
                </a:lnTo>
                <a:lnTo>
                  <a:pt x="59504" y="107596"/>
                </a:lnTo>
                <a:lnTo>
                  <a:pt x="62164" y="94076"/>
                </a:lnTo>
                <a:lnTo>
                  <a:pt x="68812" y="94076"/>
                </a:lnTo>
                <a:close/>
                <a:moveTo>
                  <a:pt x="186704" y="77122"/>
                </a:moveTo>
                <a:lnTo>
                  <a:pt x="117117" y="77122"/>
                </a:lnTo>
                <a:lnTo>
                  <a:pt x="117117" y="68259"/>
                </a:lnTo>
                <a:lnTo>
                  <a:pt x="186704" y="68259"/>
                </a:lnTo>
                <a:lnTo>
                  <a:pt x="186704" y="77122"/>
                </a:lnTo>
                <a:moveTo>
                  <a:pt x="186704" y="99285"/>
                </a:moveTo>
                <a:lnTo>
                  <a:pt x="117117" y="99285"/>
                </a:lnTo>
                <a:lnTo>
                  <a:pt x="117117" y="90420"/>
                </a:lnTo>
                <a:lnTo>
                  <a:pt x="186704" y="90420"/>
                </a:lnTo>
                <a:lnTo>
                  <a:pt x="186704" y="99285"/>
                </a:lnTo>
                <a:close/>
                <a:moveTo>
                  <a:pt x="448363" y="135852"/>
                </a:moveTo>
                <a:lnTo>
                  <a:pt x="438722" y="167543"/>
                </a:lnTo>
                <a:lnTo>
                  <a:pt x="327692" y="167543"/>
                </a:lnTo>
                <a:lnTo>
                  <a:pt x="327692" y="164772"/>
                </a:lnTo>
                <a:lnTo>
                  <a:pt x="391850" y="84325"/>
                </a:lnTo>
                <a:lnTo>
                  <a:pt x="327692" y="3547"/>
                </a:lnTo>
                <a:lnTo>
                  <a:pt x="327692" y="0"/>
                </a:lnTo>
                <a:lnTo>
                  <a:pt x="431409" y="0"/>
                </a:lnTo>
                <a:lnTo>
                  <a:pt x="438722" y="24047"/>
                </a:lnTo>
                <a:lnTo>
                  <a:pt x="433624" y="24047"/>
                </a:lnTo>
                <a:lnTo>
                  <a:pt x="428971" y="11193"/>
                </a:lnTo>
                <a:cubicBezTo>
                  <a:pt x="428676" y="9863"/>
                  <a:pt x="427715" y="8792"/>
                  <a:pt x="426090" y="7979"/>
                </a:cubicBezTo>
                <a:cubicBezTo>
                  <a:pt x="424834" y="7388"/>
                  <a:pt x="422655" y="7093"/>
                  <a:pt x="419552" y="7093"/>
                </a:cubicBezTo>
                <a:lnTo>
                  <a:pt x="348968" y="7093"/>
                </a:lnTo>
                <a:lnTo>
                  <a:pt x="402820" y="74796"/>
                </a:lnTo>
                <a:lnTo>
                  <a:pt x="402820" y="81777"/>
                </a:lnTo>
                <a:lnTo>
                  <a:pt x="346087" y="152916"/>
                </a:lnTo>
                <a:lnTo>
                  <a:pt x="431298" y="152916"/>
                </a:lnTo>
                <a:cubicBezTo>
                  <a:pt x="434104" y="152916"/>
                  <a:pt x="435914" y="152657"/>
                  <a:pt x="436727" y="152140"/>
                </a:cubicBezTo>
                <a:cubicBezTo>
                  <a:pt x="437762" y="151254"/>
                  <a:pt x="438463" y="150146"/>
                  <a:pt x="438832" y="148816"/>
                </a:cubicBezTo>
                <a:lnTo>
                  <a:pt x="443265" y="135852"/>
                </a:lnTo>
                <a:lnTo>
                  <a:pt x="448363" y="135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Text (�,�)∈�">
            <a:extLst xmlns:a="http://schemas.openxmlformats.org/drawingml/2006/main">
              <a:ext uri="{FF2B5EF4-FFF2-40B4-BE49-F238E27FC236}">
                <a16:creationId xmlns:a16="http://schemas.microsoft.com/office/drawing/2014/main" id="{C1ACA286-13A7-4CE4-8B16-E28F7E12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93" y="6237381"/>
            <a:ext cx="283177" cy="75281"/>
          </a:xfrm>
          <a:custGeom xmlns:a="http://schemas.openxmlformats.org/drawingml/2006/main">
            <a:pathLst>
              <a:path w="283177" h="75281">
                <a:moveTo>
                  <a:pt x="19697" y="71566"/>
                </a:moveTo>
                <a:cubicBezTo>
                  <a:pt x="12687" y="68061"/>
                  <a:pt x="7900" y="63876"/>
                  <a:pt x="5337" y="59011"/>
                </a:cubicBezTo>
                <a:cubicBezTo>
                  <a:pt x="1779" y="52106"/>
                  <a:pt x="0" y="45409"/>
                  <a:pt x="0" y="38921"/>
                </a:cubicBezTo>
                <a:lnTo>
                  <a:pt x="0" y="33429"/>
                </a:lnTo>
                <a:cubicBezTo>
                  <a:pt x="0" y="26941"/>
                  <a:pt x="1779" y="20245"/>
                  <a:pt x="5337" y="13340"/>
                </a:cubicBezTo>
                <a:cubicBezTo>
                  <a:pt x="7900" y="8475"/>
                  <a:pt x="12687" y="4289"/>
                  <a:pt x="19697" y="784"/>
                </a:cubicBezTo>
                <a:lnTo>
                  <a:pt x="19697" y="5336"/>
                </a:lnTo>
                <a:cubicBezTo>
                  <a:pt x="16139" y="7114"/>
                  <a:pt x="12974" y="10619"/>
                  <a:pt x="10202" y="15851"/>
                </a:cubicBezTo>
                <a:cubicBezTo>
                  <a:pt x="9103" y="17996"/>
                  <a:pt x="8397" y="20402"/>
                  <a:pt x="8082" y="23070"/>
                </a:cubicBezTo>
                <a:cubicBezTo>
                  <a:pt x="7769" y="25738"/>
                  <a:pt x="7612" y="29191"/>
                  <a:pt x="7612" y="33429"/>
                </a:cubicBezTo>
                <a:lnTo>
                  <a:pt x="7612" y="38921"/>
                </a:lnTo>
                <a:cubicBezTo>
                  <a:pt x="7612" y="43159"/>
                  <a:pt x="7769" y="46612"/>
                  <a:pt x="8082" y="49280"/>
                </a:cubicBezTo>
                <a:cubicBezTo>
                  <a:pt x="8397" y="51948"/>
                  <a:pt x="9103" y="54354"/>
                  <a:pt x="10202" y="56499"/>
                </a:cubicBezTo>
                <a:cubicBezTo>
                  <a:pt x="12974" y="61731"/>
                  <a:pt x="16139" y="65236"/>
                  <a:pt x="19697" y="67015"/>
                </a:cubicBezTo>
                <a:lnTo>
                  <a:pt x="19697" y="71566"/>
                </a:lnTo>
                <a:close/>
                <a:moveTo>
                  <a:pt x="47565" y="3531"/>
                </a:moveTo>
                <a:cubicBezTo>
                  <a:pt x="47565" y="3897"/>
                  <a:pt x="47539" y="4185"/>
                  <a:pt x="47487" y="4394"/>
                </a:cubicBezTo>
                <a:cubicBezTo>
                  <a:pt x="47226" y="5649"/>
                  <a:pt x="46624" y="6669"/>
                  <a:pt x="45682" y="7454"/>
                </a:cubicBezTo>
                <a:cubicBezTo>
                  <a:pt x="44636" y="8291"/>
                  <a:pt x="43511" y="8710"/>
                  <a:pt x="42308" y="8710"/>
                </a:cubicBezTo>
                <a:cubicBezTo>
                  <a:pt x="41105" y="8710"/>
                  <a:pt x="40163" y="8291"/>
                  <a:pt x="39483" y="7454"/>
                </a:cubicBezTo>
                <a:cubicBezTo>
                  <a:pt x="38960" y="6879"/>
                  <a:pt x="38699" y="6147"/>
                  <a:pt x="38699" y="5257"/>
                </a:cubicBezTo>
                <a:cubicBezTo>
                  <a:pt x="38699" y="4891"/>
                  <a:pt x="38725" y="4604"/>
                  <a:pt x="38776" y="4394"/>
                </a:cubicBezTo>
                <a:cubicBezTo>
                  <a:pt x="39038" y="3139"/>
                  <a:pt x="39666" y="2119"/>
                  <a:pt x="40660" y="1334"/>
                </a:cubicBezTo>
                <a:cubicBezTo>
                  <a:pt x="41654" y="445"/>
                  <a:pt x="42753" y="0"/>
                  <a:pt x="43956" y="0"/>
                </a:cubicBezTo>
                <a:cubicBezTo>
                  <a:pt x="45107" y="0"/>
                  <a:pt x="46048" y="445"/>
                  <a:pt x="46781" y="1334"/>
                </a:cubicBezTo>
                <a:cubicBezTo>
                  <a:pt x="47304" y="1909"/>
                  <a:pt x="47565" y="2642"/>
                  <a:pt x="47565" y="3531"/>
                </a:cubicBezTo>
                <a:moveTo>
                  <a:pt x="45290" y="17028"/>
                </a:moveTo>
                <a:lnTo>
                  <a:pt x="38149" y="53675"/>
                </a:lnTo>
                <a:lnTo>
                  <a:pt x="44820" y="53675"/>
                </a:lnTo>
                <a:lnTo>
                  <a:pt x="44034" y="57755"/>
                </a:lnTo>
                <a:lnTo>
                  <a:pt x="30380" y="57755"/>
                </a:lnTo>
                <a:lnTo>
                  <a:pt x="37442" y="21109"/>
                </a:lnTo>
                <a:lnTo>
                  <a:pt x="30694" y="21109"/>
                </a:lnTo>
                <a:lnTo>
                  <a:pt x="31557" y="17028"/>
                </a:lnTo>
                <a:lnTo>
                  <a:pt x="45290" y="17028"/>
                </a:lnTo>
                <a:close/>
                <a:moveTo>
                  <a:pt x="71414" y="49045"/>
                </a:moveTo>
                <a:cubicBezTo>
                  <a:pt x="71153" y="53387"/>
                  <a:pt x="70133" y="57127"/>
                  <a:pt x="68354" y="60266"/>
                </a:cubicBezTo>
                <a:cubicBezTo>
                  <a:pt x="66470" y="63405"/>
                  <a:pt x="63671" y="66125"/>
                  <a:pt x="59957" y="68428"/>
                </a:cubicBezTo>
                <a:lnTo>
                  <a:pt x="56896" y="65367"/>
                </a:lnTo>
                <a:cubicBezTo>
                  <a:pt x="59250" y="63589"/>
                  <a:pt x="61029" y="61522"/>
                  <a:pt x="62233" y="59168"/>
                </a:cubicBezTo>
                <a:cubicBezTo>
                  <a:pt x="63332" y="56761"/>
                  <a:pt x="63881" y="53858"/>
                  <a:pt x="63881" y="50457"/>
                </a:cubicBezTo>
                <a:lnTo>
                  <a:pt x="63881" y="49045"/>
                </a:lnTo>
                <a:lnTo>
                  <a:pt x="71414" y="49045"/>
                </a:lnTo>
                <a:close/>
                <a:moveTo>
                  <a:pt x="116347" y="3531"/>
                </a:moveTo>
                <a:cubicBezTo>
                  <a:pt x="116347" y="3897"/>
                  <a:pt x="116320" y="4185"/>
                  <a:pt x="116268" y="4394"/>
                </a:cubicBezTo>
                <a:cubicBezTo>
                  <a:pt x="116006" y="5649"/>
                  <a:pt x="115404" y="6669"/>
                  <a:pt x="114463" y="7454"/>
                </a:cubicBezTo>
                <a:cubicBezTo>
                  <a:pt x="113469" y="8291"/>
                  <a:pt x="112345" y="8710"/>
                  <a:pt x="111089" y="8710"/>
                </a:cubicBezTo>
                <a:cubicBezTo>
                  <a:pt x="109885" y="8710"/>
                  <a:pt x="108943" y="8291"/>
                  <a:pt x="108263" y="7454"/>
                </a:cubicBezTo>
                <a:cubicBezTo>
                  <a:pt x="107740" y="6879"/>
                  <a:pt x="107479" y="6147"/>
                  <a:pt x="107479" y="5257"/>
                </a:cubicBezTo>
                <a:cubicBezTo>
                  <a:pt x="107479" y="4891"/>
                  <a:pt x="107505" y="4604"/>
                  <a:pt x="107558" y="4394"/>
                </a:cubicBezTo>
                <a:cubicBezTo>
                  <a:pt x="107819" y="3243"/>
                  <a:pt x="108447" y="2223"/>
                  <a:pt x="109441" y="1334"/>
                </a:cubicBezTo>
                <a:cubicBezTo>
                  <a:pt x="110487" y="445"/>
                  <a:pt x="111612" y="0"/>
                  <a:pt x="112815" y="0"/>
                </a:cubicBezTo>
                <a:cubicBezTo>
                  <a:pt x="113914" y="0"/>
                  <a:pt x="114829" y="445"/>
                  <a:pt x="115561" y="1334"/>
                </a:cubicBezTo>
                <a:cubicBezTo>
                  <a:pt x="116085" y="1909"/>
                  <a:pt x="116347" y="2642"/>
                  <a:pt x="116347" y="3531"/>
                </a:cubicBezTo>
                <a:moveTo>
                  <a:pt x="113914" y="17028"/>
                </a:moveTo>
                <a:lnTo>
                  <a:pt x="105204" y="61757"/>
                </a:lnTo>
                <a:cubicBezTo>
                  <a:pt x="104314" y="65890"/>
                  <a:pt x="102430" y="69186"/>
                  <a:pt x="99553" y="71645"/>
                </a:cubicBezTo>
                <a:cubicBezTo>
                  <a:pt x="96623" y="74104"/>
                  <a:pt x="92961" y="75281"/>
                  <a:pt x="88567" y="75176"/>
                </a:cubicBezTo>
                <a:cubicBezTo>
                  <a:pt x="86840" y="75176"/>
                  <a:pt x="85140" y="74967"/>
                  <a:pt x="83466" y="74549"/>
                </a:cubicBezTo>
                <a:cubicBezTo>
                  <a:pt x="81949" y="74182"/>
                  <a:pt x="80432" y="73555"/>
                  <a:pt x="78915" y="72665"/>
                </a:cubicBezTo>
                <a:lnTo>
                  <a:pt x="80562" y="64268"/>
                </a:lnTo>
                <a:lnTo>
                  <a:pt x="84173" y="64268"/>
                </a:lnTo>
                <a:cubicBezTo>
                  <a:pt x="84120" y="64687"/>
                  <a:pt x="84094" y="65263"/>
                  <a:pt x="84094" y="65995"/>
                </a:cubicBezTo>
                <a:cubicBezTo>
                  <a:pt x="84094" y="67617"/>
                  <a:pt x="84408" y="68846"/>
                  <a:pt x="85036" y="69683"/>
                </a:cubicBezTo>
                <a:cubicBezTo>
                  <a:pt x="85872" y="70834"/>
                  <a:pt x="87337" y="71409"/>
                  <a:pt x="89430" y="71409"/>
                </a:cubicBezTo>
                <a:cubicBezTo>
                  <a:pt x="91732" y="71409"/>
                  <a:pt x="93615" y="70625"/>
                  <a:pt x="95080" y="69055"/>
                </a:cubicBezTo>
                <a:cubicBezTo>
                  <a:pt x="96493" y="67486"/>
                  <a:pt x="97513" y="65053"/>
                  <a:pt x="98140" y="61757"/>
                </a:cubicBezTo>
                <a:lnTo>
                  <a:pt x="106066" y="21109"/>
                </a:lnTo>
                <a:lnTo>
                  <a:pt x="99396" y="21109"/>
                </a:lnTo>
                <a:lnTo>
                  <a:pt x="100181" y="17028"/>
                </a:lnTo>
                <a:lnTo>
                  <a:pt x="113914" y="17028"/>
                </a:lnTo>
                <a:close/>
                <a:moveTo>
                  <a:pt x="146463" y="38921"/>
                </a:moveTo>
                <a:cubicBezTo>
                  <a:pt x="146463" y="45513"/>
                  <a:pt x="144710" y="52210"/>
                  <a:pt x="141205" y="59011"/>
                </a:cubicBezTo>
                <a:cubicBezTo>
                  <a:pt x="138694" y="63824"/>
                  <a:pt x="133908" y="68009"/>
                  <a:pt x="126845" y="71566"/>
                </a:cubicBezTo>
                <a:lnTo>
                  <a:pt x="126845" y="67015"/>
                </a:lnTo>
                <a:cubicBezTo>
                  <a:pt x="130454" y="65184"/>
                  <a:pt x="133593" y="61678"/>
                  <a:pt x="136262" y="56499"/>
                </a:cubicBezTo>
                <a:cubicBezTo>
                  <a:pt x="137047" y="55034"/>
                  <a:pt x="137635" y="53269"/>
                  <a:pt x="138027" y="51203"/>
                </a:cubicBezTo>
                <a:cubicBezTo>
                  <a:pt x="138420" y="49136"/>
                  <a:pt x="138655" y="47292"/>
                  <a:pt x="138733" y="45671"/>
                </a:cubicBezTo>
                <a:cubicBezTo>
                  <a:pt x="138812" y="44049"/>
                  <a:pt x="138851" y="41799"/>
                  <a:pt x="138851" y="38921"/>
                </a:cubicBezTo>
                <a:lnTo>
                  <a:pt x="138851" y="33429"/>
                </a:lnTo>
                <a:cubicBezTo>
                  <a:pt x="138851" y="30551"/>
                  <a:pt x="138812" y="28302"/>
                  <a:pt x="138733" y="26680"/>
                </a:cubicBezTo>
                <a:cubicBezTo>
                  <a:pt x="138655" y="25058"/>
                  <a:pt x="138420" y="23214"/>
                  <a:pt x="138027" y="21148"/>
                </a:cubicBezTo>
                <a:cubicBezTo>
                  <a:pt x="137635" y="19082"/>
                  <a:pt x="137047" y="17316"/>
                  <a:pt x="136262" y="15851"/>
                </a:cubicBezTo>
                <a:cubicBezTo>
                  <a:pt x="133593" y="10672"/>
                  <a:pt x="130454" y="7167"/>
                  <a:pt x="126845" y="5336"/>
                </a:cubicBezTo>
                <a:lnTo>
                  <a:pt x="126845" y="784"/>
                </a:lnTo>
                <a:cubicBezTo>
                  <a:pt x="133908" y="4341"/>
                  <a:pt x="138694" y="8527"/>
                  <a:pt x="141205" y="13340"/>
                </a:cubicBezTo>
                <a:cubicBezTo>
                  <a:pt x="144710" y="20141"/>
                  <a:pt x="146463" y="26837"/>
                  <a:pt x="146463" y="33429"/>
                </a:cubicBezTo>
                <a:lnTo>
                  <a:pt x="146463" y="38921"/>
                </a:lnTo>
                <a:close/>
                <a:moveTo>
                  <a:pt x="213176" y="60816"/>
                </a:moveTo>
                <a:lnTo>
                  <a:pt x="187123" y="60816"/>
                </a:lnTo>
                <a:cubicBezTo>
                  <a:pt x="180322" y="60816"/>
                  <a:pt x="174515" y="58409"/>
                  <a:pt x="169702" y="53597"/>
                </a:cubicBezTo>
                <a:cubicBezTo>
                  <a:pt x="164889" y="48783"/>
                  <a:pt x="162482" y="42976"/>
                  <a:pt x="162482" y="36176"/>
                </a:cubicBezTo>
                <a:cubicBezTo>
                  <a:pt x="162482" y="29375"/>
                  <a:pt x="164889" y="23568"/>
                  <a:pt x="169702" y="18755"/>
                </a:cubicBezTo>
                <a:cubicBezTo>
                  <a:pt x="174515" y="13941"/>
                  <a:pt x="180322" y="11535"/>
                  <a:pt x="187123" y="11535"/>
                </a:cubicBezTo>
                <a:lnTo>
                  <a:pt x="213176" y="11535"/>
                </a:lnTo>
                <a:lnTo>
                  <a:pt x="213176" y="17812"/>
                </a:lnTo>
                <a:lnTo>
                  <a:pt x="187123" y="17812"/>
                </a:lnTo>
                <a:cubicBezTo>
                  <a:pt x="182624" y="17812"/>
                  <a:pt x="178661" y="19265"/>
                  <a:pt x="175234" y="22169"/>
                </a:cubicBezTo>
                <a:cubicBezTo>
                  <a:pt x="171807" y="25072"/>
                  <a:pt x="169728" y="28694"/>
                  <a:pt x="168995" y="33036"/>
                </a:cubicBezTo>
                <a:lnTo>
                  <a:pt x="213176" y="33036"/>
                </a:lnTo>
                <a:lnTo>
                  <a:pt x="213176" y="39314"/>
                </a:lnTo>
                <a:lnTo>
                  <a:pt x="168995" y="39314"/>
                </a:lnTo>
                <a:cubicBezTo>
                  <a:pt x="169728" y="43657"/>
                  <a:pt x="171807" y="47280"/>
                  <a:pt x="175234" y="50183"/>
                </a:cubicBezTo>
                <a:cubicBezTo>
                  <a:pt x="178661" y="53086"/>
                  <a:pt x="182624" y="54538"/>
                  <a:pt x="187123" y="54538"/>
                </a:cubicBezTo>
                <a:lnTo>
                  <a:pt x="213176" y="54538"/>
                </a:lnTo>
                <a:lnTo>
                  <a:pt x="213176" y="60816"/>
                </a:lnTo>
                <a:close/>
                <a:moveTo>
                  <a:pt x="283177" y="548"/>
                </a:moveTo>
                <a:lnTo>
                  <a:pt x="280665" y="13261"/>
                </a:lnTo>
                <a:lnTo>
                  <a:pt x="275957" y="13261"/>
                </a:lnTo>
                <a:lnTo>
                  <a:pt x="277527" y="5257"/>
                </a:lnTo>
                <a:lnTo>
                  <a:pt x="251238" y="5257"/>
                </a:lnTo>
                <a:lnTo>
                  <a:pt x="247550" y="24404"/>
                </a:lnTo>
                <a:lnTo>
                  <a:pt x="266305" y="24404"/>
                </a:lnTo>
                <a:lnTo>
                  <a:pt x="267638" y="17263"/>
                </a:lnTo>
                <a:lnTo>
                  <a:pt x="272348" y="17263"/>
                </a:lnTo>
                <a:lnTo>
                  <a:pt x="268659" y="36254"/>
                </a:lnTo>
                <a:lnTo>
                  <a:pt x="263950" y="36254"/>
                </a:lnTo>
                <a:lnTo>
                  <a:pt x="265363" y="29112"/>
                </a:lnTo>
                <a:lnTo>
                  <a:pt x="246609" y="29112"/>
                </a:lnTo>
                <a:lnTo>
                  <a:pt x="241978" y="53047"/>
                </a:lnTo>
                <a:lnTo>
                  <a:pt x="268894" y="53047"/>
                </a:lnTo>
                <a:lnTo>
                  <a:pt x="270464" y="45043"/>
                </a:lnTo>
                <a:lnTo>
                  <a:pt x="275172" y="45043"/>
                </a:lnTo>
                <a:lnTo>
                  <a:pt x="272662" y="57755"/>
                </a:lnTo>
                <a:lnTo>
                  <a:pt x="225970" y="57755"/>
                </a:lnTo>
                <a:lnTo>
                  <a:pt x="226754" y="53675"/>
                </a:lnTo>
                <a:lnTo>
                  <a:pt x="234053" y="53675"/>
                </a:lnTo>
                <a:lnTo>
                  <a:pt x="243626" y="4629"/>
                </a:lnTo>
                <a:lnTo>
                  <a:pt x="236329" y="4629"/>
                </a:lnTo>
                <a:lnTo>
                  <a:pt x="237113" y="548"/>
                </a:lnTo>
                <a:lnTo>
                  <a:pt x="283177" y="5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Text (�’,�’)∉�">
            <a:extLst xmlns:a="http://schemas.openxmlformats.org/drawingml/2006/main">
              <a:ext uri="{FF2B5EF4-FFF2-40B4-BE49-F238E27FC236}">
                <a16:creationId xmlns:a16="http://schemas.microsoft.com/office/drawing/2014/main" id="{76D96770-BEA9-46FD-9E5A-0B9AAC63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350" y="6337542"/>
            <a:ext cx="332863" cy="75281"/>
          </a:xfrm>
          <a:custGeom xmlns:a="http://schemas.openxmlformats.org/drawingml/2006/main">
            <a:pathLst>
              <a:path w="332863" h="75281">
                <a:moveTo>
                  <a:pt x="19697" y="71566"/>
                </a:moveTo>
                <a:cubicBezTo>
                  <a:pt x="12687" y="68061"/>
                  <a:pt x="7900" y="63876"/>
                  <a:pt x="5337" y="59011"/>
                </a:cubicBezTo>
                <a:cubicBezTo>
                  <a:pt x="1779" y="52106"/>
                  <a:pt x="0" y="45409"/>
                  <a:pt x="0" y="38921"/>
                </a:cubicBezTo>
                <a:lnTo>
                  <a:pt x="0" y="33429"/>
                </a:lnTo>
                <a:cubicBezTo>
                  <a:pt x="0" y="26941"/>
                  <a:pt x="1779" y="20245"/>
                  <a:pt x="5337" y="13340"/>
                </a:cubicBezTo>
                <a:cubicBezTo>
                  <a:pt x="7900" y="8475"/>
                  <a:pt x="12687" y="4289"/>
                  <a:pt x="19697" y="784"/>
                </a:cubicBezTo>
                <a:lnTo>
                  <a:pt x="19697" y="5336"/>
                </a:lnTo>
                <a:cubicBezTo>
                  <a:pt x="16139" y="7114"/>
                  <a:pt x="12974" y="10619"/>
                  <a:pt x="10202" y="15851"/>
                </a:cubicBezTo>
                <a:cubicBezTo>
                  <a:pt x="9103" y="17996"/>
                  <a:pt x="8397" y="20402"/>
                  <a:pt x="8082" y="23070"/>
                </a:cubicBezTo>
                <a:cubicBezTo>
                  <a:pt x="7769" y="25738"/>
                  <a:pt x="7612" y="29191"/>
                  <a:pt x="7612" y="33429"/>
                </a:cubicBezTo>
                <a:lnTo>
                  <a:pt x="7612" y="38921"/>
                </a:lnTo>
                <a:cubicBezTo>
                  <a:pt x="7612" y="43159"/>
                  <a:pt x="7769" y="46612"/>
                  <a:pt x="8082" y="49280"/>
                </a:cubicBezTo>
                <a:cubicBezTo>
                  <a:pt x="8397" y="51948"/>
                  <a:pt x="9103" y="54354"/>
                  <a:pt x="10202" y="56499"/>
                </a:cubicBezTo>
                <a:cubicBezTo>
                  <a:pt x="12974" y="61731"/>
                  <a:pt x="16139" y="65236"/>
                  <a:pt x="19697" y="67015"/>
                </a:cubicBezTo>
                <a:lnTo>
                  <a:pt x="19697" y="71566"/>
                </a:lnTo>
                <a:close/>
                <a:moveTo>
                  <a:pt x="47565" y="3531"/>
                </a:moveTo>
                <a:cubicBezTo>
                  <a:pt x="47565" y="3897"/>
                  <a:pt x="47539" y="4185"/>
                  <a:pt x="47487" y="4394"/>
                </a:cubicBezTo>
                <a:cubicBezTo>
                  <a:pt x="47226" y="5649"/>
                  <a:pt x="46624" y="6669"/>
                  <a:pt x="45682" y="7454"/>
                </a:cubicBezTo>
                <a:cubicBezTo>
                  <a:pt x="44636" y="8291"/>
                  <a:pt x="43511" y="8710"/>
                  <a:pt x="42308" y="8710"/>
                </a:cubicBezTo>
                <a:cubicBezTo>
                  <a:pt x="41105" y="8710"/>
                  <a:pt x="40163" y="8291"/>
                  <a:pt x="39483" y="7454"/>
                </a:cubicBezTo>
                <a:cubicBezTo>
                  <a:pt x="38960" y="6879"/>
                  <a:pt x="38699" y="6147"/>
                  <a:pt x="38699" y="5257"/>
                </a:cubicBezTo>
                <a:cubicBezTo>
                  <a:pt x="38699" y="4891"/>
                  <a:pt x="38725" y="4604"/>
                  <a:pt x="38776" y="4394"/>
                </a:cubicBezTo>
                <a:cubicBezTo>
                  <a:pt x="39038" y="3139"/>
                  <a:pt x="39666" y="2119"/>
                  <a:pt x="40660" y="1334"/>
                </a:cubicBezTo>
                <a:cubicBezTo>
                  <a:pt x="41654" y="445"/>
                  <a:pt x="42753" y="0"/>
                  <a:pt x="43956" y="0"/>
                </a:cubicBezTo>
                <a:cubicBezTo>
                  <a:pt x="45107" y="0"/>
                  <a:pt x="46048" y="445"/>
                  <a:pt x="46781" y="1334"/>
                </a:cubicBezTo>
                <a:cubicBezTo>
                  <a:pt x="47304" y="1909"/>
                  <a:pt x="47565" y="2642"/>
                  <a:pt x="47565" y="3531"/>
                </a:cubicBezTo>
                <a:moveTo>
                  <a:pt x="45290" y="17028"/>
                </a:moveTo>
                <a:lnTo>
                  <a:pt x="38149" y="53675"/>
                </a:lnTo>
                <a:lnTo>
                  <a:pt x="44820" y="53675"/>
                </a:lnTo>
                <a:lnTo>
                  <a:pt x="44034" y="57755"/>
                </a:lnTo>
                <a:lnTo>
                  <a:pt x="30380" y="57755"/>
                </a:lnTo>
                <a:lnTo>
                  <a:pt x="37442" y="21109"/>
                </a:lnTo>
                <a:lnTo>
                  <a:pt x="30694" y="21109"/>
                </a:lnTo>
                <a:lnTo>
                  <a:pt x="31557" y="17028"/>
                </a:lnTo>
                <a:lnTo>
                  <a:pt x="45290" y="17028"/>
                </a:lnTo>
                <a:close/>
                <a:moveTo>
                  <a:pt x="72749" y="548"/>
                </a:moveTo>
                <a:cubicBezTo>
                  <a:pt x="72749" y="4996"/>
                  <a:pt x="71938" y="8736"/>
                  <a:pt x="70316" y="11770"/>
                </a:cubicBezTo>
                <a:cubicBezTo>
                  <a:pt x="68642" y="15014"/>
                  <a:pt x="66078" y="17734"/>
                  <a:pt x="62625" y="19932"/>
                </a:cubicBezTo>
                <a:lnTo>
                  <a:pt x="59643" y="16871"/>
                </a:lnTo>
                <a:cubicBezTo>
                  <a:pt x="61684" y="15145"/>
                  <a:pt x="63122" y="13235"/>
                  <a:pt x="63960" y="11143"/>
                </a:cubicBezTo>
                <a:cubicBezTo>
                  <a:pt x="64849" y="8893"/>
                  <a:pt x="65294" y="6147"/>
                  <a:pt x="65294" y="2902"/>
                </a:cubicBezTo>
                <a:lnTo>
                  <a:pt x="65294" y="548"/>
                </a:lnTo>
                <a:lnTo>
                  <a:pt x="72749" y="548"/>
                </a:lnTo>
                <a:close/>
                <a:moveTo>
                  <a:pt x="96257" y="49045"/>
                </a:moveTo>
                <a:cubicBezTo>
                  <a:pt x="95996" y="53387"/>
                  <a:pt x="94976" y="57127"/>
                  <a:pt x="93197" y="60266"/>
                </a:cubicBezTo>
                <a:cubicBezTo>
                  <a:pt x="91313" y="63405"/>
                  <a:pt x="88514" y="66125"/>
                  <a:pt x="84800" y="68428"/>
                </a:cubicBezTo>
                <a:lnTo>
                  <a:pt x="81739" y="65367"/>
                </a:lnTo>
                <a:cubicBezTo>
                  <a:pt x="84094" y="63589"/>
                  <a:pt x="85872" y="61522"/>
                  <a:pt x="87076" y="59168"/>
                </a:cubicBezTo>
                <a:cubicBezTo>
                  <a:pt x="88175" y="56761"/>
                  <a:pt x="88724" y="53858"/>
                  <a:pt x="88724" y="50457"/>
                </a:cubicBezTo>
                <a:lnTo>
                  <a:pt x="88724" y="49045"/>
                </a:lnTo>
                <a:lnTo>
                  <a:pt x="96257" y="49045"/>
                </a:lnTo>
                <a:close/>
                <a:moveTo>
                  <a:pt x="141190" y="3531"/>
                </a:moveTo>
                <a:cubicBezTo>
                  <a:pt x="141190" y="3897"/>
                  <a:pt x="141163" y="4185"/>
                  <a:pt x="141111" y="4394"/>
                </a:cubicBezTo>
                <a:cubicBezTo>
                  <a:pt x="140849" y="5649"/>
                  <a:pt x="140247" y="6669"/>
                  <a:pt x="139306" y="7454"/>
                </a:cubicBezTo>
                <a:cubicBezTo>
                  <a:pt x="138312" y="8291"/>
                  <a:pt x="137188" y="8710"/>
                  <a:pt x="135932" y="8710"/>
                </a:cubicBezTo>
                <a:cubicBezTo>
                  <a:pt x="134728" y="8710"/>
                  <a:pt x="133786" y="8291"/>
                  <a:pt x="133106" y="7454"/>
                </a:cubicBezTo>
                <a:cubicBezTo>
                  <a:pt x="132583" y="6879"/>
                  <a:pt x="132322" y="6147"/>
                  <a:pt x="132322" y="5257"/>
                </a:cubicBezTo>
                <a:cubicBezTo>
                  <a:pt x="132322" y="4891"/>
                  <a:pt x="132348" y="4604"/>
                  <a:pt x="132401" y="4394"/>
                </a:cubicBezTo>
                <a:cubicBezTo>
                  <a:pt x="132662" y="3243"/>
                  <a:pt x="133290" y="2223"/>
                  <a:pt x="134284" y="1334"/>
                </a:cubicBezTo>
                <a:cubicBezTo>
                  <a:pt x="135330" y="445"/>
                  <a:pt x="136455" y="0"/>
                  <a:pt x="137659" y="0"/>
                </a:cubicBezTo>
                <a:cubicBezTo>
                  <a:pt x="138757" y="0"/>
                  <a:pt x="139672" y="445"/>
                  <a:pt x="140404" y="1334"/>
                </a:cubicBezTo>
                <a:cubicBezTo>
                  <a:pt x="140928" y="1909"/>
                  <a:pt x="141190" y="2642"/>
                  <a:pt x="141190" y="3531"/>
                </a:cubicBezTo>
                <a:moveTo>
                  <a:pt x="138757" y="17028"/>
                </a:moveTo>
                <a:lnTo>
                  <a:pt x="130047" y="61757"/>
                </a:lnTo>
                <a:cubicBezTo>
                  <a:pt x="129157" y="65890"/>
                  <a:pt x="127273" y="69186"/>
                  <a:pt x="124396" y="71645"/>
                </a:cubicBezTo>
                <a:cubicBezTo>
                  <a:pt x="121467" y="74104"/>
                  <a:pt x="117805" y="75281"/>
                  <a:pt x="113410" y="75176"/>
                </a:cubicBezTo>
                <a:cubicBezTo>
                  <a:pt x="111683" y="75176"/>
                  <a:pt x="109983" y="74967"/>
                  <a:pt x="108309" y="74549"/>
                </a:cubicBezTo>
                <a:cubicBezTo>
                  <a:pt x="106792" y="74182"/>
                  <a:pt x="105275" y="73555"/>
                  <a:pt x="103758" y="72665"/>
                </a:cubicBezTo>
                <a:lnTo>
                  <a:pt x="105405" y="64268"/>
                </a:lnTo>
                <a:lnTo>
                  <a:pt x="109016" y="64268"/>
                </a:lnTo>
                <a:cubicBezTo>
                  <a:pt x="108963" y="64687"/>
                  <a:pt x="108937" y="65263"/>
                  <a:pt x="108937" y="65995"/>
                </a:cubicBezTo>
                <a:cubicBezTo>
                  <a:pt x="108937" y="67617"/>
                  <a:pt x="109251" y="68846"/>
                  <a:pt x="109879" y="69683"/>
                </a:cubicBezTo>
                <a:cubicBezTo>
                  <a:pt x="110716" y="70834"/>
                  <a:pt x="112180" y="71409"/>
                  <a:pt x="114273" y="71409"/>
                </a:cubicBezTo>
                <a:cubicBezTo>
                  <a:pt x="116575" y="71409"/>
                  <a:pt x="118458" y="70625"/>
                  <a:pt x="119923" y="69055"/>
                </a:cubicBezTo>
                <a:cubicBezTo>
                  <a:pt x="121336" y="67486"/>
                  <a:pt x="122356" y="65053"/>
                  <a:pt x="122983" y="61757"/>
                </a:cubicBezTo>
                <a:lnTo>
                  <a:pt x="130909" y="21109"/>
                </a:lnTo>
                <a:lnTo>
                  <a:pt x="124239" y="21109"/>
                </a:lnTo>
                <a:lnTo>
                  <a:pt x="125024" y="17028"/>
                </a:lnTo>
                <a:lnTo>
                  <a:pt x="138757" y="17028"/>
                </a:lnTo>
                <a:close/>
                <a:moveTo>
                  <a:pt x="166206" y="548"/>
                </a:moveTo>
                <a:cubicBezTo>
                  <a:pt x="166206" y="4996"/>
                  <a:pt x="165395" y="8736"/>
                  <a:pt x="163773" y="11770"/>
                </a:cubicBezTo>
                <a:cubicBezTo>
                  <a:pt x="162099" y="15014"/>
                  <a:pt x="159535" y="17734"/>
                  <a:pt x="156082" y="19932"/>
                </a:cubicBezTo>
                <a:lnTo>
                  <a:pt x="153101" y="16871"/>
                </a:lnTo>
                <a:cubicBezTo>
                  <a:pt x="155141" y="15145"/>
                  <a:pt x="156580" y="13235"/>
                  <a:pt x="157417" y="11143"/>
                </a:cubicBezTo>
                <a:cubicBezTo>
                  <a:pt x="158306" y="8893"/>
                  <a:pt x="158751" y="6147"/>
                  <a:pt x="158751" y="2902"/>
                </a:cubicBezTo>
                <a:lnTo>
                  <a:pt x="158751" y="548"/>
                </a:lnTo>
                <a:lnTo>
                  <a:pt x="166206" y="548"/>
                </a:lnTo>
                <a:close/>
                <a:moveTo>
                  <a:pt x="196149" y="38921"/>
                </a:moveTo>
                <a:cubicBezTo>
                  <a:pt x="196149" y="45513"/>
                  <a:pt x="194396" y="52210"/>
                  <a:pt x="190891" y="59011"/>
                </a:cubicBezTo>
                <a:cubicBezTo>
                  <a:pt x="188381" y="63824"/>
                  <a:pt x="183594" y="68009"/>
                  <a:pt x="176531" y="71566"/>
                </a:cubicBezTo>
                <a:lnTo>
                  <a:pt x="176531" y="67015"/>
                </a:lnTo>
                <a:cubicBezTo>
                  <a:pt x="180140" y="65184"/>
                  <a:pt x="183280" y="61678"/>
                  <a:pt x="185948" y="56499"/>
                </a:cubicBezTo>
                <a:cubicBezTo>
                  <a:pt x="186733" y="55034"/>
                  <a:pt x="187321" y="53269"/>
                  <a:pt x="187713" y="51203"/>
                </a:cubicBezTo>
                <a:cubicBezTo>
                  <a:pt x="188106" y="49136"/>
                  <a:pt x="188341" y="47292"/>
                  <a:pt x="188420" y="45671"/>
                </a:cubicBezTo>
                <a:cubicBezTo>
                  <a:pt x="188498" y="44049"/>
                  <a:pt x="188537" y="41799"/>
                  <a:pt x="188537" y="38921"/>
                </a:cubicBezTo>
                <a:lnTo>
                  <a:pt x="188537" y="33429"/>
                </a:lnTo>
                <a:cubicBezTo>
                  <a:pt x="188537" y="30551"/>
                  <a:pt x="188498" y="28302"/>
                  <a:pt x="188420" y="26680"/>
                </a:cubicBezTo>
                <a:cubicBezTo>
                  <a:pt x="188341" y="25058"/>
                  <a:pt x="188106" y="23214"/>
                  <a:pt x="187713" y="21148"/>
                </a:cubicBezTo>
                <a:cubicBezTo>
                  <a:pt x="187321" y="19082"/>
                  <a:pt x="186733" y="17316"/>
                  <a:pt x="185948" y="15851"/>
                </a:cubicBezTo>
                <a:cubicBezTo>
                  <a:pt x="183280" y="10672"/>
                  <a:pt x="180140" y="7167"/>
                  <a:pt x="176531" y="5336"/>
                </a:cubicBezTo>
                <a:lnTo>
                  <a:pt x="176531" y="784"/>
                </a:lnTo>
                <a:cubicBezTo>
                  <a:pt x="183594" y="4341"/>
                  <a:pt x="188381" y="8527"/>
                  <a:pt x="190891" y="13340"/>
                </a:cubicBezTo>
                <a:cubicBezTo>
                  <a:pt x="194396" y="20141"/>
                  <a:pt x="196149" y="26837"/>
                  <a:pt x="196149" y="33429"/>
                </a:cubicBezTo>
                <a:lnTo>
                  <a:pt x="196149" y="38921"/>
                </a:lnTo>
                <a:close/>
                <a:moveTo>
                  <a:pt x="262861" y="60816"/>
                </a:moveTo>
                <a:lnTo>
                  <a:pt x="236808" y="60816"/>
                </a:lnTo>
                <a:cubicBezTo>
                  <a:pt x="235657" y="60816"/>
                  <a:pt x="234585" y="60737"/>
                  <a:pt x="233591" y="60580"/>
                </a:cubicBezTo>
                <a:lnTo>
                  <a:pt x="231237" y="69291"/>
                </a:lnTo>
                <a:lnTo>
                  <a:pt x="226058" y="69291"/>
                </a:lnTo>
                <a:lnTo>
                  <a:pt x="228647" y="59482"/>
                </a:lnTo>
                <a:cubicBezTo>
                  <a:pt x="223782" y="57755"/>
                  <a:pt x="219820" y="54760"/>
                  <a:pt x="216759" y="50497"/>
                </a:cubicBezTo>
                <a:cubicBezTo>
                  <a:pt x="213699" y="46233"/>
                  <a:pt x="212168" y="41460"/>
                  <a:pt x="212168" y="36176"/>
                </a:cubicBezTo>
                <a:cubicBezTo>
                  <a:pt x="212168" y="29375"/>
                  <a:pt x="214575" y="23568"/>
                  <a:pt x="219388" y="18755"/>
                </a:cubicBezTo>
                <a:cubicBezTo>
                  <a:pt x="224201" y="13941"/>
                  <a:pt x="230008" y="11535"/>
                  <a:pt x="236808" y="11535"/>
                </a:cubicBezTo>
                <a:lnTo>
                  <a:pt x="241517" y="11535"/>
                </a:lnTo>
                <a:lnTo>
                  <a:pt x="243793" y="3059"/>
                </a:lnTo>
                <a:lnTo>
                  <a:pt x="248972" y="3059"/>
                </a:lnTo>
                <a:lnTo>
                  <a:pt x="246697" y="11535"/>
                </a:lnTo>
                <a:lnTo>
                  <a:pt x="262861" y="11535"/>
                </a:lnTo>
                <a:lnTo>
                  <a:pt x="262861" y="17812"/>
                </a:lnTo>
                <a:lnTo>
                  <a:pt x="245048" y="17812"/>
                </a:lnTo>
                <a:lnTo>
                  <a:pt x="240968" y="33036"/>
                </a:lnTo>
                <a:lnTo>
                  <a:pt x="262861" y="33036"/>
                </a:lnTo>
                <a:lnTo>
                  <a:pt x="262861" y="39314"/>
                </a:lnTo>
                <a:lnTo>
                  <a:pt x="239242" y="39314"/>
                </a:lnTo>
                <a:lnTo>
                  <a:pt x="235239" y="54459"/>
                </a:lnTo>
                <a:cubicBezTo>
                  <a:pt x="235553" y="54512"/>
                  <a:pt x="236076" y="54538"/>
                  <a:pt x="236808" y="54538"/>
                </a:cubicBezTo>
                <a:lnTo>
                  <a:pt x="262861" y="54538"/>
                </a:lnTo>
                <a:lnTo>
                  <a:pt x="262861" y="60816"/>
                </a:lnTo>
                <a:moveTo>
                  <a:pt x="234062" y="39314"/>
                </a:moveTo>
                <a:lnTo>
                  <a:pt x="218681" y="39314"/>
                </a:lnTo>
                <a:cubicBezTo>
                  <a:pt x="219257" y="42506"/>
                  <a:pt x="220591" y="45357"/>
                  <a:pt x="222683" y="47868"/>
                </a:cubicBezTo>
                <a:cubicBezTo>
                  <a:pt x="224776" y="50379"/>
                  <a:pt x="227314" y="52210"/>
                  <a:pt x="230296" y="53361"/>
                </a:cubicBezTo>
                <a:lnTo>
                  <a:pt x="234062" y="39314"/>
                </a:lnTo>
                <a:moveTo>
                  <a:pt x="239869" y="17812"/>
                </a:moveTo>
                <a:lnTo>
                  <a:pt x="236808" y="17812"/>
                </a:lnTo>
                <a:cubicBezTo>
                  <a:pt x="232309" y="17812"/>
                  <a:pt x="228346" y="19265"/>
                  <a:pt x="224920" y="22169"/>
                </a:cubicBezTo>
                <a:cubicBezTo>
                  <a:pt x="221493" y="25072"/>
                  <a:pt x="219414" y="28694"/>
                  <a:pt x="218681" y="33036"/>
                </a:cubicBezTo>
                <a:lnTo>
                  <a:pt x="235788" y="33036"/>
                </a:lnTo>
                <a:lnTo>
                  <a:pt x="239869" y="17812"/>
                </a:lnTo>
                <a:close/>
                <a:moveTo>
                  <a:pt x="332863" y="548"/>
                </a:moveTo>
                <a:lnTo>
                  <a:pt x="330351" y="13261"/>
                </a:lnTo>
                <a:lnTo>
                  <a:pt x="325643" y="13261"/>
                </a:lnTo>
                <a:lnTo>
                  <a:pt x="327213" y="5257"/>
                </a:lnTo>
                <a:lnTo>
                  <a:pt x="300924" y="5257"/>
                </a:lnTo>
                <a:lnTo>
                  <a:pt x="297236" y="24404"/>
                </a:lnTo>
                <a:lnTo>
                  <a:pt x="315991" y="24404"/>
                </a:lnTo>
                <a:lnTo>
                  <a:pt x="317325" y="17263"/>
                </a:lnTo>
                <a:lnTo>
                  <a:pt x="322034" y="17263"/>
                </a:lnTo>
                <a:lnTo>
                  <a:pt x="318345" y="36254"/>
                </a:lnTo>
                <a:lnTo>
                  <a:pt x="313637" y="36254"/>
                </a:lnTo>
                <a:lnTo>
                  <a:pt x="315050" y="29112"/>
                </a:lnTo>
                <a:lnTo>
                  <a:pt x="296295" y="29112"/>
                </a:lnTo>
                <a:lnTo>
                  <a:pt x="291664" y="53047"/>
                </a:lnTo>
                <a:lnTo>
                  <a:pt x="318581" y="53047"/>
                </a:lnTo>
                <a:lnTo>
                  <a:pt x="320150" y="45043"/>
                </a:lnTo>
                <a:lnTo>
                  <a:pt x="324859" y="45043"/>
                </a:lnTo>
                <a:lnTo>
                  <a:pt x="322348" y="57755"/>
                </a:lnTo>
                <a:lnTo>
                  <a:pt x="275656" y="57755"/>
                </a:lnTo>
                <a:lnTo>
                  <a:pt x="276441" y="53675"/>
                </a:lnTo>
                <a:lnTo>
                  <a:pt x="283739" y="53675"/>
                </a:lnTo>
                <a:lnTo>
                  <a:pt x="293312" y="4629"/>
                </a:lnTo>
                <a:lnTo>
                  <a:pt x="286015" y="4629"/>
                </a:lnTo>
                <a:lnTo>
                  <a:pt x="286799" y="548"/>
                </a:lnTo>
                <a:lnTo>
                  <a:pt x="332863" y="5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−log�(�����(�,�)−�����(�’,�’))">
            <a:extLst xmlns:a="http://schemas.openxmlformats.org/drawingml/2006/main">
              <a:ext uri="{FF2B5EF4-FFF2-40B4-BE49-F238E27FC236}">
                <a16:creationId xmlns:a16="http://schemas.microsoft.com/office/drawing/2014/main" id="{18669947-150B-47E0-92A3-1572F29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19" y="6083946"/>
            <a:ext cx="1879267" cy="108961"/>
          </a:xfrm>
          <a:custGeom xmlns:a="http://schemas.openxmlformats.org/drawingml/2006/main">
            <a:pathLst>
              <a:path w="1879267" h="108961">
                <a:moveTo>
                  <a:pt x="69586" y="58174"/>
                </a:moveTo>
                <a:lnTo>
                  <a:pt x="0" y="58174"/>
                </a:lnTo>
                <a:lnTo>
                  <a:pt x="0" y="49309"/>
                </a:lnTo>
                <a:lnTo>
                  <a:pt x="69586" y="49309"/>
                </a:lnTo>
                <a:lnTo>
                  <a:pt x="69586" y="58174"/>
                </a:lnTo>
                <a:close/>
                <a:moveTo>
                  <a:pt x="122641" y="84214"/>
                </a:moveTo>
                <a:lnTo>
                  <a:pt x="93722" y="84214"/>
                </a:lnTo>
                <a:lnTo>
                  <a:pt x="93722" y="78451"/>
                </a:lnTo>
                <a:lnTo>
                  <a:pt x="103251" y="78451"/>
                </a:lnTo>
                <a:lnTo>
                  <a:pt x="103251" y="5762"/>
                </a:lnTo>
                <a:lnTo>
                  <a:pt x="93722" y="5762"/>
                </a:lnTo>
                <a:lnTo>
                  <a:pt x="93722" y="0"/>
                </a:lnTo>
                <a:lnTo>
                  <a:pt x="113223" y="0"/>
                </a:lnTo>
                <a:lnTo>
                  <a:pt x="113223" y="78451"/>
                </a:lnTo>
                <a:lnTo>
                  <a:pt x="122641" y="78451"/>
                </a:lnTo>
                <a:lnTo>
                  <a:pt x="122641" y="84214"/>
                </a:lnTo>
                <a:close/>
                <a:moveTo>
                  <a:pt x="186770" y="55404"/>
                </a:moveTo>
                <a:cubicBezTo>
                  <a:pt x="186770" y="64490"/>
                  <a:pt x="184258" y="71840"/>
                  <a:pt x="179234" y="77454"/>
                </a:cubicBezTo>
                <a:cubicBezTo>
                  <a:pt x="174136" y="82995"/>
                  <a:pt x="167377" y="85766"/>
                  <a:pt x="158956" y="85766"/>
                </a:cubicBezTo>
                <a:cubicBezTo>
                  <a:pt x="150609" y="85766"/>
                  <a:pt x="143887" y="82996"/>
                  <a:pt x="138790" y="77455"/>
                </a:cubicBezTo>
                <a:cubicBezTo>
                  <a:pt x="133693" y="71914"/>
                  <a:pt x="131144" y="64564"/>
                  <a:pt x="131144" y="55404"/>
                </a:cubicBezTo>
                <a:cubicBezTo>
                  <a:pt x="131144" y="46243"/>
                  <a:pt x="133655" y="38930"/>
                  <a:pt x="138678" y="33464"/>
                </a:cubicBezTo>
                <a:cubicBezTo>
                  <a:pt x="143775" y="27923"/>
                  <a:pt x="150535" y="25152"/>
                  <a:pt x="158956" y="25152"/>
                </a:cubicBezTo>
                <a:cubicBezTo>
                  <a:pt x="167377" y="25152"/>
                  <a:pt x="174136" y="27923"/>
                  <a:pt x="179234" y="33464"/>
                </a:cubicBezTo>
                <a:cubicBezTo>
                  <a:pt x="184258" y="38930"/>
                  <a:pt x="186770" y="46243"/>
                  <a:pt x="186770" y="55404"/>
                </a:cubicBezTo>
                <a:moveTo>
                  <a:pt x="175135" y="55404"/>
                </a:moveTo>
                <a:cubicBezTo>
                  <a:pt x="175135" y="47130"/>
                  <a:pt x="173768" y="40925"/>
                  <a:pt x="171035" y="36788"/>
                </a:cubicBezTo>
                <a:cubicBezTo>
                  <a:pt x="168227" y="32577"/>
                  <a:pt x="164201" y="30472"/>
                  <a:pt x="158956" y="30472"/>
                </a:cubicBezTo>
                <a:cubicBezTo>
                  <a:pt x="153711" y="30472"/>
                  <a:pt x="149685" y="32577"/>
                  <a:pt x="146879" y="36788"/>
                </a:cubicBezTo>
                <a:cubicBezTo>
                  <a:pt x="144145" y="40925"/>
                  <a:pt x="142778" y="47130"/>
                  <a:pt x="142778" y="55404"/>
                </a:cubicBezTo>
                <a:cubicBezTo>
                  <a:pt x="142778" y="63678"/>
                  <a:pt x="144145" y="69883"/>
                  <a:pt x="146879" y="74020"/>
                </a:cubicBezTo>
                <a:cubicBezTo>
                  <a:pt x="149612" y="78304"/>
                  <a:pt x="153638" y="80446"/>
                  <a:pt x="158956" y="80446"/>
                </a:cubicBezTo>
                <a:cubicBezTo>
                  <a:pt x="164201" y="80446"/>
                  <a:pt x="168227" y="78341"/>
                  <a:pt x="171035" y="74130"/>
                </a:cubicBezTo>
                <a:cubicBezTo>
                  <a:pt x="173768" y="69993"/>
                  <a:pt x="175135" y="63751"/>
                  <a:pt x="175135" y="55404"/>
                </a:cubicBezTo>
                <a:close/>
                <a:moveTo>
                  <a:pt x="240447" y="58285"/>
                </a:moveTo>
                <a:lnTo>
                  <a:pt x="240447" y="52633"/>
                </a:lnTo>
                <a:cubicBezTo>
                  <a:pt x="240447" y="45837"/>
                  <a:pt x="239118" y="40555"/>
                  <a:pt x="236459" y="36788"/>
                </a:cubicBezTo>
                <a:cubicBezTo>
                  <a:pt x="233725" y="33168"/>
                  <a:pt x="229884" y="31358"/>
                  <a:pt x="224934" y="31358"/>
                </a:cubicBezTo>
                <a:cubicBezTo>
                  <a:pt x="219837" y="31358"/>
                  <a:pt x="215959" y="33389"/>
                  <a:pt x="213300" y="37453"/>
                </a:cubicBezTo>
                <a:cubicBezTo>
                  <a:pt x="210714" y="41515"/>
                  <a:pt x="209421" y="47499"/>
                  <a:pt x="209421" y="55404"/>
                </a:cubicBezTo>
                <a:cubicBezTo>
                  <a:pt x="209421" y="63234"/>
                  <a:pt x="210714" y="69217"/>
                  <a:pt x="213300" y="73354"/>
                </a:cubicBezTo>
                <a:cubicBezTo>
                  <a:pt x="215885" y="77490"/>
                  <a:pt x="219764" y="79559"/>
                  <a:pt x="224934" y="79559"/>
                </a:cubicBezTo>
                <a:cubicBezTo>
                  <a:pt x="229958" y="79559"/>
                  <a:pt x="233799" y="77749"/>
                  <a:pt x="236459" y="74130"/>
                </a:cubicBezTo>
                <a:cubicBezTo>
                  <a:pt x="239118" y="70510"/>
                  <a:pt x="240447" y="65229"/>
                  <a:pt x="240447" y="58285"/>
                </a:cubicBezTo>
                <a:moveTo>
                  <a:pt x="259949" y="32467"/>
                </a:moveTo>
                <a:lnTo>
                  <a:pt x="250419" y="32467"/>
                </a:lnTo>
                <a:lnTo>
                  <a:pt x="250419" y="82995"/>
                </a:lnTo>
                <a:cubicBezTo>
                  <a:pt x="250419" y="91120"/>
                  <a:pt x="248167" y="97511"/>
                  <a:pt x="243661" y="102165"/>
                </a:cubicBezTo>
                <a:cubicBezTo>
                  <a:pt x="239007" y="106597"/>
                  <a:pt x="232506" y="108813"/>
                  <a:pt x="224158" y="108813"/>
                </a:cubicBezTo>
                <a:cubicBezTo>
                  <a:pt x="220316" y="108813"/>
                  <a:pt x="216697" y="108480"/>
                  <a:pt x="213300" y="107815"/>
                </a:cubicBezTo>
                <a:cubicBezTo>
                  <a:pt x="209753" y="107150"/>
                  <a:pt x="206429" y="106116"/>
                  <a:pt x="203327" y="104713"/>
                </a:cubicBezTo>
                <a:lnTo>
                  <a:pt x="203327" y="92635"/>
                </a:lnTo>
                <a:lnTo>
                  <a:pt x="208535" y="92635"/>
                </a:lnTo>
                <a:cubicBezTo>
                  <a:pt x="209200" y="96403"/>
                  <a:pt x="210714" y="99135"/>
                  <a:pt x="213078" y="100834"/>
                </a:cubicBezTo>
                <a:cubicBezTo>
                  <a:pt x="215515" y="102607"/>
                  <a:pt x="218987" y="103494"/>
                  <a:pt x="223493" y="103494"/>
                </a:cubicBezTo>
                <a:cubicBezTo>
                  <a:pt x="229256" y="103494"/>
                  <a:pt x="233540" y="101832"/>
                  <a:pt x="236347" y="98508"/>
                </a:cubicBezTo>
                <a:cubicBezTo>
                  <a:pt x="239080" y="95258"/>
                  <a:pt x="240447" y="90087"/>
                  <a:pt x="240447" y="82995"/>
                </a:cubicBezTo>
                <a:lnTo>
                  <a:pt x="240447" y="75239"/>
                </a:lnTo>
                <a:cubicBezTo>
                  <a:pt x="238601" y="78858"/>
                  <a:pt x="236126" y="81517"/>
                  <a:pt x="233023" y="83216"/>
                </a:cubicBezTo>
                <a:cubicBezTo>
                  <a:pt x="229994" y="84916"/>
                  <a:pt x="226264" y="85766"/>
                  <a:pt x="221831" y="85766"/>
                </a:cubicBezTo>
                <a:cubicBezTo>
                  <a:pt x="214740" y="85766"/>
                  <a:pt x="208941" y="82958"/>
                  <a:pt x="204435" y="77344"/>
                </a:cubicBezTo>
                <a:cubicBezTo>
                  <a:pt x="200003" y="71729"/>
                  <a:pt x="197787" y="64416"/>
                  <a:pt x="197787" y="55404"/>
                </a:cubicBezTo>
                <a:cubicBezTo>
                  <a:pt x="197787" y="46391"/>
                  <a:pt x="200003" y="39078"/>
                  <a:pt x="204435" y="33464"/>
                </a:cubicBezTo>
                <a:cubicBezTo>
                  <a:pt x="209015" y="27923"/>
                  <a:pt x="214813" y="25152"/>
                  <a:pt x="221831" y="25152"/>
                </a:cubicBezTo>
                <a:cubicBezTo>
                  <a:pt x="226264" y="25152"/>
                  <a:pt x="229994" y="26002"/>
                  <a:pt x="233023" y="27702"/>
                </a:cubicBezTo>
                <a:cubicBezTo>
                  <a:pt x="236126" y="29401"/>
                  <a:pt x="238601" y="32060"/>
                  <a:pt x="240447" y="35679"/>
                </a:cubicBezTo>
                <a:lnTo>
                  <a:pt x="240447" y="26704"/>
                </a:lnTo>
                <a:lnTo>
                  <a:pt x="259949" y="26704"/>
                </a:lnTo>
                <a:lnTo>
                  <a:pt x="259949" y="32467"/>
                </a:lnTo>
                <a:close/>
                <a:moveTo>
                  <a:pt x="363080" y="26704"/>
                </a:moveTo>
                <a:lnTo>
                  <a:pt x="361972" y="32467"/>
                </a:lnTo>
                <a:lnTo>
                  <a:pt x="342138" y="32467"/>
                </a:lnTo>
                <a:cubicBezTo>
                  <a:pt x="346792" y="38007"/>
                  <a:pt x="348159" y="45653"/>
                  <a:pt x="346238" y="55404"/>
                </a:cubicBezTo>
                <a:cubicBezTo>
                  <a:pt x="344465" y="64490"/>
                  <a:pt x="340512" y="71840"/>
                  <a:pt x="334380" y="77454"/>
                </a:cubicBezTo>
                <a:cubicBezTo>
                  <a:pt x="328323" y="82995"/>
                  <a:pt x="321047" y="85766"/>
                  <a:pt x="312552" y="85766"/>
                </a:cubicBezTo>
                <a:cubicBezTo>
                  <a:pt x="304204" y="85766"/>
                  <a:pt x="298035" y="82995"/>
                  <a:pt x="294046" y="77454"/>
                </a:cubicBezTo>
                <a:cubicBezTo>
                  <a:pt x="289984" y="71988"/>
                  <a:pt x="288839" y="64638"/>
                  <a:pt x="290612" y="55404"/>
                </a:cubicBezTo>
                <a:cubicBezTo>
                  <a:pt x="292384" y="46243"/>
                  <a:pt x="296336" y="38930"/>
                  <a:pt x="302468" y="33464"/>
                </a:cubicBezTo>
                <a:cubicBezTo>
                  <a:pt x="307418" y="28958"/>
                  <a:pt x="314657" y="26704"/>
                  <a:pt x="324186" y="26704"/>
                </a:cubicBezTo>
                <a:lnTo>
                  <a:pt x="363080" y="26704"/>
                </a:lnTo>
                <a:moveTo>
                  <a:pt x="334602" y="55404"/>
                </a:moveTo>
                <a:cubicBezTo>
                  <a:pt x="336079" y="47794"/>
                  <a:pt x="335895" y="41773"/>
                  <a:pt x="334049" y="37341"/>
                </a:cubicBezTo>
                <a:cubicBezTo>
                  <a:pt x="332349" y="33427"/>
                  <a:pt x="328692" y="31469"/>
                  <a:pt x="323079" y="31469"/>
                </a:cubicBezTo>
                <a:cubicBezTo>
                  <a:pt x="317612" y="31469"/>
                  <a:pt x="313217" y="33427"/>
                  <a:pt x="309892" y="37341"/>
                </a:cubicBezTo>
                <a:cubicBezTo>
                  <a:pt x="306346" y="41552"/>
                  <a:pt x="303798" y="47573"/>
                  <a:pt x="302247" y="55404"/>
                </a:cubicBezTo>
                <a:cubicBezTo>
                  <a:pt x="300621" y="63456"/>
                  <a:pt x="300769" y="69661"/>
                  <a:pt x="302690" y="74020"/>
                </a:cubicBezTo>
                <a:cubicBezTo>
                  <a:pt x="304536" y="78304"/>
                  <a:pt x="308156" y="80446"/>
                  <a:pt x="313550" y="80446"/>
                </a:cubicBezTo>
                <a:cubicBezTo>
                  <a:pt x="318868" y="80446"/>
                  <a:pt x="323300" y="78341"/>
                  <a:pt x="326846" y="74130"/>
                </a:cubicBezTo>
                <a:cubicBezTo>
                  <a:pt x="330465" y="69993"/>
                  <a:pt x="333051" y="63751"/>
                  <a:pt x="334602" y="55404"/>
                </a:cubicBezTo>
                <a:close/>
                <a:moveTo>
                  <a:pt x="412779" y="103715"/>
                </a:moveTo>
                <a:cubicBezTo>
                  <a:pt x="402879" y="98766"/>
                  <a:pt x="396120" y="92856"/>
                  <a:pt x="392501" y="85987"/>
                </a:cubicBezTo>
                <a:cubicBezTo>
                  <a:pt x="387477" y="76236"/>
                  <a:pt x="384965" y="66780"/>
                  <a:pt x="384965" y="57619"/>
                </a:cubicBezTo>
                <a:lnTo>
                  <a:pt x="384965" y="49863"/>
                </a:lnTo>
                <a:cubicBezTo>
                  <a:pt x="384965" y="40703"/>
                  <a:pt x="387477" y="31247"/>
                  <a:pt x="392501" y="21497"/>
                </a:cubicBezTo>
                <a:cubicBezTo>
                  <a:pt x="396120" y="14627"/>
                  <a:pt x="402879" y="8717"/>
                  <a:pt x="412779" y="3767"/>
                </a:cubicBezTo>
                <a:lnTo>
                  <a:pt x="412779" y="10194"/>
                </a:lnTo>
                <a:cubicBezTo>
                  <a:pt x="407755" y="12705"/>
                  <a:pt x="403285" y="17655"/>
                  <a:pt x="399371" y="25042"/>
                </a:cubicBezTo>
                <a:cubicBezTo>
                  <a:pt x="397819" y="28071"/>
                  <a:pt x="396822" y="31469"/>
                  <a:pt x="396378" y="35236"/>
                </a:cubicBezTo>
                <a:cubicBezTo>
                  <a:pt x="395935" y="39003"/>
                  <a:pt x="395713" y="43879"/>
                  <a:pt x="395713" y="49863"/>
                </a:cubicBezTo>
                <a:lnTo>
                  <a:pt x="395713" y="57619"/>
                </a:lnTo>
                <a:cubicBezTo>
                  <a:pt x="395713" y="63603"/>
                  <a:pt x="395935" y="68479"/>
                  <a:pt x="396378" y="72246"/>
                </a:cubicBezTo>
                <a:cubicBezTo>
                  <a:pt x="396822" y="76013"/>
                  <a:pt x="397819" y="79411"/>
                  <a:pt x="399371" y="82440"/>
                </a:cubicBezTo>
                <a:cubicBezTo>
                  <a:pt x="403285" y="89828"/>
                  <a:pt x="407755" y="94777"/>
                  <a:pt x="412779" y="97289"/>
                </a:cubicBezTo>
                <a:lnTo>
                  <a:pt x="412779" y="103715"/>
                </a:lnTo>
                <a:close/>
                <a:moveTo>
                  <a:pt x="479318" y="29807"/>
                </a:moveTo>
                <a:lnTo>
                  <a:pt x="476879" y="42327"/>
                </a:lnTo>
                <a:lnTo>
                  <a:pt x="471117" y="42327"/>
                </a:lnTo>
                <a:cubicBezTo>
                  <a:pt x="471265" y="41294"/>
                  <a:pt x="471339" y="40518"/>
                  <a:pt x="471339" y="40001"/>
                </a:cubicBezTo>
                <a:cubicBezTo>
                  <a:pt x="471339" y="37342"/>
                  <a:pt x="470415" y="35089"/>
                  <a:pt x="468569" y="33241"/>
                </a:cubicBezTo>
                <a:cubicBezTo>
                  <a:pt x="466796" y="31395"/>
                  <a:pt x="463804" y="30472"/>
                  <a:pt x="459593" y="30472"/>
                </a:cubicBezTo>
                <a:cubicBezTo>
                  <a:pt x="451171" y="30472"/>
                  <a:pt x="446333" y="33427"/>
                  <a:pt x="445077" y="39336"/>
                </a:cubicBezTo>
                <a:cubicBezTo>
                  <a:pt x="444930" y="40075"/>
                  <a:pt x="444856" y="40924"/>
                  <a:pt x="444856" y="41884"/>
                </a:cubicBezTo>
                <a:cubicBezTo>
                  <a:pt x="444856" y="43067"/>
                  <a:pt x="445447" y="44249"/>
                  <a:pt x="446629" y="45430"/>
                </a:cubicBezTo>
                <a:cubicBezTo>
                  <a:pt x="447885" y="46687"/>
                  <a:pt x="450766" y="48091"/>
                  <a:pt x="455271" y="49642"/>
                </a:cubicBezTo>
                <a:lnTo>
                  <a:pt x="462695" y="52080"/>
                </a:lnTo>
                <a:cubicBezTo>
                  <a:pt x="467793" y="53704"/>
                  <a:pt x="471301" y="55846"/>
                  <a:pt x="473222" y="58507"/>
                </a:cubicBezTo>
                <a:cubicBezTo>
                  <a:pt x="474552" y="60280"/>
                  <a:pt x="475217" y="62052"/>
                  <a:pt x="475217" y="63824"/>
                </a:cubicBezTo>
                <a:cubicBezTo>
                  <a:pt x="475217" y="71507"/>
                  <a:pt x="472189" y="77269"/>
                  <a:pt x="466131" y="81111"/>
                </a:cubicBezTo>
                <a:cubicBezTo>
                  <a:pt x="461329" y="84214"/>
                  <a:pt x="455309" y="85766"/>
                  <a:pt x="448070" y="85766"/>
                </a:cubicBezTo>
                <a:cubicBezTo>
                  <a:pt x="440682" y="85766"/>
                  <a:pt x="433812" y="84177"/>
                  <a:pt x="427459" y="80999"/>
                </a:cubicBezTo>
                <a:lnTo>
                  <a:pt x="430119" y="67593"/>
                </a:lnTo>
                <a:lnTo>
                  <a:pt x="435769" y="67593"/>
                </a:lnTo>
                <a:cubicBezTo>
                  <a:pt x="435622" y="68922"/>
                  <a:pt x="435548" y="69919"/>
                  <a:pt x="435548" y="70584"/>
                </a:cubicBezTo>
                <a:cubicBezTo>
                  <a:pt x="435548" y="77159"/>
                  <a:pt x="440017" y="80446"/>
                  <a:pt x="448956" y="80446"/>
                </a:cubicBezTo>
                <a:cubicBezTo>
                  <a:pt x="457895" y="80446"/>
                  <a:pt x="463028" y="77159"/>
                  <a:pt x="464357" y="70584"/>
                </a:cubicBezTo>
                <a:cubicBezTo>
                  <a:pt x="464432" y="70141"/>
                  <a:pt x="464469" y="69255"/>
                  <a:pt x="464469" y="67924"/>
                </a:cubicBezTo>
                <a:cubicBezTo>
                  <a:pt x="464469" y="66743"/>
                  <a:pt x="463841" y="65525"/>
                  <a:pt x="462585" y="64269"/>
                </a:cubicBezTo>
                <a:cubicBezTo>
                  <a:pt x="461403" y="62864"/>
                  <a:pt x="458227" y="61276"/>
                  <a:pt x="453056" y="59503"/>
                </a:cubicBezTo>
                <a:lnTo>
                  <a:pt x="446296" y="57066"/>
                </a:lnTo>
                <a:cubicBezTo>
                  <a:pt x="441642" y="55514"/>
                  <a:pt x="438577" y="53704"/>
                  <a:pt x="437100" y="51635"/>
                </a:cubicBezTo>
                <a:cubicBezTo>
                  <a:pt x="435622" y="49494"/>
                  <a:pt x="434883" y="47278"/>
                  <a:pt x="434883" y="44987"/>
                </a:cubicBezTo>
                <a:cubicBezTo>
                  <a:pt x="434883" y="43953"/>
                  <a:pt x="434994" y="42956"/>
                  <a:pt x="435215" y="41996"/>
                </a:cubicBezTo>
                <a:cubicBezTo>
                  <a:pt x="436250" y="36677"/>
                  <a:pt x="438983" y="32577"/>
                  <a:pt x="443415" y="29695"/>
                </a:cubicBezTo>
                <a:cubicBezTo>
                  <a:pt x="447774" y="26667"/>
                  <a:pt x="453204" y="25152"/>
                  <a:pt x="459704" y="25152"/>
                </a:cubicBezTo>
                <a:cubicBezTo>
                  <a:pt x="465983" y="25152"/>
                  <a:pt x="472521" y="26704"/>
                  <a:pt x="479318" y="29807"/>
                </a:cubicBezTo>
                <a:close/>
                <a:moveTo>
                  <a:pt x="552154" y="30250"/>
                </a:moveTo>
                <a:lnTo>
                  <a:pt x="549273" y="44987"/>
                </a:lnTo>
                <a:lnTo>
                  <a:pt x="543513" y="44987"/>
                </a:lnTo>
                <a:lnTo>
                  <a:pt x="543513" y="43547"/>
                </a:lnTo>
                <a:cubicBezTo>
                  <a:pt x="543513" y="39189"/>
                  <a:pt x="542589" y="35976"/>
                  <a:pt x="540741" y="33907"/>
                </a:cubicBezTo>
                <a:cubicBezTo>
                  <a:pt x="538673" y="31617"/>
                  <a:pt x="535275" y="30472"/>
                  <a:pt x="530548" y="30472"/>
                </a:cubicBezTo>
                <a:cubicBezTo>
                  <a:pt x="525155" y="30472"/>
                  <a:pt x="520686" y="32577"/>
                  <a:pt x="517140" y="36788"/>
                </a:cubicBezTo>
                <a:cubicBezTo>
                  <a:pt x="513668" y="40851"/>
                  <a:pt x="511082" y="47056"/>
                  <a:pt x="509382" y="55404"/>
                </a:cubicBezTo>
                <a:cubicBezTo>
                  <a:pt x="508644" y="59024"/>
                  <a:pt x="508275" y="62384"/>
                  <a:pt x="508275" y="65486"/>
                </a:cubicBezTo>
                <a:cubicBezTo>
                  <a:pt x="508275" y="68812"/>
                  <a:pt x="508792" y="71693"/>
                  <a:pt x="509827" y="74130"/>
                </a:cubicBezTo>
                <a:cubicBezTo>
                  <a:pt x="511673" y="78341"/>
                  <a:pt x="515330" y="80446"/>
                  <a:pt x="520797" y="80446"/>
                </a:cubicBezTo>
                <a:cubicBezTo>
                  <a:pt x="525155" y="80446"/>
                  <a:pt x="528774" y="79338"/>
                  <a:pt x="531655" y="77122"/>
                </a:cubicBezTo>
                <a:cubicBezTo>
                  <a:pt x="534611" y="74906"/>
                  <a:pt x="537049" y="71508"/>
                  <a:pt x="538970" y="66927"/>
                </a:cubicBezTo>
                <a:lnTo>
                  <a:pt x="546947" y="66927"/>
                </a:lnTo>
                <a:cubicBezTo>
                  <a:pt x="544361" y="73132"/>
                  <a:pt x="540741" y="77786"/>
                  <a:pt x="536088" y="80889"/>
                </a:cubicBezTo>
                <a:cubicBezTo>
                  <a:pt x="531655" y="84140"/>
                  <a:pt x="526188" y="85766"/>
                  <a:pt x="519688" y="85766"/>
                </a:cubicBezTo>
                <a:cubicBezTo>
                  <a:pt x="511414" y="85766"/>
                  <a:pt x="505209" y="82995"/>
                  <a:pt x="501072" y="77454"/>
                </a:cubicBezTo>
                <a:cubicBezTo>
                  <a:pt x="498265" y="73539"/>
                  <a:pt x="496862" y="68848"/>
                  <a:pt x="496862" y="63381"/>
                </a:cubicBezTo>
                <a:cubicBezTo>
                  <a:pt x="496862" y="61018"/>
                  <a:pt x="497157" y="58358"/>
                  <a:pt x="497748" y="55404"/>
                </a:cubicBezTo>
                <a:cubicBezTo>
                  <a:pt x="499521" y="46096"/>
                  <a:pt x="503510" y="38745"/>
                  <a:pt x="509715" y="33353"/>
                </a:cubicBezTo>
                <a:cubicBezTo>
                  <a:pt x="515847" y="27886"/>
                  <a:pt x="523087" y="25152"/>
                  <a:pt x="531434" y="25152"/>
                </a:cubicBezTo>
                <a:cubicBezTo>
                  <a:pt x="534832" y="25152"/>
                  <a:pt x="538378" y="25559"/>
                  <a:pt x="542072" y="26371"/>
                </a:cubicBezTo>
                <a:cubicBezTo>
                  <a:pt x="545396" y="27258"/>
                  <a:pt x="548757" y="28551"/>
                  <a:pt x="552154" y="30250"/>
                </a:cubicBezTo>
                <a:close/>
                <a:moveTo>
                  <a:pt x="615799" y="45430"/>
                </a:moveTo>
                <a:cubicBezTo>
                  <a:pt x="615799" y="42106"/>
                  <a:pt x="615282" y="39225"/>
                  <a:pt x="614248" y="36788"/>
                </a:cubicBezTo>
                <a:cubicBezTo>
                  <a:pt x="612401" y="32577"/>
                  <a:pt x="608744" y="30472"/>
                  <a:pt x="603278" y="30472"/>
                </a:cubicBezTo>
                <a:cubicBezTo>
                  <a:pt x="597959" y="30472"/>
                  <a:pt x="593526" y="32577"/>
                  <a:pt x="589980" y="36788"/>
                </a:cubicBezTo>
                <a:cubicBezTo>
                  <a:pt x="586435" y="40998"/>
                  <a:pt x="583886" y="47204"/>
                  <a:pt x="582334" y="55404"/>
                </a:cubicBezTo>
                <a:cubicBezTo>
                  <a:pt x="581596" y="59024"/>
                  <a:pt x="581227" y="62348"/>
                  <a:pt x="581227" y="65376"/>
                </a:cubicBezTo>
                <a:cubicBezTo>
                  <a:pt x="581227" y="68775"/>
                  <a:pt x="581744" y="71693"/>
                  <a:pt x="582779" y="74130"/>
                </a:cubicBezTo>
                <a:cubicBezTo>
                  <a:pt x="584625" y="78341"/>
                  <a:pt x="588245" y="80446"/>
                  <a:pt x="593637" y="80446"/>
                </a:cubicBezTo>
                <a:cubicBezTo>
                  <a:pt x="598956" y="80446"/>
                  <a:pt x="603389" y="78341"/>
                  <a:pt x="606934" y="74130"/>
                </a:cubicBezTo>
                <a:cubicBezTo>
                  <a:pt x="610407" y="69993"/>
                  <a:pt x="612992" y="63751"/>
                  <a:pt x="614691" y="55404"/>
                </a:cubicBezTo>
                <a:cubicBezTo>
                  <a:pt x="615429" y="51784"/>
                  <a:pt x="615799" y="48459"/>
                  <a:pt x="615799" y="45430"/>
                </a:cubicBezTo>
                <a:moveTo>
                  <a:pt x="627102" y="47425"/>
                </a:moveTo>
                <a:cubicBezTo>
                  <a:pt x="627102" y="50159"/>
                  <a:pt x="626843" y="52818"/>
                  <a:pt x="626325" y="55404"/>
                </a:cubicBezTo>
                <a:cubicBezTo>
                  <a:pt x="624552" y="64490"/>
                  <a:pt x="620600" y="71840"/>
                  <a:pt x="614470" y="77454"/>
                </a:cubicBezTo>
                <a:cubicBezTo>
                  <a:pt x="608338" y="82995"/>
                  <a:pt x="601061" y="85766"/>
                  <a:pt x="592640" y="85766"/>
                </a:cubicBezTo>
                <a:cubicBezTo>
                  <a:pt x="584366" y="85766"/>
                  <a:pt x="578161" y="82995"/>
                  <a:pt x="574024" y="77454"/>
                </a:cubicBezTo>
                <a:cubicBezTo>
                  <a:pt x="571217" y="73539"/>
                  <a:pt x="569814" y="68848"/>
                  <a:pt x="569814" y="63381"/>
                </a:cubicBezTo>
                <a:cubicBezTo>
                  <a:pt x="569814" y="61018"/>
                  <a:pt x="570109" y="58358"/>
                  <a:pt x="570700" y="55404"/>
                </a:cubicBezTo>
                <a:cubicBezTo>
                  <a:pt x="572473" y="46243"/>
                  <a:pt x="576425" y="38930"/>
                  <a:pt x="582557" y="33464"/>
                </a:cubicBezTo>
                <a:cubicBezTo>
                  <a:pt x="588688" y="27923"/>
                  <a:pt x="595964" y="25152"/>
                  <a:pt x="604386" y="25152"/>
                </a:cubicBezTo>
                <a:cubicBezTo>
                  <a:pt x="612807" y="25152"/>
                  <a:pt x="619012" y="27923"/>
                  <a:pt x="623001" y="33464"/>
                </a:cubicBezTo>
                <a:cubicBezTo>
                  <a:pt x="625735" y="37305"/>
                  <a:pt x="627102" y="41958"/>
                  <a:pt x="627102" y="47425"/>
                </a:cubicBezTo>
                <a:close/>
                <a:moveTo>
                  <a:pt x="695377" y="26593"/>
                </a:moveTo>
                <a:lnTo>
                  <a:pt x="692606" y="40998"/>
                </a:lnTo>
                <a:lnTo>
                  <a:pt x="686845" y="40998"/>
                </a:lnTo>
                <a:cubicBezTo>
                  <a:pt x="686845" y="40776"/>
                  <a:pt x="686863" y="40444"/>
                  <a:pt x="686899" y="40001"/>
                </a:cubicBezTo>
                <a:cubicBezTo>
                  <a:pt x="686936" y="39558"/>
                  <a:pt x="686992" y="39225"/>
                  <a:pt x="687067" y="39003"/>
                </a:cubicBezTo>
                <a:cubicBezTo>
                  <a:pt x="687067" y="37157"/>
                  <a:pt x="686623" y="35680"/>
                  <a:pt x="685736" y="34572"/>
                </a:cubicBezTo>
                <a:cubicBezTo>
                  <a:pt x="684628" y="33168"/>
                  <a:pt x="682707" y="32467"/>
                  <a:pt x="679974" y="32467"/>
                </a:cubicBezTo>
                <a:cubicBezTo>
                  <a:pt x="675099" y="32467"/>
                  <a:pt x="670999" y="34165"/>
                  <a:pt x="667675" y="37563"/>
                </a:cubicBezTo>
                <a:cubicBezTo>
                  <a:pt x="664351" y="41109"/>
                  <a:pt x="662098" y="45985"/>
                  <a:pt x="660915" y="52190"/>
                </a:cubicBezTo>
                <a:lnTo>
                  <a:pt x="654710" y="84214"/>
                </a:lnTo>
                <a:lnTo>
                  <a:pt x="644738" y="84214"/>
                </a:lnTo>
                <a:lnTo>
                  <a:pt x="654821" y="32355"/>
                </a:lnTo>
                <a:lnTo>
                  <a:pt x="645292" y="32355"/>
                </a:lnTo>
                <a:lnTo>
                  <a:pt x="646400" y="26704"/>
                </a:lnTo>
                <a:lnTo>
                  <a:pt x="665901" y="26704"/>
                </a:lnTo>
                <a:lnTo>
                  <a:pt x="663908" y="36898"/>
                </a:lnTo>
                <a:cubicBezTo>
                  <a:pt x="666715" y="32836"/>
                  <a:pt x="669817" y="29881"/>
                  <a:pt x="673216" y="28033"/>
                </a:cubicBezTo>
                <a:cubicBezTo>
                  <a:pt x="676687" y="26113"/>
                  <a:pt x="680602" y="25152"/>
                  <a:pt x="684960" y="25152"/>
                </a:cubicBezTo>
                <a:cubicBezTo>
                  <a:pt x="686660" y="25152"/>
                  <a:pt x="688322" y="25263"/>
                  <a:pt x="689948" y="25485"/>
                </a:cubicBezTo>
                <a:cubicBezTo>
                  <a:pt x="693124" y="26150"/>
                  <a:pt x="694934" y="26520"/>
                  <a:pt x="695377" y="26593"/>
                </a:cubicBezTo>
                <a:close/>
                <a:moveTo>
                  <a:pt x="768916" y="40112"/>
                </a:moveTo>
                <a:cubicBezTo>
                  <a:pt x="768916" y="47426"/>
                  <a:pt x="765222" y="52892"/>
                  <a:pt x="757835" y="56512"/>
                </a:cubicBezTo>
                <a:cubicBezTo>
                  <a:pt x="750152" y="60205"/>
                  <a:pt x="739034" y="62089"/>
                  <a:pt x="724482" y="62162"/>
                </a:cubicBezTo>
                <a:cubicBezTo>
                  <a:pt x="724334" y="64010"/>
                  <a:pt x="724297" y="65303"/>
                  <a:pt x="724370" y="66041"/>
                </a:cubicBezTo>
                <a:cubicBezTo>
                  <a:pt x="724370" y="69513"/>
                  <a:pt x="724962" y="72320"/>
                  <a:pt x="726144" y="74463"/>
                </a:cubicBezTo>
                <a:cubicBezTo>
                  <a:pt x="728286" y="78452"/>
                  <a:pt x="732200" y="80446"/>
                  <a:pt x="737888" y="80446"/>
                </a:cubicBezTo>
                <a:cubicBezTo>
                  <a:pt x="742025" y="80446"/>
                  <a:pt x="745165" y="79819"/>
                  <a:pt x="747308" y="78563"/>
                </a:cubicBezTo>
                <a:cubicBezTo>
                  <a:pt x="751075" y="76199"/>
                  <a:pt x="753328" y="73577"/>
                  <a:pt x="754068" y="70696"/>
                </a:cubicBezTo>
                <a:lnTo>
                  <a:pt x="761380" y="70696"/>
                </a:lnTo>
                <a:cubicBezTo>
                  <a:pt x="759903" y="75275"/>
                  <a:pt x="756505" y="79190"/>
                  <a:pt x="751186" y="82440"/>
                </a:cubicBezTo>
                <a:cubicBezTo>
                  <a:pt x="747418" y="84657"/>
                  <a:pt x="741841" y="85766"/>
                  <a:pt x="734454" y="85766"/>
                </a:cubicBezTo>
                <a:cubicBezTo>
                  <a:pt x="726993" y="85766"/>
                  <a:pt x="721268" y="82995"/>
                  <a:pt x="717279" y="77454"/>
                </a:cubicBezTo>
                <a:cubicBezTo>
                  <a:pt x="714471" y="73539"/>
                  <a:pt x="713031" y="68848"/>
                  <a:pt x="712958" y="63381"/>
                </a:cubicBezTo>
                <a:cubicBezTo>
                  <a:pt x="712958" y="61092"/>
                  <a:pt x="713253" y="58469"/>
                  <a:pt x="713843" y="55514"/>
                </a:cubicBezTo>
                <a:cubicBezTo>
                  <a:pt x="715617" y="46428"/>
                  <a:pt x="719532" y="39078"/>
                  <a:pt x="725589" y="33464"/>
                </a:cubicBezTo>
                <a:cubicBezTo>
                  <a:pt x="731795" y="27923"/>
                  <a:pt x="739182" y="25152"/>
                  <a:pt x="747751" y="25152"/>
                </a:cubicBezTo>
                <a:cubicBezTo>
                  <a:pt x="761861" y="25152"/>
                  <a:pt x="768916" y="30139"/>
                  <a:pt x="768916" y="40112"/>
                </a:cubicBezTo>
                <a:moveTo>
                  <a:pt x="758389" y="39779"/>
                </a:moveTo>
                <a:cubicBezTo>
                  <a:pt x="758389" y="33649"/>
                  <a:pt x="754289" y="30546"/>
                  <a:pt x="746089" y="30472"/>
                </a:cubicBezTo>
                <a:cubicBezTo>
                  <a:pt x="741361" y="30472"/>
                  <a:pt x="737262" y="32318"/>
                  <a:pt x="733790" y="36012"/>
                </a:cubicBezTo>
                <a:cubicBezTo>
                  <a:pt x="730539" y="39558"/>
                  <a:pt x="727843" y="46354"/>
                  <a:pt x="725701" y="56400"/>
                </a:cubicBezTo>
                <a:cubicBezTo>
                  <a:pt x="737224" y="55884"/>
                  <a:pt x="746089" y="53741"/>
                  <a:pt x="752294" y="49973"/>
                </a:cubicBezTo>
                <a:cubicBezTo>
                  <a:pt x="756357" y="47684"/>
                  <a:pt x="758389" y="44286"/>
                  <a:pt x="758389" y="39779"/>
                </a:cubicBezTo>
                <a:close/>
                <a:moveTo>
                  <a:pt x="818549" y="103715"/>
                </a:moveTo>
                <a:cubicBezTo>
                  <a:pt x="808650" y="98766"/>
                  <a:pt x="801891" y="92856"/>
                  <a:pt x="798271" y="85987"/>
                </a:cubicBezTo>
                <a:cubicBezTo>
                  <a:pt x="793247" y="76236"/>
                  <a:pt x="790735" y="66780"/>
                  <a:pt x="790735" y="57619"/>
                </a:cubicBezTo>
                <a:lnTo>
                  <a:pt x="790735" y="49863"/>
                </a:lnTo>
                <a:cubicBezTo>
                  <a:pt x="790735" y="40703"/>
                  <a:pt x="793247" y="31247"/>
                  <a:pt x="798271" y="21497"/>
                </a:cubicBezTo>
                <a:cubicBezTo>
                  <a:pt x="801891" y="14627"/>
                  <a:pt x="808650" y="8717"/>
                  <a:pt x="818549" y="3767"/>
                </a:cubicBezTo>
                <a:lnTo>
                  <a:pt x="818549" y="10194"/>
                </a:lnTo>
                <a:cubicBezTo>
                  <a:pt x="813525" y="12705"/>
                  <a:pt x="809056" y="17655"/>
                  <a:pt x="805141" y="25042"/>
                </a:cubicBezTo>
                <a:cubicBezTo>
                  <a:pt x="803590" y="28071"/>
                  <a:pt x="802592" y="31469"/>
                  <a:pt x="802148" y="35236"/>
                </a:cubicBezTo>
                <a:cubicBezTo>
                  <a:pt x="801705" y="39003"/>
                  <a:pt x="801484" y="43879"/>
                  <a:pt x="801484" y="49863"/>
                </a:cubicBezTo>
                <a:lnTo>
                  <a:pt x="801484" y="57619"/>
                </a:lnTo>
                <a:cubicBezTo>
                  <a:pt x="801484" y="63603"/>
                  <a:pt x="801705" y="68479"/>
                  <a:pt x="802148" y="72246"/>
                </a:cubicBezTo>
                <a:cubicBezTo>
                  <a:pt x="802592" y="76013"/>
                  <a:pt x="803590" y="79411"/>
                  <a:pt x="805141" y="82440"/>
                </a:cubicBezTo>
                <a:cubicBezTo>
                  <a:pt x="809056" y="89828"/>
                  <a:pt x="813525" y="94777"/>
                  <a:pt x="818549" y="97289"/>
                </a:cubicBezTo>
                <a:lnTo>
                  <a:pt x="818549" y="103715"/>
                </a:lnTo>
                <a:close/>
                <a:moveTo>
                  <a:pt x="857496" y="7646"/>
                </a:moveTo>
                <a:cubicBezTo>
                  <a:pt x="857496" y="8162"/>
                  <a:pt x="857460" y="8568"/>
                  <a:pt x="857386" y="8865"/>
                </a:cubicBezTo>
                <a:cubicBezTo>
                  <a:pt x="857017" y="10637"/>
                  <a:pt x="856167" y="12077"/>
                  <a:pt x="854837" y="13185"/>
                </a:cubicBezTo>
                <a:cubicBezTo>
                  <a:pt x="853360" y="14367"/>
                  <a:pt x="851772" y="14958"/>
                  <a:pt x="850072" y="14958"/>
                </a:cubicBezTo>
                <a:cubicBezTo>
                  <a:pt x="848373" y="14958"/>
                  <a:pt x="847044" y="14367"/>
                  <a:pt x="846083" y="13185"/>
                </a:cubicBezTo>
                <a:cubicBezTo>
                  <a:pt x="845345" y="12373"/>
                  <a:pt x="844976" y="11339"/>
                  <a:pt x="844976" y="10082"/>
                </a:cubicBezTo>
                <a:cubicBezTo>
                  <a:pt x="844976" y="9566"/>
                  <a:pt x="845013" y="9160"/>
                  <a:pt x="845086" y="8865"/>
                </a:cubicBezTo>
                <a:cubicBezTo>
                  <a:pt x="845456" y="7092"/>
                  <a:pt x="846342" y="5651"/>
                  <a:pt x="847745" y="4543"/>
                </a:cubicBezTo>
                <a:cubicBezTo>
                  <a:pt x="849149" y="3287"/>
                  <a:pt x="850700" y="2660"/>
                  <a:pt x="852400" y="2660"/>
                </a:cubicBezTo>
                <a:cubicBezTo>
                  <a:pt x="854025" y="2660"/>
                  <a:pt x="855354" y="3287"/>
                  <a:pt x="856389" y="4543"/>
                </a:cubicBezTo>
                <a:cubicBezTo>
                  <a:pt x="857127" y="5356"/>
                  <a:pt x="857496" y="6390"/>
                  <a:pt x="857496" y="7646"/>
                </a:cubicBezTo>
                <a:moveTo>
                  <a:pt x="854284" y="26704"/>
                </a:moveTo>
                <a:lnTo>
                  <a:pt x="844200" y="78451"/>
                </a:lnTo>
                <a:lnTo>
                  <a:pt x="853619" y="78451"/>
                </a:lnTo>
                <a:lnTo>
                  <a:pt x="852510" y="84214"/>
                </a:lnTo>
                <a:lnTo>
                  <a:pt x="833230" y="84214"/>
                </a:lnTo>
                <a:lnTo>
                  <a:pt x="843202" y="32467"/>
                </a:lnTo>
                <a:lnTo>
                  <a:pt x="833673" y="32467"/>
                </a:lnTo>
                <a:lnTo>
                  <a:pt x="834892" y="26704"/>
                </a:lnTo>
                <a:lnTo>
                  <a:pt x="854284" y="26704"/>
                </a:lnTo>
                <a:close/>
                <a:moveTo>
                  <a:pt x="890652" y="71915"/>
                </a:moveTo>
                <a:cubicBezTo>
                  <a:pt x="890284" y="78046"/>
                  <a:pt x="888844" y="83327"/>
                  <a:pt x="886332" y="87759"/>
                </a:cubicBezTo>
                <a:cubicBezTo>
                  <a:pt x="883672" y="92191"/>
                  <a:pt x="879720" y="96033"/>
                  <a:pt x="874475" y="99284"/>
                </a:cubicBezTo>
                <a:lnTo>
                  <a:pt x="870153" y="94962"/>
                </a:lnTo>
                <a:cubicBezTo>
                  <a:pt x="873477" y="92451"/>
                  <a:pt x="875989" y="89533"/>
                  <a:pt x="877689" y="86209"/>
                </a:cubicBezTo>
                <a:cubicBezTo>
                  <a:pt x="879240" y="82810"/>
                  <a:pt x="880016" y="78710"/>
                  <a:pt x="880016" y="73908"/>
                </a:cubicBezTo>
                <a:lnTo>
                  <a:pt x="880016" y="71915"/>
                </a:lnTo>
                <a:lnTo>
                  <a:pt x="890652" y="71915"/>
                </a:lnTo>
                <a:close/>
                <a:moveTo>
                  <a:pt x="973045" y="7646"/>
                </a:moveTo>
                <a:cubicBezTo>
                  <a:pt x="973045" y="8162"/>
                  <a:pt x="973007" y="8568"/>
                  <a:pt x="972933" y="8865"/>
                </a:cubicBezTo>
                <a:cubicBezTo>
                  <a:pt x="972563" y="10637"/>
                  <a:pt x="971714" y="12077"/>
                  <a:pt x="970385" y="13185"/>
                </a:cubicBezTo>
                <a:cubicBezTo>
                  <a:pt x="968982" y="14367"/>
                  <a:pt x="967393" y="14958"/>
                  <a:pt x="965620" y="14958"/>
                </a:cubicBezTo>
                <a:cubicBezTo>
                  <a:pt x="963920" y="14958"/>
                  <a:pt x="962590" y="14367"/>
                  <a:pt x="961630" y="13185"/>
                </a:cubicBezTo>
                <a:cubicBezTo>
                  <a:pt x="960892" y="12373"/>
                  <a:pt x="960523" y="11339"/>
                  <a:pt x="960523" y="10082"/>
                </a:cubicBezTo>
                <a:cubicBezTo>
                  <a:pt x="960523" y="9566"/>
                  <a:pt x="960560" y="9160"/>
                  <a:pt x="960634" y="8865"/>
                </a:cubicBezTo>
                <a:cubicBezTo>
                  <a:pt x="961003" y="7239"/>
                  <a:pt x="961889" y="5799"/>
                  <a:pt x="963294" y="4543"/>
                </a:cubicBezTo>
                <a:cubicBezTo>
                  <a:pt x="964770" y="3287"/>
                  <a:pt x="966359" y="2660"/>
                  <a:pt x="968058" y="2660"/>
                </a:cubicBezTo>
                <a:cubicBezTo>
                  <a:pt x="969609" y="2660"/>
                  <a:pt x="970902" y="3287"/>
                  <a:pt x="971935" y="4543"/>
                </a:cubicBezTo>
                <a:cubicBezTo>
                  <a:pt x="972675" y="5356"/>
                  <a:pt x="973045" y="6390"/>
                  <a:pt x="973045" y="7646"/>
                </a:cubicBezTo>
                <a:moveTo>
                  <a:pt x="969609" y="26704"/>
                </a:moveTo>
                <a:lnTo>
                  <a:pt x="957310" y="89864"/>
                </a:lnTo>
                <a:cubicBezTo>
                  <a:pt x="956053" y="95701"/>
                  <a:pt x="953394" y="100355"/>
                  <a:pt x="949331" y="103827"/>
                </a:cubicBezTo>
                <a:cubicBezTo>
                  <a:pt x="945194" y="107299"/>
                  <a:pt x="940023" y="108961"/>
                  <a:pt x="933818" y="108813"/>
                </a:cubicBezTo>
                <a:cubicBezTo>
                  <a:pt x="931380" y="108813"/>
                  <a:pt x="928979" y="108518"/>
                  <a:pt x="926615" y="107927"/>
                </a:cubicBezTo>
                <a:cubicBezTo>
                  <a:pt x="924474" y="107410"/>
                  <a:pt x="922331" y="106523"/>
                  <a:pt x="920189" y="105267"/>
                </a:cubicBezTo>
                <a:lnTo>
                  <a:pt x="922515" y="93410"/>
                </a:lnTo>
                <a:lnTo>
                  <a:pt x="927613" y="93410"/>
                </a:lnTo>
                <a:cubicBezTo>
                  <a:pt x="927538" y="94002"/>
                  <a:pt x="927501" y="94814"/>
                  <a:pt x="927501" y="95848"/>
                </a:cubicBezTo>
                <a:cubicBezTo>
                  <a:pt x="927501" y="98138"/>
                  <a:pt x="927945" y="99874"/>
                  <a:pt x="928832" y="101056"/>
                </a:cubicBezTo>
                <a:cubicBezTo>
                  <a:pt x="930013" y="102681"/>
                  <a:pt x="932082" y="103494"/>
                  <a:pt x="935037" y="103494"/>
                </a:cubicBezTo>
                <a:cubicBezTo>
                  <a:pt x="938287" y="103494"/>
                  <a:pt x="940946" y="102386"/>
                  <a:pt x="943014" y="100170"/>
                </a:cubicBezTo>
                <a:cubicBezTo>
                  <a:pt x="945009" y="97954"/>
                  <a:pt x="946450" y="94518"/>
                  <a:pt x="947336" y="89864"/>
                </a:cubicBezTo>
                <a:lnTo>
                  <a:pt x="958527" y="32467"/>
                </a:lnTo>
                <a:lnTo>
                  <a:pt x="949110" y="32467"/>
                </a:lnTo>
                <a:lnTo>
                  <a:pt x="950217" y="26704"/>
                </a:lnTo>
                <a:lnTo>
                  <a:pt x="969609" y="26704"/>
                </a:lnTo>
                <a:close/>
                <a:moveTo>
                  <a:pt x="1015279" y="57619"/>
                </a:moveTo>
                <a:cubicBezTo>
                  <a:pt x="1015279" y="66927"/>
                  <a:pt x="1012804" y="76383"/>
                  <a:pt x="1007854" y="85987"/>
                </a:cubicBezTo>
                <a:cubicBezTo>
                  <a:pt x="1004309" y="92783"/>
                  <a:pt x="997550" y="98692"/>
                  <a:pt x="987577" y="103715"/>
                </a:cubicBezTo>
                <a:lnTo>
                  <a:pt x="987577" y="97289"/>
                </a:lnTo>
                <a:cubicBezTo>
                  <a:pt x="992674" y="94703"/>
                  <a:pt x="997107" y="89753"/>
                  <a:pt x="1000875" y="82440"/>
                </a:cubicBezTo>
                <a:cubicBezTo>
                  <a:pt x="1001983" y="80372"/>
                  <a:pt x="1002814" y="77879"/>
                  <a:pt x="1003367" y="74962"/>
                </a:cubicBezTo>
                <a:cubicBezTo>
                  <a:pt x="1003922" y="72043"/>
                  <a:pt x="1004254" y="69439"/>
                  <a:pt x="1004365" y="67150"/>
                </a:cubicBezTo>
                <a:cubicBezTo>
                  <a:pt x="1004475" y="64860"/>
                  <a:pt x="1004530" y="61683"/>
                  <a:pt x="1004530" y="57619"/>
                </a:cubicBezTo>
                <a:lnTo>
                  <a:pt x="1004530" y="49863"/>
                </a:lnTo>
                <a:cubicBezTo>
                  <a:pt x="1004530" y="45800"/>
                  <a:pt x="1004475" y="42623"/>
                  <a:pt x="1004365" y="40334"/>
                </a:cubicBezTo>
                <a:cubicBezTo>
                  <a:pt x="1004254" y="38044"/>
                  <a:pt x="1003922" y="35440"/>
                  <a:pt x="1003367" y="32522"/>
                </a:cubicBezTo>
                <a:cubicBezTo>
                  <a:pt x="1002814" y="29604"/>
                  <a:pt x="1001983" y="27111"/>
                  <a:pt x="1000875" y="25042"/>
                </a:cubicBezTo>
                <a:cubicBezTo>
                  <a:pt x="997107" y="17729"/>
                  <a:pt x="992674" y="12780"/>
                  <a:pt x="987577" y="10194"/>
                </a:cubicBezTo>
                <a:lnTo>
                  <a:pt x="987577" y="3767"/>
                </a:lnTo>
                <a:cubicBezTo>
                  <a:pt x="997550" y="8790"/>
                  <a:pt x="1004309" y="14700"/>
                  <a:pt x="1007854" y="21497"/>
                </a:cubicBezTo>
                <a:cubicBezTo>
                  <a:pt x="1012804" y="31099"/>
                  <a:pt x="1015279" y="40555"/>
                  <a:pt x="1015279" y="49863"/>
                </a:cubicBezTo>
                <a:lnTo>
                  <a:pt x="1015279" y="57619"/>
                </a:lnTo>
                <a:close/>
                <a:moveTo>
                  <a:pt x="1131925" y="58174"/>
                </a:moveTo>
                <a:lnTo>
                  <a:pt x="1062339" y="58174"/>
                </a:lnTo>
                <a:lnTo>
                  <a:pt x="1062339" y="49309"/>
                </a:lnTo>
                <a:lnTo>
                  <a:pt x="1131925" y="49309"/>
                </a:lnTo>
                <a:lnTo>
                  <a:pt x="1131925" y="58174"/>
                </a:lnTo>
                <a:close/>
                <a:moveTo>
                  <a:pt x="1226188" y="29807"/>
                </a:moveTo>
                <a:lnTo>
                  <a:pt x="1223750" y="42327"/>
                </a:lnTo>
                <a:lnTo>
                  <a:pt x="1217988" y="42327"/>
                </a:lnTo>
                <a:cubicBezTo>
                  <a:pt x="1218135" y="41294"/>
                  <a:pt x="1218209" y="40518"/>
                  <a:pt x="1218209" y="40001"/>
                </a:cubicBezTo>
                <a:cubicBezTo>
                  <a:pt x="1218209" y="37342"/>
                  <a:pt x="1217286" y="35089"/>
                  <a:pt x="1215440" y="33241"/>
                </a:cubicBezTo>
                <a:cubicBezTo>
                  <a:pt x="1213666" y="31395"/>
                  <a:pt x="1210674" y="30472"/>
                  <a:pt x="1206463" y="30472"/>
                </a:cubicBezTo>
                <a:cubicBezTo>
                  <a:pt x="1198042" y="30472"/>
                  <a:pt x="1193203" y="33427"/>
                  <a:pt x="1191948" y="39336"/>
                </a:cubicBezTo>
                <a:cubicBezTo>
                  <a:pt x="1191800" y="40075"/>
                  <a:pt x="1191726" y="40924"/>
                  <a:pt x="1191726" y="41884"/>
                </a:cubicBezTo>
                <a:cubicBezTo>
                  <a:pt x="1191726" y="43067"/>
                  <a:pt x="1192317" y="44249"/>
                  <a:pt x="1193500" y="45430"/>
                </a:cubicBezTo>
                <a:cubicBezTo>
                  <a:pt x="1194755" y="46687"/>
                  <a:pt x="1197636" y="48091"/>
                  <a:pt x="1202141" y="49642"/>
                </a:cubicBezTo>
                <a:lnTo>
                  <a:pt x="1209566" y="52080"/>
                </a:lnTo>
                <a:cubicBezTo>
                  <a:pt x="1214663" y="53704"/>
                  <a:pt x="1218172" y="55846"/>
                  <a:pt x="1220093" y="58507"/>
                </a:cubicBezTo>
                <a:cubicBezTo>
                  <a:pt x="1221423" y="60280"/>
                  <a:pt x="1222088" y="62052"/>
                  <a:pt x="1222088" y="63824"/>
                </a:cubicBezTo>
                <a:cubicBezTo>
                  <a:pt x="1222088" y="71507"/>
                  <a:pt x="1219059" y="77269"/>
                  <a:pt x="1213001" y="81111"/>
                </a:cubicBezTo>
                <a:cubicBezTo>
                  <a:pt x="1208200" y="84214"/>
                  <a:pt x="1202179" y="85766"/>
                  <a:pt x="1194940" y="85766"/>
                </a:cubicBezTo>
                <a:cubicBezTo>
                  <a:pt x="1187553" y="85766"/>
                  <a:pt x="1180682" y="84177"/>
                  <a:pt x="1174329" y="80999"/>
                </a:cubicBezTo>
                <a:lnTo>
                  <a:pt x="1176989" y="67593"/>
                </a:lnTo>
                <a:lnTo>
                  <a:pt x="1182640" y="67593"/>
                </a:lnTo>
                <a:cubicBezTo>
                  <a:pt x="1182492" y="68922"/>
                  <a:pt x="1182418" y="69919"/>
                  <a:pt x="1182418" y="70584"/>
                </a:cubicBezTo>
                <a:cubicBezTo>
                  <a:pt x="1182418" y="77159"/>
                  <a:pt x="1186888" y="80446"/>
                  <a:pt x="1195826" y="80446"/>
                </a:cubicBezTo>
                <a:cubicBezTo>
                  <a:pt x="1204765" y="80446"/>
                  <a:pt x="1209899" y="77159"/>
                  <a:pt x="1211228" y="70584"/>
                </a:cubicBezTo>
                <a:cubicBezTo>
                  <a:pt x="1211302" y="70141"/>
                  <a:pt x="1211339" y="69255"/>
                  <a:pt x="1211339" y="67924"/>
                </a:cubicBezTo>
                <a:cubicBezTo>
                  <a:pt x="1211339" y="66743"/>
                  <a:pt x="1210711" y="65525"/>
                  <a:pt x="1209456" y="64269"/>
                </a:cubicBezTo>
                <a:cubicBezTo>
                  <a:pt x="1208273" y="62864"/>
                  <a:pt x="1205097" y="61276"/>
                  <a:pt x="1199926" y="59503"/>
                </a:cubicBezTo>
                <a:lnTo>
                  <a:pt x="1193167" y="57066"/>
                </a:lnTo>
                <a:cubicBezTo>
                  <a:pt x="1188512" y="55514"/>
                  <a:pt x="1185447" y="53704"/>
                  <a:pt x="1183970" y="51635"/>
                </a:cubicBezTo>
                <a:cubicBezTo>
                  <a:pt x="1182493" y="49494"/>
                  <a:pt x="1181754" y="47278"/>
                  <a:pt x="1181754" y="44987"/>
                </a:cubicBezTo>
                <a:cubicBezTo>
                  <a:pt x="1181754" y="43953"/>
                  <a:pt x="1181864" y="42956"/>
                  <a:pt x="1182085" y="41996"/>
                </a:cubicBezTo>
                <a:cubicBezTo>
                  <a:pt x="1183120" y="36677"/>
                  <a:pt x="1185853" y="32577"/>
                  <a:pt x="1190286" y="29695"/>
                </a:cubicBezTo>
                <a:cubicBezTo>
                  <a:pt x="1194644" y="26667"/>
                  <a:pt x="1200074" y="25152"/>
                  <a:pt x="1206575" y="25152"/>
                </a:cubicBezTo>
                <a:cubicBezTo>
                  <a:pt x="1212853" y="25152"/>
                  <a:pt x="1219391" y="26704"/>
                  <a:pt x="1226188" y="29807"/>
                </a:cubicBezTo>
                <a:close/>
                <a:moveTo>
                  <a:pt x="1299025" y="30250"/>
                </a:moveTo>
                <a:lnTo>
                  <a:pt x="1296144" y="44987"/>
                </a:lnTo>
                <a:lnTo>
                  <a:pt x="1290383" y="44987"/>
                </a:lnTo>
                <a:lnTo>
                  <a:pt x="1290383" y="43547"/>
                </a:lnTo>
                <a:cubicBezTo>
                  <a:pt x="1290383" y="39189"/>
                  <a:pt x="1289460" y="35976"/>
                  <a:pt x="1287612" y="33907"/>
                </a:cubicBezTo>
                <a:cubicBezTo>
                  <a:pt x="1285544" y="31617"/>
                  <a:pt x="1282146" y="30472"/>
                  <a:pt x="1277418" y="30472"/>
                </a:cubicBezTo>
                <a:cubicBezTo>
                  <a:pt x="1272026" y="30472"/>
                  <a:pt x="1267557" y="32577"/>
                  <a:pt x="1264010" y="36788"/>
                </a:cubicBezTo>
                <a:cubicBezTo>
                  <a:pt x="1260539" y="40851"/>
                  <a:pt x="1257953" y="47056"/>
                  <a:pt x="1256253" y="55404"/>
                </a:cubicBezTo>
                <a:cubicBezTo>
                  <a:pt x="1255515" y="59024"/>
                  <a:pt x="1255146" y="62384"/>
                  <a:pt x="1255146" y="65486"/>
                </a:cubicBezTo>
                <a:cubicBezTo>
                  <a:pt x="1255146" y="68812"/>
                  <a:pt x="1255663" y="71693"/>
                  <a:pt x="1256698" y="74130"/>
                </a:cubicBezTo>
                <a:cubicBezTo>
                  <a:pt x="1258544" y="78341"/>
                  <a:pt x="1262201" y="80446"/>
                  <a:pt x="1267668" y="80446"/>
                </a:cubicBezTo>
                <a:cubicBezTo>
                  <a:pt x="1272025" y="80446"/>
                  <a:pt x="1275645" y="79338"/>
                  <a:pt x="1278526" y="77122"/>
                </a:cubicBezTo>
                <a:cubicBezTo>
                  <a:pt x="1281481" y="74906"/>
                  <a:pt x="1283920" y="71508"/>
                  <a:pt x="1285840" y="66927"/>
                </a:cubicBezTo>
                <a:lnTo>
                  <a:pt x="1293817" y="66927"/>
                </a:lnTo>
                <a:cubicBezTo>
                  <a:pt x="1291232" y="73132"/>
                  <a:pt x="1287612" y="77786"/>
                  <a:pt x="1282959" y="80889"/>
                </a:cubicBezTo>
                <a:cubicBezTo>
                  <a:pt x="1278526" y="84140"/>
                  <a:pt x="1273059" y="85766"/>
                  <a:pt x="1266558" y="85766"/>
                </a:cubicBezTo>
                <a:cubicBezTo>
                  <a:pt x="1258285" y="85766"/>
                  <a:pt x="1252080" y="82995"/>
                  <a:pt x="1247943" y="77454"/>
                </a:cubicBezTo>
                <a:cubicBezTo>
                  <a:pt x="1245136" y="73539"/>
                  <a:pt x="1243733" y="68848"/>
                  <a:pt x="1243733" y="63381"/>
                </a:cubicBezTo>
                <a:cubicBezTo>
                  <a:pt x="1243733" y="61018"/>
                  <a:pt x="1244028" y="58358"/>
                  <a:pt x="1244619" y="55404"/>
                </a:cubicBezTo>
                <a:cubicBezTo>
                  <a:pt x="1246392" y="46096"/>
                  <a:pt x="1250381" y="38745"/>
                  <a:pt x="1256586" y="33353"/>
                </a:cubicBezTo>
                <a:cubicBezTo>
                  <a:pt x="1262718" y="27886"/>
                  <a:pt x="1269957" y="25152"/>
                  <a:pt x="1278304" y="25152"/>
                </a:cubicBezTo>
                <a:cubicBezTo>
                  <a:pt x="1281703" y="25152"/>
                  <a:pt x="1285249" y="25559"/>
                  <a:pt x="1288943" y="26371"/>
                </a:cubicBezTo>
                <a:cubicBezTo>
                  <a:pt x="1292267" y="27258"/>
                  <a:pt x="1295628" y="28551"/>
                  <a:pt x="1299025" y="30250"/>
                </a:cubicBezTo>
                <a:close/>
                <a:moveTo>
                  <a:pt x="1362669" y="45430"/>
                </a:moveTo>
                <a:cubicBezTo>
                  <a:pt x="1362669" y="42106"/>
                  <a:pt x="1362152" y="39225"/>
                  <a:pt x="1361119" y="36788"/>
                </a:cubicBezTo>
                <a:cubicBezTo>
                  <a:pt x="1359271" y="32577"/>
                  <a:pt x="1355615" y="30472"/>
                  <a:pt x="1350149" y="30472"/>
                </a:cubicBezTo>
                <a:cubicBezTo>
                  <a:pt x="1344830" y="30472"/>
                  <a:pt x="1340397" y="32577"/>
                  <a:pt x="1336851" y="36788"/>
                </a:cubicBezTo>
                <a:cubicBezTo>
                  <a:pt x="1333306" y="40998"/>
                  <a:pt x="1330757" y="47204"/>
                  <a:pt x="1329205" y="55404"/>
                </a:cubicBezTo>
                <a:cubicBezTo>
                  <a:pt x="1328467" y="59024"/>
                  <a:pt x="1328098" y="62348"/>
                  <a:pt x="1328098" y="65376"/>
                </a:cubicBezTo>
                <a:cubicBezTo>
                  <a:pt x="1328098" y="68775"/>
                  <a:pt x="1328615" y="71693"/>
                  <a:pt x="1329650" y="74130"/>
                </a:cubicBezTo>
                <a:cubicBezTo>
                  <a:pt x="1331496" y="78341"/>
                  <a:pt x="1335115" y="80446"/>
                  <a:pt x="1340508" y="80446"/>
                </a:cubicBezTo>
                <a:cubicBezTo>
                  <a:pt x="1345827" y="80446"/>
                  <a:pt x="1350259" y="78341"/>
                  <a:pt x="1353804" y="74130"/>
                </a:cubicBezTo>
                <a:cubicBezTo>
                  <a:pt x="1357277" y="69993"/>
                  <a:pt x="1359863" y="63751"/>
                  <a:pt x="1361562" y="55404"/>
                </a:cubicBezTo>
                <a:cubicBezTo>
                  <a:pt x="1362300" y="51784"/>
                  <a:pt x="1362669" y="48459"/>
                  <a:pt x="1362669" y="45430"/>
                </a:cubicBezTo>
                <a:moveTo>
                  <a:pt x="1373972" y="47425"/>
                </a:moveTo>
                <a:cubicBezTo>
                  <a:pt x="1373972" y="50159"/>
                  <a:pt x="1373714" y="52818"/>
                  <a:pt x="1373196" y="55404"/>
                </a:cubicBezTo>
                <a:cubicBezTo>
                  <a:pt x="1371423" y="64490"/>
                  <a:pt x="1367471" y="71840"/>
                  <a:pt x="1361340" y="77454"/>
                </a:cubicBezTo>
                <a:cubicBezTo>
                  <a:pt x="1355208" y="82995"/>
                  <a:pt x="1347932" y="85766"/>
                  <a:pt x="1339510" y="85766"/>
                </a:cubicBezTo>
                <a:cubicBezTo>
                  <a:pt x="1331237" y="85766"/>
                  <a:pt x="1325032" y="82995"/>
                  <a:pt x="1320895" y="77454"/>
                </a:cubicBezTo>
                <a:cubicBezTo>
                  <a:pt x="1318088" y="73539"/>
                  <a:pt x="1316685" y="68848"/>
                  <a:pt x="1316685" y="63381"/>
                </a:cubicBezTo>
                <a:cubicBezTo>
                  <a:pt x="1316685" y="61018"/>
                  <a:pt x="1316980" y="58358"/>
                  <a:pt x="1317571" y="55404"/>
                </a:cubicBezTo>
                <a:cubicBezTo>
                  <a:pt x="1319344" y="46243"/>
                  <a:pt x="1323296" y="38930"/>
                  <a:pt x="1329428" y="33464"/>
                </a:cubicBezTo>
                <a:cubicBezTo>
                  <a:pt x="1335559" y="27923"/>
                  <a:pt x="1342835" y="25152"/>
                  <a:pt x="1351256" y="25152"/>
                </a:cubicBezTo>
                <a:cubicBezTo>
                  <a:pt x="1359678" y="25152"/>
                  <a:pt x="1365883" y="27923"/>
                  <a:pt x="1369872" y="33464"/>
                </a:cubicBezTo>
                <a:cubicBezTo>
                  <a:pt x="1372606" y="37305"/>
                  <a:pt x="1373972" y="41958"/>
                  <a:pt x="1373972" y="47425"/>
                </a:cubicBezTo>
                <a:close/>
                <a:moveTo>
                  <a:pt x="1442247" y="26593"/>
                </a:moveTo>
                <a:lnTo>
                  <a:pt x="1439476" y="40998"/>
                </a:lnTo>
                <a:lnTo>
                  <a:pt x="1433716" y="40998"/>
                </a:lnTo>
                <a:cubicBezTo>
                  <a:pt x="1433716" y="40776"/>
                  <a:pt x="1433734" y="40444"/>
                  <a:pt x="1433770" y="40001"/>
                </a:cubicBezTo>
                <a:cubicBezTo>
                  <a:pt x="1433807" y="39558"/>
                  <a:pt x="1433863" y="39225"/>
                  <a:pt x="1433937" y="39003"/>
                </a:cubicBezTo>
                <a:cubicBezTo>
                  <a:pt x="1433937" y="37157"/>
                  <a:pt x="1433494" y="35680"/>
                  <a:pt x="1432607" y="34572"/>
                </a:cubicBezTo>
                <a:cubicBezTo>
                  <a:pt x="1431498" y="33168"/>
                  <a:pt x="1429578" y="32467"/>
                  <a:pt x="1426844" y="32467"/>
                </a:cubicBezTo>
                <a:cubicBezTo>
                  <a:pt x="1421969" y="32467"/>
                  <a:pt x="1417870" y="34165"/>
                  <a:pt x="1414545" y="37563"/>
                </a:cubicBezTo>
                <a:cubicBezTo>
                  <a:pt x="1411221" y="41109"/>
                  <a:pt x="1408968" y="45985"/>
                  <a:pt x="1407786" y="52190"/>
                </a:cubicBezTo>
                <a:lnTo>
                  <a:pt x="1401580" y="84214"/>
                </a:lnTo>
                <a:lnTo>
                  <a:pt x="1391608" y="84214"/>
                </a:lnTo>
                <a:lnTo>
                  <a:pt x="1401692" y="32355"/>
                </a:lnTo>
                <a:lnTo>
                  <a:pt x="1392163" y="32355"/>
                </a:lnTo>
                <a:lnTo>
                  <a:pt x="1393270" y="26704"/>
                </a:lnTo>
                <a:lnTo>
                  <a:pt x="1412772" y="26704"/>
                </a:lnTo>
                <a:lnTo>
                  <a:pt x="1410778" y="36898"/>
                </a:lnTo>
                <a:cubicBezTo>
                  <a:pt x="1413585" y="32836"/>
                  <a:pt x="1416688" y="29881"/>
                  <a:pt x="1420086" y="28033"/>
                </a:cubicBezTo>
                <a:cubicBezTo>
                  <a:pt x="1423558" y="26113"/>
                  <a:pt x="1427473" y="25152"/>
                  <a:pt x="1431830" y="25152"/>
                </a:cubicBezTo>
                <a:cubicBezTo>
                  <a:pt x="1433530" y="25152"/>
                  <a:pt x="1435193" y="25263"/>
                  <a:pt x="1436818" y="25485"/>
                </a:cubicBezTo>
                <a:cubicBezTo>
                  <a:pt x="1439995" y="26150"/>
                  <a:pt x="1441804" y="26520"/>
                  <a:pt x="1442247" y="26593"/>
                </a:cubicBezTo>
                <a:close/>
                <a:moveTo>
                  <a:pt x="1515787" y="40112"/>
                </a:moveTo>
                <a:cubicBezTo>
                  <a:pt x="1515787" y="47426"/>
                  <a:pt x="1512093" y="52892"/>
                  <a:pt x="1504705" y="56512"/>
                </a:cubicBezTo>
                <a:cubicBezTo>
                  <a:pt x="1497022" y="60205"/>
                  <a:pt x="1485905" y="62089"/>
                  <a:pt x="1471352" y="62162"/>
                </a:cubicBezTo>
                <a:cubicBezTo>
                  <a:pt x="1471205" y="64010"/>
                  <a:pt x="1471168" y="65303"/>
                  <a:pt x="1471241" y="66041"/>
                </a:cubicBezTo>
                <a:cubicBezTo>
                  <a:pt x="1471241" y="69513"/>
                  <a:pt x="1471832" y="72320"/>
                  <a:pt x="1473015" y="74463"/>
                </a:cubicBezTo>
                <a:cubicBezTo>
                  <a:pt x="1475156" y="78452"/>
                  <a:pt x="1479071" y="80446"/>
                  <a:pt x="1484759" y="80446"/>
                </a:cubicBezTo>
                <a:cubicBezTo>
                  <a:pt x="1488896" y="80446"/>
                  <a:pt x="1492035" y="79819"/>
                  <a:pt x="1494178" y="78563"/>
                </a:cubicBezTo>
                <a:cubicBezTo>
                  <a:pt x="1497945" y="76199"/>
                  <a:pt x="1500199" y="73577"/>
                  <a:pt x="1500938" y="70696"/>
                </a:cubicBezTo>
                <a:lnTo>
                  <a:pt x="1508251" y="70696"/>
                </a:lnTo>
                <a:cubicBezTo>
                  <a:pt x="1506773" y="75275"/>
                  <a:pt x="1503375" y="79190"/>
                  <a:pt x="1498057" y="82440"/>
                </a:cubicBezTo>
                <a:cubicBezTo>
                  <a:pt x="1494289" y="84657"/>
                  <a:pt x="1488711" y="85766"/>
                  <a:pt x="1481325" y="85766"/>
                </a:cubicBezTo>
                <a:cubicBezTo>
                  <a:pt x="1473864" y="85766"/>
                  <a:pt x="1468139" y="82995"/>
                  <a:pt x="1464150" y="77454"/>
                </a:cubicBezTo>
                <a:cubicBezTo>
                  <a:pt x="1461342" y="73539"/>
                  <a:pt x="1459901" y="68848"/>
                  <a:pt x="1459828" y="63381"/>
                </a:cubicBezTo>
                <a:cubicBezTo>
                  <a:pt x="1459828" y="61092"/>
                  <a:pt x="1460123" y="58469"/>
                  <a:pt x="1460714" y="55514"/>
                </a:cubicBezTo>
                <a:cubicBezTo>
                  <a:pt x="1462487" y="46428"/>
                  <a:pt x="1466402" y="39078"/>
                  <a:pt x="1472460" y="33464"/>
                </a:cubicBezTo>
                <a:cubicBezTo>
                  <a:pt x="1478665" y="27923"/>
                  <a:pt x="1486052" y="25152"/>
                  <a:pt x="1494621" y="25152"/>
                </a:cubicBezTo>
                <a:cubicBezTo>
                  <a:pt x="1508732" y="25152"/>
                  <a:pt x="1515787" y="30139"/>
                  <a:pt x="1515787" y="40112"/>
                </a:cubicBezTo>
                <a:moveTo>
                  <a:pt x="1505260" y="39779"/>
                </a:moveTo>
                <a:cubicBezTo>
                  <a:pt x="1505260" y="33649"/>
                  <a:pt x="1501160" y="30546"/>
                  <a:pt x="1492959" y="30472"/>
                </a:cubicBezTo>
                <a:cubicBezTo>
                  <a:pt x="1488232" y="30472"/>
                  <a:pt x="1484132" y="32318"/>
                  <a:pt x="1480660" y="36012"/>
                </a:cubicBezTo>
                <a:cubicBezTo>
                  <a:pt x="1477409" y="39558"/>
                  <a:pt x="1474713" y="46354"/>
                  <a:pt x="1472572" y="56400"/>
                </a:cubicBezTo>
                <a:cubicBezTo>
                  <a:pt x="1484095" y="55884"/>
                  <a:pt x="1492959" y="53741"/>
                  <a:pt x="1499164" y="49973"/>
                </a:cubicBezTo>
                <a:cubicBezTo>
                  <a:pt x="1503228" y="47684"/>
                  <a:pt x="1505260" y="44286"/>
                  <a:pt x="1505260" y="39779"/>
                </a:cubicBezTo>
                <a:close/>
                <a:moveTo>
                  <a:pt x="1565420" y="103715"/>
                </a:moveTo>
                <a:cubicBezTo>
                  <a:pt x="1555521" y="98766"/>
                  <a:pt x="1548761" y="92856"/>
                  <a:pt x="1545142" y="85987"/>
                </a:cubicBezTo>
                <a:cubicBezTo>
                  <a:pt x="1540118" y="76236"/>
                  <a:pt x="1537606" y="66780"/>
                  <a:pt x="1537606" y="57619"/>
                </a:cubicBezTo>
                <a:lnTo>
                  <a:pt x="1537606" y="49863"/>
                </a:lnTo>
                <a:cubicBezTo>
                  <a:pt x="1537606" y="40703"/>
                  <a:pt x="1540118" y="31247"/>
                  <a:pt x="1545142" y="21497"/>
                </a:cubicBezTo>
                <a:cubicBezTo>
                  <a:pt x="1548761" y="14627"/>
                  <a:pt x="1555521" y="8717"/>
                  <a:pt x="1565420" y="3767"/>
                </a:cubicBezTo>
                <a:lnTo>
                  <a:pt x="1565420" y="10194"/>
                </a:lnTo>
                <a:cubicBezTo>
                  <a:pt x="1560396" y="12705"/>
                  <a:pt x="1555927" y="17655"/>
                  <a:pt x="1552012" y="25042"/>
                </a:cubicBezTo>
                <a:cubicBezTo>
                  <a:pt x="1550461" y="28071"/>
                  <a:pt x="1549463" y="31469"/>
                  <a:pt x="1549019" y="35236"/>
                </a:cubicBezTo>
                <a:cubicBezTo>
                  <a:pt x="1548576" y="39003"/>
                  <a:pt x="1548355" y="43879"/>
                  <a:pt x="1548355" y="49863"/>
                </a:cubicBezTo>
                <a:lnTo>
                  <a:pt x="1548355" y="57619"/>
                </a:lnTo>
                <a:cubicBezTo>
                  <a:pt x="1548355" y="63603"/>
                  <a:pt x="1548576" y="68479"/>
                  <a:pt x="1549019" y="72246"/>
                </a:cubicBezTo>
                <a:cubicBezTo>
                  <a:pt x="1549463" y="76013"/>
                  <a:pt x="1550461" y="79411"/>
                  <a:pt x="1552012" y="82440"/>
                </a:cubicBezTo>
                <a:cubicBezTo>
                  <a:pt x="1555927" y="89828"/>
                  <a:pt x="1560396" y="94777"/>
                  <a:pt x="1565420" y="97289"/>
                </a:cubicBezTo>
                <a:lnTo>
                  <a:pt x="1565420" y="103715"/>
                </a:lnTo>
                <a:close/>
                <a:moveTo>
                  <a:pt x="1604367" y="7646"/>
                </a:moveTo>
                <a:cubicBezTo>
                  <a:pt x="1604367" y="8162"/>
                  <a:pt x="1604330" y="8568"/>
                  <a:pt x="1604257" y="8865"/>
                </a:cubicBezTo>
                <a:cubicBezTo>
                  <a:pt x="1603887" y="10637"/>
                  <a:pt x="1603037" y="12077"/>
                  <a:pt x="1601707" y="13185"/>
                </a:cubicBezTo>
                <a:cubicBezTo>
                  <a:pt x="1600230" y="14367"/>
                  <a:pt x="1598642" y="14958"/>
                  <a:pt x="1596942" y="14958"/>
                </a:cubicBezTo>
                <a:cubicBezTo>
                  <a:pt x="1595244" y="14958"/>
                  <a:pt x="1593914" y="14367"/>
                  <a:pt x="1592954" y="13185"/>
                </a:cubicBezTo>
                <a:cubicBezTo>
                  <a:pt x="1592215" y="12373"/>
                  <a:pt x="1591846" y="11339"/>
                  <a:pt x="1591846" y="10082"/>
                </a:cubicBezTo>
                <a:cubicBezTo>
                  <a:pt x="1591846" y="9566"/>
                  <a:pt x="1591883" y="9160"/>
                  <a:pt x="1591956" y="8865"/>
                </a:cubicBezTo>
                <a:cubicBezTo>
                  <a:pt x="1592326" y="7092"/>
                  <a:pt x="1593212" y="5651"/>
                  <a:pt x="1594616" y="4543"/>
                </a:cubicBezTo>
                <a:cubicBezTo>
                  <a:pt x="1596019" y="3287"/>
                  <a:pt x="1597571" y="2660"/>
                  <a:pt x="1599270" y="2660"/>
                </a:cubicBezTo>
                <a:cubicBezTo>
                  <a:pt x="1600895" y="2660"/>
                  <a:pt x="1602224" y="3287"/>
                  <a:pt x="1603259" y="4543"/>
                </a:cubicBezTo>
                <a:cubicBezTo>
                  <a:pt x="1603997" y="5356"/>
                  <a:pt x="1604367" y="6390"/>
                  <a:pt x="1604367" y="7646"/>
                </a:cubicBezTo>
                <a:moveTo>
                  <a:pt x="1601154" y="26704"/>
                </a:moveTo>
                <a:lnTo>
                  <a:pt x="1591070" y="78451"/>
                </a:lnTo>
                <a:lnTo>
                  <a:pt x="1600490" y="78451"/>
                </a:lnTo>
                <a:lnTo>
                  <a:pt x="1599380" y="84214"/>
                </a:lnTo>
                <a:lnTo>
                  <a:pt x="1580100" y="84214"/>
                </a:lnTo>
                <a:lnTo>
                  <a:pt x="1590073" y="32467"/>
                </a:lnTo>
                <a:lnTo>
                  <a:pt x="1580543" y="32467"/>
                </a:lnTo>
                <a:lnTo>
                  <a:pt x="1581762" y="26704"/>
                </a:lnTo>
                <a:lnTo>
                  <a:pt x="1601154" y="26704"/>
                </a:lnTo>
                <a:close/>
                <a:moveTo>
                  <a:pt x="1639408" y="3434"/>
                </a:moveTo>
                <a:cubicBezTo>
                  <a:pt x="1639408" y="9714"/>
                  <a:pt x="1638263" y="14996"/>
                  <a:pt x="1635972" y="19280"/>
                </a:cubicBezTo>
                <a:cubicBezTo>
                  <a:pt x="1633609" y="23860"/>
                  <a:pt x="1629989" y="27701"/>
                  <a:pt x="1625112" y="30805"/>
                </a:cubicBezTo>
                <a:lnTo>
                  <a:pt x="1620902" y="26483"/>
                </a:lnTo>
                <a:cubicBezTo>
                  <a:pt x="1623783" y="24045"/>
                  <a:pt x="1625815" y="21349"/>
                  <a:pt x="1626998" y="18394"/>
                </a:cubicBezTo>
                <a:cubicBezTo>
                  <a:pt x="1628253" y="15218"/>
                  <a:pt x="1628881" y="11339"/>
                  <a:pt x="1628881" y="6758"/>
                </a:cubicBezTo>
                <a:lnTo>
                  <a:pt x="1628881" y="3434"/>
                </a:lnTo>
                <a:lnTo>
                  <a:pt x="1639408" y="3434"/>
                </a:lnTo>
                <a:close/>
                <a:moveTo>
                  <a:pt x="1672619" y="71915"/>
                </a:moveTo>
                <a:cubicBezTo>
                  <a:pt x="1672250" y="78046"/>
                  <a:pt x="1670810" y="83327"/>
                  <a:pt x="1668299" y="87759"/>
                </a:cubicBezTo>
                <a:cubicBezTo>
                  <a:pt x="1665639" y="92191"/>
                  <a:pt x="1661686" y="96033"/>
                  <a:pt x="1656441" y="99284"/>
                </a:cubicBezTo>
                <a:lnTo>
                  <a:pt x="1652120" y="94962"/>
                </a:lnTo>
                <a:cubicBezTo>
                  <a:pt x="1655444" y="92451"/>
                  <a:pt x="1657956" y="89533"/>
                  <a:pt x="1659655" y="86209"/>
                </a:cubicBezTo>
                <a:cubicBezTo>
                  <a:pt x="1661206" y="82810"/>
                  <a:pt x="1661982" y="78710"/>
                  <a:pt x="1661982" y="73908"/>
                </a:cubicBezTo>
                <a:lnTo>
                  <a:pt x="1661982" y="71915"/>
                </a:lnTo>
                <a:lnTo>
                  <a:pt x="1672619" y="71915"/>
                </a:lnTo>
                <a:close/>
                <a:moveTo>
                  <a:pt x="1755011" y="7646"/>
                </a:moveTo>
                <a:cubicBezTo>
                  <a:pt x="1755011" y="8162"/>
                  <a:pt x="1754973" y="8568"/>
                  <a:pt x="1754899" y="8865"/>
                </a:cubicBezTo>
                <a:cubicBezTo>
                  <a:pt x="1754529" y="10637"/>
                  <a:pt x="1753680" y="12077"/>
                  <a:pt x="1752351" y="13185"/>
                </a:cubicBezTo>
                <a:cubicBezTo>
                  <a:pt x="1750948" y="14367"/>
                  <a:pt x="1749359" y="14958"/>
                  <a:pt x="1747586" y="14958"/>
                </a:cubicBezTo>
                <a:cubicBezTo>
                  <a:pt x="1745886" y="14958"/>
                  <a:pt x="1744556" y="14367"/>
                  <a:pt x="1743596" y="13185"/>
                </a:cubicBezTo>
                <a:cubicBezTo>
                  <a:pt x="1742858" y="12373"/>
                  <a:pt x="1742489" y="11339"/>
                  <a:pt x="1742489" y="10082"/>
                </a:cubicBezTo>
                <a:cubicBezTo>
                  <a:pt x="1742489" y="9566"/>
                  <a:pt x="1742526" y="9160"/>
                  <a:pt x="1742600" y="8865"/>
                </a:cubicBezTo>
                <a:cubicBezTo>
                  <a:pt x="1742969" y="7239"/>
                  <a:pt x="1743855" y="5799"/>
                  <a:pt x="1745260" y="4543"/>
                </a:cubicBezTo>
                <a:cubicBezTo>
                  <a:pt x="1746736" y="3287"/>
                  <a:pt x="1748325" y="2660"/>
                  <a:pt x="1750024" y="2660"/>
                </a:cubicBezTo>
                <a:cubicBezTo>
                  <a:pt x="1751575" y="2660"/>
                  <a:pt x="1752868" y="3287"/>
                  <a:pt x="1753901" y="4543"/>
                </a:cubicBezTo>
                <a:cubicBezTo>
                  <a:pt x="1754641" y="5356"/>
                  <a:pt x="1755011" y="6390"/>
                  <a:pt x="1755011" y="7646"/>
                </a:cubicBezTo>
                <a:moveTo>
                  <a:pt x="1751575" y="26704"/>
                </a:moveTo>
                <a:lnTo>
                  <a:pt x="1739276" y="89864"/>
                </a:lnTo>
                <a:cubicBezTo>
                  <a:pt x="1738019" y="95701"/>
                  <a:pt x="1735360" y="100355"/>
                  <a:pt x="1731297" y="103827"/>
                </a:cubicBezTo>
                <a:cubicBezTo>
                  <a:pt x="1727160" y="107299"/>
                  <a:pt x="1721989" y="108961"/>
                  <a:pt x="1715784" y="108813"/>
                </a:cubicBezTo>
                <a:cubicBezTo>
                  <a:pt x="1713346" y="108813"/>
                  <a:pt x="1710945" y="108518"/>
                  <a:pt x="1708581" y="107927"/>
                </a:cubicBezTo>
                <a:cubicBezTo>
                  <a:pt x="1706440" y="107410"/>
                  <a:pt x="1704297" y="106523"/>
                  <a:pt x="1702155" y="105267"/>
                </a:cubicBezTo>
                <a:lnTo>
                  <a:pt x="1704481" y="93410"/>
                </a:lnTo>
                <a:lnTo>
                  <a:pt x="1709579" y="93410"/>
                </a:lnTo>
                <a:cubicBezTo>
                  <a:pt x="1709504" y="94002"/>
                  <a:pt x="1709467" y="94814"/>
                  <a:pt x="1709467" y="95848"/>
                </a:cubicBezTo>
                <a:cubicBezTo>
                  <a:pt x="1709467" y="98138"/>
                  <a:pt x="1709911" y="99874"/>
                  <a:pt x="1710798" y="101056"/>
                </a:cubicBezTo>
                <a:cubicBezTo>
                  <a:pt x="1711979" y="102681"/>
                  <a:pt x="1714048" y="103494"/>
                  <a:pt x="1717003" y="103494"/>
                </a:cubicBezTo>
                <a:cubicBezTo>
                  <a:pt x="1720253" y="103494"/>
                  <a:pt x="1722912" y="102386"/>
                  <a:pt x="1724980" y="100170"/>
                </a:cubicBezTo>
                <a:cubicBezTo>
                  <a:pt x="1726975" y="97954"/>
                  <a:pt x="1728416" y="94518"/>
                  <a:pt x="1729302" y="89864"/>
                </a:cubicBezTo>
                <a:lnTo>
                  <a:pt x="1740493" y="32467"/>
                </a:lnTo>
                <a:lnTo>
                  <a:pt x="1731076" y="32467"/>
                </a:lnTo>
                <a:lnTo>
                  <a:pt x="1732183" y="26704"/>
                </a:lnTo>
                <a:lnTo>
                  <a:pt x="1751575" y="26704"/>
                </a:lnTo>
                <a:close/>
                <a:moveTo>
                  <a:pt x="1790044" y="3434"/>
                </a:moveTo>
                <a:cubicBezTo>
                  <a:pt x="1790044" y="9714"/>
                  <a:pt x="1788899" y="14996"/>
                  <a:pt x="1786608" y="19280"/>
                </a:cubicBezTo>
                <a:cubicBezTo>
                  <a:pt x="1784245" y="23860"/>
                  <a:pt x="1780625" y="27701"/>
                  <a:pt x="1775748" y="30805"/>
                </a:cubicBezTo>
                <a:lnTo>
                  <a:pt x="1771538" y="26483"/>
                </a:lnTo>
                <a:cubicBezTo>
                  <a:pt x="1774419" y="24045"/>
                  <a:pt x="1776451" y="21349"/>
                  <a:pt x="1777634" y="18394"/>
                </a:cubicBezTo>
                <a:cubicBezTo>
                  <a:pt x="1778889" y="15218"/>
                  <a:pt x="1779517" y="11339"/>
                  <a:pt x="1779517" y="6758"/>
                </a:cubicBezTo>
                <a:lnTo>
                  <a:pt x="1779517" y="3434"/>
                </a:lnTo>
                <a:lnTo>
                  <a:pt x="1790044" y="3434"/>
                </a:lnTo>
                <a:close/>
                <a:moveTo>
                  <a:pt x="1832341" y="57619"/>
                </a:moveTo>
                <a:cubicBezTo>
                  <a:pt x="1832341" y="66927"/>
                  <a:pt x="1829866" y="76383"/>
                  <a:pt x="1824917" y="85987"/>
                </a:cubicBezTo>
                <a:cubicBezTo>
                  <a:pt x="1821372" y="92783"/>
                  <a:pt x="1814612" y="98692"/>
                  <a:pt x="1804639" y="103715"/>
                </a:cubicBezTo>
                <a:lnTo>
                  <a:pt x="1804639" y="97289"/>
                </a:lnTo>
                <a:cubicBezTo>
                  <a:pt x="1809736" y="94703"/>
                  <a:pt x="1814169" y="89753"/>
                  <a:pt x="1817937" y="82440"/>
                </a:cubicBezTo>
                <a:cubicBezTo>
                  <a:pt x="1819045" y="80372"/>
                  <a:pt x="1819876" y="77879"/>
                  <a:pt x="1820429" y="74962"/>
                </a:cubicBezTo>
                <a:cubicBezTo>
                  <a:pt x="1820984" y="72043"/>
                  <a:pt x="1821317" y="69439"/>
                  <a:pt x="1821427" y="67150"/>
                </a:cubicBezTo>
                <a:cubicBezTo>
                  <a:pt x="1821537" y="64860"/>
                  <a:pt x="1821593" y="61683"/>
                  <a:pt x="1821593" y="57619"/>
                </a:cubicBezTo>
                <a:lnTo>
                  <a:pt x="1821593" y="49863"/>
                </a:lnTo>
                <a:cubicBezTo>
                  <a:pt x="1821593" y="45800"/>
                  <a:pt x="1821537" y="42623"/>
                  <a:pt x="1821427" y="40334"/>
                </a:cubicBezTo>
                <a:cubicBezTo>
                  <a:pt x="1821317" y="38044"/>
                  <a:pt x="1820984" y="35440"/>
                  <a:pt x="1820429" y="32522"/>
                </a:cubicBezTo>
                <a:cubicBezTo>
                  <a:pt x="1819876" y="29604"/>
                  <a:pt x="1819045" y="27111"/>
                  <a:pt x="1817937" y="25042"/>
                </a:cubicBezTo>
                <a:cubicBezTo>
                  <a:pt x="1814169" y="17729"/>
                  <a:pt x="1809736" y="12780"/>
                  <a:pt x="1804639" y="10194"/>
                </a:cubicBezTo>
                <a:lnTo>
                  <a:pt x="1804639" y="3767"/>
                </a:lnTo>
                <a:cubicBezTo>
                  <a:pt x="1814612" y="8790"/>
                  <a:pt x="1821372" y="14700"/>
                  <a:pt x="1824917" y="21497"/>
                </a:cubicBezTo>
                <a:cubicBezTo>
                  <a:pt x="1829866" y="31099"/>
                  <a:pt x="1832341" y="40555"/>
                  <a:pt x="1832341" y="49863"/>
                </a:cubicBezTo>
                <a:lnTo>
                  <a:pt x="1832341" y="57619"/>
                </a:lnTo>
                <a:close/>
                <a:moveTo>
                  <a:pt x="1879267" y="57619"/>
                </a:moveTo>
                <a:cubicBezTo>
                  <a:pt x="1879267" y="66927"/>
                  <a:pt x="1876792" y="76383"/>
                  <a:pt x="1871843" y="85987"/>
                </a:cubicBezTo>
                <a:cubicBezTo>
                  <a:pt x="1868298" y="92783"/>
                  <a:pt x="1861538" y="98692"/>
                  <a:pt x="1851565" y="103715"/>
                </a:cubicBezTo>
                <a:lnTo>
                  <a:pt x="1851565" y="97289"/>
                </a:lnTo>
                <a:cubicBezTo>
                  <a:pt x="1856662" y="94703"/>
                  <a:pt x="1861095" y="89753"/>
                  <a:pt x="1864863" y="82440"/>
                </a:cubicBezTo>
                <a:cubicBezTo>
                  <a:pt x="1865971" y="80372"/>
                  <a:pt x="1866802" y="77879"/>
                  <a:pt x="1867355" y="74962"/>
                </a:cubicBezTo>
                <a:cubicBezTo>
                  <a:pt x="1867910" y="72043"/>
                  <a:pt x="1868242" y="69439"/>
                  <a:pt x="1868353" y="67150"/>
                </a:cubicBezTo>
                <a:cubicBezTo>
                  <a:pt x="1868463" y="64860"/>
                  <a:pt x="1868519" y="61683"/>
                  <a:pt x="1868519" y="57619"/>
                </a:cubicBezTo>
                <a:lnTo>
                  <a:pt x="1868519" y="49863"/>
                </a:lnTo>
                <a:cubicBezTo>
                  <a:pt x="1868519" y="45800"/>
                  <a:pt x="1868463" y="42623"/>
                  <a:pt x="1868353" y="40334"/>
                </a:cubicBezTo>
                <a:cubicBezTo>
                  <a:pt x="1868242" y="38044"/>
                  <a:pt x="1867910" y="35440"/>
                  <a:pt x="1867355" y="32522"/>
                </a:cubicBezTo>
                <a:cubicBezTo>
                  <a:pt x="1866802" y="29604"/>
                  <a:pt x="1865971" y="27111"/>
                  <a:pt x="1864863" y="25042"/>
                </a:cubicBezTo>
                <a:cubicBezTo>
                  <a:pt x="1861095" y="17729"/>
                  <a:pt x="1856662" y="12780"/>
                  <a:pt x="1851565" y="10194"/>
                </a:cubicBezTo>
                <a:lnTo>
                  <a:pt x="1851565" y="3767"/>
                </a:lnTo>
                <a:cubicBezTo>
                  <a:pt x="1861538" y="8790"/>
                  <a:pt x="1868298" y="14700"/>
                  <a:pt x="1871843" y="21497"/>
                </a:cubicBezTo>
                <a:cubicBezTo>
                  <a:pt x="1876792" y="31099"/>
                  <a:pt x="1879267" y="40555"/>
                  <a:pt x="1879267" y="49863"/>
                </a:cubicBezTo>
                <a:lnTo>
                  <a:pt x="1879267" y="57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where�����(�,�)=−�_�����(�,�)+ℎ_�����(�,�),">
            <a:extLst xmlns:a="http://schemas.openxmlformats.org/drawingml/2006/main">
              <a:ext uri="{FF2B5EF4-FFF2-40B4-BE49-F238E27FC236}">
                <a16:creationId xmlns:a16="http://schemas.microsoft.com/office/drawing/2014/main" id="{A3676019-CEA8-4AAD-93C0-8C57C5AD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65" y="6529544"/>
            <a:ext cx="2857066" cy="108961"/>
          </a:xfrm>
          <a:custGeom xmlns:a="http://schemas.openxmlformats.org/drawingml/2006/main">
            <a:pathLst>
              <a:path w="2857066" h="108961">
                <a:moveTo>
                  <a:pt x="17584" y="84214"/>
                </a:moveTo>
                <a:lnTo>
                  <a:pt x="0" y="26753"/>
                </a:lnTo>
                <a:lnTo>
                  <a:pt x="10064" y="26753"/>
                </a:lnTo>
                <a:lnTo>
                  <a:pt x="19207" y="59915"/>
                </a:lnTo>
                <a:lnTo>
                  <a:pt x="22616" y="72256"/>
                </a:lnTo>
                <a:cubicBezTo>
                  <a:pt x="22760" y="71644"/>
                  <a:pt x="23752" y="67698"/>
                  <a:pt x="25592" y="60419"/>
                </a:cubicBezTo>
                <a:lnTo>
                  <a:pt x="34736" y="26753"/>
                </a:lnTo>
                <a:lnTo>
                  <a:pt x="44745" y="26753"/>
                </a:lnTo>
                <a:lnTo>
                  <a:pt x="53348" y="60076"/>
                </a:lnTo>
                <a:lnTo>
                  <a:pt x="56216" y="71066"/>
                </a:lnTo>
                <a:lnTo>
                  <a:pt x="59516" y="59973"/>
                </a:lnTo>
                <a:lnTo>
                  <a:pt x="69363" y="26753"/>
                </a:lnTo>
                <a:lnTo>
                  <a:pt x="78832" y="26753"/>
                </a:lnTo>
                <a:lnTo>
                  <a:pt x="60869" y="84214"/>
                </a:lnTo>
                <a:lnTo>
                  <a:pt x="50751" y="84214"/>
                </a:lnTo>
                <a:lnTo>
                  <a:pt x="41607" y="49784"/>
                </a:lnTo>
                <a:lnTo>
                  <a:pt x="39389" y="40009"/>
                </a:lnTo>
                <a:lnTo>
                  <a:pt x="27756" y="84214"/>
                </a:lnTo>
                <a:lnTo>
                  <a:pt x="17584" y="84214"/>
                </a:lnTo>
                <a:close/>
                <a:moveTo>
                  <a:pt x="86635" y="84214"/>
                </a:moveTo>
                <a:lnTo>
                  <a:pt x="86635" y="4895"/>
                </a:lnTo>
                <a:lnTo>
                  <a:pt x="96374" y="4895"/>
                </a:lnTo>
                <a:lnTo>
                  <a:pt x="96374" y="33405"/>
                </a:lnTo>
                <a:cubicBezTo>
                  <a:pt x="100919" y="28105"/>
                  <a:pt x="106654" y="25455"/>
                  <a:pt x="113580" y="25455"/>
                </a:cubicBezTo>
                <a:cubicBezTo>
                  <a:pt x="117836" y="25455"/>
                  <a:pt x="121533" y="26294"/>
                  <a:pt x="124671" y="27971"/>
                </a:cubicBezTo>
                <a:cubicBezTo>
                  <a:pt x="127810" y="29648"/>
                  <a:pt x="130055" y="31966"/>
                  <a:pt x="131408" y="34923"/>
                </a:cubicBezTo>
                <a:cubicBezTo>
                  <a:pt x="132760" y="37881"/>
                  <a:pt x="133437" y="42174"/>
                  <a:pt x="133437" y="47801"/>
                </a:cubicBezTo>
                <a:lnTo>
                  <a:pt x="133437" y="84214"/>
                </a:lnTo>
                <a:lnTo>
                  <a:pt x="123698" y="84214"/>
                </a:lnTo>
                <a:lnTo>
                  <a:pt x="123698" y="47839"/>
                </a:lnTo>
                <a:cubicBezTo>
                  <a:pt x="123698" y="42976"/>
                  <a:pt x="122643" y="39436"/>
                  <a:pt x="120532" y="37220"/>
                </a:cubicBezTo>
                <a:cubicBezTo>
                  <a:pt x="118422" y="35003"/>
                  <a:pt x="115437" y="33895"/>
                  <a:pt x="111578" y="33895"/>
                </a:cubicBezTo>
                <a:cubicBezTo>
                  <a:pt x="108692" y="33895"/>
                  <a:pt x="105978" y="34643"/>
                  <a:pt x="103435" y="36139"/>
                </a:cubicBezTo>
                <a:cubicBezTo>
                  <a:pt x="100892" y="37634"/>
                  <a:pt x="99080" y="39660"/>
                  <a:pt x="97997" y="42219"/>
                </a:cubicBezTo>
                <a:cubicBezTo>
                  <a:pt x="96915" y="44777"/>
                  <a:pt x="96374" y="48308"/>
                  <a:pt x="96374" y="52812"/>
                </a:cubicBezTo>
                <a:lnTo>
                  <a:pt x="96374" y="84214"/>
                </a:lnTo>
                <a:lnTo>
                  <a:pt x="86635" y="84214"/>
                </a:lnTo>
                <a:close/>
                <a:moveTo>
                  <a:pt x="187486" y="65601"/>
                </a:moveTo>
                <a:lnTo>
                  <a:pt x="197550" y="66900"/>
                </a:lnTo>
                <a:cubicBezTo>
                  <a:pt x="195963" y="72796"/>
                  <a:pt x="193023" y="77373"/>
                  <a:pt x="188731" y="80629"/>
                </a:cubicBezTo>
                <a:cubicBezTo>
                  <a:pt x="184438" y="83884"/>
                  <a:pt x="178956" y="85512"/>
                  <a:pt x="172283" y="85512"/>
                </a:cubicBezTo>
                <a:cubicBezTo>
                  <a:pt x="163878" y="85512"/>
                  <a:pt x="157214" y="82924"/>
                  <a:pt x="152291" y="77748"/>
                </a:cubicBezTo>
                <a:cubicBezTo>
                  <a:pt x="147367" y="72572"/>
                  <a:pt x="144905" y="65313"/>
                  <a:pt x="144905" y="55970"/>
                </a:cubicBezTo>
                <a:cubicBezTo>
                  <a:pt x="144905" y="46304"/>
                  <a:pt x="147394" y="38801"/>
                  <a:pt x="152372" y="33463"/>
                </a:cubicBezTo>
                <a:cubicBezTo>
                  <a:pt x="157350" y="28124"/>
                  <a:pt x="163806" y="25455"/>
                  <a:pt x="171742" y="25455"/>
                </a:cubicBezTo>
                <a:cubicBezTo>
                  <a:pt x="179425" y="25455"/>
                  <a:pt x="185701" y="28066"/>
                  <a:pt x="190570" y="33288"/>
                </a:cubicBezTo>
                <a:cubicBezTo>
                  <a:pt x="195440" y="38510"/>
                  <a:pt x="197875" y="45856"/>
                  <a:pt x="197875" y="55326"/>
                </a:cubicBezTo>
                <a:cubicBezTo>
                  <a:pt x="197875" y="55902"/>
                  <a:pt x="197857" y="56766"/>
                  <a:pt x="197820" y="57918"/>
                </a:cubicBezTo>
                <a:lnTo>
                  <a:pt x="154969" y="57918"/>
                </a:lnTo>
                <a:cubicBezTo>
                  <a:pt x="155330" y="64249"/>
                  <a:pt x="157115" y="69096"/>
                  <a:pt x="160325" y="72459"/>
                </a:cubicBezTo>
                <a:cubicBezTo>
                  <a:pt x="163536" y="75823"/>
                  <a:pt x="167539" y="77504"/>
                  <a:pt x="172337" y="77504"/>
                </a:cubicBezTo>
                <a:cubicBezTo>
                  <a:pt x="175908" y="77504"/>
                  <a:pt x="178956" y="76558"/>
                  <a:pt x="181481" y="74666"/>
                </a:cubicBezTo>
                <a:cubicBezTo>
                  <a:pt x="184006" y="72772"/>
                  <a:pt x="186007" y="69750"/>
                  <a:pt x="187486" y="65601"/>
                </a:cubicBezTo>
                <a:moveTo>
                  <a:pt x="155510" y="49911"/>
                </a:moveTo>
                <a:lnTo>
                  <a:pt x="187595" y="49911"/>
                </a:lnTo>
                <a:cubicBezTo>
                  <a:pt x="187162" y="45093"/>
                  <a:pt x="185935" y="41480"/>
                  <a:pt x="183915" y="39071"/>
                </a:cubicBezTo>
                <a:cubicBezTo>
                  <a:pt x="180813" y="35332"/>
                  <a:pt x="176791" y="33463"/>
                  <a:pt x="171850" y="33463"/>
                </a:cubicBezTo>
                <a:cubicBezTo>
                  <a:pt x="167377" y="33463"/>
                  <a:pt x="163617" y="34955"/>
                  <a:pt x="160569" y="37940"/>
                </a:cubicBezTo>
                <a:cubicBezTo>
                  <a:pt x="157521" y="40924"/>
                  <a:pt x="155835" y="44914"/>
                  <a:pt x="155510" y="49911"/>
                </a:cubicBezTo>
                <a:close/>
                <a:moveTo>
                  <a:pt x="209560" y="84214"/>
                </a:moveTo>
                <a:lnTo>
                  <a:pt x="209560" y="26753"/>
                </a:lnTo>
                <a:lnTo>
                  <a:pt x="218325" y="26753"/>
                </a:lnTo>
                <a:lnTo>
                  <a:pt x="218325" y="35464"/>
                </a:lnTo>
                <a:cubicBezTo>
                  <a:pt x="220561" y="31389"/>
                  <a:pt x="222626" y="28701"/>
                  <a:pt x="224520" y="27403"/>
                </a:cubicBezTo>
                <a:cubicBezTo>
                  <a:pt x="226413" y="26104"/>
                  <a:pt x="228497" y="25455"/>
                  <a:pt x="230769" y="25455"/>
                </a:cubicBezTo>
                <a:cubicBezTo>
                  <a:pt x="234051" y="25455"/>
                  <a:pt x="237388" y="26501"/>
                  <a:pt x="240779" y="28593"/>
                </a:cubicBezTo>
                <a:lnTo>
                  <a:pt x="237424" y="37622"/>
                </a:lnTo>
                <a:cubicBezTo>
                  <a:pt x="235043" y="36220"/>
                  <a:pt x="232663" y="35519"/>
                  <a:pt x="230282" y="35519"/>
                </a:cubicBezTo>
                <a:cubicBezTo>
                  <a:pt x="228154" y="35519"/>
                  <a:pt x="226242" y="36159"/>
                  <a:pt x="224547" y="37439"/>
                </a:cubicBezTo>
                <a:cubicBezTo>
                  <a:pt x="222852" y="38720"/>
                  <a:pt x="221643" y="40496"/>
                  <a:pt x="220922" y="42769"/>
                </a:cubicBezTo>
                <a:cubicBezTo>
                  <a:pt x="219840" y="46231"/>
                  <a:pt x="219299" y="50019"/>
                  <a:pt x="219299" y="54131"/>
                </a:cubicBezTo>
                <a:lnTo>
                  <a:pt x="219299" y="84214"/>
                </a:lnTo>
                <a:lnTo>
                  <a:pt x="209560" y="84214"/>
                </a:lnTo>
                <a:close/>
                <a:moveTo>
                  <a:pt x="285676" y="65601"/>
                </a:moveTo>
                <a:lnTo>
                  <a:pt x="295739" y="66900"/>
                </a:lnTo>
                <a:cubicBezTo>
                  <a:pt x="294152" y="72796"/>
                  <a:pt x="291213" y="77373"/>
                  <a:pt x="286920" y="80629"/>
                </a:cubicBezTo>
                <a:cubicBezTo>
                  <a:pt x="282628" y="83884"/>
                  <a:pt x="277145" y="85512"/>
                  <a:pt x="270472" y="85512"/>
                </a:cubicBezTo>
                <a:cubicBezTo>
                  <a:pt x="262068" y="85512"/>
                  <a:pt x="255404" y="82924"/>
                  <a:pt x="250480" y="77748"/>
                </a:cubicBezTo>
                <a:cubicBezTo>
                  <a:pt x="245557" y="72572"/>
                  <a:pt x="243095" y="65313"/>
                  <a:pt x="243095" y="55970"/>
                </a:cubicBezTo>
                <a:cubicBezTo>
                  <a:pt x="243095" y="46304"/>
                  <a:pt x="245584" y="38801"/>
                  <a:pt x="250561" y="33463"/>
                </a:cubicBezTo>
                <a:cubicBezTo>
                  <a:pt x="255539" y="28124"/>
                  <a:pt x="261996" y="25455"/>
                  <a:pt x="269931" y="25455"/>
                </a:cubicBezTo>
                <a:cubicBezTo>
                  <a:pt x="277614" y="25455"/>
                  <a:pt x="283890" y="28066"/>
                  <a:pt x="288760" y="33288"/>
                </a:cubicBezTo>
                <a:cubicBezTo>
                  <a:pt x="293629" y="38510"/>
                  <a:pt x="296064" y="45856"/>
                  <a:pt x="296064" y="55326"/>
                </a:cubicBezTo>
                <a:cubicBezTo>
                  <a:pt x="296064" y="55902"/>
                  <a:pt x="296046" y="56766"/>
                  <a:pt x="296010" y="57918"/>
                </a:cubicBezTo>
                <a:lnTo>
                  <a:pt x="253158" y="57918"/>
                </a:lnTo>
                <a:cubicBezTo>
                  <a:pt x="253519" y="64249"/>
                  <a:pt x="255305" y="69096"/>
                  <a:pt x="258515" y="72459"/>
                </a:cubicBezTo>
                <a:cubicBezTo>
                  <a:pt x="261725" y="75823"/>
                  <a:pt x="265729" y="77504"/>
                  <a:pt x="270526" y="77504"/>
                </a:cubicBezTo>
                <a:cubicBezTo>
                  <a:pt x="274097" y="77504"/>
                  <a:pt x="277145" y="76558"/>
                  <a:pt x="279670" y="74666"/>
                </a:cubicBezTo>
                <a:cubicBezTo>
                  <a:pt x="282195" y="72772"/>
                  <a:pt x="284197" y="69750"/>
                  <a:pt x="285676" y="65601"/>
                </a:cubicBezTo>
                <a:moveTo>
                  <a:pt x="253699" y="49911"/>
                </a:moveTo>
                <a:lnTo>
                  <a:pt x="285784" y="49911"/>
                </a:lnTo>
                <a:cubicBezTo>
                  <a:pt x="285351" y="45093"/>
                  <a:pt x="284125" y="41480"/>
                  <a:pt x="282105" y="39071"/>
                </a:cubicBezTo>
                <a:cubicBezTo>
                  <a:pt x="279003" y="35332"/>
                  <a:pt x="274981" y="33463"/>
                  <a:pt x="270039" y="33463"/>
                </a:cubicBezTo>
                <a:cubicBezTo>
                  <a:pt x="265567" y="33463"/>
                  <a:pt x="261806" y="34955"/>
                  <a:pt x="258758" y="37940"/>
                </a:cubicBezTo>
                <a:cubicBezTo>
                  <a:pt x="255710" y="40924"/>
                  <a:pt x="254024" y="44914"/>
                  <a:pt x="253699" y="49911"/>
                </a:cubicBezTo>
                <a:close/>
                <a:moveTo>
                  <a:pt x="431468" y="29807"/>
                </a:moveTo>
                <a:lnTo>
                  <a:pt x="429030" y="42327"/>
                </a:lnTo>
                <a:lnTo>
                  <a:pt x="423268" y="42327"/>
                </a:lnTo>
                <a:cubicBezTo>
                  <a:pt x="423415" y="41294"/>
                  <a:pt x="423489" y="40518"/>
                  <a:pt x="423489" y="40001"/>
                </a:cubicBezTo>
                <a:cubicBezTo>
                  <a:pt x="423489" y="37342"/>
                  <a:pt x="422566" y="35089"/>
                  <a:pt x="420720" y="33241"/>
                </a:cubicBezTo>
                <a:cubicBezTo>
                  <a:pt x="418946" y="31395"/>
                  <a:pt x="415954" y="30472"/>
                  <a:pt x="411743" y="30472"/>
                </a:cubicBezTo>
                <a:cubicBezTo>
                  <a:pt x="403322" y="30472"/>
                  <a:pt x="398483" y="33427"/>
                  <a:pt x="397228" y="39336"/>
                </a:cubicBezTo>
                <a:cubicBezTo>
                  <a:pt x="397080" y="40075"/>
                  <a:pt x="397006" y="40924"/>
                  <a:pt x="397006" y="41884"/>
                </a:cubicBezTo>
                <a:cubicBezTo>
                  <a:pt x="397006" y="43067"/>
                  <a:pt x="397597" y="44249"/>
                  <a:pt x="398780" y="45430"/>
                </a:cubicBezTo>
                <a:cubicBezTo>
                  <a:pt x="400035" y="46687"/>
                  <a:pt x="402916" y="48091"/>
                  <a:pt x="407421" y="49642"/>
                </a:cubicBezTo>
                <a:lnTo>
                  <a:pt x="414846" y="52080"/>
                </a:lnTo>
                <a:cubicBezTo>
                  <a:pt x="419943" y="53704"/>
                  <a:pt x="423452" y="55846"/>
                  <a:pt x="425373" y="58507"/>
                </a:cubicBezTo>
                <a:cubicBezTo>
                  <a:pt x="426703" y="60280"/>
                  <a:pt x="427368" y="62052"/>
                  <a:pt x="427368" y="63824"/>
                </a:cubicBezTo>
                <a:cubicBezTo>
                  <a:pt x="427368" y="71507"/>
                  <a:pt x="424339" y="77269"/>
                  <a:pt x="418281" y="81111"/>
                </a:cubicBezTo>
                <a:cubicBezTo>
                  <a:pt x="413480" y="84214"/>
                  <a:pt x="407459" y="85766"/>
                  <a:pt x="400220" y="85766"/>
                </a:cubicBezTo>
                <a:cubicBezTo>
                  <a:pt x="392833" y="85766"/>
                  <a:pt x="385962" y="84177"/>
                  <a:pt x="379610" y="80999"/>
                </a:cubicBezTo>
                <a:lnTo>
                  <a:pt x="382269" y="67593"/>
                </a:lnTo>
                <a:lnTo>
                  <a:pt x="387920" y="67593"/>
                </a:lnTo>
                <a:cubicBezTo>
                  <a:pt x="387772" y="68922"/>
                  <a:pt x="387698" y="69919"/>
                  <a:pt x="387698" y="70584"/>
                </a:cubicBezTo>
                <a:cubicBezTo>
                  <a:pt x="387698" y="77159"/>
                  <a:pt x="392168" y="80446"/>
                  <a:pt x="401106" y="80446"/>
                </a:cubicBezTo>
                <a:cubicBezTo>
                  <a:pt x="410045" y="80446"/>
                  <a:pt x="415179" y="77159"/>
                  <a:pt x="416508" y="70584"/>
                </a:cubicBezTo>
                <a:cubicBezTo>
                  <a:pt x="416582" y="70141"/>
                  <a:pt x="416619" y="69255"/>
                  <a:pt x="416619" y="67924"/>
                </a:cubicBezTo>
                <a:cubicBezTo>
                  <a:pt x="416619" y="66743"/>
                  <a:pt x="415992" y="65525"/>
                  <a:pt x="414736" y="64269"/>
                </a:cubicBezTo>
                <a:cubicBezTo>
                  <a:pt x="413553" y="62864"/>
                  <a:pt x="410377" y="61276"/>
                  <a:pt x="405207" y="59503"/>
                </a:cubicBezTo>
                <a:lnTo>
                  <a:pt x="398447" y="57066"/>
                </a:lnTo>
                <a:cubicBezTo>
                  <a:pt x="393792" y="55514"/>
                  <a:pt x="390727" y="53704"/>
                  <a:pt x="389250" y="51635"/>
                </a:cubicBezTo>
                <a:cubicBezTo>
                  <a:pt x="387773" y="49494"/>
                  <a:pt x="387034" y="47278"/>
                  <a:pt x="387034" y="44987"/>
                </a:cubicBezTo>
                <a:cubicBezTo>
                  <a:pt x="387034" y="43953"/>
                  <a:pt x="387144" y="42956"/>
                  <a:pt x="387365" y="41996"/>
                </a:cubicBezTo>
                <a:cubicBezTo>
                  <a:pt x="388400" y="36677"/>
                  <a:pt x="391133" y="32577"/>
                  <a:pt x="395566" y="29695"/>
                </a:cubicBezTo>
                <a:cubicBezTo>
                  <a:pt x="399924" y="26667"/>
                  <a:pt x="405354" y="25152"/>
                  <a:pt x="411855" y="25152"/>
                </a:cubicBezTo>
                <a:cubicBezTo>
                  <a:pt x="418133" y="25152"/>
                  <a:pt x="424671" y="26704"/>
                  <a:pt x="431468" y="29807"/>
                </a:cubicBezTo>
                <a:close/>
                <a:moveTo>
                  <a:pt x="504305" y="30250"/>
                </a:moveTo>
                <a:lnTo>
                  <a:pt x="501424" y="44987"/>
                </a:lnTo>
                <a:lnTo>
                  <a:pt x="495663" y="44987"/>
                </a:lnTo>
                <a:lnTo>
                  <a:pt x="495663" y="43547"/>
                </a:lnTo>
                <a:cubicBezTo>
                  <a:pt x="495663" y="39189"/>
                  <a:pt x="494740" y="35976"/>
                  <a:pt x="492892" y="33907"/>
                </a:cubicBezTo>
                <a:cubicBezTo>
                  <a:pt x="490824" y="31617"/>
                  <a:pt x="487426" y="30472"/>
                  <a:pt x="482698" y="30472"/>
                </a:cubicBezTo>
                <a:cubicBezTo>
                  <a:pt x="477306" y="30472"/>
                  <a:pt x="472836" y="32577"/>
                  <a:pt x="469290" y="36788"/>
                </a:cubicBezTo>
                <a:cubicBezTo>
                  <a:pt x="465818" y="40851"/>
                  <a:pt x="463233" y="47056"/>
                  <a:pt x="461533" y="55404"/>
                </a:cubicBezTo>
                <a:cubicBezTo>
                  <a:pt x="460794" y="59024"/>
                  <a:pt x="460425" y="62384"/>
                  <a:pt x="460425" y="65486"/>
                </a:cubicBezTo>
                <a:cubicBezTo>
                  <a:pt x="460425" y="68812"/>
                  <a:pt x="460943" y="71693"/>
                  <a:pt x="461977" y="74130"/>
                </a:cubicBezTo>
                <a:cubicBezTo>
                  <a:pt x="463824" y="78341"/>
                  <a:pt x="467480" y="80446"/>
                  <a:pt x="472947" y="80446"/>
                </a:cubicBezTo>
                <a:cubicBezTo>
                  <a:pt x="477305" y="80446"/>
                  <a:pt x="480925" y="79338"/>
                  <a:pt x="483806" y="77122"/>
                </a:cubicBezTo>
                <a:cubicBezTo>
                  <a:pt x="486761" y="74906"/>
                  <a:pt x="489199" y="71508"/>
                  <a:pt x="491120" y="66927"/>
                </a:cubicBezTo>
                <a:lnTo>
                  <a:pt x="499097" y="66927"/>
                </a:lnTo>
                <a:cubicBezTo>
                  <a:pt x="496511" y="73132"/>
                  <a:pt x="492892" y="77786"/>
                  <a:pt x="488239" y="80889"/>
                </a:cubicBezTo>
                <a:cubicBezTo>
                  <a:pt x="483806" y="84140"/>
                  <a:pt x="478339" y="85766"/>
                  <a:pt x="471838" y="85766"/>
                </a:cubicBezTo>
                <a:cubicBezTo>
                  <a:pt x="463565" y="85766"/>
                  <a:pt x="457359" y="82995"/>
                  <a:pt x="453223" y="77454"/>
                </a:cubicBezTo>
                <a:cubicBezTo>
                  <a:pt x="450416" y="73539"/>
                  <a:pt x="449012" y="68848"/>
                  <a:pt x="449012" y="63381"/>
                </a:cubicBezTo>
                <a:cubicBezTo>
                  <a:pt x="449012" y="61018"/>
                  <a:pt x="449308" y="58358"/>
                  <a:pt x="449898" y="55404"/>
                </a:cubicBezTo>
                <a:cubicBezTo>
                  <a:pt x="451672" y="46096"/>
                  <a:pt x="455661" y="38745"/>
                  <a:pt x="461866" y="33353"/>
                </a:cubicBezTo>
                <a:cubicBezTo>
                  <a:pt x="467998" y="27886"/>
                  <a:pt x="475237" y="25152"/>
                  <a:pt x="483584" y="25152"/>
                </a:cubicBezTo>
                <a:cubicBezTo>
                  <a:pt x="486983" y="25152"/>
                  <a:pt x="490529" y="25559"/>
                  <a:pt x="494223" y="26371"/>
                </a:cubicBezTo>
                <a:cubicBezTo>
                  <a:pt x="497547" y="27258"/>
                  <a:pt x="500908" y="28551"/>
                  <a:pt x="504305" y="30250"/>
                </a:cubicBezTo>
                <a:close/>
                <a:moveTo>
                  <a:pt x="567949" y="45430"/>
                </a:moveTo>
                <a:cubicBezTo>
                  <a:pt x="567949" y="42106"/>
                  <a:pt x="567432" y="39225"/>
                  <a:pt x="566399" y="36788"/>
                </a:cubicBezTo>
                <a:cubicBezTo>
                  <a:pt x="564551" y="32577"/>
                  <a:pt x="560895" y="30472"/>
                  <a:pt x="555429" y="30472"/>
                </a:cubicBezTo>
                <a:cubicBezTo>
                  <a:pt x="550109" y="30472"/>
                  <a:pt x="545677" y="32577"/>
                  <a:pt x="542131" y="36788"/>
                </a:cubicBezTo>
                <a:cubicBezTo>
                  <a:pt x="538586" y="40998"/>
                  <a:pt x="536037" y="47204"/>
                  <a:pt x="534485" y="55404"/>
                </a:cubicBezTo>
                <a:cubicBezTo>
                  <a:pt x="533746" y="59024"/>
                  <a:pt x="533377" y="62348"/>
                  <a:pt x="533377" y="65376"/>
                </a:cubicBezTo>
                <a:cubicBezTo>
                  <a:pt x="533377" y="68775"/>
                  <a:pt x="533895" y="71693"/>
                  <a:pt x="534929" y="74130"/>
                </a:cubicBezTo>
                <a:cubicBezTo>
                  <a:pt x="536776" y="78341"/>
                  <a:pt x="540395" y="80446"/>
                  <a:pt x="545788" y="80446"/>
                </a:cubicBezTo>
                <a:cubicBezTo>
                  <a:pt x="551107" y="80446"/>
                  <a:pt x="555539" y="78341"/>
                  <a:pt x="559084" y="74130"/>
                </a:cubicBezTo>
                <a:cubicBezTo>
                  <a:pt x="562557" y="69993"/>
                  <a:pt x="565143" y="63751"/>
                  <a:pt x="566842" y="55404"/>
                </a:cubicBezTo>
                <a:cubicBezTo>
                  <a:pt x="567580" y="51784"/>
                  <a:pt x="567949" y="48459"/>
                  <a:pt x="567949" y="45430"/>
                </a:cubicBezTo>
                <a:moveTo>
                  <a:pt x="579252" y="47425"/>
                </a:moveTo>
                <a:cubicBezTo>
                  <a:pt x="579252" y="50159"/>
                  <a:pt x="578993" y="52818"/>
                  <a:pt x="578476" y="55404"/>
                </a:cubicBezTo>
                <a:cubicBezTo>
                  <a:pt x="576703" y="64490"/>
                  <a:pt x="572751" y="71840"/>
                  <a:pt x="566620" y="77454"/>
                </a:cubicBezTo>
                <a:cubicBezTo>
                  <a:pt x="560488" y="82995"/>
                  <a:pt x="553212" y="85766"/>
                  <a:pt x="544790" y="85766"/>
                </a:cubicBezTo>
                <a:cubicBezTo>
                  <a:pt x="536517" y="85766"/>
                  <a:pt x="530311" y="82995"/>
                  <a:pt x="526175" y="77454"/>
                </a:cubicBezTo>
                <a:cubicBezTo>
                  <a:pt x="523368" y="73539"/>
                  <a:pt x="521964" y="68848"/>
                  <a:pt x="521964" y="63381"/>
                </a:cubicBezTo>
                <a:cubicBezTo>
                  <a:pt x="521964" y="61018"/>
                  <a:pt x="522260" y="58358"/>
                  <a:pt x="522850" y="55404"/>
                </a:cubicBezTo>
                <a:cubicBezTo>
                  <a:pt x="524624" y="46243"/>
                  <a:pt x="528576" y="38930"/>
                  <a:pt x="534708" y="33464"/>
                </a:cubicBezTo>
                <a:cubicBezTo>
                  <a:pt x="540839" y="27923"/>
                  <a:pt x="548115" y="25152"/>
                  <a:pt x="556536" y="25152"/>
                </a:cubicBezTo>
                <a:cubicBezTo>
                  <a:pt x="564957" y="25152"/>
                  <a:pt x="571163" y="27923"/>
                  <a:pt x="575152" y="33464"/>
                </a:cubicBezTo>
                <a:cubicBezTo>
                  <a:pt x="577885" y="37305"/>
                  <a:pt x="579252" y="41958"/>
                  <a:pt x="579252" y="47425"/>
                </a:cubicBezTo>
                <a:close/>
                <a:moveTo>
                  <a:pt x="647528" y="26593"/>
                </a:moveTo>
                <a:lnTo>
                  <a:pt x="644756" y="40998"/>
                </a:lnTo>
                <a:lnTo>
                  <a:pt x="638996" y="40998"/>
                </a:lnTo>
                <a:cubicBezTo>
                  <a:pt x="638996" y="40776"/>
                  <a:pt x="639014" y="40444"/>
                  <a:pt x="639050" y="40001"/>
                </a:cubicBezTo>
                <a:cubicBezTo>
                  <a:pt x="639087" y="39558"/>
                  <a:pt x="639143" y="39225"/>
                  <a:pt x="639217" y="39003"/>
                </a:cubicBezTo>
                <a:cubicBezTo>
                  <a:pt x="639217" y="37157"/>
                  <a:pt x="638774" y="35680"/>
                  <a:pt x="637887" y="34572"/>
                </a:cubicBezTo>
                <a:cubicBezTo>
                  <a:pt x="636779" y="33168"/>
                  <a:pt x="634858" y="32467"/>
                  <a:pt x="632124" y="32467"/>
                </a:cubicBezTo>
                <a:cubicBezTo>
                  <a:pt x="627249" y="32467"/>
                  <a:pt x="623150" y="34165"/>
                  <a:pt x="619825" y="37563"/>
                </a:cubicBezTo>
                <a:cubicBezTo>
                  <a:pt x="616501" y="41109"/>
                  <a:pt x="614248" y="45985"/>
                  <a:pt x="613066" y="52190"/>
                </a:cubicBezTo>
                <a:lnTo>
                  <a:pt x="606860" y="84214"/>
                </a:lnTo>
                <a:lnTo>
                  <a:pt x="596888" y="84214"/>
                </a:lnTo>
                <a:lnTo>
                  <a:pt x="606972" y="32355"/>
                </a:lnTo>
                <a:lnTo>
                  <a:pt x="597443" y="32355"/>
                </a:lnTo>
                <a:lnTo>
                  <a:pt x="598550" y="26704"/>
                </a:lnTo>
                <a:lnTo>
                  <a:pt x="618052" y="26704"/>
                </a:lnTo>
                <a:lnTo>
                  <a:pt x="616058" y="36898"/>
                </a:lnTo>
                <a:cubicBezTo>
                  <a:pt x="618865" y="32836"/>
                  <a:pt x="621968" y="29881"/>
                  <a:pt x="625366" y="28033"/>
                </a:cubicBezTo>
                <a:cubicBezTo>
                  <a:pt x="628838" y="26113"/>
                  <a:pt x="632753" y="25152"/>
                  <a:pt x="637111" y="25152"/>
                </a:cubicBezTo>
                <a:cubicBezTo>
                  <a:pt x="638810" y="25152"/>
                  <a:pt x="640473" y="25263"/>
                  <a:pt x="642098" y="25485"/>
                </a:cubicBezTo>
                <a:cubicBezTo>
                  <a:pt x="645275" y="26150"/>
                  <a:pt x="647085" y="26520"/>
                  <a:pt x="647528" y="26593"/>
                </a:cubicBezTo>
                <a:close/>
                <a:moveTo>
                  <a:pt x="721067" y="40112"/>
                </a:moveTo>
                <a:cubicBezTo>
                  <a:pt x="721067" y="47426"/>
                  <a:pt x="717373" y="52892"/>
                  <a:pt x="709985" y="56512"/>
                </a:cubicBezTo>
                <a:cubicBezTo>
                  <a:pt x="702302" y="60205"/>
                  <a:pt x="691185" y="62089"/>
                  <a:pt x="676633" y="62162"/>
                </a:cubicBezTo>
                <a:cubicBezTo>
                  <a:pt x="676485" y="64010"/>
                  <a:pt x="676448" y="65303"/>
                  <a:pt x="676521" y="66041"/>
                </a:cubicBezTo>
                <a:cubicBezTo>
                  <a:pt x="676521" y="69513"/>
                  <a:pt x="677112" y="72320"/>
                  <a:pt x="678295" y="74463"/>
                </a:cubicBezTo>
                <a:cubicBezTo>
                  <a:pt x="680436" y="78452"/>
                  <a:pt x="684351" y="80446"/>
                  <a:pt x="690039" y="80446"/>
                </a:cubicBezTo>
                <a:cubicBezTo>
                  <a:pt x="694176" y="80446"/>
                  <a:pt x="697315" y="79819"/>
                  <a:pt x="699458" y="78563"/>
                </a:cubicBezTo>
                <a:cubicBezTo>
                  <a:pt x="703225" y="76199"/>
                  <a:pt x="705479" y="73577"/>
                  <a:pt x="706218" y="70696"/>
                </a:cubicBezTo>
                <a:lnTo>
                  <a:pt x="713531" y="70696"/>
                </a:lnTo>
                <a:cubicBezTo>
                  <a:pt x="712053" y="75275"/>
                  <a:pt x="708655" y="79190"/>
                  <a:pt x="703337" y="82440"/>
                </a:cubicBezTo>
                <a:cubicBezTo>
                  <a:pt x="699569" y="84657"/>
                  <a:pt x="693991" y="85766"/>
                  <a:pt x="686605" y="85766"/>
                </a:cubicBezTo>
                <a:cubicBezTo>
                  <a:pt x="679144" y="85766"/>
                  <a:pt x="673419" y="82995"/>
                  <a:pt x="669430" y="77454"/>
                </a:cubicBezTo>
                <a:cubicBezTo>
                  <a:pt x="666622" y="73539"/>
                  <a:pt x="665181" y="68848"/>
                  <a:pt x="665108" y="63381"/>
                </a:cubicBezTo>
                <a:cubicBezTo>
                  <a:pt x="665108" y="61092"/>
                  <a:pt x="665403" y="58469"/>
                  <a:pt x="665994" y="55514"/>
                </a:cubicBezTo>
                <a:cubicBezTo>
                  <a:pt x="667767" y="46428"/>
                  <a:pt x="671682" y="39078"/>
                  <a:pt x="677740" y="33464"/>
                </a:cubicBezTo>
                <a:cubicBezTo>
                  <a:pt x="683945" y="27923"/>
                  <a:pt x="691332" y="25152"/>
                  <a:pt x="699901" y="25152"/>
                </a:cubicBezTo>
                <a:cubicBezTo>
                  <a:pt x="714012" y="25152"/>
                  <a:pt x="721067" y="30139"/>
                  <a:pt x="721067" y="40112"/>
                </a:cubicBezTo>
                <a:moveTo>
                  <a:pt x="710540" y="39779"/>
                </a:moveTo>
                <a:cubicBezTo>
                  <a:pt x="710540" y="33649"/>
                  <a:pt x="706440" y="30546"/>
                  <a:pt x="698239" y="30472"/>
                </a:cubicBezTo>
                <a:cubicBezTo>
                  <a:pt x="693512" y="30472"/>
                  <a:pt x="689412" y="32318"/>
                  <a:pt x="685940" y="36012"/>
                </a:cubicBezTo>
                <a:cubicBezTo>
                  <a:pt x="682690" y="39558"/>
                  <a:pt x="679993" y="46354"/>
                  <a:pt x="677852" y="56400"/>
                </a:cubicBezTo>
                <a:cubicBezTo>
                  <a:pt x="689375" y="55884"/>
                  <a:pt x="698239" y="53741"/>
                  <a:pt x="704444" y="49973"/>
                </a:cubicBezTo>
                <a:cubicBezTo>
                  <a:pt x="708508" y="47684"/>
                  <a:pt x="710540" y="44286"/>
                  <a:pt x="710540" y="39779"/>
                </a:cubicBezTo>
                <a:close/>
                <a:moveTo>
                  <a:pt x="770700" y="103715"/>
                </a:moveTo>
                <a:cubicBezTo>
                  <a:pt x="760801" y="98766"/>
                  <a:pt x="754041" y="92856"/>
                  <a:pt x="750422" y="85987"/>
                </a:cubicBezTo>
                <a:cubicBezTo>
                  <a:pt x="745398" y="76236"/>
                  <a:pt x="742886" y="66780"/>
                  <a:pt x="742886" y="57619"/>
                </a:cubicBezTo>
                <a:lnTo>
                  <a:pt x="742886" y="49863"/>
                </a:lnTo>
                <a:cubicBezTo>
                  <a:pt x="742886" y="40703"/>
                  <a:pt x="745398" y="31247"/>
                  <a:pt x="750422" y="21497"/>
                </a:cubicBezTo>
                <a:cubicBezTo>
                  <a:pt x="754041" y="14627"/>
                  <a:pt x="760801" y="8717"/>
                  <a:pt x="770700" y="3767"/>
                </a:cubicBezTo>
                <a:lnTo>
                  <a:pt x="770700" y="10194"/>
                </a:lnTo>
                <a:cubicBezTo>
                  <a:pt x="765676" y="12705"/>
                  <a:pt x="761206" y="17655"/>
                  <a:pt x="757292" y="25042"/>
                </a:cubicBezTo>
                <a:cubicBezTo>
                  <a:pt x="755741" y="28071"/>
                  <a:pt x="754743" y="31469"/>
                  <a:pt x="754299" y="35236"/>
                </a:cubicBezTo>
                <a:cubicBezTo>
                  <a:pt x="753856" y="39003"/>
                  <a:pt x="753634" y="43879"/>
                  <a:pt x="753634" y="49863"/>
                </a:cubicBezTo>
                <a:lnTo>
                  <a:pt x="753634" y="57619"/>
                </a:lnTo>
                <a:cubicBezTo>
                  <a:pt x="753634" y="63603"/>
                  <a:pt x="753856" y="68479"/>
                  <a:pt x="754299" y="72246"/>
                </a:cubicBezTo>
                <a:cubicBezTo>
                  <a:pt x="754743" y="76013"/>
                  <a:pt x="755741" y="79411"/>
                  <a:pt x="757292" y="82440"/>
                </a:cubicBezTo>
                <a:cubicBezTo>
                  <a:pt x="761206" y="89828"/>
                  <a:pt x="765676" y="94777"/>
                  <a:pt x="770700" y="97289"/>
                </a:cubicBezTo>
                <a:lnTo>
                  <a:pt x="770700" y="103715"/>
                </a:lnTo>
                <a:close/>
                <a:moveTo>
                  <a:pt x="809647" y="7646"/>
                </a:moveTo>
                <a:cubicBezTo>
                  <a:pt x="809647" y="8162"/>
                  <a:pt x="809610" y="8568"/>
                  <a:pt x="809537" y="8865"/>
                </a:cubicBezTo>
                <a:cubicBezTo>
                  <a:pt x="809167" y="10637"/>
                  <a:pt x="808317" y="12077"/>
                  <a:pt x="806987" y="13185"/>
                </a:cubicBezTo>
                <a:cubicBezTo>
                  <a:pt x="805510" y="14367"/>
                  <a:pt x="803922" y="14958"/>
                  <a:pt x="802222" y="14958"/>
                </a:cubicBezTo>
                <a:cubicBezTo>
                  <a:pt x="800524" y="14958"/>
                  <a:pt x="799194" y="14367"/>
                  <a:pt x="798234" y="13185"/>
                </a:cubicBezTo>
                <a:cubicBezTo>
                  <a:pt x="797495" y="12373"/>
                  <a:pt x="797126" y="11339"/>
                  <a:pt x="797126" y="10082"/>
                </a:cubicBezTo>
                <a:cubicBezTo>
                  <a:pt x="797126" y="9566"/>
                  <a:pt x="797163" y="9160"/>
                  <a:pt x="797236" y="8865"/>
                </a:cubicBezTo>
                <a:cubicBezTo>
                  <a:pt x="797606" y="7092"/>
                  <a:pt x="798492" y="5651"/>
                  <a:pt x="799896" y="4543"/>
                </a:cubicBezTo>
                <a:cubicBezTo>
                  <a:pt x="801299" y="3287"/>
                  <a:pt x="802851" y="2660"/>
                  <a:pt x="804550" y="2660"/>
                </a:cubicBezTo>
                <a:cubicBezTo>
                  <a:pt x="806175" y="2660"/>
                  <a:pt x="807504" y="3287"/>
                  <a:pt x="808539" y="4543"/>
                </a:cubicBezTo>
                <a:cubicBezTo>
                  <a:pt x="809277" y="5356"/>
                  <a:pt x="809647" y="6390"/>
                  <a:pt x="809647" y="7646"/>
                </a:cubicBezTo>
                <a:moveTo>
                  <a:pt x="806434" y="26704"/>
                </a:moveTo>
                <a:lnTo>
                  <a:pt x="796350" y="78451"/>
                </a:lnTo>
                <a:lnTo>
                  <a:pt x="805770" y="78451"/>
                </a:lnTo>
                <a:lnTo>
                  <a:pt x="804660" y="84214"/>
                </a:lnTo>
                <a:lnTo>
                  <a:pt x="785380" y="84214"/>
                </a:lnTo>
                <a:lnTo>
                  <a:pt x="795352" y="32467"/>
                </a:lnTo>
                <a:lnTo>
                  <a:pt x="785823" y="32467"/>
                </a:lnTo>
                <a:lnTo>
                  <a:pt x="787042" y="26704"/>
                </a:lnTo>
                <a:lnTo>
                  <a:pt x="806434" y="26704"/>
                </a:lnTo>
                <a:close/>
                <a:moveTo>
                  <a:pt x="842803" y="71915"/>
                </a:moveTo>
                <a:cubicBezTo>
                  <a:pt x="842434" y="78046"/>
                  <a:pt x="840994" y="83327"/>
                  <a:pt x="838483" y="87759"/>
                </a:cubicBezTo>
                <a:cubicBezTo>
                  <a:pt x="835822" y="92191"/>
                  <a:pt x="831870" y="96033"/>
                  <a:pt x="826625" y="99284"/>
                </a:cubicBezTo>
                <a:lnTo>
                  <a:pt x="822303" y="94962"/>
                </a:lnTo>
                <a:cubicBezTo>
                  <a:pt x="825627" y="92451"/>
                  <a:pt x="828139" y="89533"/>
                  <a:pt x="829839" y="86209"/>
                </a:cubicBezTo>
                <a:cubicBezTo>
                  <a:pt x="831390" y="82810"/>
                  <a:pt x="832166" y="78710"/>
                  <a:pt x="832166" y="73908"/>
                </a:cubicBezTo>
                <a:lnTo>
                  <a:pt x="832166" y="71915"/>
                </a:lnTo>
                <a:lnTo>
                  <a:pt x="842803" y="71915"/>
                </a:lnTo>
                <a:close/>
                <a:moveTo>
                  <a:pt x="925195" y="7646"/>
                </a:moveTo>
                <a:cubicBezTo>
                  <a:pt x="925195" y="8162"/>
                  <a:pt x="925158" y="8568"/>
                  <a:pt x="925083" y="8865"/>
                </a:cubicBezTo>
                <a:cubicBezTo>
                  <a:pt x="924713" y="10637"/>
                  <a:pt x="923864" y="12077"/>
                  <a:pt x="922535" y="13185"/>
                </a:cubicBezTo>
                <a:cubicBezTo>
                  <a:pt x="921132" y="14367"/>
                  <a:pt x="919544" y="14958"/>
                  <a:pt x="917770" y="14958"/>
                </a:cubicBezTo>
                <a:cubicBezTo>
                  <a:pt x="916071" y="14958"/>
                  <a:pt x="914741" y="14367"/>
                  <a:pt x="913780" y="13185"/>
                </a:cubicBezTo>
                <a:cubicBezTo>
                  <a:pt x="913042" y="12373"/>
                  <a:pt x="912673" y="11339"/>
                  <a:pt x="912673" y="10082"/>
                </a:cubicBezTo>
                <a:cubicBezTo>
                  <a:pt x="912673" y="9566"/>
                  <a:pt x="912710" y="9160"/>
                  <a:pt x="912784" y="8865"/>
                </a:cubicBezTo>
                <a:cubicBezTo>
                  <a:pt x="913153" y="7239"/>
                  <a:pt x="914039" y="5799"/>
                  <a:pt x="915444" y="4543"/>
                </a:cubicBezTo>
                <a:cubicBezTo>
                  <a:pt x="916921" y="3287"/>
                  <a:pt x="918509" y="2660"/>
                  <a:pt x="920209" y="2660"/>
                </a:cubicBezTo>
                <a:cubicBezTo>
                  <a:pt x="921760" y="2660"/>
                  <a:pt x="923052" y="3287"/>
                  <a:pt x="924086" y="4543"/>
                </a:cubicBezTo>
                <a:cubicBezTo>
                  <a:pt x="924825" y="5356"/>
                  <a:pt x="925195" y="6390"/>
                  <a:pt x="925195" y="7646"/>
                </a:cubicBezTo>
                <a:moveTo>
                  <a:pt x="921759" y="26704"/>
                </a:moveTo>
                <a:lnTo>
                  <a:pt x="909460" y="89864"/>
                </a:lnTo>
                <a:cubicBezTo>
                  <a:pt x="908203" y="95701"/>
                  <a:pt x="905544" y="100355"/>
                  <a:pt x="901481" y="103827"/>
                </a:cubicBezTo>
                <a:cubicBezTo>
                  <a:pt x="897345" y="107299"/>
                  <a:pt x="892174" y="108961"/>
                  <a:pt x="885968" y="108813"/>
                </a:cubicBezTo>
                <a:cubicBezTo>
                  <a:pt x="883530" y="108813"/>
                  <a:pt x="881129" y="108518"/>
                  <a:pt x="878765" y="107927"/>
                </a:cubicBezTo>
                <a:cubicBezTo>
                  <a:pt x="876624" y="107410"/>
                  <a:pt x="874482" y="106523"/>
                  <a:pt x="872339" y="105267"/>
                </a:cubicBezTo>
                <a:lnTo>
                  <a:pt x="874665" y="93410"/>
                </a:lnTo>
                <a:lnTo>
                  <a:pt x="879763" y="93410"/>
                </a:lnTo>
                <a:cubicBezTo>
                  <a:pt x="879689" y="94002"/>
                  <a:pt x="879651" y="94814"/>
                  <a:pt x="879651" y="95848"/>
                </a:cubicBezTo>
                <a:cubicBezTo>
                  <a:pt x="879651" y="98138"/>
                  <a:pt x="880095" y="99874"/>
                  <a:pt x="880982" y="101056"/>
                </a:cubicBezTo>
                <a:cubicBezTo>
                  <a:pt x="882163" y="102681"/>
                  <a:pt x="884232" y="103494"/>
                  <a:pt x="887187" y="103494"/>
                </a:cubicBezTo>
                <a:cubicBezTo>
                  <a:pt x="890437" y="103494"/>
                  <a:pt x="893096" y="102386"/>
                  <a:pt x="895165" y="100170"/>
                </a:cubicBezTo>
                <a:cubicBezTo>
                  <a:pt x="897160" y="97954"/>
                  <a:pt x="898600" y="94518"/>
                  <a:pt x="899486" y="89864"/>
                </a:cubicBezTo>
                <a:lnTo>
                  <a:pt x="910678" y="32467"/>
                </a:lnTo>
                <a:lnTo>
                  <a:pt x="901260" y="32467"/>
                </a:lnTo>
                <a:lnTo>
                  <a:pt x="902367" y="26704"/>
                </a:lnTo>
                <a:lnTo>
                  <a:pt x="921759" y="26704"/>
                </a:lnTo>
                <a:close/>
                <a:moveTo>
                  <a:pt x="967429" y="57619"/>
                </a:moveTo>
                <a:cubicBezTo>
                  <a:pt x="967429" y="66927"/>
                  <a:pt x="964954" y="76383"/>
                  <a:pt x="960005" y="85987"/>
                </a:cubicBezTo>
                <a:cubicBezTo>
                  <a:pt x="956460" y="92783"/>
                  <a:pt x="949701" y="98692"/>
                  <a:pt x="939727" y="103715"/>
                </a:cubicBezTo>
                <a:lnTo>
                  <a:pt x="939727" y="97289"/>
                </a:lnTo>
                <a:cubicBezTo>
                  <a:pt x="944824" y="94703"/>
                  <a:pt x="949257" y="89753"/>
                  <a:pt x="953025" y="82440"/>
                </a:cubicBezTo>
                <a:cubicBezTo>
                  <a:pt x="954133" y="80372"/>
                  <a:pt x="954964" y="77879"/>
                  <a:pt x="955518" y="74962"/>
                </a:cubicBezTo>
                <a:cubicBezTo>
                  <a:pt x="956072" y="72043"/>
                  <a:pt x="956405" y="69439"/>
                  <a:pt x="956515" y="67150"/>
                </a:cubicBezTo>
                <a:cubicBezTo>
                  <a:pt x="956626" y="64860"/>
                  <a:pt x="956681" y="61683"/>
                  <a:pt x="956681" y="57619"/>
                </a:cubicBezTo>
                <a:lnTo>
                  <a:pt x="956681" y="49863"/>
                </a:lnTo>
                <a:cubicBezTo>
                  <a:pt x="956681" y="45800"/>
                  <a:pt x="956626" y="42623"/>
                  <a:pt x="956515" y="40334"/>
                </a:cubicBezTo>
                <a:cubicBezTo>
                  <a:pt x="956405" y="38044"/>
                  <a:pt x="956072" y="35440"/>
                  <a:pt x="955518" y="32522"/>
                </a:cubicBezTo>
                <a:cubicBezTo>
                  <a:pt x="954964" y="29604"/>
                  <a:pt x="954133" y="27111"/>
                  <a:pt x="953025" y="25042"/>
                </a:cubicBezTo>
                <a:cubicBezTo>
                  <a:pt x="949257" y="17729"/>
                  <a:pt x="944824" y="12780"/>
                  <a:pt x="939727" y="10194"/>
                </a:cubicBezTo>
                <a:lnTo>
                  <a:pt x="939727" y="3767"/>
                </a:lnTo>
                <a:cubicBezTo>
                  <a:pt x="949701" y="8790"/>
                  <a:pt x="956460" y="14700"/>
                  <a:pt x="960005" y="21497"/>
                </a:cubicBezTo>
                <a:cubicBezTo>
                  <a:pt x="964954" y="31099"/>
                  <a:pt x="967429" y="40555"/>
                  <a:pt x="967429" y="49863"/>
                </a:cubicBezTo>
                <a:lnTo>
                  <a:pt x="967429" y="57619"/>
                </a:lnTo>
                <a:close/>
                <a:moveTo>
                  <a:pt x="1089990" y="47092"/>
                </a:moveTo>
                <a:lnTo>
                  <a:pt x="1020404" y="47092"/>
                </a:lnTo>
                <a:lnTo>
                  <a:pt x="1020404" y="38229"/>
                </a:lnTo>
                <a:lnTo>
                  <a:pt x="1089990" y="38229"/>
                </a:lnTo>
                <a:lnTo>
                  <a:pt x="1089990" y="47092"/>
                </a:lnTo>
                <a:moveTo>
                  <a:pt x="1089990" y="69255"/>
                </a:moveTo>
                <a:lnTo>
                  <a:pt x="1020404" y="69255"/>
                </a:lnTo>
                <a:lnTo>
                  <a:pt x="1020404" y="60390"/>
                </a:lnTo>
                <a:lnTo>
                  <a:pt x="1089990" y="60390"/>
                </a:lnTo>
                <a:lnTo>
                  <a:pt x="1089990" y="69255"/>
                </a:lnTo>
                <a:close/>
                <a:moveTo>
                  <a:pt x="1177138" y="58174"/>
                </a:moveTo>
                <a:lnTo>
                  <a:pt x="1107552" y="58174"/>
                </a:lnTo>
                <a:lnTo>
                  <a:pt x="1107552" y="49309"/>
                </a:lnTo>
                <a:lnTo>
                  <a:pt x="1177138" y="49309"/>
                </a:lnTo>
                <a:lnTo>
                  <a:pt x="1177138" y="58174"/>
                </a:lnTo>
                <a:close/>
                <a:moveTo>
                  <a:pt x="1271623" y="45652"/>
                </a:moveTo>
                <a:cubicBezTo>
                  <a:pt x="1271623" y="42180"/>
                  <a:pt x="1271143" y="39447"/>
                  <a:pt x="1270182" y="37453"/>
                </a:cubicBezTo>
                <a:cubicBezTo>
                  <a:pt x="1268335" y="33389"/>
                  <a:pt x="1264863" y="31358"/>
                  <a:pt x="1259765" y="31358"/>
                </a:cubicBezTo>
                <a:cubicBezTo>
                  <a:pt x="1254743" y="31358"/>
                  <a:pt x="1250569" y="33168"/>
                  <a:pt x="1247245" y="36788"/>
                </a:cubicBezTo>
                <a:cubicBezTo>
                  <a:pt x="1243847" y="40408"/>
                  <a:pt x="1241483" y="45689"/>
                  <a:pt x="1240154" y="52633"/>
                </a:cubicBezTo>
                <a:lnTo>
                  <a:pt x="1239045" y="58285"/>
                </a:lnTo>
                <a:cubicBezTo>
                  <a:pt x="1238602" y="60575"/>
                  <a:pt x="1238306" y="63123"/>
                  <a:pt x="1238159" y="65931"/>
                </a:cubicBezTo>
                <a:cubicBezTo>
                  <a:pt x="1238159" y="69328"/>
                  <a:pt x="1238750" y="72061"/>
                  <a:pt x="1239932" y="74130"/>
                </a:cubicBezTo>
                <a:cubicBezTo>
                  <a:pt x="1241779" y="77749"/>
                  <a:pt x="1245287" y="79559"/>
                  <a:pt x="1250458" y="79559"/>
                </a:cubicBezTo>
                <a:cubicBezTo>
                  <a:pt x="1255555" y="79559"/>
                  <a:pt x="1259803" y="77528"/>
                  <a:pt x="1263201" y="73465"/>
                </a:cubicBezTo>
                <a:cubicBezTo>
                  <a:pt x="1266600" y="69403"/>
                  <a:pt x="1269074" y="63382"/>
                  <a:pt x="1270625" y="55404"/>
                </a:cubicBezTo>
                <a:cubicBezTo>
                  <a:pt x="1271364" y="51784"/>
                  <a:pt x="1271696" y="48533"/>
                  <a:pt x="1271623" y="45652"/>
                </a:cubicBezTo>
                <a:moveTo>
                  <a:pt x="1283148" y="46761"/>
                </a:moveTo>
                <a:cubicBezTo>
                  <a:pt x="1283148" y="49199"/>
                  <a:pt x="1282852" y="52080"/>
                  <a:pt x="1282260" y="55404"/>
                </a:cubicBezTo>
                <a:cubicBezTo>
                  <a:pt x="1280487" y="64416"/>
                  <a:pt x="1276830" y="71729"/>
                  <a:pt x="1271290" y="77344"/>
                </a:cubicBezTo>
                <a:cubicBezTo>
                  <a:pt x="1265675" y="82958"/>
                  <a:pt x="1259360" y="85766"/>
                  <a:pt x="1252343" y="85766"/>
                </a:cubicBezTo>
                <a:cubicBezTo>
                  <a:pt x="1247984" y="85766"/>
                  <a:pt x="1244401" y="84916"/>
                  <a:pt x="1241594" y="83216"/>
                </a:cubicBezTo>
                <a:cubicBezTo>
                  <a:pt x="1238861" y="81517"/>
                  <a:pt x="1236903" y="78858"/>
                  <a:pt x="1235721" y="75239"/>
                </a:cubicBezTo>
                <a:lnTo>
                  <a:pt x="1229515" y="107261"/>
                </a:lnTo>
                <a:lnTo>
                  <a:pt x="1219543" y="107261"/>
                </a:lnTo>
                <a:lnTo>
                  <a:pt x="1234059" y="32467"/>
                </a:lnTo>
                <a:lnTo>
                  <a:pt x="1224529" y="32467"/>
                </a:lnTo>
                <a:lnTo>
                  <a:pt x="1225637" y="26704"/>
                </a:lnTo>
                <a:lnTo>
                  <a:pt x="1245140" y="26704"/>
                </a:lnTo>
                <a:lnTo>
                  <a:pt x="1243478" y="35679"/>
                </a:lnTo>
                <a:cubicBezTo>
                  <a:pt x="1246137" y="31985"/>
                  <a:pt x="1249129" y="29326"/>
                  <a:pt x="1252453" y="27702"/>
                </a:cubicBezTo>
                <a:cubicBezTo>
                  <a:pt x="1255851" y="26002"/>
                  <a:pt x="1259729" y="25152"/>
                  <a:pt x="1264087" y="25152"/>
                </a:cubicBezTo>
                <a:cubicBezTo>
                  <a:pt x="1271179" y="25152"/>
                  <a:pt x="1276424" y="27923"/>
                  <a:pt x="1279822" y="33464"/>
                </a:cubicBezTo>
                <a:cubicBezTo>
                  <a:pt x="1282039" y="37157"/>
                  <a:pt x="1283148" y="41589"/>
                  <a:pt x="1283148" y="46761"/>
                </a:cubicBezTo>
                <a:close/>
                <a:moveTo>
                  <a:pt x="1347315" y="104824"/>
                </a:moveTo>
                <a:lnTo>
                  <a:pt x="1291911" y="104824"/>
                </a:lnTo>
                <a:lnTo>
                  <a:pt x="1291911" y="99062"/>
                </a:lnTo>
                <a:lnTo>
                  <a:pt x="1347315" y="99062"/>
                </a:lnTo>
                <a:lnTo>
                  <a:pt x="1347315" y="104824"/>
                </a:lnTo>
                <a:close/>
                <a:moveTo>
                  <a:pt x="1407841" y="29807"/>
                </a:moveTo>
                <a:lnTo>
                  <a:pt x="1405403" y="42327"/>
                </a:lnTo>
                <a:lnTo>
                  <a:pt x="1399641" y="42327"/>
                </a:lnTo>
                <a:cubicBezTo>
                  <a:pt x="1399789" y="41294"/>
                  <a:pt x="1399862" y="40518"/>
                  <a:pt x="1399862" y="40001"/>
                </a:cubicBezTo>
                <a:cubicBezTo>
                  <a:pt x="1399862" y="37342"/>
                  <a:pt x="1398939" y="35089"/>
                  <a:pt x="1397093" y="33241"/>
                </a:cubicBezTo>
                <a:cubicBezTo>
                  <a:pt x="1395320" y="31395"/>
                  <a:pt x="1392328" y="30472"/>
                  <a:pt x="1388116" y="30472"/>
                </a:cubicBezTo>
                <a:cubicBezTo>
                  <a:pt x="1379695" y="30472"/>
                  <a:pt x="1374857" y="33427"/>
                  <a:pt x="1373601" y="39336"/>
                </a:cubicBezTo>
                <a:cubicBezTo>
                  <a:pt x="1373453" y="40075"/>
                  <a:pt x="1373379" y="40924"/>
                  <a:pt x="1373379" y="41884"/>
                </a:cubicBezTo>
                <a:cubicBezTo>
                  <a:pt x="1373379" y="43067"/>
                  <a:pt x="1373971" y="44249"/>
                  <a:pt x="1375153" y="45430"/>
                </a:cubicBezTo>
                <a:cubicBezTo>
                  <a:pt x="1376409" y="46687"/>
                  <a:pt x="1379289" y="48091"/>
                  <a:pt x="1383795" y="49642"/>
                </a:cubicBezTo>
                <a:lnTo>
                  <a:pt x="1391219" y="52080"/>
                </a:lnTo>
                <a:cubicBezTo>
                  <a:pt x="1396316" y="53704"/>
                  <a:pt x="1399825" y="55846"/>
                  <a:pt x="1401746" y="58507"/>
                </a:cubicBezTo>
                <a:cubicBezTo>
                  <a:pt x="1403076" y="60280"/>
                  <a:pt x="1403741" y="62052"/>
                  <a:pt x="1403741" y="63824"/>
                </a:cubicBezTo>
                <a:cubicBezTo>
                  <a:pt x="1403741" y="71507"/>
                  <a:pt x="1400712" y="77269"/>
                  <a:pt x="1394655" y="81111"/>
                </a:cubicBezTo>
                <a:cubicBezTo>
                  <a:pt x="1389853" y="84214"/>
                  <a:pt x="1383832" y="85766"/>
                  <a:pt x="1376594" y="85766"/>
                </a:cubicBezTo>
                <a:cubicBezTo>
                  <a:pt x="1369206" y="85766"/>
                  <a:pt x="1362336" y="84177"/>
                  <a:pt x="1355983" y="80999"/>
                </a:cubicBezTo>
                <a:lnTo>
                  <a:pt x="1358642" y="67593"/>
                </a:lnTo>
                <a:lnTo>
                  <a:pt x="1364293" y="67593"/>
                </a:lnTo>
                <a:cubicBezTo>
                  <a:pt x="1364145" y="68922"/>
                  <a:pt x="1364072" y="69919"/>
                  <a:pt x="1364072" y="70584"/>
                </a:cubicBezTo>
                <a:cubicBezTo>
                  <a:pt x="1364072" y="77159"/>
                  <a:pt x="1368541" y="80446"/>
                  <a:pt x="1377480" y="80446"/>
                </a:cubicBezTo>
                <a:cubicBezTo>
                  <a:pt x="1386418" y="80446"/>
                  <a:pt x="1391552" y="77159"/>
                  <a:pt x="1392881" y="70584"/>
                </a:cubicBezTo>
                <a:cubicBezTo>
                  <a:pt x="1392955" y="70141"/>
                  <a:pt x="1392993" y="69255"/>
                  <a:pt x="1392993" y="67924"/>
                </a:cubicBezTo>
                <a:cubicBezTo>
                  <a:pt x="1392993" y="66743"/>
                  <a:pt x="1392365" y="65525"/>
                  <a:pt x="1391109" y="64269"/>
                </a:cubicBezTo>
                <a:cubicBezTo>
                  <a:pt x="1389927" y="62864"/>
                  <a:pt x="1386750" y="61276"/>
                  <a:pt x="1381580" y="59503"/>
                </a:cubicBezTo>
                <a:lnTo>
                  <a:pt x="1374820" y="57066"/>
                </a:lnTo>
                <a:cubicBezTo>
                  <a:pt x="1370166" y="55514"/>
                  <a:pt x="1367100" y="53704"/>
                  <a:pt x="1365624" y="51635"/>
                </a:cubicBezTo>
                <a:cubicBezTo>
                  <a:pt x="1364146" y="49494"/>
                  <a:pt x="1363407" y="47278"/>
                  <a:pt x="1363407" y="44987"/>
                </a:cubicBezTo>
                <a:cubicBezTo>
                  <a:pt x="1363407" y="43953"/>
                  <a:pt x="1363518" y="42956"/>
                  <a:pt x="1363738" y="41996"/>
                </a:cubicBezTo>
                <a:cubicBezTo>
                  <a:pt x="1364773" y="36677"/>
                  <a:pt x="1367507" y="32577"/>
                  <a:pt x="1371939" y="29695"/>
                </a:cubicBezTo>
                <a:cubicBezTo>
                  <a:pt x="1376298" y="26667"/>
                  <a:pt x="1381727" y="25152"/>
                  <a:pt x="1388228" y="25152"/>
                </a:cubicBezTo>
                <a:cubicBezTo>
                  <a:pt x="1394506" y="25152"/>
                  <a:pt x="1401044" y="26704"/>
                  <a:pt x="1407841" y="29807"/>
                </a:cubicBezTo>
                <a:close/>
                <a:moveTo>
                  <a:pt x="1480678" y="30250"/>
                </a:moveTo>
                <a:lnTo>
                  <a:pt x="1477797" y="44987"/>
                </a:lnTo>
                <a:lnTo>
                  <a:pt x="1472036" y="44987"/>
                </a:lnTo>
                <a:lnTo>
                  <a:pt x="1472036" y="43547"/>
                </a:lnTo>
                <a:cubicBezTo>
                  <a:pt x="1472036" y="39189"/>
                  <a:pt x="1471113" y="35976"/>
                  <a:pt x="1469265" y="33907"/>
                </a:cubicBezTo>
                <a:cubicBezTo>
                  <a:pt x="1467197" y="31617"/>
                  <a:pt x="1463799" y="30472"/>
                  <a:pt x="1459071" y="30472"/>
                </a:cubicBezTo>
                <a:cubicBezTo>
                  <a:pt x="1453679" y="30472"/>
                  <a:pt x="1449210" y="32577"/>
                  <a:pt x="1445663" y="36788"/>
                </a:cubicBezTo>
                <a:cubicBezTo>
                  <a:pt x="1442192" y="40851"/>
                  <a:pt x="1439606" y="47056"/>
                  <a:pt x="1437906" y="55404"/>
                </a:cubicBezTo>
                <a:cubicBezTo>
                  <a:pt x="1437168" y="59024"/>
                  <a:pt x="1436799" y="62384"/>
                  <a:pt x="1436799" y="65486"/>
                </a:cubicBezTo>
                <a:cubicBezTo>
                  <a:pt x="1436799" y="68812"/>
                  <a:pt x="1437316" y="71693"/>
                  <a:pt x="1438351" y="74130"/>
                </a:cubicBezTo>
                <a:cubicBezTo>
                  <a:pt x="1440197" y="78341"/>
                  <a:pt x="1443854" y="80446"/>
                  <a:pt x="1449321" y="80446"/>
                </a:cubicBezTo>
                <a:cubicBezTo>
                  <a:pt x="1453678" y="80446"/>
                  <a:pt x="1457298" y="79338"/>
                  <a:pt x="1460179" y="77122"/>
                </a:cubicBezTo>
                <a:cubicBezTo>
                  <a:pt x="1463134" y="74906"/>
                  <a:pt x="1465573" y="71508"/>
                  <a:pt x="1467493" y="66927"/>
                </a:cubicBezTo>
                <a:lnTo>
                  <a:pt x="1475470" y="66927"/>
                </a:lnTo>
                <a:cubicBezTo>
                  <a:pt x="1472885" y="73132"/>
                  <a:pt x="1469265" y="77786"/>
                  <a:pt x="1464612" y="80889"/>
                </a:cubicBezTo>
                <a:cubicBezTo>
                  <a:pt x="1460179" y="84140"/>
                  <a:pt x="1454712" y="85766"/>
                  <a:pt x="1448211" y="85766"/>
                </a:cubicBezTo>
                <a:cubicBezTo>
                  <a:pt x="1439938" y="85766"/>
                  <a:pt x="1433733" y="82995"/>
                  <a:pt x="1429596" y="77454"/>
                </a:cubicBezTo>
                <a:cubicBezTo>
                  <a:pt x="1426789" y="73539"/>
                  <a:pt x="1425386" y="68848"/>
                  <a:pt x="1425386" y="63381"/>
                </a:cubicBezTo>
                <a:cubicBezTo>
                  <a:pt x="1425386" y="61018"/>
                  <a:pt x="1425681" y="58358"/>
                  <a:pt x="1426272" y="55404"/>
                </a:cubicBezTo>
                <a:cubicBezTo>
                  <a:pt x="1428045" y="46096"/>
                  <a:pt x="1432034" y="38745"/>
                  <a:pt x="1438239" y="33353"/>
                </a:cubicBezTo>
                <a:cubicBezTo>
                  <a:pt x="1444371" y="27886"/>
                  <a:pt x="1451611" y="25152"/>
                  <a:pt x="1459957" y="25152"/>
                </a:cubicBezTo>
                <a:cubicBezTo>
                  <a:pt x="1463356" y="25152"/>
                  <a:pt x="1466902" y="25559"/>
                  <a:pt x="1470596" y="26371"/>
                </a:cubicBezTo>
                <a:cubicBezTo>
                  <a:pt x="1473920" y="27258"/>
                  <a:pt x="1477281" y="28551"/>
                  <a:pt x="1480678" y="30250"/>
                </a:cubicBezTo>
                <a:close/>
                <a:moveTo>
                  <a:pt x="1544322" y="45430"/>
                </a:moveTo>
                <a:cubicBezTo>
                  <a:pt x="1544322" y="42106"/>
                  <a:pt x="1543806" y="39225"/>
                  <a:pt x="1542772" y="36788"/>
                </a:cubicBezTo>
                <a:cubicBezTo>
                  <a:pt x="1540924" y="32577"/>
                  <a:pt x="1537268" y="30472"/>
                  <a:pt x="1531802" y="30472"/>
                </a:cubicBezTo>
                <a:cubicBezTo>
                  <a:pt x="1526483" y="30472"/>
                  <a:pt x="1522050" y="32577"/>
                  <a:pt x="1518504" y="36788"/>
                </a:cubicBezTo>
                <a:cubicBezTo>
                  <a:pt x="1514959" y="40998"/>
                  <a:pt x="1512410" y="47204"/>
                  <a:pt x="1510858" y="55404"/>
                </a:cubicBezTo>
                <a:cubicBezTo>
                  <a:pt x="1510120" y="59024"/>
                  <a:pt x="1509751" y="62348"/>
                  <a:pt x="1509751" y="65376"/>
                </a:cubicBezTo>
                <a:cubicBezTo>
                  <a:pt x="1509751" y="68775"/>
                  <a:pt x="1510268" y="71693"/>
                  <a:pt x="1511303" y="74130"/>
                </a:cubicBezTo>
                <a:cubicBezTo>
                  <a:pt x="1513149" y="78341"/>
                  <a:pt x="1516769" y="80446"/>
                  <a:pt x="1522161" y="80446"/>
                </a:cubicBezTo>
                <a:cubicBezTo>
                  <a:pt x="1527480" y="80446"/>
                  <a:pt x="1531912" y="78341"/>
                  <a:pt x="1535457" y="74130"/>
                </a:cubicBezTo>
                <a:cubicBezTo>
                  <a:pt x="1538930" y="69993"/>
                  <a:pt x="1541516" y="63751"/>
                  <a:pt x="1543215" y="55404"/>
                </a:cubicBezTo>
                <a:cubicBezTo>
                  <a:pt x="1543953" y="51784"/>
                  <a:pt x="1544322" y="48459"/>
                  <a:pt x="1544322" y="45430"/>
                </a:cubicBezTo>
                <a:moveTo>
                  <a:pt x="1555625" y="47425"/>
                </a:moveTo>
                <a:cubicBezTo>
                  <a:pt x="1555625" y="50159"/>
                  <a:pt x="1555367" y="52818"/>
                  <a:pt x="1554849" y="55404"/>
                </a:cubicBezTo>
                <a:cubicBezTo>
                  <a:pt x="1553076" y="64490"/>
                  <a:pt x="1549124" y="71840"/>
                  <a:pt x="1542993" y="77454"/>
                </a:cubicBezTo>
                <a:cubicBezTo>
                  <a:pt x="1536861" y="82995"/>
                  <a:pt x="1529585" y="85766"/>
                  <a:pt x="1521163" y="85766"/>
                </a:cubicBezTo>
                <a:cubicBezTo>
                  <a:pt x="1512890" y="85766"/>
                  <a:pt x="1506685" y="82995"/>
                  <a:pt x="1502548" y="77454"/>
                </a:cubicBezTo>
                <a:cubicBezTo>
                  <a:pt x="1499741" y="73539"/>
                  <a:pt x="1498338" y="68848"/>
                  <a:pt x="1498338" y="63381"/>
                </a:cubicBezTo>
                <a:cubicBezTo>
                  <a:pt x="1498338" y="61018"/>
                  <a:pt x="1498633" y="58358"/>
                  <a:pt x="1499224" y="55404"/>
                </a:cubicBezTo>
                <a:cubicBezTo>
                  <a:pt x="1500997" y="46243"/>
                  <a:pt x="1504949" y="38930"/>
                  <a:pt x="1511081" y="33464"/>
                </a:cubicBezTo>
                <a:cubicBezTo>
                  <a:pt x="1517212" y="27923"/>
                  <a:pt x="1524488" y="25152"/>
                  <a:pt x="1532909" y="25152"/>
                </a:cubicBezTo>
                <a:cubicBezTo>
                  <a:pt x="1541331" y="25152"/>
                  <a:pt x="1547536" y="27923"/>
                  <a:pt x="1551525" y="33464"/>
                </a:cubicBezTo>
                <a:cubicBezTo>
                  <a:pt x="1554259" y="37305"/>
                  <a:pt x="1555625" y="41958"/>
                  <a:pt x="1555625" y="47425"/>
                </a:cubicBezTo>
                <a:close/>
                <a:moveTo>
                  <a:pt x="1623901" y="26593"/>
                </a:moveTo>
                <a:lnTo>
                  <a:pt x="1621130" y="40998"/>
                </a:lnTo>
                <a:lnTo>
                  <a:pt x="1615369" y="40998"/>
                </a:lnTo>
                <a:cubicBezTo>
                  <a:pt x="1615369" y="40776"/>
                  <a:pt x="1615387" y="40444"/>
                  <a:pt x="1615423" y="40001"/>
                </a:cubicBezTo>
                <a:cubicBezTo>
                  <a:pt x="1615460" y="39558"/>
                  <a:pt x="1615516" y="39225"/>
                  <a:pt x="1615590" y="39003"/>
                </a:cubicBezTo>
                <a:cubicBezTo>
                  <a:pt x="1615590" y="37157"/>
                  <a:pt x="1615147" y="35680"/>
                  <a:pt x="1614260" y="34572"/>
                </a:cubicBezTo>
                <a:cubicBezTo>
                  <a:pt x="1613152" y="33168"/>
                  <a:pt x="1611231" y="32467"/>
                  <a:pt x="1608498" y="32467"/>
                </a:cubicBezTo>
                <a:cubicBezTo>
                  <a:pt x="1603622" y="32467"/>
                  <a:pt x="1599523" y="34165"/>
                  <a:pt x="1596199" y="37563"/>
                </a:cubicBezTo>
                <a:cubicBezTo>
                  <a:pt x="1592875" y="41109"/>
                  <a:pt x="1590621" y="45985"/>
                  <a:pt x="1589439" y="52190"/>
                </a:cubicBezTo>
                <a:lnTo>
                  <a:pt x="1583234" y="84214"/>
                </a:lnTo>
                <a:lnTo>
                  <a:pt x="1573261" y="84214"/>
                </a:lnTo>
                <a:lnTo>
                  <a:pt x="1583345" y="32355"/>
                </a:lnTo>
                <a:lnTo>
                  <a:pt x="1573816" y="32355"/>
                </a:lnTo>
                <a:lnTo>
                  <a:pt x="1574923" y="26704"/>
                </a:lnTo>
                <a:lnTo>
                  <a:pt x="1594425" y="26704"/>
                </a:lnTo>
                <a:lnTo>
                  <a:pt x="1592432" y="36898"/>
                </a:lnTo>
                <a:cubicBezTo>
                  <a:pt x="1595238" y="32836"/>
                  <a:pt x="1598341" y="29881"/>
                  <a:pt x="1601739" y="28033"/>
                </a:cubicBezTo>
                <a:cubicBezTo>
                  <a:pt x="1605211" y="26113"/>
                  <a:pt x="1609126" y="25152"/>
                  <a:pt x="1613484" y="25152"/>
                </a:cubicBezTo>
                <a:cubicBezTo>
                  <a:pt x="1615184" y="25152"/>
                  <a:pt x="1616846" y="25263"/>
                  <a:pt x="1618472" y="25485"/>
                </a:cubicBezTo>
                <a:cubicBezTo>
                  <a:pt x="1621648" y="26150"/>
                  <a:pt x="1623458" y="26520"/>
                  <a:pt x="1623901" y="26593"/>
                </a:cubicBezTo>
                <a:close/>
                <a:moveTo>
                  <a:pt x="1697440" y="40112"/>
                </a:moveTo>
                <a:cubicBezTo>
                  <a:pt x="1697440" y="47426"/>
                  <a:pt x="1693746" y="52892"/>
                  <a:pt x="1686358" y="56512"/>
                </a:cubicBezTo>
                <a:cubicBezTo>
                  <a:pt x="1678675" y="60205"/>
                  <a:pt x="1667558" y="62089"/>
                  <a:pt x="1653006" y="62162"/>
                </a:cubicBezTo>
                <a:cubicBezTo>
                  <a:pt x="1652858" y="64010"/>
                  <a:pt x="1652821" y="65303"/>
                  <a:pt x="1652894" y="66041"/>
                </a:cubicBezTo>
                <a:cubicBezTo>
                  <a:pt x="1652894" y="69513"/>
                  <a:pt x="1653485" y="72320"/>
                  <a:pt x="1654668" y="74463"/>
                </a:cubicBezTo>
                <a:cubicBezTo>
                  <a:pt x="1656810" y="78452"/>
                  <a:pt x="1660724" y="80446"/>
                  <a:pt x="1666412" y="80446"/>
                </a:cubicBezTo>
                <a:cubicBezTo>
                  <a:pt x="1670549" y="80446"/>
                  <a:pt x="1673689" y="79819"/>
                  <a:pt x="1675832" y="78563"/>
                </a:cubicBezTo>
                <a:cubicBezTo>
                  <a:pt x="1679599" y="76199"/>
                  <a:pt x="1681852" y="73577"/>
                  <a:pt x="1682591" y="70696"/>
                </a:cubicBezTo>
                <a:lnTo>
                  <a:pt x="1689904" y="70696"/>
                </a:lnTo>
                <a:cubicBezTo>
                  <a:pt x="1688426" y="75275"/>
                  <a:pt x="1685028" y="79190"/>
                  <a:pt x="1679710" y="82440"/>
                </a:cubicBezTo>
                <a:cubicBezTo>
                  <a:pt x="1675942" y="84657"/>
                  <a:pt x="1670365" y="85766"/>
                  <a:pt x="1662978" y="85766"/>
                </a:cubicBezTo>
                <a:cubicBezTo>
                  <a:pt x="1655517" y="85766"/>
                  <a:pt x="1649792" y="82995"/>
                  <a:pt x="1645803" y="77454"/>
                </a:cubicBezTo>
                <a:cubicBezTo>
                  <a:pt x="1642995" y="73539"/>
                  <a:pt x="1641555" y="68848"/>
                  <a:pt x="1641481" y="63381"/>
                </a:cubicBezTo>
                <a:cubicBezTo>
                  <a:pt x="1641481" y="61092"/>
                  <a:pt x="1641777" y="58469"/>
                  <a:pt x="1642367" y="55514"/>
                </a:cubicBezTo>
                <a:cubicBezTo>
                  <a:pt x="1644140" y="46428"/>
                  <a:pt x="1648056" y="39078"/>
                  <a:pt x="1654113" y="33464"/>
                </a:cubicBezTo>
                <a:cubicBezTo>
                  <a:pt x="1660318" y="27923"/>
                  <a:pt x="1667706" y="25152"/>
                  <a:pt x="1676275" y="25152"/>
                </a:cubicBezTo>
                <a:cubicBezTo>
                  <a:pt x="1690385" y="25152"/>
                  <a:pt x="1697440" y="30139"/>
                  <a:pt x="1697440" y="40112"/>
                </a:cubicBezTo>
                <a:moveTo>
                  <a:pt x="1686913" y="39779"/>
                </a:moveTo>
                <a:cubicBezTo>
                  <a:pt x="1686913" y="33649"/>
                  <a:pt x="1682813" y="30546"/>
                  <a:pt x="1674612" y="30472"/>
                </a:cubicBezTo>
                <a:cubicBezTo>
                  <a:pt x="1669885" y="30472"/>
                  <a:pt x="1665785" y="32318"/>
                  <a:pt x="1662314" y="36012"/>
                </a:cubicBezTo>
                <a:cubicBezTo>
                  <a:pt x="1659063" y="39558"/>
                  <a:pt x="1656367" y="46354"/>
                  <a:pt x="1654225" y="56400"/>
                </a:cubicBezTo>
                <a:cubicBezTo>
                  <a:pt x="1665748" y="55884"/>
                  <a:pt x="1674612" y="53741"/>
                  <a:pt x="1680818" y="49973"/>
                </a:cubicBezTo>
                <a:cubicBezTo>
                  <a:pt x="1684881" y="47684"/>
                  <a:pt x="1686913" y="44286"/>
                  <a:pt x="1686913" y="39779"/>
                </a:cubicBezTo>
                <a:close/>
                <a:moveTo>
                  <a:pt x="1747073" y="103715"/>
                </a:moveTo>
                <a:cubicBezTo>
                  <a:pt x="1737174" y="98766"/>
                  <a:pt x="1730415" y="92856"/>
                  <a:pt x="1726795" y="85987"/>
                </a:cubicBezTo>
                <a:cubicBezTo>
                  <a:pt x="1721771" y="76236"/>
                  <a:pt x="1719259" y="66780"/>
                  <a:pt x="1719259" y="57619"/>
                </a:cubicBezTo>
                <a:lnTo>
                  <a:pt x="1719259" y="49863"/>
                </a:lnTo>
                <a:cubicBezTo>
                  <a:pt x="1719259" y="40703"/>
                  <a:pt x="1721771" y="31247"/>
                  <a:pt x="1726795" y="21497"/>
                </a:cubicBezTo>
                <a:cubicBezTo>
                  <a:pt x="1730415" y="14627"/>
                  <a:pt x="1737174" y="8717"/>
                  <a:pt x="1747073" y="3767"/>
                </a:cubicBezTo>
                <a:lnTo>
                  <a:pt x="1747073" y="10194"/>
                </a:lnTo>
                <a:cubicBezTo>
                  <a:pt x="1742049" y="12705"/>
                  <a:pt x="1737580" y="17655"/>
                  <a:pt x="1733665" y="25042"/>
                </a:cubicBezTo>
                <a:cubicBezTo>
                  <a:pt x="1732114" y="28071"/>
                  <a:pt x="1731116" y="31469"/>
                  <a:pt x="1730672" y="35236"/>
                </a:cubicBezTo>
                <a:cubicBezTo>
                  <a:pt x="1730229" y="39003"/>
                  <a:pt x="1730008" y="43879"/>
                  <a:pt x="1730008" y="49863"/>
                </a:cubicBezTo>
                <a:lnTo>
                  <a:pt x="1730008" y="57619"/>
                </a:lnTo>
                <a:cubicBezTo>
                  <a:pt x="1730008" y="63603"/>
                  <a:pt x="1730229" y="68479"/>
                  <a:pt x="1730672" y="72246"/>
                </a:cubicBezTo>
                <a:cubicBezTo>
                  <a:pt x="1731116" y="76013"/>
                  <a:pt x="1732114" y="79411"/>
                  <a:pt x="1733665" y="82440"/>
                </a:cubicBezTo>
                <a:cubicBezTo>
                  <a:pt x="1737580" y="89828"/>
                  <a:pt x="1742049" y="94777"/>
                  <a:pt x="1747073" y="97289"/>
                </a:cubicBezTo>
                <a:lnTo>
                  <a:pt x="1747073" y="103715"/>
                </a:lnTo>
                <a:close/>
                <a:moveTo>
                  <a:pt x="1786020" y="7646"/>
                </a:moveTo>
                <a:cubicBezTo>
                  <a:pt x="1786020" y="8162"/>
                  <a:pt x="1785983" y="8568"/>
                  <a:pt x="1785910" y="8865"/>
                </a:cubicBezTo>
                <a:cubicBezTo>
                  <a:pt x="1785540" y="10637"/>
                  <a:pt x="1784691" y="12077"/>
                  <a:pt x="1783360" y="13185"/>
                </a:cubicBezTo>
                <a:cubicBezTo>
                  <a:pt x="1781884" y="14367"/>
                  <a:pt x="1780296" y="14958"/>
                  <a:pt x="1778596" y="14958"/>
                </a:cubicBezTo>
                <a:cubicBezTo>
                  <a:pt x="1776897" y="14958"/>
                  <a:pt x="1775568" y="14367"/>
                  <a:pt x="1774607" y="13185"/>
                </a:cubicBezTo>
                <a:cubicBezTo>
                  <a:pt x="1773869" y="12373"/>
                  <a:pt x="1773500" y="11339"/>
                  <a:pt x="1773500" y="10082"/>
                </a:cubicBezTo>
                <a:cubicBezTo>
                  <a:pt x="1773500" y="9566"/>
                  <a:pt x="1773536" y="9160"/>
                  <a:pt x="1773610" y="8865"/>
                </a:cubicBezTo>
                <a:cubicBezTo>
                  <a:pt x="1773979" y="7092"/>
                  <a:pt x="1774866" y="5651"/>
                  <a:pt x="1776269" y="4543"/>
                </a:cubicBezTo>
                <a:cubicBezTo>
                  <a:pt x="1777673" y="3287"/>
                  <a:pt x="1779224" y="2660"/>
                  <a:pt x="1780924" y="2660"/>
                </a:cubicBezTo>
                <a:cubicBezTo>
                  <a:pt x="1782548" y="2660"/>
                  <a:pt x="1783878" y="3287"/>
                  <a:pt x="1784913" y="4543"/>
                </a:cubicBezTo>
                <a:cubicBezTo>
                  <a:pt x="1785651" y="5356"/>
                  <a:pt x="1786020" y="6390"/>
                  <a:pt x="1786020" y="7646"/>
                </a:cubicBezTo>
                <a:moveTo>
                  <a:pt x="1782808" y="26704"/>
                </a:moveTo>
                <a:lnTo>
                  <a:pt x="1772724" y="78451"/>
                </a:lnTo>
                <a:lnTo>
                  <a:pt x="1782143" y="78451"/>
                </a:lnTo>
                <a:lnTo>
                  <a:pt x="1781034" y="84214"/>
                </a:lnTo>
                <a:lnTo>
                  <a:pt x="1761754" y="84214"/>
                </a:lnTo>
                <a:lnTo>
                  <a:pt x="1771726" y="32467"/>
                </a:lnTo>
                <a:lnTo>
                  <a:pt x="1762197" y="32467"/>
                </a:lnTo>
                <a:lnTo>
                  <a:pt x="1763416" y="26704"/>
                </a:lnTo>
                <a:lnTo>
                  <a:pt x="1782808" y="26704"/>
                </a:lnTo>
                <a:close/>
                <a:moveTo>
                  <a:pt x="1819176" y="71915"/>
                </a:moveTo>
                <a:cubicBezTo>
                  <a:pt x="1818807" y="78046"/>
                  <a:pt x="1817367" y="83327"/>
                  <a:pt x="1814856" y="87759"/>
                </a:cubicBezTo>
                <a:cubicBezTo>
                  <a:pt x="1812196" y="92191"/>
                  <a:pt x="1808243" y="96033"/>
                  <a:pt x="1802998" y="99284"/>
                </a:cubicBezTo>
                <a:lnTo>
                  <a:pt x="1798677" y="94962"/>
                </a:lnTo>
                <a:cubicBezTo>
                  <a:pt x="1802001" y="92451"/>
                  <a:pt x="1804513" y="89533"/>
                  <a:pt x="1806213" y="86209"/>
                </a:cubicBezTo>
                <a:cubicBezTo>
                  <a:pt x="1807764" y="82810"/>
                  <a:pt x="1808539" y="78710"/>
                  <a:pt x="1808539" y="73908"/>
                </a:cubicBezTo>
                <a:lnTo>
                  <a:pt x="1808539" y="71915"/>
                </a:lnTo>
                <a:lnTo>
                  <a:pt x="1819176" y="71915"/>
                </a:lnTo>
                <a:close/>
                <a:moveTo>
                  <a:pt x="1901568" y="7646"/>
                </a:moveTo>
                <a:cubicBezTo>
                  <a:pt x="1901568" y="8162"/>
                  <a:pt x="1901531" y="8568"/>
                  <a:pt x="1901457" y="8865"/>
                </a:cubicBezTo>
                <a:cubicBezTo>
                  <a:pt x="1901087" y="10637"/>
                  <a:pt x="1900238" y="12077"/>
                  <a:pt x="1898909" y="13185"/>
                </a:cubicBezTo>
                <a:cubicBezTo>
                  <a:pt x="1897505" y="14367"/>
                  <a:pt x="1895917" y="14958"/>
                  <a:pt x="1894144" y="14958"/>
                </a:cubicBezTo>
                <a:cubicBezTo>
                  <a:pt x="1892444" y="14958"/>
                  <a:pt x="1891114" y="14367"/>
                  <a:pt x="1890154" y="13185"/>
                </a:cubicBezTo>
                <a:cubicBezTo>
                  <a:pt x="1889415" y="12373"/>
                  <a:pt x="1889046" y="11339"/>
                  <a:pt x="1889046" y="10082"/>
                </a:cubicBezTo>
                <a:cubicBezTo>
                  <a:pt x="1889046" y="9566"/>
                  <a:pt x="1889083" y="9160"/>
                  <a:pt x="1889158" y="8865"/>
                </a:cubicBezTo>
                <a:cubicBezTo>
                  <a:pt x="1889526" y="7239"/>
                  <a:pt x="1890413" y="5799"/>
                  <a:pt x="1891818" y="4543"/>
                </a:cubicBezTo>
                <a:cubicBezTo>
                  <a:pt x="1893294" y="3287"/>
                  <a:pt x="1894882" y="2660"/>
                  <a:pt x="1896582" y="2660"/>
                </a:cubicBezTo>
                <a:cubicBezTo>
                  <a:pt x="1898133" y="2660"/>
                  <a:pt x="1899426" y="3287"/>
                  <a:pt x="1900459" y="4543"/>
                </a:cubicBezTo>
                <a:cubicBezTo>
                  <a:pt x="1901199" y="5356"/>
                  <a:pt x="1901568" y="6390"/>
                  <a:pt x="1901568" y="7646"/>
                </a:cubicBezTo>
                <a:moveTo>
                  <a:pt x="1898133" y="26704"/>
                </a:moveTo>
                <a:lnTo>
                  <a:pt x="1885834" y="89864"/>
                </a:lnTo>
                <a:cubicBezTo>
                  <a:pt x="1884577" y="95701"/>
                  <a:pt x="1881917" y="100355"/>
                  <a:pt x="1877855" y="103827"/>
                </a:cubicBezTo>
                <a:cubicBezTo>
                  <a:pt x="1873718" y="107299"/>
                  <a:pt x="1868547" y="108961"/>
                  <a:pt x="1862342" y="108813"/>
                </a:cubicBezTo>
                <a:cubicBezTo>
                  <a:pt x="1859904" y="108813"/>
                  <a:pt x="1857503" y="108518"/>
                  <a:pt x="1855139" y="107927"/>
                </a:cubicBezTo>
                <a:cubicBezTo>
                  <a:pt x="1852997" y="107410"/>
                  <a:pt x="1850855" y="106523"/>
                  <a:pt x="1848712" y="105267"/>
                </a:cubicBezTo>
                <a:lnTo>
                  <a:pt x="1851039" y="93410"/>
                </a:lnTo>
                <a:lnTo>
                  <a:pt x="1856137" y="93410"/>
                </a:lnTo>
                <a:cubicBezTo>
                  <a:pt x="1856062" y="94002"/>
                  <a:pt x="1856025" y="94814"/>
                  <a:pt x="1856025" y="95848"/>
                </a:cubicBezTo>
                <a:cubicBezTo>
                  <a:pt x="1856025" y="98138"/>
                  <a:pt x="1856469" y="99874"/>
                  <a:pt x="1857356" y="101056"/>
                </a:cubicBezTo>
                <a:cubicBezTo>
                  <a:pt x="1858537" y="102681"/>
                  <a:pt x="1860605" y="103494"/>
                  <a:pt x="1863561" y="103494"/>
                </a:cubicBezTo>
                <a:cubicBezTo>
                  <a:pt x="1866811" y="103494"/>
                  <a:pt x="1869470" y="102386"/>
                  <a:pt x="1871538" y="100170"/>
                </a:cubicBezTo>
                <a:cubicBezTo>
                  <a:pt x="1873533" y="97954"/>
                  <a:pt x="1874974" y="94518"/>
                  <a:pt x="1875860" y="89864"/>
                </a:cubicBezTo>
                <a:lnTo>
                  <a:pt x="1887051" y="32467"/>
                </a:lnTo>
                <a:lnTo>
                  <a:pt x="1877633" y="32467"/>
                </a:lnTo>
                <a:lnTo>
                  <a:pt x="1878741" y="26704"/>
                </a:lnTo>
                <a:lnTo>
                  <a:pt x="1898133" y="26704"/>
                </a:lnTo>
                <a:close/>
                <a:moveTo>
                  <a:pt x="1943802" y="57619"/>
                </a:moveTo>
                <a:cubicBezTo>
                  <a:pt x="1943802" y="66927"/>
                  <a:pt x="1941328" y="76383"/>
                  <a:pt x="1936378" y="85987"/>
                </a:cubicBezTo>
                <a:cubicBezTo>
                  <a:pt x="1932833" y="92783"/>
                  <a:pt x="1926074" y="98692"/>
                  <a:pt x="1916100" y="103715"/>
                </a:cubicBezTo>
                <a:lnTo>
                  <a:pt x="1916100" y="97289"/>
                </a:lnTo>
                <a:cubicBezTo>
                  <a:pt x="1921198" y="94703"/>
                  <a:pt x="1925630" y="89753"/>
                  <a:pt x="1929399" y="82440"/>
                </a:cubicBezTo>
                <a:cubicBezTo>
                  <a:pt x="1930507" y="80372"/>
                  <a:pt x="1931337" y="77879"/>
                  <a:pt x="1931891" y="74962"/>
                </a:cubicBezTo>
                <a:cubicBezTo>
                  <a:pt x="1932445" y="72043"/>
                  <a:pt x="1932778" y="69439"/>
                  <a:pt x="1932888" y="67150"/>
                </a:cubicBezTo>
                <a:cubicBezTo>
                  <a:pt x="1932999" y="64860"/>
                  <a:pt x="1933054" y="61683"/>
                  <a:pt x="1933054" y="57619"/>
                </a:cubicBezTo>
                <a:lnTo>
                  <a:pt x="1933054" y="49863"/>
                </a:lnTo>
                <a:cubicBezTo>
                  <a:pt x="1933054" y="45800"/>
                  <a:pt x="1932999" y="42623"/>
                  <a:pt x="1932888" y="40334"/>
                </a:cubicBezTo>
                <a:cubicBezTo>
                  <a:pt x="1932778" y="38044"/>
                  <a:pt x="1932445" y="35440"/>
                  <a:pt x="1931891" y="32522"/>
                </a:cubicBezTo>
                <a:cubicBezTo>
                  <a:pt x="1931337" y="29604"/>
                  <a:pt x="1930507" y="27111"/>
                  <a:pt x="1929399" y="25042"/>
                </a:cubicBezTo>
                <a:cubicBezTo>
                  <a:pt x="1925630" y="17729"/>
                  <a:pt x="1921198" y="12780"/>
                  <a:pt x="1916100" y="10194"/>
                </a:cubicBezTo>
                <a:lnTo>
                  <a:pt x="1916100" y="3767"/>
                </a:lnTo>
                <a:cubicBezTo>
                  <a:pt x="1926074" y="8790"/>
                  <a:pt x="1932833" y="14700"/>
                  <a:pt x="1936378" y="21497"/>
                </a:cubicBezTo>
                <a:cubicBezTo>
                  <a:pt x="1941328" y="31099"/>
                  <a:pt x="1943802" y="40555"/>
                  <a:pt x="1943802" y="49863"/>
                </a:cubicBezTo>
                <a:lnTo>
                  <a:pt x="1943802" y="57619"/>
                </a:lnTo>
                <a:close/>
                <a:moveTo>
                  <a:pt x="2060449" y="58174"/>
                </a:moveTo>
                <a:lnTo>
                  <a:pt x="2030089" y="58174"/>
                </a:lnTo>
                <a:lnTo>
                  <a:pt x="2030089" y="88535"/>
                </a:lnTo>
                <a:lnTo>
                  <a:pt x="2021224" y="88535"/>
                </a:lnTo>
                <a:lnTo>
                  <a:pt x="2021224" y="58174"/>
                </a:lnTo>
                <a:lnTo>
                  <a:pt x="1990862" y="58174"/>
                </a:lnTo>
                <a:lnTo>
                  <a:pt x="1990862" y="49309"/>
                </a:lnTo>
                <a:lnTo>
                  <a:pt x="2021224" y="49309"/>
                </a:lnTo>
                <a:lnTo>
                  <a:pt x="2021224" y="18947"/>
                </a:lnTo>
                <a:lnTo>
                  <a:pt x="2030089" y="18947"/>
                </a:lnTo>
                <a:lnTo>
                  <a:pt x="2030089" y="49309"/>
                </a:lnTo>
                <a:lnTo>
                  <a:pt x="2060449" y="49309"/>
                </a:lnTo>
                <a:lnTo>
                  <a:pt x="2060449" y="58174"/>
                </a:lnTo>
                <a:close/>
                <a:moveTo>
                  <a:pt x="2158701" y="78451"/>
                </a:moveTo>
                <a:lnTo>
                  <a:pt x="2157593" y="84214"/>
                </a:lnTo>
                <a:lnTo>
                  <a:pt x="2138756" y="84214"/>
                </a:lnTo>
                <a:lnTo>
                  <a:pt x="2145293" y="50749"/>
                </a:lnTo>
                <a:cubicBezTo>
                  <a:pt x="2146105" y="47055"/>
                  <a:pt x="2146438" y="43953"/>
                  <a:pt x="2146290" y="41441"/>
                </a:cubicBezTo>
                <a:cubicBezTo>
                  <a:pt x="2146290" y="39151"/>
                  <a:pt x="2146031" y="37452"/>
                  <a:pt x="2145514" y="36344"/>
                </a:cubicBezTo>
                <a:cubicBezTo>
                  <a:pt x="2144258" y="33759"/>
                  <a:pt x="2141452" y="32467"/>
                  <a:pt x="2137094" y="32467"/>
                </a:cubicBezTo>
                <a:cubicBezTo>
                  <a:pt x="2132513" y="32467"/>
                  <a:pt x="2128671" y="34165"/>
                  <a:pt x="2125569" y="37563"/>
                </a:cubicBezTo>
                <a:cubicBezTo>
                  <a:pt x="2122393" y="40961"/>
                  <a:pt x="2120214" y="45837"/>
                  <a:pt x="2119031" y="52190"/>
                </a:cubicBezTo>
                <a:lnTo>
                  <a:pt x="2112826" y="84214"/>
                </a:lnTo>
                <a:lnTo>
                  <a:pt x="2102854" y="84214"/>
                </a:lnTo>
                <a:lnTo>
                  <a:pt x="2118145" y="5762"/>
                </a:lnTo>
                <a:lnTo>
                  <a:pt x="2108616" y="5762"/>
                </a:lnTo>
                <a:lnTo>
                  <a:pt x="2109723" y="0"/>
                </a:lnTo>
                <a:lnTo>
                  <a:pt x="2129225" y="0"/>
                </a:lnTo>
                <a:lnTo>
                  <a:pt x="2122024" y="36898"/>
                </a:lnTo>
                <a:cubicBezTo>
                  <a:pt x="2124608" y="32909"/>
                  <a:pt x="2127563" y="29991"/>
                  <a:pt x="2130887" y="28145"/>
                </a:cubicBezTo>
                <a:cubicBezTo>
                  <a:pt x="2134212" y="26150"/>
                  <a:pt x="2137832" y="25152"/>
                  <a:pt x="2141747" y="25152"/>
                </a:cubicBezTo>
                <a:cubicBezTo>
                  <a:pt x="2148100" y="25152"/>
                  <a:pt x="2152422" y="26963"/>
                  <a:pt x="2154712" y="30583"/>
                </a:cubicBezTo>
                <a:cubicBezTo>
                  <a:pt x="2156115" y="32725"/>
                  <a:pt x="2156817" y="35679"/>
                  <a:pt x="2156817" y="39446"/>
                </a:cubicBezTo>
                <a:cubicBezTo>
                  <a:pt x="2156817" y="41959"/>
                  <a:pt x="2156485" y="44692"/>
                  <a:pt x="2155819" y="47647"/>
                </a:cubicBezTo>
                <a:lnTo>
                  <a:pt x="2149836" y="78451"/>
                </a:lnTo>
                <a:lnTo>
                  <a:pt x="2158701" y="78451"/>
                </a:lnTo>
                <a:close/>
                <a:moveTo>
                  <a:pt x="2222739" y="104824"/>
                </a:moveTo>
                <a:lnTo>
                  <a:pt x="2167335" y="104824"/>
                </a:lnTo>
                <a:lnTo>
                  <a:pt x="2167335" y="99062"/>
                </a:lnTo>
                <a:lnTo>
                  <a:pt x="2222739" y="99062"/>
                </a:lnTo>
                <a:lnTo>
                  <a:pt x="2222739" y="104824"/>
                </a:lnTo>
                <a:close/>
                <a:moveTo>
                  <a:pt x="2283265" y="29807"/>
                </a:moveTo>
                <a:lnTo>
                  <a:pt x="2280827" y="42327"/>
                </a:lnTo>
                <a:lnTo>
                  <a:pt x="2275065" y="42327"/>
                </a:lnTo>
                <a:cubicBezTo>
                  <a:pt x="2275212" y="41294"/>
                  <a:pt x="2275286" y="40518"/>
                  <a:pt x="2275286" y="40001"/>
                </a:cubicBezTo>
                <a:cubicBezTo>
                  <a:pt x="2275286" y="37342"/>
                  <a:pt x="2274363" y="35089"/>
                  <a:pt x="2272517" y="33241"/>
                </a:cubicBezTo>
                <a:cubicBezTo>
                  <a:pt x="2270743" y="31395"/>
                  <a:pt x="2267751" y="30472"/>
                  <a:pt x="2263540" y="30472"/>
                </a:cubicBezTo>
                <a:cubicBezTo>
                  <a:pt x="2255119" y="30472"/>
                  <a:pt x="2250280" y="33427"/>
                  <a:pt x="2249025" y="39336"/>
                </a:cubicBezTo>
                <a:cubicBezTo>
                  <a:pt x="2248877" y="40075"/>
                  <a:pt x="2248803" y="40924"/>
                  <a:pt x="2248803" y="41884"/>
                </a:cubicBezTo>
                <a:cubicBezTo>
                  <a:pt x="2248803" y="43067"/>
                  <a:pt x="2249394" y="44249"/>
                  <a:pt x="2250577" y="45430"/>
                </a:cubicBezTo>
                <a:cubicBezTo>
                  <a:pt x="2251832" y="46687"/>
                  <a:pt x="2254713" y="48091"/>
                  <a:pt x="2259218" y="49642"/>
                </a:cubicBezTo>
                <a:lnTo>
                  <a:pt x="2266643" y="52080"/>
                </a:lnTo>
                <a:cubicBezTo>
                  <a:pt x="2271740" y="53704"/>
                  <a:pt x="2275249" y="55846"/>
                  <a:pt x="2277170" y="58507"/>
                </a:cubicBezTo>
                <a:cubicBezTo>
                  <a:pt x="2278500" y="60280"/>
                  <a:pt x="2279165" y="62052"/>
                  <a:pt x="2279165" y="63824"/>
                </a:cubicBezTo>
                <a:cubicBezTo>
                  <a:pt x="2279165" y="71507"/>
                  <a:pt x="2276136" y="77269"/>
                  <a:pt x="2270078" y="81111"/>
                </a:cubicBezTo>
                <a:cubicBezTo>
                  <a:pt x="2265277" y="84214"/>
                  <a:pt x="2259256" y="85766"/>
                  <a:pt x="2252017" y="85766"/>
                </a:cubicBezTo>
                <a:cubicBezTo>
                  <a:pt x="2244630" y="85766"/>
                  <a:pt x="2237759" y="84177"/>
                  <a:pt x="2231406" y="80999"/>
                </a:cubicBezTo>
                <a:lnTo>
                  <a:pt x="2234066" y="67593"/>
                </a:lnTo>
                <a:lnTo>
                  <a:pt x="2239717" y="67593"/>
                </a:lnTo>
                <a:cubicBezTo>
                  <a:pt x="2239569" y="68922"/>
                  <a:pt x="2239495" y="69919"/>
                  <a:pt x="2239495" y="70584"/>
                </a:cubicBezTo>
                <a:cubicBezTo>
                  <a:pt x="2239495" y="77159"/>
                  <a:pt x="2243965" y="80446"/>
                  <a:pt x="2252903" y="80446"/>
                </a:cubicBezTo>
                <a:cubicBezTo>
                  <a:pt x="2261842" y="80446"/>
                  <a:pt x="2266976" y="77159"/>
                  <a:pt x="2268305" y="70584"/>
                </a:cubicBezTo>
                <a:cubicBezTo>
                  <a:pt x="2268379" y="70141"/>
                  <a:pt x="2268416" y="69255"/>
                  <a:pt x="2268416" y="67924"/>
                </a:cubicBezTo>
                <a:cubicBezTo>
                  <a:pt x="2268416" y="66743"/>
                  <a:pt x="2267788" y="65525"/>
                  <a:pt x="2266533" y="64269"/>
                </a:cubicBezTo>
                <a:cubicBezTo>
                  <a:pt x="2265350" y="62864"/>
                  <a:pt x="2262174" y="61276"/>
                  <a:pt x="2257003" y="59503"/>
                </a:cubicBezTo>
                <a:lnTo>
                  <a:pt x="2250244" y="57066"/>
                </a:lnTo>
                <a:cubicBezTo>
                  <a:pt x="2245589" y="55514"/>
                  <a:pt x="2242524" y="53704"/>
                  <a:pt x="2241047" y="51635"/>
                </a:cubicBezTo>
                <a:cubicBezTo>
                  <a:pt x="2239570" y="49494"/>
                  <a:pt x="2238831" y="47278"/>
                  <a:pt x="2238831" y="44987"/>
                </a:cubicBezTo>
                <a:cubicBezTo>
                  <a:pt x="2238831" y="43953"/>
                  <a:pt x="2238941" y="42956"/>
                  <a:pt x="2239162" y="41996"/>
                </a:cubicBezTo>
                <a:cubicBezTo>
                  <a:pt x="2240197" y="36677"/>
                  <a:pt x="2242930" y="32577"/>
                  <a:pt x="2247363" y="29695"/>
                </a:cubicBezTo>
                <a:cubicBezTo>
                  <a:pt x="2251721" y="26667"/>
                  <a:pt x="2257151" y="25152"/>
                  <a:pt x="2263652" y="25152"/>
                </a:cubicBezTo>
                <a:cubicBezTo>
                  <a:pt x="2269930" y="25152"/>
                  <a:pt x="2276468" y="26704"/>
                  <a:pt x="2283265" y="29807"/>
                </a:cubicBezTo>
                <a:close/>
                <a:moveTo>
                  <a:pt x="2356102" y="30250"/>
                </a:moveTo>
                <a:lnTo>
                  <a:pt x="2353221" y="44987"/>
                </a:lnTo>
                <a:lnTo>
                  <a:pt x="2347460" y="44987"/>
                </a:lnTo>
                <a:lnTo>
                  <a:pt x="2347460" y="43547"/>
                </a:lnTo>
                <a:cubicBezTo>
                  <a:pt x="2347460" y="39189"/>
                  <a:pt x="2346536" y="35976"/>
                  <a:pt x="2344689" y="33907"/>
                </a:cubicBezTo>
                <a:cubicBezTo>
                  <a:pt x="2342621" y="31617"/>
                  <a:pt x="2339223" y="30472"/>
                  <a:pt x="2334495" y="30472"/>
                </a:cubicBezTo>
                <a:cubicBezTo>
                  <a:pt x="2329103" y="30472"/>
                  <a:pt x="2324633" y="32577"/>
                  <a:pt x="2321087" y="36788"/>
                </a:cubicBezTo>
                <a:cubicBezTo>
                  <a:pt x="2317615" y="40851"/>
                  <a:pt x="2315030" y="47056"/>
                  <a:pt x="2313330" y="55404"/>
                </a:cubicBezTo>
                <a:cubicBezTo>
                  <a:pt x="2312591" y="59024"/>
                  <a:pt x="2312222" y="62384"/>
                  <a:pt x="2312222" y="65486"/>
                </a:cubicBezTo>
                <a:cubicBezTo>
                  <a:pt x="2312222" y="68812"/>
                  <a:pt x="2312740" y="71693"/>
                  <a:pt x="2313774" y="74130"/>
                </a:cubicBezTo>
                <a:cubicBezTo>
                  <a:pt x="2315621" y="78341"/>
                  <a:pt x="2319277" y="80446"/>
                  <a:pt x="2324744" y="80446"/>
                </a:cubicBezTo>
                <a:cubicBezTo>
                  <a:pt x="2329102" y="80446"/>
                  <a:pt x="2332722" y="79338"/>
                  <a:pt x="2335603" y="77122"/>
                </a:cubicBezTo>
                <a:cubicBezTo>
                  <a:pt x="2338558" y="74906"/>
                  <a:pt x="2340996" y="71508"/>
                  <a:pt x="2342917" y="66927"/>
                </a:cubicBezTo>
                <a:lnTo>
                  <a:pt x="2350894" y="66927"/>
                </a:lnTo>
                <a:cubicBezTo>
                  <a:pt x="2348308" y="73132"/>
                  <a:pt x="2344689" y="77786"/>
                  <a:pt x="2340036" y="80889"/>
                </a:cubicBezTo>
                <a:cubicBezTo>
                  <a:pt x="2335603" y="84140"/>
                  <a:pt x="2330136" y="85766"/>
                  <a:pt x="2323635" y="85766"/>
                </a:cubicBezTo>
                <a:cubicBezTo>
                  <a:pt x="2315362" y="85766"/>
                  <a:pt x="2309156" y="82995"/>
                  <a:pt x="2305020" y="77454"/>
                </a:cubicBezTo>
                <a:cubicBezTo>
                  <a:pt x="2302213" y="73539"/>
                  <a:pt x="2300809" y="68848"/>
                  <a:pt x="2300809" y="63381"/>
                </a:cubicBezTo>
                <a:cubicBezTo>
                  <a:pt x="2300809" y="61018"/>
                  <a:pt x="2301105" y="58358"/>
                  <a:pt x="2301695" y="55404"/>
                </a:cubicBezTo>
                <a:cubicBezTo>
                  <a:pt x="2303468" y="46096"/>
                  <a:pt x="2307458" y="38745"/>
                  <a:pt x="2313663" y="33353"/>
                </a:cubicBezTo>
                <a:cubicBezTo>
                  <a:pt x="2319795" y="27886"/>
                  <a:pt x="2327034" y="25152"/>
                  <a:pt x="2335381" y="25152"/>
                </a:cubicBezTo>
                <a:cubicBezTo>
                  <a:pt x="2338780" y="25152"/>
                  <a:pt x="2342326" y="25559"/>
                  <a:pt x="2346020" y="26371"/>
                </a:cubicBezTo>
                <a:cubicBezTo>
                  <a:pt x="2349344" y="27258"/>
                  <a:pt x="2352705" y="28551"/>
                  <a:pt x="2356102" y="30250"/>
                </a:cubicBezTo>
                <a:close/>
                <a:moveTo>
                  <a:pt x="2419746" y="45430"/>
                </a:moveTo>
                <a:cubicBezTo>
                  <a:pt x="2419746" y="42106"/>
                  <a:pt x="2419229" y="39225"/>
                  <a:pt x="2418196" y="36788"/>
                </a:cubicBezTo>
                <a:cubicBezTo>
                  <a:pt x="2416348" y="32577"/>
                  <a:pt x="2412691" y="30472"/>
                  <a:pt x="2407226" y="30472"/>
                </a:cubicBezTo>
                <a:cubicBezTo>
                  <a:pt x="2401906" y="30472"/>
                  <a:pt x="2397474" y="32577"/>
                  <a:pt x="2393928" y="36788"/>
                </a:cubicBezTo>
                <a:cubicBezTo>
                  <a:pt x="2390383" y="40998"/>
                  <a:pt x="2387834" y="47204"/>
                  <a:pt x="2386282" y="55404"/>
                </a:cubicBezTo>
                <a:cubicBezTo>
                  <a:pt x="2385543" y="59024"/>
                  <a:pt x="2385174" y="62348"/>
                  <a:pt x="2385174" y="65376"/>
                </a:cubicBezTo>
                <a:cubicBezTo>
                  <a:pt x="2385174" y="68775"/>
                  <a:pt x="2385692" y="71693"/>
                  <a:pt x="2386726" y="74130"/>
                </a:cubicBezTo>
                <a:cubicBezTo>
                  <a:pt x="2388573" y="78341"/>
                  <a:pt x="2392192" y="80446"/>
                  <a:pt x="2397585" y="80446"/>
                </a:cubicBezTo>
                <a:cubicBezTo>
                  <a:pt x="2402904" y="80446"/>
                  <a:pt x="2407336" y="78341"/>
                  <a:pt x="2410881" y="74130"/>
                </a:cubicBezTo>
                <a:cubicBezTo>
                  <a:pt x="2414354" y="69993"/>
                  <a:pt x="2416940" y="63751"/>
                  <a:pt x="2418639" y="55404"/>
                </a:cubicBezTo>
                <a:cubicBezTo>
                  <a:pt x="2419377" y="51784"/>
                  <a:pt x="2419746" y="48459"/>
                  <a:pt x="2419746" y="45430"/>
                </a:cubicBezTo>
                <a:moveTo>
                  <a:pt x="2431049" y="47425"/>
                </a:moveTo>
                <a:cubicBezTo>
                  <a:pt x="2431049" y="50159"/>
                  <a:pt x="2430790" y="52818"/>
                  <a:pt x="2430273" y="55404"/>
                </a:cubicBezTo>
                <a:cubicBezTo>
                  <a:pt x="2428500" y="64490"/>
                  <a:pt x="2424548" y="71840"/>
                  <a:pt x="2418417" y="77454"/>
                </a:cubicBezTo>
                <a:cubicBezTo>
                  <a:pt x="2412285" y="82995"/>
                  <a:pt x="2405008" y="85766"/>
                  <a:pt x="2396587" y="85766"/>
                </a:cubicBezTo>
                <a:cubicBezTo>
                  <a:pt x="2388314" y="85766"/>
                  <a:pt x="2382108" y="82995"/>
                  <a:pt x="2377971" y="77454"/>
                </a:cubicBezTo>
                <a:cubicBezTo>
                  <a:pt x="2375165" y="73539"/>
                  <a:pt x="2373761" y="68848"/>
                  <a:pt x="2373761" y="63381"/>
                </a:cubicBezTo>
                <a:cubicBezTo>
                  <a:pt x="2373761" y="61018"/>
                  <a:pt x="2374057" y="58358"/>
                  <a:pt x="2374647" y="55404"/>
                </a:cubicBezTo>
                <a:cubicBezTo>
                  <a:pt x="2376420" y="46243"/>
                  <a:pt x="2380373" y="38930"/>
                  <a:pt x="2386505" y="33464"/>
                </a:cubicBezTo>
                <a:cubicBezTo>
                  <a:pt x="2392636" y="27923"/>
                  <a:pt x="2399912" y="25152"/>
                  <a:pt x="2408333" y="25152"/>
                </a:cubicBezTo>
                <a:cubicBezTo>
                  <a:pt x="2416754" y="25152"/>
                  <a:pt x="2422960" y="27923"/>
                  <a:pt x="2426949" y="33464"/>
                </a:cubicBezTo>
                <a:cubicBezTo>
                  <a:pt x="2429682" y="37305"/>
                  <a:pt x="2431049" y="41958"/>
                  <a:pt x="2431049" y="47425"/>
                </a:cubicBezTo>
                <a:close/>
                <a:moveTo>
                  <a:pt x="2499324" y="26593"/>
                </a:moveTo>
                <a:lnTo>
                  <a:pt x="2496553" y="40998"/>
                </a:lnTo>
                <a:lnTo>
                  <a:pt x="2490793" y="40998"/>
                </a:lnTo>
                <a:cubicBezTo>
                  <a:pt x="2490793" y="40776"/>
                  <a:pt x="2490811" y="40444"/>
                  <a:pt x="2490847" y="40001"/>
                </a:cubicBezTo>
                <a:cubicBezTo>
                  <a:pt x="2490884" y="39558"/>
                  <a:pt x="2490940" y="39225"/>
                  <a:pt x="2491014" y="39003"/>
                </a:cubicBezTo>
                <a:cubicBezTo>
                  <a:pt x="2491014" y="37157"/>
                  <a:pt x="2490571" y="35680"/>
                  <a:pt x="2489684" y="34572"/>
                </a:cubicBezTo>
                <a:cubicBezTo>
                  <a:pt x="2488575" y="33168"/>
                  <a:pt x="2486655" y="32467"/>
                  <a:pt x="2483921" y="32467"/>
                </a:cubicBezTo>
                <a:cubicBezTo>
                  <a:pt x="2479046" y="32467"/>
                  <a:pt x="2474947" y="34165"/>
                  <a:pt x="2471622" y="37563"/>
                </a:cubicBezTo>
                <a:cubicBezTo>
                  <a:pt x="2468298" y="41109"/>
                  <a:pt x="2466045" y="45985"/>
                  <a:pt x="2464863" y="52190"/>
                </a:cubicBezTo>
                <a:lnTo>
                  <a:pt x="2458657" y="84214"/>
                </a:lnTo>
                <a:lnTo>
                  <a:pt x="2448685" y="84214"/>
                </a:lnTo>
                <a:lnTo>
                  <a:pt x="2458769" y="32355"/>
                </a:lnTo>
                <a:lnTo>
                  <a:pt x="2449240" y="32355"/>
                </a:lnTo>
                <a:lnTo>
                  <a:pt x="2450347" y="26704"/>
                </a:lnTo>
                <a:lnTo>
                  <a:pt x="2469849" y="26704"/>
                </a:lnTo>
                <a:lnTo>
                  <a:pt x="2467855" y="36898"/>
                </a:lnTo>
                <a:cubicBezTo>
                  <a:pt x="2470662" y="32836"/>
                  <a:pt x="2473765" y="29881"/>
                  <a:pt x="2477163" y="28033"/>
                </a:cubicBezTo>
                <a:cubicBezTo>
                  <a:pt x="2480635" y="26113"/>
                  <a:pt x="2484550" y="25152"/>
                  <a:pt x="2488907" y="25152"/>
                </a:cubicBezTo>
                <a:cubicBezTo>
                  <a:pt x="2490607" y="25152"/>
                  <a:pt x="2492270" y="25263"/>
                  <a:pt x="2493895" y="25485"/>
                </a:cubicBezTo>
                <a:cubicBezTo>
                  <a:pt x="2497072" y="26150"/>
                  <a:pt x="2498881" y="26520"/>
                  <a:pt x="2499324" y="26593"/>
                </a:cubicBezTo>
                <a:close/>
                <a:moveTo>
                  <a:pt x="2572864" y="40112"/>
                </a:moveTo>
                <a:cubicBezTo>
                  <a:pt x="2572864" y="47426"/>
                  <a:pt x="2569170" y="52892"/>
                  <a:pt x="2561782" y="56512"/>
                </a:cubicBezTo>
                <a:cubicBezTo>
                  <a:pt x="2554099" y="60205"/>
                  <a:pt x="2542982" y="62089"/>
                  <a:pt x="2528429" y="62162"/>
                </a:cubicBezTo>
                <a:cubicBezTo>
                  <a:pt x="2528282" y="64010"/>
                  <a:pt x="2528245" y="65303"/>
                  <a:pt x="2528318" y="66041"/>
                </a:cubicBezTo>
                <a:cubicBezTo>
                  <a:pt x="2528318" y="69513"/>
                  <a:pt x="2528909" y="72320"/>
                  <a:pt x="2530092" y="74463"/>
                </a:cubicBezTo>
                <a:cubicBezTo>
                  <a:pt x="2532233" y="78452"/>
                  <a:pt x="2536148" y="80446"/>
                  <a:pt x="2541836" y="80446"/>
                </a:cubicBezTo>
                <a:cubicBezTo>
                  <a:pt x="2545973" y="80446"/>
                  <a:pt x="2549112" y="79819"/>
                  <a:pt x="2551255" y="78563"/>
                </a:cubicBezTo>
                <a:cubicBezTo>
                  <a:pt x="2555022" y="76199"/>
                  <a:pt x="2557276" y="73577"/>
                  <a:pt x="2558015" y="70696"/>
                </a:cubicBezTo>
                <a:lnTo>
                  <a:pt x="2565328" y="70696"/>
                </a:lnTo>
                <a:cubicBezTo>
                  <a:pt x="2563850" y="75275"/>
                  <a:pt x="2560452" y="79190"/>
                  <a:pt x="2555134" y="82440"/>
                </a:cubicBezTo>
                <a:cubicBezTo>
                  <a:pt x="2551366" y="84657"/>
                  <a:pt x="2545788" y="85766"/>
                  <a:pt x="2538402" y="85766"/>
                </a:cubicBezTo>
                <a:cubicBezTo>
                  <a:pt x="2530941" y="85766"/>
                  <a:pt x="2525216" y="82995"/>
                  <a:pt x="2521227" y="77454"/>
                </a:cubicBezTo>
                <a:cubicBezTo>
                  <a:pt x="2518419" y="73539"/>
                  <a:pt x="2516978" y="68848"/>
                  <a:pt x="2516905" y="63381"/>
                </a:cubicBezTo>
                <a:cubicBezTo>
                  <a:pt x="2516905" y="61092"/>
                  <a:pt x="2517200" y="58469"/>
                  <a:pt x="2517791" y="55514"/>
                </a:cubicBezTo>
                <a:cubicBezTo>
                  <a:pt x="2519564" y="46428"/>
                  <a:pt x="2523479" y="39078"/>
                  <a:pt x="2529537" y="33464"/>
                </a:cubicBezTo>
                <a:cubicBezTo>
                  <a:pt x="2535742" y="27923"/>
                  <a:pt x="2543129" y="25152"/>
                  <a:pt x="2551698" y="25152"/>
                </a:cubicBezTo>
                <a:cubicBezTo>
                  <a:pt x="2565809" y="25152"/>
                  <a:pt x="2572864" y="30139"/>
                  <a:pt x="2572864" y="40112"/>
                </a:cubicBezTo>
                <a:moveTo>
                  <a:pt x="2562337" y="39779"/>
                </a:moveTo>
                <a:cubicBezTo>
                  <a:pt x="2562337" y="33649"/>
                  <a:pt x="2558237" y="30546"/>
                  <a:pt x="2550036" y="30472"/>
                </a:cubicBezTo>
                <a:cubicBezTo>
                  <a:pt x="2545309" y="30472"/>
                  <a:pt x="2541209" y="32318"/>
                  <a:pt x="2537737" y="36012"/>
                </a:cubicBezTo>
                <a:cubicBezTo>
                  <a:pt x="2534486" y="39558"/>
                  <a:pt x="2531790" y="46354"/>
                  <a:pt x="2529649" y="56400"/>
                </a:cubicBezTo>
                <a:cubicBezTo>
                  <a:pt x="2541172" y="55884"/>
                  <a:pt x="2550036" y="53741"/>
                  <a:pt x="2556241" y="49973"/>
                </a:cubicBezTo>
                <a:cubicBezTo>
                  <a:pt x="2560305" y="47684"/>
                  <a:pt x="2562337" y="44286"/>
                  <a:pt x="2562337" y="39779"/>
                </a:cubicBezTo>
                <a:close/>
                <a:moveTo>
                  <a:pt x="2622497" y="103715"/>
                </a:moveTo>
                <a:cubicBezTo>
                  <a:pt x="2612597" y="98766"/>
                  <a:pt x="2605838" y="92856"/>
                  <a:pt x="2602219" y="85987"/>
                </a:cubicBezTo>
                <a:cubicBezTo>
                  <a:pt x="2597195" y="76236"/>
                  <a:pt x="2594683" y="66780"/>
                  <a:pt x="2594683" y="57619"/>
                </a:cubicBezTo>
                <a:lnTo>
                  <a:pt x="2594683" y="49863"/>
                </a:lnTo>
                <a:cubicBezTo>
                  <a:pt x="2594683" y="40703"/>
                  <a:pt x="2597195" y="31247"/>
                  <a:pt x="2602219" y="21497"/>
                </a:cubicBezTo>
                <a:cubicBezTo>
                  <a:pt x="2605838" y="14627"/>
                  <a:pt x="2612597" y="8717"/>
                  <a:pt x="2622497" y="3767"/>
                </a:cubicBezTo>
                <a:lnTo>
                  <a:pt x="2622497" y="10194"/>
                </a:lnTo>
                <a:cubicBezTo>
                  <a:pt x="2617473" y="12705"/>
                  <a:pt x="2613003" y="17655"/>
                  <a:pt x="2609089" y="25042"/>
                </a:cubicBezTo>
                <a:cubicBezTo>
                  <a:pt x="2607537" y="28071"/>
                  <a:pt x="2606540" y="31469"/>
                  <a:pt x="2606096" y="35236"/>
                </a:cubicBezTo>
                <a:cubicBezTo>
                  <a:pt x="2605653" y="39003"/>
                  <a:pt x="2605431" y="43879"/>
                  <a:pt x="2605431" y="49863"/>
                </a:cubicBezTo>
                <a:lnTo>
                  <a:pt x="2605431" y="57619"/>
                </a:lnTo>
                <a:cubicBezTo>
                  <a:pt x="2605431" y="63603"/>
                  <a:pt x="2605653" y="68479"/>
                  <a:pt x="2606096" y="72246"/>
                </a:cubicBezTo>
                <a:cubicBezTo>
                  <a:pt x="2606540" y="76013"/>
                  <a:pt x="2607537" y="79411"/>
                  <a:pt x="2609089" y="82440"/>
                </a:cubicBezTo>
                <a:cubicBezTo>
                  <a:pt x="2613003" y="89828"/>
                  <a:pt x="2617473" y="94777"/>
                  <a:pt x="2622497" y="97289"/>
                </a:cubicBezTo>
                <a:lnTo>
                  <a:pt x="2622497" y="103715"/>
                </a:lnTo>
                <a:close/>
                <a:moveTo>
                  <a:pt x="2661444" y="7646"/>
                </a:moveTo>
                <a:cubicBezTo>
                  <a:pt x="2661444" y="8162"/>
                  <a:pt x="2661407" y="8568"/>
                  <a:pt x="2661334" y="8865"/>
                </a:cubicBezTo>
                <a:cubicBezTo>
                  <a:pt x="2660964" y="10637"/>
                  <a:pt x="2660114" y="12077"/>
                  <a:pt x="2658784" y="13185"/>
                </a:cubicBezTo>
                <a:cubicBezTo>
                  <a:pt x="2657308" y="14367"/>
                  <a:pt x="2655719" y="14958"/>
                  <a:pt x="2654019" y="14958"/>
                </a:cubicBezTo>
                <a:cubicBezTo>
                  <a:pt x="2652321" y="14958"/>
                  <a:pt x="2650991" y="14367"/>
                  <a:pt x="2650031" y="13185"/>
                </a:cubicBezTo>
                <a:cubicBezTo>
                  <a:pt x="2649293" y="12373"/>
                  <a:pt x="2648923" y="11339"/>
                  <a:pt x="2648923" y="10082"/>
                </a:cubicBezTo>
                <a:cubicBezTo>
                  <a:pt x="2648923" y="9566"/>
                  <a:pt x="2648960" y="9160"/>
                  <a:pt x="2649033" y="8865"/>
                </a:cubicBezTo>
                <a:cubicBezTo>
                  <a:pt x="2649403" y="7092"/>
                  <a:pt x="2650290" y="5651"/>
                  <a:pt x="2651693" y="4543"/>
                </a:cubicBezTo>
                <a:cubicBezTo>
                  <a:pt x="2653096" y="3287"/>
                  <a:pt x="2654648" y="2660"/>
                  <a:pt x="2656348" y="2660"/>
                </a:cubicBezTo>
                <a:cubicBezTo>
                  <a:pt x="2657972" y="2660"/>
                  <a:pt x="2659302" y="3287"/>
                  <a:pt x="2660336" y="4543"/>
                </a:cubicBezTo>
                <a:cubicBezTo>
                  <a:pt x="2661075" y="5356"/>
                  <a:pt x="2661444" y="6390"/>
                  <a:pt x="2661444" y="7646"/>
                </a:cubicBezTo>
                <a:moveTo>
                  <a:pt x="2658231" y="26704"/>
                </a:moveTo>
                <a:lnTo>
                  <a:pt x="2648147" y="78451"/>
                </a:lnTo>
                <a:lnTo>
                  <a:pt x="2657567" y="78451"/>
                </a:lnTo>
                <a:lnTo>
                  <a:pt x="2656458" y="84214"/>
                </a:lnTo>
                <a:lnTo>
                  <a:pt x="2637177" y="84214"/>
                </a:lnTo>
                <a:lnTo>
                  <a:pt x="2647150" y="32467"/>
                </a:lnTo>
                <a:lnTo>
                  <a:pt x="2637620" y="32467"/>
                </a:lnTo>
                <a:lnTo>
                  <a:pt x="2638839" y="26704"/>
                </a:lnTo>
                <a:lnTo>
                  <a:pt x="2658231" y="26704"/>
                </a:lnTo>
                <a:close/>
                <a:moveTo>
                  <a:pt x="2694600" y="71915"/>
                </a:moveTo>
                <a:cubicBezTo>
                  <a:pt x="2694231" y="78046"/>
                  <a:pt x="2692791" y="83327"/>
                  <a:pt x="2690280" y="87759"/>
                </a:cubicBezTo>
                <a:cubicBezTo>
                  <a:pt x="2687620" y="92191"/>
                  <a:pt x="2683667" y="96033"/>
                  <a:pt x="2678422" y="99284"/>
                </a:cubicBezTo>
                <a:lnTo>
                  <a:pt x="2674101" y="94962"/>
                </a:lnTo>
                <a:cubicBezTo>
                  <a:pt x="2677425" y="92451"/>
                  <a:pt x="2679937" y="89533"/>
                  <a:pt x="2681637" y="86209"/>
                </a:cubicBezTo>
                <a:cubicBezTo>
                  <a:pt x="2683188" y="82810"/>
                  <a:pt x="2683963" y="78710"/>
                  <a:pt x="2683963" y="73908"/>
                </a:cubicBezTo>
                <a:lnTo>
                  <a:pt x="2683963" y="71915"/>
                </a:lnTo>
                <a:lnTo>
                  <a:pt x="2694600" y="71915"/>
                </a:lnTo>
                <a:close/>
                <a:moveTo>
                  <a:pt x="2776992" y="7646"/>
                </a:moveTo>
                <a:cubicBezTo>
                  <a:pt x="2776992" y="8162"/>
                  <a:pt x="2776955" y="8568"/>
                  <a:pt x="2776880" y="8865"/>
                </a:cubicBezTo>
                <a:cubicBezTo>
                  <a:pt x="2776511" y="10637"/>
                  <a:pt x="2775661" y="12077"/>
                  <a:pt x="2774332" y="13185"/>
                </a:cubicBezTo>
                <a:cubicBezTo>
                  <a:pt x="2772929" y="14367"/>
                  <a:pt x="2771341" y="14958"/>
                  <a:pt x="2769568" y="14958"/>
                </a:cubicBezTo>
                <a:cubicBezTo>
                  <a:pt x="2767868" y="14958"/>
                  <a:pt x="2766538" y="14367"/>
                  <a:pt x="2765577" y="13185"/>
                </a:cubicBezTo>
                <a:cubicBezTo>
                  <a:pt x="2764839" y="12373"/>
                  <a:pt x="2764470" y="11339"/>
                  <a:pt x="2764470" y="10082"/>
                </a:cubicBezTo>
                <a:cubicBezTo>
                  <a:pt x="2764470" y="9566"/>
                  <a:pt x="2764507" y="9160"/>
                  <a:pt x="2764582" y="8865"/>
                </a:cubicBezTo>
                <a:cubicBezTo>
                  <a:pt x="2764950" y="7239"/>
                  <a:pt x="2765837" y="5799"/>
                  <a:pt x="2767241" y="4543"/>
                </a:cubicBezTo>
                <a:cubicBezTo>
                  <a:pt x="2768718" y="3287"/>
                  <a:pt x="2770306" y="2660"/>
                  <a:pt x="2772006" y="2660"/>
                </a:cubicBezTo>
                <a:cubicBezTo>
                  <a:pt x="2773557" y="2660"/>
                  <a:pt x="2774849" y="3287"/>
                  <a:pt x="2775883" y="4543"/>
                </a:cubicBezTo>
                <a:cubicBezTo>
                  <a:pt x="2776622" y="5356"/>
                  <a:pt x="2776992" y="6390"/>
                  <a:pt x="2776992" y="7646"/>
                </a:cubicBezTo>
                <a:moveTo>
                  <a:pt x="2773556" y="26704"/>
                </a:moveTo>
                <a:lnTo>
                  <a:pt x="2761257" y="89864"/>
                </a:lnTo>
                <a:cubicBezTo>
                  <a:pt x="2760001" y="95701"/>
                  <a:pt x="2757341" y="100355"/>
                  <a:pt x="2753279" y="103827"/>
                </a:cubicBezTo>
                <a:cubicBezTo>
                  <a:pt x="2749142" y="107299"/>
                  <a:pt x="2743971" y="108961"/>
                  <a:pt x="2737766" y="108813"/>
                </a:cubicBezTo>
                <a:cubicBezTo>
                  <a:pt x="2735327" y="108813"/>
                  <a:pt x="2732926" y="108518"/>
                  <a:pt x="2730563" y="107927"/>
                </a:cubicBezTo>
                <a:cubicBezTo>
                  <a:pt x="2728421" y="107410"/>
                  <a:pt x="2726279" y="106523"/>
                  <a:pt x="2724136" y="105267"/>
                </a:cubicBezTo>
                <a:lnTo>
                  <a:pt x="2726463" y="93410"/>
                </a:lnTo>
                <a:lnTo>
                  <a:pt x="2731560" y="93410"/>
                </a:lnTo>
                <a:cubicBezTo>
                  <a:pt x="2731486" y="94002"/>
                  <a:pt x="2731449" y="94814"/>
                  <a:pt x="2731449" y="95848"/>
                </a:cubicBezTo>
                <a:cubicBezTo>
                  <a:pt x="2731449" y="98138"/>
                  <a:pt x="2731892" y="99874"/>
                  <a:pt x="2732779" y="101056"/>
                </a:cubicBezTo>
                <a:cubicBezTo>
                  <a:pt x="2733961" y="102681"/>
                  <a:pt x="2736029" y="103494"/>
                  <a:pt x="2738985" y="103494"/>
                </a:cubicBezTo>
                <a:cubicBezTo>
                  <a:pt x="2742234" y="103494"/>
                  <a:pt x="2744893" y="102386"/>
                  <a:pt x="2746962" y="100170"/>
                </a:cubicBezTo>
                <a:cubicBezTo>
                  <a:pt x="2748957" y="97954"/>
                  <a:pt x="2750397" y="94518"/>
                  <a:pt x="2751283" y="89864"/>
                </a:cubicBezTo>
                <a:lnTo>
                  <a:pt x="2762475" y="32467"/>
                </a:lnTo>
                <a:lnTo>
                  <a:pt x="2753057" y="32467"/>
                </a:lnTo>
                <a:lnTo>
                  <a:pt x="2754165" y="26704"/>
                </a:lnTo>
                <a:lnTo>
                  <a:pt x="2773556" y="26704"/>
                </a:lnTo>
                <a:close/>
                <a:moveTo>
                  <a:pt x="2819226" y="57619"/>
                </a:moveTo>
                <a:cubicBezTo>
                  <a:pt x="2819226" y="66927"/>
                  <a:pt x="2816751" y="76383"/>
                  <a:pt x="2811802" y="85987"/>
                </a:cubicBezTo>
                <a:cubicBezTo>
                  <a:pt x="2808257" y="92783"/>
                  <a:pt x="2801498" y="98692"/>
                  <a:pt x="2791524" y="103715"/>
                </a:cubicBezTo>
                <a:lnTo>
                  <a:pt x="2791524" y="97289"/>
                </a:lnTo>
                <a:cubicBezTo>
                  <a:pt x="2796621" y="94703"/>
                  <a:pt x="2801054" y="89753"/>
                  <a:pt x="2804822" y="82440"/>
                </a:cubicBezTo>
                <a:cubicBezTo>
                  <a:pt x="2805930" y="80372"/>
                  <a:pt x="2806761" y="77879"/>
                  <a:pt x="2807315" y="74962"/>
                </a:cubicBezTo>
                <a:cubicBezTo>
                  <a:pt x="2807869" y="72043"/>
                  <a:pt x="2808202" y="69439"/>
                  <a:pt x="2808312" y="67150"/>
                </a:cubicBezTo>
                <a:cubicBezTo>
                  <a:pt x="2808423" y="64860"/>
                  <a:pt x="2808478" y="61683"/>
                  <a:pt x="2808478" y="57619"/>
                </a:cubicBezTo>
                <a:lnTo>
                  <a:pt x="2808478" y="49863"/>
                </a:lnTo>
                <a:cubicBezTo>
                  <a:pt x="2808478" y="45800"/>
                  <a:pt x="2808423" y="42623"/>
                  <a:pt x="2808312" y="40334"/>
                </a:cubicBezTo>
                <a:cubicBezTo>
                  <a:pt x="2808202" y="38044"/>
                  <a:pt x="2807869" y="35440"/>
                  <a:pt x="2807315" y="32522"/>
                </a:cubicBezTo>
                <a:cubicBezTo>
                  <a:pt x="2806761" y="29604"/>
                  <a:pt x="2805930" y="27111"/>
                  <a:pt x="2804822" y="25042"/>
                </a:cubicBezTo>
                <a:cubicBezTo>
                  <a:pt x="2801054" y="17729"/>
                  <a:pt x="2796621" y="12780"/>
                  <a:pt x="2791524" y="10194"/>
                </a:cubicBezTo>
                <a:lnTo>
                  <a:pt x="2791524" y="3767"/>
                </a:lnTo>
                <a:cubicBezTo>
                  <a:pt x="2801498" y="8790"/>
                  <a:pt x="2808257" y="14700"/>
                  <a:pt x="2811802" y="21497"/>
                </a:cubicBezTo>
                <a:cubicBezTo>
                  <a:pt x="2816751" y="31099"/>
                  <a:pt x="2819226" y="40555"/>
                  <a:pt x="2819226" y="49863"/>
                </a:cubicBezTo>
                <a:lnTo>
                  <a:pt x="2819226" y="57619"/>
                </a:lnTo>
                <a:close/>
                <a:moveTo>
                  <a:pt x="2857066" y="71915"/>
                </a:moveTo>
                <a:cubicBezTo>
                  <a:pt x="2856697" y="78046"/>
                  <a:pt x="2855257" y="83327"/>
                  <a:pt x="2852746" y="87759"/>
                </a:cubicBezTo>
                <a:cubicBezTo>
                  <a:pt x="2850086" y="92191"/>
                  <a:pt x="2846133" y="96033"/>
                  <a:pt x="2840888" y="99284"/>
                </a:cubicBezTo>
                <a:lnTo>
                  <a:pt x="2836567" y="94962"/>
                </a:lnTo>
                <a:cubicBezTo>
                  <a:pt x="2839891" y="92451"/>
                  <a:pt x="2842403" y="89533"/>
                  <a:pt x="2844103" y="86209"/>
                </a:cubicBezTo>
                <a:cubicBezTo>
                  <a:pt x="2845654" y="82810"/>
                  <a:pt x="2846429" y="78710"/>
                  <a:pt x="2846429" y="73908"/>
                </a:cubicBezTo>
                <a:lnTo>
                  <a:pt x="2846429" y="71915"/>
                </a:lnTo>
                <a:lnTo>
                  <a:pt x="2857066" y="71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Text �(�)=1">
            <a:extLst xmlns:a="http://schemas.openxmlformats.org/drawingml/2006/main">
              <a:ext uri="{FF2B5EF4-FFF2-40B4-BE49-F238E27FC236}">
                <a16:creationId xmlns:a16="http://schemas.microsoft.com/office/drawing/2014/main" id="{076151E5-E3C0-4A77-B8A8-4293EB47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4" y="6691639"/>
            <a:ext cx="457374" cy="101722"/>
          </a:xfrm>
          <a:custGeom xmlns:a="http://schemas.openxmlformats.org/drawingml/2006/main">
            <a:pathLst>
              <a:path w="457374" h="101722">
                <a:moveTo>
                  <a:pt x="74241" y="24711"/>
                </a:moveTo>
                <a:lnTo>
                  <a:pt x="73133" y="30473"/>
                </a:lnTo>
                <a:lnTo>
                  <a:pt x="53298" y="30473"/>
                </a:lnTo>
                <a:cubicBezTo>
                  <a:pt x="57953" y="36013"/>
                  <a:pt x="59319" y="43659"/>
                  <a:pt x="57399" y="53411"/>
                </a:cubicBezTo>
                <a:cubicBezTo>
                  <a:pt x="55626" y="62497"/>
                  <a:pt x="51673" y="69847"/>
                  <a:pt x="45541" y="75460"/>
                </a:cubicBezTo>
                <a:cubicBezTo>
                  <a:pt x="39484" y="81002"/>
                  <a:pt x="32207" y="83772"/>
                  <a:pt x="23713" y="83772"/>
                </a:cubicBezTo>
                <a:cubicBezTo>
                  <a:pt x="15365" y="83772"/>
                  <a:pt x="9196" y="81002"/>
                  <a:pt x="5207" y="75460"/>
                </a:cubicBezTo>
                <a:cubicBezTo>
                  <a:pt x="1145" y="69995"/>
                  <a:pt x="0" y="62645"/>
                  <a:pt x="1773" y="53411"/>
                </a:cubicBezTo>
                <a:cubicBezTo>
                  <a:pt x="3545" y="44250"/>
                  <a:pt x="7497" y="36937"/>
                  <a:pt x="13629" y="31471"/>
                </a:cubicBezTo>
                <a:cubicBezTo>
                  <a:pt x="18578" y="26964"/>
                  <a:pt x="25818" y="24711"/>
                  <a:pt x="35347" y="24711"/>
                </a:cubicBezTo>
                <a:lnTo>
                  <a:pt x="74241" y="24711"/>
                </a:lnTo>
                <a:moveTo>
                  <a:pt x="45763" y="53411"/>
                </a:moveTo>
                <a:cubicBezTo>
                  <a:pt x="47240" y="45801"/>
                  <a:pt x="47056" y="39780"/>
                  <a:pt x="45210" y="35348"/>
                </a:cubicBezTo>
                <a:cubicBezTo>
                  <a:pt x="43510" y="31433"/>
                  <a:pt x="39853" y="29476"/>
                  <a:pt x="34240" y="29476"/>
                </a:cubicBezTo>
                <a:cubicBezTo>
                  <a:pt x="28773" y="29476"/>
                  <a:pt x="24377" y="31433"/>
                  <a:pt x="21053" y="35348"/>
                </a:cubicBezTo>
                <a:cubicBezTo>
                  <a:pt x="17507" y="39559"/>
                  <a:pt x="14958" y="45580"/>
                  <a:pt x="13407" y="53411"/>
                </a:cubicBezTo>
                <a:cubicBezTo>
                  <a:pt x="11782" y="61462"/>
                  <a:pt x="11930" y="67667"/>
                  <a:pt x="13850" y="72026"/>
                </a:cubicBezTo>
                <a:cubicBezTo>
                  <a:pt x="15697" y="76311"/>
                  <a:pt x="19317" y="78453"/>
                  <a:pt x="24710" y="78453"/>
                </a:cubicBezTo>
                <a:cubicBezTo>
                  <a:pt x="30029" y="78453"/>
                  <a:pt x="34461" y="76347"/>
                  <a:pt x="38007" y="72136"/>
                </a:cubicBezTo>
                <a:cubicBezTo>
                  <a:pt x="41626" y="67999"/>
                  <a:pt x="44212" y="61758"/>
                  <a:pt x="45763" y="53411"/>
                </a:cubicBezTo>
                <a:close/>
                <a:moveTo>
                  <a:pt x="123939" y="101722"/>
                </a:moveTo>
                <a:cubicBezTo>
                  <a:pt x="114040" y="96772"/>
                  <a:pt x="107281" y="90863"/>
                  <a:pt x="103662" y="83994"/>
                </a:cubicBezTo>
                <a:cubicBezTo>
                  <a:pt x="98638" y="74242"/>
                  <a:pt x="96126" y="64786"/>
                  <a:pt x="96126" y="55626"/>
                </a:cubicBezTo>
                <a:lnTo>
                  <a:pt x="96126" y="47870"/>
                </a:lnTo>
                <a:cubicBezTo>
                  <a:pt x="96126" y="38709"/>
                  <a:pt x="98638" y="29254"/>
                  <a:pt x="103662" y="19503"/>
                </a:cubicBezTo>
                <a:cubicBezTo>
                  <a:pt x="107281" y="12633"/>
                  <a:pt x="114040" y="6723"/>
                  <a:pt x="123939" y="1774"/>
                </a:cubicBezTo>
                <a:lnTo>
                  <a:pt x="123939" y="8200"/>
                </a:lnTo>
                <a:cubicBezTo>
                  <a:pt x="118915" y="10712"/>
                  <a:pt x="114446" y="15661"/>
                  <a:pt x="110531" y="23049"/>
                </a:cubicBezTo>
                <a:cubicBezTo>
                  <a:pt x="108980" y="26078"/>
                  <a:pt x="107983" y="29476"/>
                  <a:pt x="107539" y="33243"/>
                </a:cubicBezTo>
                <a:cubicBezTo>
                  <a:pt x="107096" y="37010"/>
                  <a:pt x="106874" y="41886"/>
                  <a:pt x="106874" y="47870"/>
                </a:cubicBezTo>
                <a:lnTo>
                  <a:pt x="106874" y="55626"/>
                </a:lnTo>
                <a:cubicBezTo>
                  <a:pt x="106874" y="61610"/>
                  <a:pt x="107096" y="66486"/>
                  <a:pt x="107539" y="70253"/>
                </a:cubicBezTo>
                <a:cubicBezTo>
                  <a:pt x="107983" y="74020"/>
                  <a:pt x="108980" y="77418"/>
                  <a:pt x="110531" y="80446"/>
                </a:cubicBezTo>
                <a:cubicBezTo>
                  <a:pt x="114446" y="87834"/>
                  <a:pt x="118915" y="92784"/>
                  <a:pt x="123939" y="95295"/>
                </a:cubicBezTo>
                <a:lnTo>
                  <a:pt x="123939" y="101722"/>
                </a:lnTo>
                <a:close/>
                <a:moveTo>
                  <a:pt x="198567" y="24711"/>
                </a:moveTo>
                <a:lnTo>
                  <a:pt x="197681" y="29364"/>
                </a:lnTo>
                <a:lnTo>
                  <a:pt x="158343" y="70364"/>
                </a:lnTo>
                <a:lnTo>
                  <a:pt x="160560" y="71029"/>
                </a:lnTo>
                <a:cubicBezTo>
                  <a:pt x="161594" y="71324"/>
                  <a:pt x="162813" y="71915"/>
                  <a:pt x="164217" y="72801"/>
                </a:cubicBezTo>
                <a:lnTo>
                  <a:pt x="166765" y="74463"/>
                </a:lnTo>
                <a:cubicBezTo>
                  <a:pt x="170163" y="76531"/>
                  <a:pt x="173118" y="77565"/>
                  <a:pt x="175630" y="77565"/>
                </a:cubicBezTo>
                <a:cubicBezTo>
                  <a:pt x="180284" y="77565"/>
                  <a:pt x="185418" y="74832"/>
                  <a:pt x="191031" y="69367"/>
                </a:cubicBezTo>
                <a:lnTo>
                  <a:pt x="189702" y="75903"/>
                </a:lnTo>
                <a:cubicBezTo>
                  <a:pt x="183570" y="81961"/>
                  <a:pt x="178140" y="84990"/>
                  <a:pt x="173413" y="84990"/>
                </a:cubicBezTo>
                <a:cubicBezTo>
                  <a:pt x="170459" y="84842"/>
                  <a:pt x="167061" y="83550"/>
                  <a:pt x="163219" y="81113"/>
                </a:cubicBezTo>
                <a:cubicBezTo>
                  <a:pt x="159082" y="78675"/>
                  <a:pt x="155795" y="77455"/>
                  <a:pt x="153357" y="77455"/>
                </a:cubicBezTo>
                <a:cubicBezTo>
                  <a:pt x="149368" y="77455"/>
                  <a:pt x="145526" y="79044"/>
                  <a:pt x="141832" y="82220"/>
                </a:cubicBezTo>
                <a:lnTo>
                  <a:pt x="138620" y="82220"/>
                </a:lnTo>
                <a:lnTo>
                  <a:pt x="139506" y="77565"/>
                </a:lnTo>
                <a:lnTo>
                  <a:pt x="178842" y="36567"/>
                </a:lnTo>
                <a:lnTo>
                  <a:pt x="176737" y="35902"/>
                </a:lnTo>
                <a:cubicBezTo>
                  <a:pt x="175629" y="35607"/>
                  <a:pt x="174373" y="35016"/>
                  <a:pt x="172970" y="34129"/>
                </a:cubicBezTo>
                <a:lnTo>
                  <a:pt x="170422" y="32467"/>
                </a:lnTo>
                <a:cubicBezTo>
                  <a:pt x="167023" y="30398"/>
                  <a:pt x="164069" y="29364"/>
                  <a:pt x="161557" y="29364"/>
                </a:cubicBezTo>
                <a:cubicBezTo>
                  <a:pt x="156903" y="29364"/>
                  <a:pt x="151769" y="32098"/>
                  <a:pt x="146154" y="37564"/>
                </a:cubicBezTo>
                <a:lnTo>
                  <a:pt x="147485" y="31026"/>
                </a:lnTo>
                <a:cubicBezTo>
                  <a:pt x="153615" y="24969"/>
                  <a:pt x="159045" y="21940"/>
                  <a:pt x="163774" y="21940"/>
                </a:cubicBezTo>
                <a:cubicBezTo>
                  <a:pt x="166581" y="22087"/>
                  <a:pt x="170015" y="23344"/>
                  <a:pt x="174078" y="25709"/>
                </a:cubicBezTo>
                <a:cubicBezTo>
                  <a:pt x="177993" y="28220"/>
                  <a:pt x="181244" y="29476"/>
                  <a:pt x="183830" y="29476"/>
                </a:cubicBezTo>
                <a:cubicBezTo>
                  <a:pt x="187819" y="29476"/>
                  <a:pt x="191660" y="27887"/>
                  <a:pt x="195353" y="24711"/>
                </a:cubicBezTo>
                <a:lnTo>
                  <a:pt x="198567" y="24711"/>
                </a:lnTo>
                <a:close/>
                <a:moveTo>
                  <a:pt x="240619" y="55626"/>
                </a:moveTo>
                <a:cubicBezTo>
                  <a:pt x="240619" y="64934"/>
                  <a:pt x="238144" y="74390"/>
                  <a:pt x="233195" y="83994"/>
                </a:cubicBezTo>
                <a:cubicBezTo>
                  <a:pt x="229650" y="90790"/>
                  <a:pt x="222890" y="96699"/>
                  <a:pt x="212917" y="101722"/>
                </a:cubicBezTo>
                <a:lnTo>
                  <a:pt x="212917" y="95295"/>
                </a:lnTo>
                <a:cubicBezTo>
                  <a:pt x="218014" y="92709"/>
                  <a:pt x="222447" y="87760"/>
                  <a:pt x="226215" y="80446"/>
                </a:cubicBezTo>
                <a:cubicBezTo>
                  <a:pt x="227323" y="78378"/>
                  <a:pt x="228154" y="75885"/>
                  <a:pt x="228707" y="72968"/>
                </a:cubicBezTo>
                <a:cubicBezTo>
                  <a:pt x="229262" y="70050"/>
                  <a:pt x="229594" y="67446"/>
                  <a:pt x="229705" y="65157"/>
                </a:cubicBezTo>
                <a:cubicBezTo>
                  <a:pt x="229815" y="62866"/>
                  <a:pt x="229871" y="59689"/>
                  <a:pt x="229871" y="55626"/>
                </a:cubicBezTo>
                <a:lnTo>
                  <a:pt x="229871" y="47870"/>
                </a:lnTo>
                <a:cubicBezTo>
                  <a:pt x="229871" y="43806"/>
                  <a:pt x="229815" y="40630"/>
                  <a:pt x="229705" y="38341"/>
                </a:cubicBezTo>
                <a:cubicBezTo>
                  <a:pt x="229594" y="36050"/>
                  <a:pt x="229262" y="33446"/>
                  <a:pt x="228707" y="30529"/>
                </a:cubicBezTo>
                <a:cubicBezTo>
                  <a:pt x="228154" y="27611"/>
                  <a:pt x="227323" y="25117"/>
                  <a:pt x="226215" y="23049"/>
                </a:cubicBezTo>
                <a:cubicBezTo>
                  <a:pt x="222447" y="15736"/>
                  <a:pt x="218014" y="10786"/>
                  <a:pt x="212917" y="8200"/>
                </a:cubicBezTo>
                <a:lnTo>
                  <a:pt x="212917" y="1774"/>
                </a:lnTo>
                <a:cubicBezTo>
                  <a:pt x="222890" y="6796"/>
                  <a:pt x="229650" y="12706"/>
                  <a:pt x="233195" y="19503"/>
                </a:cubicBezTo>
                <a:cubicBezTo>
                  <a:pt x="238144" y="29106"/>
                  <a:pt x="240619" y="38561"/>
                  <a:pt x="240619" y="47870"/>
                </a:cubicBezTo>
                <a:lnTo>
                  <a:pt x="240619" y="55626"/>
                </a:lnTo>
                <a:close/>
                <a:moveTo>
                  <a:pt x="363180" y="45099"/>
                </a:moveTo>
                <a:lnTo>
                  <a:pt x="293594" y="45099"/>
                </a:lnTo>
                <a:lnTo>
                  <a:pt x="293594" y="36235"/>
                </a:lnTo>
                <a:lnTo>
                  <a:pt x="363180" y="36235"/>
                </a:lnTo>
                <a:lnTo>
                  <a:pt x="363180" y="45099"/>
                </a:lnTo>
                <a:moveTo>
                  <a:pt x="363180" y="67262"/>
                </a:moveTo>
                <a:lnTo>
                  <a:pt x="293594" y="67262"/>
                </a:lnTo>
                <a:lnTo>
                  <a:pt x="293594" y="58397"/>
                </a:lnTo>
                <a:lnTo>
                  <a:pt x="363180" y="58397"/>
                </a:lnTo>
                <a:lnTo>
                  <a:pt x="363180" y="67262"/>
                </a:lnTo>
                <a:close/>
                <a:moveTo>
                  <a:pt x="457374" y="82220"/>
                </a:moveTo>
                <a:lnTo>
                  <a:pt x="418369" y="82220"/>
                </a:lnTo>
                <a:lnTo>
                  <a:pt x="418369" y="76458"/>
                </a:lnTo>
                <a:lnTo>
                  <a:pt x="432442" y="76458"/>
                </a:lnTo>
                <a:lnTo>
                  <a:pt x="432442" y="9308"/>
                </a:lnTo>
                <a:lnTo>
                  <a:pt x="416153" y="19835"/>
                </a:lnTo>
                <a:lnTo>
                  <a:pt x="416153" y="12744"/>
                </a:lnTo>
                <a:lnTo>
                  <a:pt x="435878" y="0"/>
                </a:lnTo>
                <a:lnTo>
                  <a:pt x="443302" y="0"/>
                </a:lnTo>
                <a:lnTo>
                  <a:pt x="443302" y="76458"/>
                </a:lnTo>
                <a:lnTo>
                  <a:pt x="457374" y="76458"/>
                </a:lnTo>
                <a:lnTo>
                  <a:pt x="457374" y="82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2B4B2-92AE-4843-8C13-1376D90A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326" y="6691443"/>
            <a:ext cx="55286" cy="101344"/>
          </a:xfrm>
          <a:custGeom xmlns:a="http://schemas.openxmlformats.org/drawingml/2006/main">
            <a:pathLst>
              <a:path w="55286" h="101344">
                <a:moveTo>
                  <a:pt x="55286" y="0"/>
                </a:moveTo>
                <a:lnTo>
                  <a:pt x="8754" y="101344"/>
                </a:lnTo>
                <a:lnTo>
                  <a:pt x="0" y="101344"/>
                </a:lnTo>
                <a:lnTo>
                  <a:pt x="465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Text (1+���(−�)),�,�,�∈ℝ">
            <a:extLst xmlns:a="http://schemas.openxmlformats.org/drawingml/2006/main">
              <a:ext uri="{FF2B5EF4-FFF2-40B4-BE49-F238E27FC236}">
                <a16:creationId xmlns:a16="http://schemas.microsoft.com/office/drawing/2014/main" id="{5C5DC3AF-F845-4D28-B9C5-BEDBDD5F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75" y="6689645"/>
            <a:ext cx="1388355" cy="107261"/>
          </a:xfrm>
          <a:custGeom xmlns:a="http://schemas.openxmlformats.org/drawingml/2006/main">
            <a:pathLst>
              <a:path w="1388355" h="107261">
                <a:moveTo>
                  <a:pt x="27814" y="103715"/>
                </a:moveTo>
                <a:cubicBezTo>
                  <a:pt x="17915" y="98766"/>
                  <a:pt x="11155" y="92856"/>
                  <a:pt x="7536" y="85987"/>
                </a:cubicBezTo>
                <a:cubicBezTo>
                  <a:pt x="2512" y="76236"/>
                  <a:pt x="0" y="66780"/>
                  <a:pt x="0" y="57619"/>
                </a:cubicBezTo>
                <a:lnTo>
                  <a:pt x="0" y="49863"/>
                </a:lnTo>
                <a:cubicBezTo>
                  <a:pt x="0" y="40703"/>
                  <a:pt x="2512" y="31247"/>
                  <a:pt x="7536" y="21497"/>
                </a:cubicBezTo>
                <a:cubicBezTo>
                  <a:pt x="11155" y="14627"/>
                  <a:pt x="17915" y="8717"/>
                  <a:pt x="27814" y="3767"/>
                </a:cubicBezTo>
                <a:lnTo>
                  <a:pt x="27814" y="10194"/>
                </a:lnTo>
                <a:cubicBezTo>
                  <a:pt x="22790" y="12705"/>
                  <a:pt x="18320" y="17655"/>
                  <a:pt x="14406" y="25042"/>
                </a:cubicBezTo>
                <a:cubicBezTo>
                  <a:pt x="12855" y="28071"/>
                  <a:pt x="11857" y="31469"/>
                  <a:pt x="11413" y="35236"/>
                </a:cubicBezTo>
                <a:cubicBezTo>
                  <a:pt x="10970" y="39003"/>
                  <a:pt x="10748" y="43879"/>
                  <a:pt x="10748" y="49863"/>
                </a:cubicBezTo>
                <a:lnTo>
                  <a:pt x="10748" y="57619"/>
                </a:lnTo>
                <a:cubicBezTo>
                  <a:pt x="10748" y="63603"/>
                  <a:pt x="10970" y="68479"/>
                  <a:pt x="11413" y="72246"/>
                </a:cubicBezTo>
                <a:cubicBezTo>
                  <a:pt x="11857" y="76013"/>
                  <a:pt x="12855" y="79411"/>
                  <a:pt x="14406" y="82440"/>
                </a:cubicBezTo>
                <a:cubicBezTo>
                  <a:pt x="18320" y="89828"/>
                  <a:pt x="22790" y="94777"/>
                  <a:pt x="27814" y="97289"/>
                </a:cubicBezTo>
                <a:lnTo>
                  <a:pt x="27814" y="103715"/>
                </a:lnTo>
                <a:close/>
                <a:moveTo>
                  <a:pt x="88369" y="84214"/>
                </a:moveTo>
                <a:lnTo>
                  <a:pt x="49364" y="84214"/>
                </a:lnTo>
                <a:lnTo>
                  <a:pt x="49364" y="78451"/>
                </a:lnTo>
                <a:lnTo>
                  <a:pt x="63437" y="78451"/>
                </a:lnTo>
                <a:lnTo>
                  <a:pt x="63437" y="11301"/>
                </a:lnTo>
                <a:lnTo>
                  <a:pt x="47148" y="21828"/>
                </a:lnTo>
                <a:lnTo>
                  <a:pt x="47148" y="14737"/>
                </a:lnTo>
                <a:lnTo>
                  <a:pt x="66872" y="1993"/>
                </a:lnTo>
                <a:lnTo>
                  <a:pt x="74297" y="1993"/>
                </a:lnTo>
                <a:lnTo>
                  <a:pt x="74297" y="78451"/>
                </a:lnTo>
                <a:lnTo>
                  <a:pt x="88369" y="78451"/>
                </a:lnTo>
                <a:lnTo>
                  <a:pt x="88369" y="84214"/>
                </a:lnTo>
                <a:close/>
                <a:moveTo>
                  <a:pt x="182273" y="58174"/>
                </a:moveTo>
                <a:lnTo>
                  <a:pt x="151913" y="58174"/>
                </a:lnTo>
                <a:lnTo>
                  <a:pt x="151913" y="88535"/>
                </a:lnTo>
                <a:lnTo>
                  <a:pt x="143048" y="88535"/>
                </a:lnTo>
                <a:lnTo>
                  <a:pt x="143048" y="58174"/>
                </a:lnTo>
                <a:lnTo>
                  <a:pt x="112686" y="58174"/>
                </a:lnTo>
                <a:lnTo>
                  <a:pt x="112686" y="49309"/>
                </a:lnTo>
                <a:lnTo>
                  <a:pt x="143048" y="49309"/>
                </a:lnTo>
                <a:lnTo>
                  <a:pt x="143048" y="18947"/>
                </a:lnTo>
                <a:lnTo>
                  <a:pt x="151913" y="18947"/>
                </a:lnTo>
                <a:lnTo>
                  <a:pt x="151913" y="49309"/>
                </a:lnTo>
                <a:lnTo>
                  <a:pt x="182273" y="49309"/>
                </a:lnTo>
                <a:lnTo>
                  <a:pt x="182273" y="58174"/>
                </a:lnTo>
                <a:close/>
                <a:moveTo>
                  <a:pt x="274327" y="40112"/>
                </a:moveTo>
                <a:cubicBezTo>
                  <a:pt x="274327" y="47426"/>
                  <a:pt x="270633" y="52892"/>
                  <a:pt x="263245" y="56512"/>
                </a:cubicBezTo>
                <a:cubicBezTo>
                  <a:pt x="255562" y="60205"/>
                  <a:pt x="244445" y="62089"/>
                  <a:pt x="229892" y="62162"/>
                </a:cubicBezTo>
                <a:cubicBezTo>
                  <a:pt x="229745" y="64010"/>
                  <a:pt x="229708" y="65303"/>
                  <a:pt x="229781" y="66041"/>
                </a:cubicBezTo>
                <a:cubicBezTo>
                  <a:pt x="229781" y="69513"/>
                  <a:pt x="230372" y="72320"/>
                  <a:pt x="231554" y="74463"/>
                </a:cubicBezTo>
                <a:cubicBezTo>
                  <a:pt x="233696" y="78452"/>
                  <a:pt x="237611" y="80446"/>
                  <a:pt x="243299" y="80446"/>
                </a:cubicBezTo>
                <a:cubicBezTo>
                  <a:pt x="247436" y="80446"/>
                  <a:pt x="250575" y="79819"/>
                  <a:pt x="252718" y="78563"/>
                </a:cubicBezTo>
                <a:cubicBezTo>
                  <a:pt x="256485" y="76199"/>
                  <a:pt x="258739" y="73577"/>
                  <a:pt x="259478" y="70696"/>
                </a:cubicBezTo>
                <a:lnTo>
                  <a:pt x="266791" y="70696"/>
                </a:lnTo>
                <a:cubicBezTo>
                  <a:pt x="265313" y="75275"/>
                  <a:pt x="261915" y="79190"/>
                  <a:pt x="256597" y="82440"/>
                </a:cubicBezTo>
                <a:cubicBezTo>
                  <a:pt x="252829" y="84657"/>
                  <a:pt x="247251" y="85766"/>
                  <a:pt x="239865" y="85766"/>
                </a:cubicBezTo>
                <a:cubicBezTo>
                  <a:pt x="232404" y="85766"/>
                  <a:pt x="226679" y="82995"/>
                  <a:pt x="222690" y="77454"/>
                </a:cubicBezTo>
                <a:cubicBezTo>
                  <a:pt x="219882" y="73539"/>
                  <a:pt x="218441" y="68848"/>
                  <a:pt x="218368" y="63381"/>
                </a:cubicBezTo>
                <a:cubicBezTo>
                  <a:pt x="218368" y="61092"/>
                  <a:pt x="218663" y="58469"/>
                  <a:pt x="219254" y="55514"/>
                </a:cubicBezTo>
                <a:cubicBezTo>
                  <a:pt x="221027" y="46428"/>
                  <a:pt x="224942" y="39078"/>
                  <a:pt x="231000" y="33464"/>
                </a:cubicBezTo>
                <a:cubicBezTo>
                  <a:pt x="237205" y="27923"/>
                  <a:pt x="244592" y="25152"/>
                  <a:pt x="253161" y="25152"/>
                </a:cubicBezTo>
                <a:cubicBezTo>
                  <a:pt x="267271" y="25152"/>
                  <a:pt x="274327" y="30139"/>
                  <a:pt x="274327" y="40112"/>
                </a:cubicBezTo>
                <a:moveTo>
                  <a:pt x="263800" y="39779"/>
                </a:moveTo>
                <a:cubicBezTo>
                  <a:pt x="263800" y="33649"/>
                  <a:pt x="259699" y="30546"/>
                  <a:pt x="251499" y="30472"/>
                </a:cubicBezTo>
                <a:cubicBezTo>
                  <a:pt x="246772" y="30472"/>
                  <a:pt x="242672" y="32318"/>
                  <a:pt x="239200" y="36012"/>
                </a:cubicBezTo>
                <a:cubicBezTo>
                  <a:pt x="235949" y="39558"/>
                  <a:pt x="233253" y="46354"/>
                  <a:pt x="231111" y="56400"/>
                </a:cubicBezTo>
                <a:cubicBezTo>
                  <a:pt x="242635" y="55884"/>
                  <a:pt x="251499" y="53741"/>
                  <a:pt x="257704" y="49973"/>
                </a:cubicBezTo>
                <a:cubicBezTo>
                  <a:pt x="261768" y="47684"/>
                  <a:pt x="263800" y="44286"/>
                  <a:pt x="263800" y="39779"/>
                </a:cubicBezTo>
                <a:close/>
                <a:moveTo>
                  <a:pt x="352216" y="26704"/>
                </a:moveTo>
                <a:lnTo>
                  <a:pt x="327394" y="53742"/>
                </a:lnTo>
                <a:lnTo>
                  <a:pt x="340580" y="78451"/>
                </a:lnTo>
                <a:lnTo>
                  <a:pt x="348004" y="78451"/>
                </a:lnTo>
                <a:lnTo>
                  <a:pt x="346897" y="84214"/>
                </a:lnTo>
                <a:lnTo>
                  <a:pt x="331827" y="84214"/>
                </a:lnTo>
                <a:lnTo>
                  <a:pt x="319638" y="61276"/>
                </a:lnTo>
                <a:lnTo>
                  <a:pt x="298474" y="84214"/>
                </a:lnTo>
                <a:lnTo>
                  <a:pt x="291714" y="84214"/>
                </a:lnTo>
                <a:lnTo>
                  <a:pt x="317090" y="56623"/>
                </a:lnTo>
                <a:lnTo>
                  <a:pt x="304235" y="32467"/>
                </a:lnTo>
                <a:lnTo>
                  <a:pt x="297143" y="32467"/>
                </a:lnTo>
                <a:lnTo>
                  <a:pt x="298363" y="26704"/>
                </a:lnTo>
                <a:lnTo>
                  <a:pt x="312878" y="26704"/>
                </a:lnTo>
                <a:lnTo>
                  <a:pt x="324845" y="49087"/>
                </a:lnTo>
                <a:lnTo>
                  <a:pt x="345456" y="26704"/>
                </a:lnTo>
                <a:lnTo>
                  <a:pt x="352216" y="26704"/>
                </a:lnTo>
                <a:close/>
                <a:moveTo>
                  <a:pt x="421872" y="45652"/>
                </a:moveTo>
                <a:cubicBezTo>
                  <a:pt x="421872" y="42180"/>
                  <a:pt x="421392" y="39447"/>
                  <a:pt x="420432" y="37453"/>
                </a:cubicBezTo>
                <a:cubicBezTo>
                  <a:pt x="418584" y="33389"/>
                  <a:pt x="415112" y="31358"/>
                  <a:pt x="410015" y="31358"/>
                </a:cubicBezTo>
                <a:cubicBezTo>
                  <a:pt x="404992" y="31358"/>
                  <a:pt x="400818" y="33168"/>
                  <a:pt x="397494" y="36788"/>
                </a:cubicBezTo>
                <a:cubicBezTo>
                  <a:pt x="394096" y="40408"/>
                  <a:pt x="391732" y="45689"/>
                  <a:pt x="390403" y="52633"/>
                </a:cubicBezTo>
                <a:lnTo>
                  <a:pt x="389294" y="58285"/>
                </a:lnTo>
                <a:cubicBezTo>
                  <a:pt x="388851" y="60575"/>
                  <a:pt x="388556" y="63123"/>
                  <a:pt x="388408" y="65931"/>
                </a:cubicBezTo>
                <a:cubicBezTo>
                  <a:pt x="388408" y="69328"/>
                  <a:pt x="388999" y="72061"/>
                  <a:pt x="390182" y="74130"/>
                </a:cubicBezTo>
                <a:cubicBezTo>
                  <a:pt x="392028" y="77749"/>
                  <a:pt x="395536" y="79559"/>
                  <a:pt x="400707" y="79559"/>
                </a:cubicBezTo>
                <a:cubicBezTo>
                  <a:pt x="405804" y="79559"/>
                  <a:pt x="410052" y="77528"/>
                  <a:pt x="413450" y="73465"/>
                </a:cubicBezTo>
                <a:cubicBezTo>
                  <a:pt x="416849" y="69403"/>
                  <a:pt x="419324" y="63382"/>
                  <a:pt x="420875" y="55404"/>
                </a:cubicBezTo>
                <a:cubicBezTo>
                  <a:pt x="421613" y="51784"/>
                  <a:pt x="421946" y="48533"/>
                  <a:pt x="421872" y="45652"/>
                </a:cubicBezTo>
                <a:moveTo>
                  <a:pt x="433397" y="46761"/>
                </a:moveTo>
                <a:cubicBezTo>
                  <a:pt x="433397" y="49199"/>
                  <a:pt x="433101" y="52080"/>
                  <a:pt x="432509" y="55404"/>
                </a:cubicBezTo>
                <a:cubicBezTo>
                  <a:pt x="430736" y="64416"/>
                  <a:pt x="427079" y="71729"/>
                  <a:pt x="421539" y="77344"/>
                </a:cubicBezTo>
                <a:cubicBezTo>
                  <a:pt x="415925" y="82958"/>
                  <a:pt x="409609" y="85766"/>
                  <a:pt x="402592" y="85766"/>
                </a:cubicBezTo>
                <a:cubicBezTo>
                  <a:pt x="398233" y="85766"/>
                  <a:pt x="394650" y="84916"/>
                  <a:pt x="391844" y="83216"/>
                </a:cubicBezTo>
                <a:cubicBezTo>
                  <a:pt x="389110" y="81517"/>
                  <a:pt x="387152" y="78858"/>
                  <a:pt x="385970" y="75239"/>
                </a:cubicBezTo>
                <a:lnTo>
                  <a:pt x="379765" y="107261"/>
                </a:lnTo>
                <a:lnTo>
                  <a:pt x="369792" y="107261"/>
                </a:lnTo>
                <a:lnTo>
                  <a:pt x="384308" y="32467"/>
                </a:lnTo>
                <a:lnTo>
                  <a:pt x="374778" y="32467"/>
                </a:lnTo>
                <a:lnTo>
                  <a:pt x="375886" y="26704"/>
                </a:lnTo>
                <a:lnTo>
                  <a:pt x="395389" y="26704"/>
                </a:lnTo>
                <a:lnTo>
                  <a:pt x="393727" y="35679"/>
                </a:lnTo>
                <a:cubicBezTo>
                  <a:pt x="396386" y="31985"/>
                  <a:pt x="399378" y="29326"/>
                  <a:pt x="402702" y="27702"/>
                </a:cubicBezTo>
                <a:cubicBezTo>
                  <a:pt x="406101" y="26002"/>
                  <a:pt x="409979" y="25152"/>
                  <a:pt x="414336" y="25152"/>
                </a:cubicBezTo>
                <a:cubicBezTo>
                  <a:pt x="421429" y="25152"/>
                  <a:pt x="426674" y="27923"/>
                  <a:pt x="430071" y="33464"/>
                </a:cubicBezTo>
                <a:cubicBezTo>
                  <a:pt x="432288" y="37157"/>
                  <a:pt x="433397" y="41589"/>
                  <a:pt x="433397" y="46761"/>
                </a:cubicBezTo>
                <a:close/>
                <a:moveTo>
                  <a:pt x="483271" y="103715"/>
                </a:moveTo>
                <a:cubicBezTo>
                  <a:pt x="473372" y="98766"/>
                  <a:pt x="466613" y="92856"/>
                  <a:pt x="462993" y="85987"/>
                </a:cubicBezTo>
                <a:cubicBezTo>
                  <a:pt x="457969" y="76236"/>
                  <a:pt x="455457" y="66780"/>
                  <a:pt x="455457" y="57619"/>
                </a:cubicBezTo>
                <a:lnTo>
                  <a:pt x="455457" y="49863"/>
                </a:lnTo>
                <a:cubicBezTo>
                  <a:pt x="455457" y="40703"/>
                  <a:pt x="457969" y="31247"/>
                  <a:pt x="462993" y="21497"/>
                </a:cubicBezTo>
                <a:cubicBezTo>
                  <a:pt x="466613" y="14627"/>
                  <a:pt x="473372" y="8717"/>
                  <a:pt x="483271" y="3767"/>
                </a:cubicBezTo>
                <a:lnTo>
                  <a:pt x="483271" y="10194"/>
                </a:lnTo>
                <a:cubicBezTo>
                  <a:pt x="478247" y="12705"/>
                  <a:pt x="473778" y="17655"/>
                  <a:pt x="469863" y="25042"/>
                </a:cubicBezTo>
                <a:cubicBezTo>
                  <a:pt x="468312" y="28071"/>
                  <a:pt x="467314" y="31469"/>
                  <a:pt x="466870" y="35236"/>
                </a:cubicBezTo>
                <a:cubicBezTo>
                  <a:pt x="466427" y="39003"/>
                  <a:pt x="466206" y="43879"/>
                  <a:pt x="466206" y="49863"/>
                </a:cubicBezTo>
                <a:lnTo>
                  <a:pt x="466206" y="57619"/>
                </a:lnTo>
                <a:cubicBezTo>
                  <a:pt x="466206" y="63603"/>
                  <a:pt x="466427" y="68479"/>
                  <a:pt x="466870" y="72246"/>
                </a:cubicBezTo>
                <a:cubicBezTo>
                  <a:pt x="467314" y="76013"/>
                  <a:pt x="468312" y="79411"/>
                  <a:pt x="469863" y="82440"/>
                </a:cubicBezTo>
                <a:cubicBezTo>
                  <a:pt x="473778" y="89828"/>
                  <a:pt x="478247" y="94777"/>
                  <a:pt x="483271" y="97289"/>
                </a:cubicBezTo>
                <a:lnTo>
                  <a:pt x="483271" y="103715"/>
                </a:lnTo>
                <a:close/>
                <a:moveTo>
                  <a:pt x="567538" y="58174"/>
                </a:moveTo>
                <a:lnTo>
                  <a:pt x="497951" y="58174"/>
                </a:lnTo>
                <a:lnTo>
                  <a:pt x="497951" y="49309"/>
                </a:lnTo>
                <a:lnTo>
                  <a:pt x="567538" y="49309"/>
                </a:lnTo>
                <a:lnTo>
                  <a:pt x="567538" y="58174"/>
                </a:lnTo>
                <a:close/>
                <a:moveTo>
                  <a:pt x="645047" y="26704"/>
                </a:moveTo>
                <a:lnTo>
                  <a:pt x="644161" y="31358"/>
                </a:lnTo>
                <a:lnTo>
                  <a:pt x="604823" y="72358"/>
                </a:lnTo>
                <a:lnTo>
                  <a:pt x="607039" y="73022"/>
                </a:lnTo>
                <a:cubicBezTo>
                  <a:pt x="608074" y="73318"/>
                  <a:pt x="609293" y="73908"/>
                  <a:pt x="610696" y="74794"/>
                </a:cubicBezTo>
                <a:lnTo>
                  <a:pt x="613245" y="76456"/>
                </a:lnTo>
                <a:cubicBezTo>
                  <a:pt x="616643" y="78525"/>
                  <a:pt x="619598" y="79559"/>
                  <a:pt x="622109" y="79559"/>
                </a:cubicBezTo>
                <a:cubicBezTo>
                  <a:pt x="626764" y="79559"/>
                  <a:pt x="631897" y="76826"/>
                  <a:pt x="637511" y="71360"/>
                </a:cubicBezTo>
                <a:lnTo>
                  <a:pt x="636182" y="77897"/>
                </a:lnTo>
                <a:cubicBezTo>
                  <a:pt x="630050" y="83954"/>
                  <a:pt x="624620" y="86983"/>
                  <a:pt x="619893" y="86983"/>
                </a:cubicBezTo>
                <a:cubicBezTo>
                  <a:pt x="616938" y="86835"/>
                  <a:pt x="613540" y="85543"/>
                  <a:pt x="609699" y="83106"/>
                </a:cubicBezTo>
                <a:cubicBezTo>
                  <a:pt x="605562" y="80668"/>
                  <a:pt x="602275" y="79449"/>
                  <a:pt x="599836" y="79449"/>
                </a:cubicBezTo>
                <a:cubicBezTo>
                  <a:pt x="595847" y="79449"/>
                  <a:pt x="592006" y="81037"/>
                  <a:pt x="588312" y="84214"/>
                </a:cubicBezTo>
                <a:lnTo>
                  <a:pt x="585100" y="84214"/>
                </a:lnTo>
                <a:lnTo>
                  <a:pt x="585985" y="79559"/>
                </a:lnTo>
                <a:lnTo>
                  <a:pt x="625322" y="38560"/>
                </a:lnTo>
                <a:lnTo>
                  <a:pt x="623217" y="37896"/>
                </a:lnTo>
                <a:cubicBezTo>
                  <a:pt x="622109" y="37601"/>
                  <a:pt x="620853" y="37009"/>
                  <a:pt x="619450" y="36122"/>
                </a:cubicBezTo>
                <a:lnTo>
                  <a:pt x="616902" y="34460"/>
                </a:lnTo>
                <a:cubicBezTo>
                  <a:pt x="613503" y="32392"/>
                  <a:pt x="610548" y="31358"/>
                  <a:pt x="608037" y="31358"/>
                </a:cubicBezTo>
                <a:cubicBezTo>
                  <a:pt x="603383" y="31358"/>
                  <a:pt x="598248" y="34091"/>
                  <a:pt x="592634" y="39558"/>
                </a:cubicBezTo>
                <a:lnTo>
                  <a:pt x="593964" y="33020"/>
                </a:lnTo>
                <a:cubicBezTo>
                  <a:pt x="600095" y="26962"/>
                  <a:pt x="605525" y="23933"/>
                  <a:pt x="610254" y="23933"/>
                </a:cubicBezTo>
                <a:cubicBezTo>
                  <a:pt x="613060" y="24081"/>
                  <a:pt x="616495" y="25337"/>
                  <a:pt x="620557" y="27702"/>
                </a:cubicBezTo>
                <a:cubicBezTo>
                  <a:pt x="624473" y="30213"/>
                  <a:pt x="627724" y="31469"/>
                  <a:pt x="630310" y="31469"/>
                </a:cubicBezTo>
                <a:cubicBezTo>
                  <a:pt x="634299" y="31469"/>
                  <a:pt x="638140" y="29881"/>
                  <a:pt x="641833" y="26704"/>
                </a:cubicBezTo>
                <a:lnTo>
                  <a:pt x="645047" y="26704"/>
                </a:lnTo>
                <a:close/>
                <a:moveTo>
                  <a:pt x="687098" y="57619"/>
                </a:moveTo>
                <a:cubicBezTo>
                  <a:pt x="687098" y="66927"/>
                  <a:pt x="684623" y="76383"/>
                  <a:pt x="679674" y="85987"/>
                </a:cubicBezTo>
                <a:cubicBezTo>
                  <a:pt x="676129" y="92783"/>
                  <a:pt x="669370" y="98692"/>
                  <a:pt x="659396" y="103715"/>
                </a:cubicBezTo>
                <a:lnTo>
                  <a:pt x="659396" y="97289"/>
                </a:lnTo>
                <a:cubicBezTo>
                  <a:pt x="664493" y="94703"/>
                  <a:pt x="668926" y="89753"/>
                  <a:pt x="672694" y="82440"/>
                </a:cubicBezTo>
                <a:cubicBezTo>
                  <a:pt x="673802" y="80372"/>
                  <a:pt x="674633" y="77879"/>
                  <a:pt x="675187" y="74962"/>
                </a:cubicBezTo>
                <a:cubicBezTo>
                  <a:pt x="675741" y="72043"/>
                  <a:pt x="676074" y="69439"/>
                  <a:pt x="676184" y="67150"/>
                </a:cubicBezTo>
                <a:cubicBezTo>
                  <a:pt x="676295" y="64860"/>
                  <a:pt x="676350" y="61683"/>
                  <a:pt x="676350" y="57619"/>
                </a:cubicBezTo>
                <a:lnTo>
                  <a:pt x="676350" y="49863"/>
                </a:lnTo>
                <a:cubicBezTo>
                  <a:pt x="676350" y="45800"/>
                  <a:pt x="676295" y="42623"/>
                  <a:pt x="676184" y="40334"/>
                </a:cubicBezTo>
                <a:cubicBezTo>
                  <a:pt x="676074" y="38044"/>
                  <a:pt x="675741" y="35440"/>
                  <a:pt x="675187" y="32522"/>
                </a:cubicBezTo>
                <a:cubicBezTo>
                  <a:pt x="674633" y="29604"/>
                  <a:pt x="673802" y="27111"/>
                  <a:pt x="672694" y="25042"/>
                </a:cubicBezTo>
                <a:cubicBezTo>
                  <a:pt x="668926" y="17729"/>
                  <a:pt x="664493" y="12780"/>
                  <a:pt x="659396" y="10194"/>
                </a:cubicBezTo>
                <a:lnTo>
                  <a:pt x="659396" y="3767"/>
                </a:lnTo>
                <a:cubicBezTo>
                  <a:pt x="669370" y="8790"/>
                  <a:pt x="676129" y="14700"/>
                  <a:pt x="679674" y="21497"/>
                </a:cubicBezTo>
                <a:cubicBezTo>
                  <a:pt x="684623" y="31099"/>
                  <a:pt x="687098" y="40555"/>
                  <a:pt x="687098" y="49863"/>
                </a:cubicBezTo>
                <a:lnTo>
                  <a:pt x="687098" y="57619"/>
                </a:lnTo>
                <a:close/>
                <a:moveTo>
                  <a:pt x="734024" y="57619"/>
                </a:moveTo>
                <a:cubicBezTo>
                  <a:pt x="734024" y="66927"/>
                  <a:pt x="731550" y="76383"/>
                  <a:pt x="726600" y="85987"/>
                </a:cubicBezTo>
                <a:cubicBezTo>
                  <a:pt x="723055" y="92783"/>
                  <a:pt x="716296" y="98692"/>
                  <a:pt x="706322" y="103715"/>
                </a:cubicBezTo>
                <a:lnTo>
                  <a:pt x="706322" y="97289"/>
                </a:lnTo>
                <a:cubicBezTo>
                  <a:pt x="711420" y="94703"/>
                  <a:pt x="715852" y="89753"/>
                  <a:pt x="719620" y="82440"/>
                </a:cubicBezTo>
                <a:cubicBezTo>
                  <a:pt x="720728" y="80372"/>
                  <a:pt x="721559" y="77879"/>
                  <a:pt x="722113" y="74962"/>
                </a:cubicBezTo>
                <a:cubicBezTo>
                  <a:pt x="722667" y="72043"/>
                  <a:pt x="723000" y="69439"/>
                  <a:pt x="723110" y="67150"/>
                </a:cubicBezTo>
                <a:cubicBezTo>
                  <a:pt x="723221" y="64860"/>
                  <a:pt x="723276" y="61683"/>
                  <a:pt x="723276" y="57619"/>
                </a:cubicBezTo>
                <a:lnTo>
                  <a:pt x="723276" y="49863"/>
                </a:lnTo>
                <a:cubicBezTo>
                  <a:pt x="723276" y="45800"/>
                  <a:pt x="723221" y="42623"/>
                  <a:pt x="723110" y="40334"/>
                </a:cubicBezTo>
                <a:cubicBezTo>
                  <a:pt x="723000" y="38044"/>
                  <a:pt x="722667" y="35440"/>
                  <a:pt x="722113" y="32522"/>
                </a:cubicBezTo>
                <a:cubicBezTo>
                  <a:pt x="721559" y="29604"/>
                  <a:pt x="720728" y="27111"/>
                  <a:pt x="719620" y="25042"/>
                </a:cubicBezTo>
                <a:cubicBezTo>
                  <a:pt x="715852" y="17729"/>
                  <a:pt x="711420" y="12780"/>
                  <a:pt x="706322" y="10194"/>
                </a:cubicBezTo>
                <a:lnTo>
                  <a:pt x="706322" y="3767"/>
                </a:lnTo>
                <a:cubicBezTo>
                  <a:pt x="716296" y="8790"/>
                  <a:pt x="723055" y="14700"/>
                  <a:pt x="726600" y="21497"/>
                </a:cubicBezTo>
                <a:cubicBezTo>
                  <a:pt x="731550" y="31099"/>
                  <a:pt x="734024" y="40555"/>
                  <a:pt x="734024" y="49863"/>
                </a:cubicBezTo>
                <a:lnTo>
                  <a:pt x="734024" y="57619"/>
                </a:lnTo>
                <a:close/>
                <a:moveTo>
                  <a:pt x="771864" y="71915"/>
                </a:moveTo>
                <a:cubicBezTo>
                  <a:pt x="771495" y="78046"/>
                  <a:pt x="770055" y="83327"/>
                  <a:pt x="767544" y="87759"/>
                </a:cubicBezTo>
                <a:cubicBezTo>
                  <a:pt x="764884" y="92191"/>
                  <a:pt x="760931" y="96033"/>
                  <a:pt x="755686" y="99284"/>
                </a:cubicBezTo>
                <a:lnTo>
                  <a:pt x="751365" y="94962"/>
                </a:lnTo>
                <a:cubicBezTo>
                  <a:pt x="754689" y="92451"/>
                  <a:pt x="757201" y="89533"/>
                  <a:pt x="758901" y="86209"/>
                </a:cubicBezTo>
                <a:cubicBezTo>
                  <a:pt x="760452" y="82810"/>
                  <a:pt x="761227" y="78710"/>
                  <a:pt x="761227" y="73908"/>
                </a:cubicBezTo>
                <a:lnTo>
                  <a:pt x="761227" y="71915"/>
                </a:lnTo>
                <a:lnTo>
                  <a:pt x="771864" y="71915"/>
                </a:lnTo>
                <a:close/>
                <a:moveTo>
                  <a:pt x="895466" y="26704"/>
                </a:moveTo>
                <a:lnTo>
                  <a:pt x="870866" y="53742"/>
                </a:lnTo>
                <a:lnTo>
                  <a:pt x="883277" y="77675"/>
                </a:lnTo>
                <a:lnTo>
                  <a:pt x="890923" y="77675"/>
                </a:lnTo>
                <a:lnTo>
                  <a:pt x="889704" y="84214"/>
                </a:lnTo>
                <a:lnTo>
                  <a:pt x="865104" y="84214"/>
                </a:lnTo>
                <a:lnTo>
                  <a:pt x="853913" y="62495"/>
                </a:lnTo>
                <a:lnTo>
                  <a:pt x="834078" y="84214"/>
                </a:lnTo>
                <a:lnTo>
                  <a:pt x="826432" y="84214"/>
                </a:lnTo>
                <a:lnTo>
                  <a:pt x="851808" y="56178"/>
                </a:lnTo>
                <a:lnTo>
                  <a:pt x="839729" y="33241"/>
                </a:lnTo>
                <a:lnTo>
                  <a:pt x="833302" y="33241"/>
                </a:lnTo>
                <a:lnTo>
                  <a:pt x="834521" y="26704"/>
                </a:lnTo>
                <a:lnTo>
                  <a:pt x="858013" y="26704"/>
                </a:lnTo>
                <a:lnTo>
                  <a:pt x="868871" y="47537"/>
                </a:lnTo>
                <a:lnTo>
                  <a:pt x="887708" y="26704"/>
                </a:lnTo>
                <a:lnTo>
                  <a:pt x="895466" y="26704"/>
                </a:lnTo>
                <a:close/>
                <a:moveTo>
                  <a:pt x="928415" y="71915"/>
                </a:moveTo>
                <a:cubicBezTo>
                  <a:pt x="928046" y="78046"/>
                  <a:pt x="926606" y="83327"/>
                  <a:pt x="924095" y="87759"/>
                </a:cubicBezTo>
                <a:cubicBezTo>
                  <a:pt x="921434" y="92191"/>
                  <a:pt x="917482" y="96033"/>
                  <a:pt x="912237" y="99284"/>
                </a:cubicBezTo>
                <a:lnTo>
                  <a:pt x="907915" y="94962"/>
                </a:lnTo>
                <a:cubicBezTo>
                  <a:pt x="911239" y="92451"/>
                  <a:pt x="913751" y="89533"/>
                  <a:pt x="915451" y="86209"/>
                </a:cubicBezTo>
                <a:cubicBezTo>
                  <a:pt x="917002" y="82810"/>
                  <a:pt x="917778" y="78710"/>
                  <a:pt x="917778" y="73908"/>
                </a:cubicBezTo>
                <a:lnTo>
                  <a:pt x="917778" y="71915"/>
                </a:lnTo>
                <a:lnTo>
                  <a:pt x="928415" y="71915"/>
                </a:lnTo>
                <a:close/>
                <a:moveTo>
                  <a:pt x="1002385" y="0"/>
                </a:moveTo>
                <a:lnTo>
                  <a:pt x="987205" y="77675"/>
                </a:lnTo>
                <a:lnTo>
                  <a:pt x="995515" y="77675"/>
                </a:lnTo>
                <a:lnTo>
                  <a:pt x="994185" y="84214"/>
                </a:lnTo>
                <a:lnTo>
                  <a:pt x="966816" y="84214"/>
                </a:lnTo>
                <a:lnTo>
                  <a:pt x="981886" y="6537"/>
                </a:lnTo>
                <a:lnTo>
                  <a:pt x="973797" y="6537"/>
                </a:lnTo>
                <a:lnTo>
                  <a:pt x="975016" y="0"/>
                </a:lnTo>
                <a:lnTo>
                  <a:pt x="1002385" y="0"/>
                </a:lnTo>
                <a:close/>
                <a:moveTo>
                  <a:pt x="1035674" y="71915"/>
                </a:moveTo>
                <a:cubicBezTo>
                  <a:pt x="1035305" y="78046"/>
                  <a:pt x="1033865" y="83327"/>
                  <a:pt x="1031354" y="87759"/>
                </a:cubicBezTo>
                <a:cubicBezTo>
                  <a:pt x="1028694" y="92191"/>
                  <a:pt x="1024741" y="96033"/>
                  <a:pt x="1019496" y="99284"/>
                </a:cubicBezTo>
                <a:lnTo>
                  <a:pt x="1015174" y="94962"/>
                </a:lnTo>
                <a:cubicBezTo>
                  <a:pt x="1018499" y="92451"/>
                  <a:pt x="1021011" y="89533"/>
                  <a:pt x="1022710" y="86209"/>
                </a:cubicBezTo>
                <a:cubicBezTo>
                  <a:pt x="1024261" y="82810"/>
                  <a:pt x="1025037" y="78710"/>
                  <a:pt x="1025037" y="73908"/>
                </a:cubicBezTo>
                <a:lnTo>
                  <a:pt x="1025037" y="71915"/>
                </a:lnTo>
                <a:lnTo>
                  <a:pt x="1035674" y="71915"/>
                </a:lnTo>
                <a:close/>
                <a:moveTo>
                  <a:pt x="1132913" y="26040"/>
                </a:moveTo>
                <a:lnTo>
                  <a:pt x="1129589" y="43215"/>
                </a:lnTo>
                <a:lnTo>
                  <a:pt x="1123495" y="43215"/>
                </a:lnTo>
                <a:cubicBezTo>
                  <a:pt x="1123568" y="42698"/>
                  <a:pt x="1123605" y="41995"/>
                  <a:pt x="1123605" y="41108"/>
                </a:cubicBezTo>
                <a:cubicBezTo>
                  <a:pt x="1123605" y="39189"/>
                  <a:pt x="1123199" y="37601"/>
                  <a:pt x="1122388" y="36344"/>
                </a:cubicBezTo>
                <a:cubicBezTo>
                  <a:pt x="1121131" y="34867"/>
                  <a:pt x="1119173" y="34129"/>
                  <a:pt x="1116514" y="34129"/>
                </a:cubicBezTo>
                <a:cubicBezTo>
                  <a:pt x="1112304" y="34129"/>
                  <a:pt x="1108647" y="35976"/>
                  <a:pt x="1105544" y="39670"/>
                </a:cubicBezTo>
                <a:cubicBezTo>
                  <a:pt x="1102442" y="43362"/>
                  <a:pt x="1100226" y="48459"/>
                  <a:pt x="1098896" y="54959"/>
                </a:cubicBezTo>
                <a:lnTo>
                  <a:pt x="1093245" y="84214"/>
                </a:lnTo>
                <a:lnTo>
                  <a:pt x="1074075" y="84214"/>
                </a:lnTo>
                <a:lnTo>
                  <a:pt x="1083937" y="33241"/>
                </a:lnTo>
                <a:lnTo>
                  <a:pt x="1075182" y="33241"/>
                </a:lnTo>
                <a:lnTo>
                  <a:pt x="1076513" y="26704"/>
                </a:lnTo>
                <a:lnTo>
                  <a:pt x="1104437" y="26704"/>
                </a:lnTo>
                <a:lnTo>
                  <a:pt x="1102441" y="36898"/>
                </a:lnTo>
                <a:cubicBezTo>
                  <a:pt x="1105100" y="32909"/>
                  <a:pt x="1108166" y="29954"/>
                  <a:pt x="1111638" y="28033"/>
                </a:cubicBezTo>
                <a:cubicBezTo>
                  <a:pt x="1115111" y="26113"/>
                  <a:pt x="1119063" y="25152"/>
                  <a:pt x="1123495" y="25152"/>
                </a:cubicBezTo>
                <a:cubicBezTo>
                  <a:pt x="1124086" y="25152"/>
                  <a:pt x="1125415" y="25226"/>
                  <a:pt x="1127484" y="25374"/>
                </a:cubicBezTo>
                <a:cubicBezTo>
                  <a:pt x="1128962" y="25448"/>
                  <a:pt x="1130771" y="25670"/>
                  <a:pt x="1132913" y="26040"/>
                </a:cubicBezTo>
                <a:close/>
                <a:moveTo>
                  <a:pt x="1252521" y="88535"/>
                </a:moveTo>
                <a:lnTo>
                  <a:pt x="1215733" y="88535"/>
                </a:lnTo>
                <a:cubicBezTo>
                  <a:pt x="1206130" y="88535"/>
                  <a:pt x="1197930" y="85137"/>
                  <a:pt x="1191133" y="78341"/>
                </a:cubicBezTo>
                <a:cubicBezTo>
                  <a:pt x="1184338" y="71544"/>
                  <a:pt x="1180940" y="63345"/>
                  <a:pt x="1180940" y="53742"/>
                </a:cubicBezTo>
                <a:cubicBezTo>
                  <a:pt x="1180940" y="44138"/>
                  <a:pt x="1184338" y="35938"/>
                  <a:pt x="1191133" y="29143"/>
                </a:cubicBezTo>
                <a:cubicBezTo>
                  <a:pt x="1197930" y="22346"/>
                  <a:pt x="1206130" y="18947"/>
                  <a:pt x="1215733" y="18947"/>
                </a:cubicBezTo>
                <a:lnTo>
                  <a:pt x="1252521" y="18947"/>
                </a:lnTo>
                <a:lnTo>
                  <a:pt x="1252521" y="27812"/>
                </a:lnTo>
                <a:lnTo>
                  <a:pt x="1215733" y="27812"/>
                </a:lnTo>
                <a:cubicBezTo>
                  <a:pt x="1209380" y="27812"/>
                  <a:pt x="1203784" y="29862"/>
                  <a:pt x="1198945" y="33963"/>
                </a:cubicBezTo>
                <a:cubicBezTo>
                  <a:pt x="1194107" y="38063"/>
                  <a:pt x="1191171" y="43178"/>
                  <a:pt x="1190136" y="49309"/>
                </a:cubicBezTo>
                <a:lnTo>
                  <a:pt x="1252521" y="49309"/>
                </a:lnTo>
                <a:lnTo>
                  <a:pt x="1252521" y="58174"/>
                </a:lnTo>
                <a:lnTo>
                  <a:pt x="1190136" y="58174"/>
                </a:lnTo>
                <a:cubicBezTo>
                  <a:pt x="1191171" y="64306"/>
                  <a:pt x="1194107" y="69421"/>
                  <a:pt x="1198945" y="73521"/>
                </a:cubicBezTo>
                <a:cubicBezTo>
                  <a:pt x="1203784" y="77621"/>
                  <a:pt x="1209380" y="79670"/>
                  <a:pt x="1215733" y="79670"/>
                </a:cubicBezTo>
                <a:lnTo>
                  <a:pt x="1252521" y="79670"/>
                </a:lnTo>
                <a:lnTo>
                  <a:pt x="1252521" y="88535"/>
                </a:lnTo>
                <a:close/>
                <a:moveTo>
                  <a:pt x="1369740" y="25152"/>
                </a:moveTo>
                <a:cubicBezTo>
                  <a:pt x="1369740" y="22789"/>
                  <a:pt x="1369333" y="20684"/>
                  <a:pt x="1368520" y="18837"/>
                </a:cubicBezTo>
                <a:cubicBezTo>
                  <a:pt x="1367708" y="17137"/>
                  <a:pt x="1366452" y="15660"/>
                  <a:pt x="1364753" y="14404"/>
                </a:cubicBezTo>
                <a:cubicBezTo>
                  <a:pt x="1362759" y="12927"/>
                  <a:pt x="1360100" y="11783"/>
                  <a:pt x="1356776" y="10970"/>
                </a:cubicBezTo>
                <a:cubicBezTo>
                  <a:pt x="1357588" y="11930"/>
                  <a:pt x="1358326" y="13149"/>
                  <a:pt x="1358991" y="14625"/>
                </a:cubicBezTo>
                <a:cubicBezTo>
                  <a:pt x="1360617" y="18024"/>
                  <a:pt x="1361393" y="21718"/>
                  <a:pt x="1361319" y="25707"/>
                </a:cubicBezTo>
                <a:cubicBezTo>
                  <a:pt x="1361319" y="26224"/>
                  <a:pt x="1361301" y="26908"/>
                  <a:pt x="1361264" y="27758"/>
                </a:cubicBezTo>
                <a:cubicBezTo>
                  <a:pt x="1361226" y="28607"/>
                  <a:pt x="1361208" y="29179"/>
                  <a:pt x="1361208" y="29474"/>
                </a:cubicBezTo>
                <a:cubicBezTo>
                  <a:pt x="1361133" y="29769"/>
                  <a:pt x="1361022" y="30342"/>
                  <a:pt x="1360875" y="31192"/>
                </a:cubicBezTo>
                <a:cubicBezTo>
                  <a:pt x="1360727" y="32042"/>
                  <a:pt x="1360579" y="32688"/>
                  <a:pt x="1360432" y="33131"/>
                </a:cubicBezTo>
                <a:cubicBezTo>
                  <a:pt x="1360063" y="34609"/>
                  <a:pt x="1359546" y="35976"/>
                  <a:pt x="1358881" y="37231"/>
                </a:cubicBezTo>
                <a:cubicBezTo>
                  <a:pt x="1362279" y="36344"/>
                  <a:pt x="1364790" y="35125"/>
                  <a:pt x="1366415" y="33574"/>
                </a:cubicBezTo>
                <a:cubicBezTo>
                  <a:pt x="1368632" y="31580"/>
                  <a:pt x="1369740" y="28773"/>
                  <a:pt x="1369740" y="25152"/>
                </a:cubicBezTo>
                <a:moveTo>
                  <a:pt x="1372732" y="77675"/>
                </a:moveTo>
                <a:lnTo>
                  <a:pt x="1362427" y="58174"/>
                </a:lnTo>
                <a:cubicBezTo>
                  <a:pt x="1361171" y="55735"/>
                  <a:pt x="1359878" y="54073"/>
                  <a:pt x="1358548" y="53187"/>
                </a:cubicBezTo>
                <a:cubicBezTo>
                  <a:pt x="1357367" y="52300"/>
                  <a:pt x="1355668" y="51672"/>
                  <a:pt x="1353450" y="51304"/>
                </a:cubicBezTo>
                <a:lnTo>
                  <a:pt x="1351567" y="50971"/>
                </a:lnTo>
                <a:cubicBezTo>
                  <a:pt x="1351715" y="51193"/>
                  <a:pt x="1352786" y="53151"/>
                  <a:pt x="1354781" y="56845"/>
                </a:cubicBezTo>
                <a:lnTo>
                  <a:pt x="1365751" y="77675"/>
                </a:lnTo>
                <a:lnTo>
                  <a:pt x="1372732" y="77675"/>
                </a:lnTo>
                <a:moveTo>
                  <a:pt x="1325417" y="77675"/>
                </a:moveTo>
                <a:lnTo>
                  <a:pt x="1325417" y="9972"/>
                </a:lnTo>
                <a:lnTo>
                  <a:pt x="1317660" y="9972"/>
                </a:lnTo>
                <a:lnTo>
                  <a:pt x="1317660" y="77675"/>
                </a:lnTo>
                <a:lnTo>
                  <a:pt x="1325417" y="77675"/>
                </a:lnTo>
                <a:moveTo>
                  <a:pt x="1350681" y="37453"/>
                </a:moveTo>
                <a:cubicBezTo>
                  <a:pt x="1353414" y="34719"/>
                  <a:pt x="1354781" y="30804"/>
                  <a:pt x="1354781" y="25707"/>
                </a:cubicBezTo>
                <a:cubicBezTo>
                  <a:pt x="1354781" y="20610"/>
                  <a:pt x="1353414" y="16694"/>
                  <a:pt x="1350681" y="13961"/>
                </a:cubicBezTo>
                <a:cubicBezTo>
                  <a:pt x="1347874" y="11302"/>
                  <a:pt x="1343996" y="9972"/>
                  <a:pt x="1339046" y="9972"/>
                </a:cubicBezTo>
                <a:lnTo>
                  <a:pt x="1331954" y="9972"/>
                </a:lnTo>
                <a:lnTo>
                  <a:pt x="1331954" y="41553"/>
                </a:lnTo>
                <a:lnTo>
                  <a:pt x="1339046" y="41553"/>
                </a:lnTo>
                <a:cubicBezTo>
                  <a:pt x="1344069" y="41553"/>
                  <a:pt x="1347947" y="40186"/>
                  <a:pt x="1350681" y="37453"/>
                </a:cubicBezTo>
                <a:moveTo>
                  <a:pt x="1388355" y="84214"/>
                </a:moveTo>
                <a:lnTo>
                  <a:pt x="1361762" y="84214"/>
                </a:lnTo>
                <a:lnTo>
                  <a:pt x="1348909" y="59836"/>
                </a:lnTo>
                <a:cubicBezTo>
                  <a:pt x="1346396" y="54813"/>
                  <a:pt x="1344291" y="51599"/>
                  <a:pt x="1342592" y="50195"/>
                </a:cubicBezTo>
                <a:cubicBezTo>
                  <a:pt x="1340893" y="48791"/>
                  <a:pt x="1338456" y="48090"/>
                  <a:pt x="1335279" y="48090"/>
                </a:cubicBezTo>
                <a:lnTo>
                  <a:pt x="1331954" y="48090"/>
                </a:lnTo>
                <a:lnTo>
                  <a:pt x="1331954" y="77675"/>
                </a:lnTo>
                <a:lnTo>
                  <a:pt x="1342371" y="77675"/>
                </a:lnTo>
                <a:lnTo>
                  <a:pt x="1342371" y="84214"/>
                </a:lnTo>
                <a:lnTo>
                  <a:pt x="1300818" y="84214"/>
                </a:lnTo>
                <a:lnTo>
                  <a:pt x="1300818" y="77675"/>
                </a:lnTo>
                <a:lnTo>
                  <a:pt x="1311123" y="77675"/>
                </a:lnTo>
                <a:lnTo>
                  <a:pt x="1311123" y="9972"/>
                </a:lnTo>
                <a:lnTo>
                  <a:pt x="1300818" y="9972"/>
                </a:lnTo>
                <a:lnTo>
                  <a:pt x="1300818" y="3434"/>
                </a:lnTo>
                <a:lnTo>
                  <a:pt x="1346914" y="3434"/>
                </a:lnTo>
                <a:cubicBezTo>
                  <a:pt x="1356295" y="3434"/>
                  <a:pt x="1363535" y="5318"/>
                  <a:pt x="1368632" y="9086"/>
                </a:cubicBezTo>
                <a:cubicBezTo>
                  <a:pt x="1373729" y="12853"/>
                  <a:pt x="1376278" y="18209"/>
                  <a:pt x="1376278" y="25152"/>
                </a:cubicBezTo>
                <a:cubicBezTo>
                  <a:pt x="1376278" y="30841"/>
                  <a:pt x="1374468" y="35274"/>
                  <a:pt x="1370849" y="38450"/>
                </a:cubicBezTo>
                <a:cubicBezTo>
                  <a:pt x="1367155" y="41700"/>
                  <a:pt x="1361688" y="43805"/>
                  <a:pt x="1354448" y="44766"/>
                </a:cubicBezTo>
                <a:cubicBezTo>
                  <a:pt x="1357477" y="45209"/>
                  <a:pt x="1360173" y="46243"/>
                  <a:pt x="1362537" y="47868"/>
                </a:cubicBezTo>
                <a:cubicBezTo>
                  <a:pt x="1364754" y="49641"/>
                  <a:pt x="1366675" y="52079"/>
                  <a:pt x="1368299" y="55183"/>
                </a:cubicBezTo>
                <a:lnTo>
                  <a:pt x="1380045" y="77675"/>
                </a:lnTo>
                <a:lnTo>
                  <a:pt x="1388355" y="77675"/>
                </a:lnTo>
                <a:lnTo>
                  <a:pt x="1388355" y="842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Text �">
            <a:extLst xmlns:a="http://schemas.openxmlformats.org/drawingml/2006/main">
              <a:ext uri="{FF2B5EF4-FFF2-40B4-BE49-F238E27FC236}">
                <a16:creationId xmlns:a16="http://schemas.microsoft.com/office/drawing/2014/main" id="{30689CF7-6A5D-4986-90A5-4F04FFC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711" y="6673998"/>
            <a:ext cx="50064" cy="60738"/>
          </a:xfrm>
          <a:custGeom xmlns:a="http://schemas.openxmlformats.org/drawingml/2006/main">
            <a:pathLst>
              <a:path w="50064" h="60738">
                <a:moveTo>
                  <a:pt x="50064" y="0"/>
                </a:moveTo>
                <a:lnTo>
                  <a:pt x="37274" y="59639"/>
                </a:lnTo>
                <a:lnTo>
                  <a:pt x="29584" y="59639"/>
                </a:lnTo>
                <a:lnTo>
                  <a:pt x="30918" y="53283"/>
                </a:lnTo>
                <a:cubicBezTo>
                  <a:pt x="28773" y="55898"/>
                  <a:pt x="26445" y="57781"/>
                  <a:pt x="23934" y="58932"/>
                </a:cubicBezTo>
                <a:cubicBezTo>
                  <a:pt x="21266" y="60136"/>
                  <a:pt x="18232" y="60738"/>
                  <a:pt x="14831" y="60738"/>
                </a:cubicBezTo>
                <a:cubicBezTo>
                  <a:pt x="9338" y="60738"/>
                  <a:pt x="5257" y="58750"/>
                  <a:pt x="2589" y="54774"/>
                </a:cubicBezTo>
                <a:cubicBezTo>
                  <a:pt x="863" y="52158"/>
                  <a:pt x="0" y="49019"/>
                  <a:pt x="0" y="45356"/>
                </a:cubicBezTo>
                <a:cubicBezTo>
                  <a:pt x="0" y="43473"/>
                  <a:pt x="235" y="41433"/>
                  <a:pt x="705" y="39236"/>
                </a:cubicBezTo>
                <a:cubicBezTo>
                  <a:pt x="2014" y="32958"/>
                  <a:pt x="4865" y="27779"/>
                  <a:pt x="9259" y="23699"/>
                </a:cubicBezTo>
                <a:cubicBezTo>
                  <a:pt x="13549" y="19723"/>
                  <a:pt x="18467" y="17761"/>
                  <a:pt x="24013" y="17812"/>
                </a:cubicBezTo>
                <a:cubicBezTo>
                  <a:pt x="27412" y="17812"/>
                  <a:pt x="30159" y="18414"/>
                  <a:pt x="32252" y="19618"/>
                </a:cubicBezTo>
                <a:cubicBezTo>
                  <a:pt x="34449" y="20768"/>
                  <a:pt x="36018" y="22652"/>
                  <a:pt x="36960" y="25267"/>
                </a:cubicBezTo>
                <a:lnTo>
                  <a:pt x="41434" y="4081"/>
                </a:lnTo>
                <a:lnTo>
                  <a:pt x="34135" y="4081"/>
                </a:lnTo>
                <a:lnTo>
                  <a:pt x="34999" y="0"/>
                </a:lnTo>
                <a:lnTo>
                  <a:pt x="50064" y="0"/>
                </a:lnTo>
                <a:moveTo>
                  <a:pt x="34999" y="31859"/>
                </a:moveTo>
                <a:cubicBezTo>
                  <a:pt x="34999" y="29505"/>
                  <a:pt x="34554" y="27570"/>
                  <a:pt x="33664" y="26053"/>
                </a:cubicBezTo>
                <a:cubicBezTo>
                  <a:pt x="32199" y="23489"/>
                  <a:pt x="29478" y="22207"/>
                  <a:pt x="25502" y="22207"/>
                </a:cubicBezTo>
                <a:cubicBezTo>
                  <a:pt x="21527" y="22207"/>
                  <a:pt x="18205" y="23646"/>
                  <a:pt x="15537" y="26524"/>
                </a:cubicBezTo>
                <a:cubicBezTo>
                  <a:pt x="12922" y="29349"/>
                  <a:pt x="10986" y="33586"/>
                  <a:pt x="9730" y="39236"/>
                </a:cubicBezTo>
                <a:cubicBezTo>
                  <a:pt x="9155" y="41957"/>
                  <a:pt x="8867" y="44259"/>
                  <a:pt x="8867" y="46142"/>
                </a:cubicBezTo>
                <a:cubicBezTo>
                  <a:pt x="8867" y="48391"/>
                  <a:pt x="9285" y="50353"/>
                  <a:pt x="10123" y="52027"/>
                </a:cubicBezTo>
                <a:cubicBezTo>
                  <a:pt x="11535" y="54904"/>
                  <a:pt x="14229" y="56342"/>
                  <a:pt x="18205" y="56342"/>
                </a:cubicBezTo>
                <a:cubicBezTo>
                  <a:pt x="22129" y="56342"/>
                  <a:pt x="25372" y="55061"/>
                  <a:pt x="27935" y="52498"/>
                </a:cubicBezTo>
                <a:cubicBezTo>
                  <a:pt x="30656" y="49934"/>
                  <a:pt x="32513" y="46194"/>
                  <a:pt x="33507" y="41277"/>
                </a:cubicBezTo>
                <a:lnTo>
                  <a:pt x="34370" y="37274"/>
                </a:lnTo>
                <a:cubicBezTo>
                  <a:pt x="34789" y="35182"/>
                  <a:pt x="34999" y="33377"/>
                  <a:pt x="34999" y="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E4A6D-2E07-4A4F-A53C-8F44840D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442" y="7342687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E2D76-761C-4A01-9B66-492D0FEA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82" y="7248441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9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32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32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9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36" y="41593"/>
                </a:lnTo>
                <a:lnTo>
                  <a:pt x="31979" y="39253"/>
                </a:lnTo>
                <a:lnTo>
                  <a:pt x="33800" y="37252"/>
                </a:lnTo>
                <a:lnTo>
                  <a:pt x="35895" y="35171"/>
                </a:lnTo>
                <a:lnTo>
                  <a:pt x="38022" y="33240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60" y="23604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72" y="33240"/>
                </a:lnTo>
                <a:lnTo>
                  <a:pt x="124600" y="35171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58" y="41593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8"/>
                </a:lnTo>
                <a:lnTo>
                  <a:pt x="142434" y="82636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90" y="114053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1" y="130998"/>
                </a:lnTo>
                <a:lnTo>
                  <a:pt x="53055" y="129790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4" y="114053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1" y="82636"/>
                </a:lnTo>
                <a:lnTo>
                  <a:pt x="17825" y="79698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DF418-3741-4925-8748-ECCDF220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82" y="7046541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13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52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24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94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94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24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52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13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9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91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32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80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10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10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80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32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91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9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4" y="51350"/>
                </a:lnTo>
                <a:lnTo>
                  <a:pt x="25231" y="48711"/>
                </a:lnTo>
                <a:lnTo>
                  <a:pt x="26683" y="46313"/>
                </a:lnTo>
                <a:lnTo>
                  <a:pt x="28293" y="43921"/>
                </a:lnTo>
                <a:lnTo>
                  <a:pt x="30094" y="41523"/>
                </a:lnTo>
                <a:lnTo>
                  <a:pt x="31979" y="39253"/>
                </a:lnTo>
                <a:lnTo>
                  <a:pt x="33800" y="37252"/>
                </a:lnTo>
                <a:lnTo>
                  <a:pt x="35895" y="35171"/>
                </a:lnTo>
                <a:lnTo>
                  <a:pt x="38022" y="33240"/>
                </a:lnTo>
                <a:lnTo>
                  <a:pt x="40318" y="31344"/>
                </a:lnTo>
                <a:lnTo>
                  <a:pt x="42630" y="29620"/>
                </a:lnTo>
                <a:lnTo>
                  <a:pt x="45121" y="27936"/>
                </a:lnTo>
                <a:lnTo>
                  <a:pt x="47746" y="26338"/>
                </a:lnTo>
                <a:lnTo>
                  <a:pt x="50202" y="24997"/>
                </a:lnTo>
                <a:lnTo>
                  <a:pt x="53055" y="23607"/>
                </a:lnTo>
                <a:lnTo>
                  <a:pt x="55871" y="2239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683" y="18069"/>
                </a:lnTo>
                <a:lnTo>
                  <a:pt x="76941" y="17828"/>
                </a:lnTo>
                <a:lnTo>
                  <a:pt x="80247" y="17750"/>
                </a:lnTo>
                <a:lnTo>
                  <a:pt x="83553" y="17828"/>
                </a:lnTo>
                <a:lnTo>
                  <a:pt x="86811" y="18069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622" y="22398"/>
                </a:lnTo>
                <a:lnTo>
                  <a:pt x="107494" y="23633"/>
                </a:lnTo>
                <a:lnTo>
                  <a:pt x="110293" y="24997"/>
                </a:lnTo>
                <a:lnTo>
                  <a:pt x="112748" y="26338"/>
                </a:lnTo>
                <a:lnTo>
                  <a:pt x="115374" y="27936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72" y="33240"/>
                </a:lnTo>
                <a:lnTo>
                  <a:pt x="124600" y="35171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00" y="41523"/>
                </a:lnTo>
                <a:lnTo>
                  <a:pt x="132201" y="43921"/>
                </a:lnTo>
                <a:lnTo>
                  <a:pt x="133811" y="46313"/>
                </a:lnTo>
                <a:lnTo>
                  <a:pt x="135264" y="48711"/>
                </a:lnTo>
                <a:lnTo>
                  <a:pt x="136690" y="51350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8"/>
                </a:lnTo>
                <a:lnTo>
                  <a:pt x="142434" y="82636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88" y="102050"/>
                </a:lnTo>
                <a:lnTo>
                  <a:pt x="135301" y="104624"/>
                </a:lnTo>
                <a:lnTo>
                  <a:pt x="133811" y="107083"/>
                </a:lnTo>
                <a:lnTo>
                  <a:pt x="132197" y="109480"/>
                </a:lnTo>
                <a:lnTo>
                  <a:pt x="130458" y="111803"/>
                </a:lnTo>
                <a:lnTo>
                  <a:pt x="128516" y="114143"/>
                </a:lnTo>
                <a:lnTo>
                  <a:pt x="126695" y="116144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268" y="125532"/>
                </a:lnTo>
                <a:lnTo>
                  <a:pt x="112753" y="127056"/>
                </a:lnTo>
                <a:lnTo>
                  <a:pt x="110293" y="128400"/>
                </a:lnTo>
                <a:lnTo>
                  <a:pt x="107485" y="129767"/>
                </a:lnTo>
                <a:lnTo>
                  <a:pt x="104754" y="130949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736" y="130947"/>
                </a:lnTo>
                <a:lnTo>
                  <a:pt x="53066" y="129795"/>
                </a:lnTo>
                <a:lnTo>
                  <a:pt x="50202" y="128400"/>
                </a:lnTo>
                <a:lnTo>
                  <a:pt x="47741" y="127056"/>
                </a:lnTo>
                <a:lnTo>
                  <a:pt x="45227" y="125532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00" y="116144"/>
                </a:lnTo>
                <a:lnTo>
                  <a:pt x="31979" y="114143"/>
                </a:lnTo>
                <a:lnTo>
                  <a:pt x="30036" y="111803"/>
                </a:lnTo>
                <a:lnTo>
                  <a:pt x="28297" y="109480"/>
                </a:lnTo>
                <a:lnTo>
                  <a:pt x="26683" y="107083"/>
                </a:lnTo>
                <a:lnTo>
                  <a:pt x="25194" y="104624"/>
                </a:lnTo>
                <a:lnTo>
                  <a:pt x="23806" y="102050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1" y="82636"/>
                </a:lnTo>
                <a:lnTo>
                  <a:pt x="17825" y="79698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11C15-2A42-44DC-AE13-6C6703B5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82" y="7649480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60" y="23604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1" y="130998"/>
                </a:lnTo>
                <a:lnTo>
                  <a:pt x="53055" y="129790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151BC-2F76-453C-8091-01AB764A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82" y="7449552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36" y="41593"/>
                </a:lnTo>
                <a:lnTo>
                  <a:pt x="31979" y="39253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202" y="24997"/>
                </a:lnTo>
                <a:lnTo>
                  <a:pt x="53066" y="23601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85" y="23629"/>
                </a:lnTo>
                <a:lnTo>
                  <a:pt x="110293" y="24997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58" y="41593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7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90" y="114053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1" y="130998"/>
                </a:lnTo>
                <a:lnTo>
                  <a:pt x="53055" y="129790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4" y="114053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2" y="82647"/>
                </a:lnTo>
                <a:lnTo>
                  <a:pt x="17825" y="79697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B8CEEF-54E3-4939-9AB3-830BA475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65" y="7242132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52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52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9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32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32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9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3" y="43921"/>
                </a:lnTo>
                <a:lnTo>
                  <a:pt x="30094" y="41523"/>
                </a:lnTo>
                <a:lnTo>
                  <a:pt x="31979" y="39253"/>
                </a:lnTo>
                <a:lnTo>
                  <a:pt x="33800" y="37252"/>
                </a:lnTo>
                <a:lnTo>
                  <a:pt x="35895" y="35171"/>
                </a:lnTo>
                <a:lnTo>
                  <a:pt x="38022" y="33240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60" y="23604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72" y="33240"/>
                </a:lnTo>
                <a:lnTo>
                  <a:pt x="124600" y="35171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00" y="41523"/>
                </a:lnTo>
                <a:lnTo>
                  <a:pt x="132201" y="43921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8"/>
                </a:lnTo>
                <a:lnTo>
                  <a:pt x="142434" y="82636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16" y="114143"/>
                </a:lnTo>
                <a:lnTo>
                  <a:pt x="126695" y="116144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85" y="129767"/>
                </a:lnTo>
                <a:lnTo>
                  <a:pt x="104754" y="130949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736" y="130947"/>
                </a:lnTo>
                <a:lnTo>
                  <a:pt x="53066" y="129795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00" y="116144"/>
                </a:lnTo>
                <a:lnTo>
                  <a:pt x="31979" y="114143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1" y="82636"/>
                </a:lnTo>
                <a:lnTo>
                  <a:pt x="17825" y="79698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C289D-FFB4-4660-8F53-28BEE70B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65" y="7040232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52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52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9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91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32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32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91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9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4"/>
                </a:moveTo>
                <a:lnTo>
                  <a:pt x="18990" y="64930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3" y="43921"/>
                </a:lnTo>
                <a:lnTo>
                  <a:pt x="30094" y="41523"/>
                </a:lnTo>
                <a:lnTo>
                  <a:pt x="31979" y="39253"/>
                </a:lnTo>
                <a:lnTo>
                  <a:pt x="33800" y="37252"/>
                </a:lnTo>
                <a:lnTo>
                  <a:pt x="35895" y="35171"/>
                </a:lnTo>
                <a:lnTo>
                  <a:pt x="38022" y="33240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60" y="23604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72" y="33240"/>
                </a:lnTo>
                <a:lnTo>
                  <a:pt x="124600" y="35171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00" y="41523"/>
                </a:lnTo>
                <a:lnTo>
                  <a:pt x="132201" y="43921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8"/>
                </a:lnTo>
                <a:lnTo>
                  <a:pt x="142434" y="82636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88" y="102050"/>
                </a:lnTo>
                <a:lnTo>
                  <a:pt x="135301" y="104624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84" y="114061"/>
                </a:lnTo>
                <a:lnTo>
                  <a:pt x="126689" y="116149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85" y="129767"/>
                </a:lnTo>
                <a:lnTo>
                  <a:pt x="104754" y="130949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736" y="130947"/>
                </a:lnTo>
                <a:lnTo>
                  <a:pt x="53066" y="129795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05" y="116149"/>
                </a:lnTo>
                <a:lnTo>
                  <a:pt x="31910" y="114061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194" y="104624"/>
                </a:lnTo>
                <a:lnTo>
                  <a:pt x="23806" y="102050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1" y="82636"/>
                </a:lnTo>
                <a:lnTo>
                  <a:pt x="17825" y="79698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4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6BD6C-4055-41A7-A28C-8930B9B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65" y="7643170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1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1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82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82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2"/>
                </a:moveTo>
                <a:lnTo>
                  <a:pt x="18984" y="6495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35" y="24924"/>
                </a:lnTo>
                <a:lnTo>
                  <a:pt x="52925" y="23662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630" y="23691"/>
                </a:lnTo>
                <a:lnTo>
                  <a:pt x="110159" y="24924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6"/>
                </a:lnTo>
                <a:lnTo>
                  <a:pt x="142044" y="85572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1" y="130998"/>
                </a:lnTo>
                <a:lnTo>
                  <a:pt x="53055" y="129790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8990" y="88467"/>
                </a:lnTo>
                <a:lnTo>
                  <a:pt x="18451" y="85580"/>
                </a:lnTo>
                <a:lnTo>
                  <a:pt x="18062" y="82646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93046-B1C1-475A-A158-F871A4B3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465" y="7443242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8" y="67832"/>
                </a:moveTo>
                <a:lnTo>
                  <a:pt x="18984" y="6495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60" y="23604"/>
                </a:lnTo>
                <a:lnTo>
                  <a:pt x="55736" y="22449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1" y="130998"/>
                </a:lnTo>
                <a:lnTo>
                  <a:pt x="53055" y="129790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8990" y="88467"/>
                </a:lnTo>
                <a:lnTo>
                  <a:pt x="18448" y="85563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8" y="6783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90959-C02D-4B33-837F-D732E8EA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023" y="7342687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42C2A-0D6E-4D6C-A4C2-CA50389A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83" y="7168091"/>
            <a:ext cx="145052" cy="254551"/>
          </a:xfrm>
          <a:custGeom xmlns:a="http://schemas.openxmlformats.org/drawingml/2006/main">
            <a:pathLst>
              <a:path w="145052" h="254551">
                <a:moveTo>
                  <a:pt x="12161" y="254551"/>
                </a:moveTo>
                <a:lnTo>
                  <a:pt x="145052" y="6514"/>
                </a:lnTo>
                <a:lnTo>
                  <a:pt x="132891" y="0"/>
                </a:lnTo>
                <a:lnTo>
                  <a:pt x="0" y="248037"/>
                </a:lnTo>
                <a:lnTo>
                  <a:pt x="12161" y="25455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9C9D74-C077-4249-B1EA-D8A9E7EA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624" y="7319855"/>
            <a:ext cx="120872" cy="104806"/>
          </a:xfrm>
          <a:custGeom xmlns:a="http://schemas.openxmlformats.org/drawingml/2006/main">
            <a:pathLst>
              <a:path w="120872" h="104806">
                <a:moveTo>
                  <a:pt x="8880" y="104806"/>
                </a:moveTo>
                <a:lnTo>
                  <a:pt x="120872" y="10560"/>
                </a:lnTo>
                <a:lnTo>
                  <a:pt x="111991" y="0"/>
                </a:lnTo>
                <a:lnTo>
                  <a:pt x="0" y="94254"/>
                </a:lnTo>
                <a:lnTo>
                  <a:pt x="8880" y="104806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67192D-DD29-4524-82FA-DA61EA4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00" y="7414393"/>
            <a:ext cx="121518" cy="116849"/>
          </a:xfrm>
          <a:custGeom xmlns:a="http://schemas.openxmlformats.org/drawingml/2006/main">
            <a:pathLst>
              <a:path w="121518" h="116849">
                <a:moveTo>
                  <a:pt x="9527" y="0"/>
                </a:moveTo>
                <a:lnTo>
                  <a:pt x="121518" y="106865"/>
                </a:lnTo>
                <a:lnTo>
                  <a:pt x="111991" y="116849"/>
                </a:lnTo>
                <a:lnTo>
                  <a:pt x="0" y="9985"/>
                </a:lnTo>
                <a:lnTo>
                  <a:pt x="9527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E6C1A-4397-410B-8911-940E063E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28" y="7416230"/>
            <a:ext cx="145163" cy="264993"/>
          </a:xfrm>
          <a:custGeom xmlns:a="http://schemas.openxmlformats.org/drawingml/2006/main">
            <a:pathLst>
              <a:path w="145163" h="264993">
                <a:moveTo>
                  <a:pt x="12272" y="0"/>
                </a:moveTo>
                <a:lnTo>
                  <a:pt x="145163" y="258684"/>
                </a:lnTo>
                <a:lnTo>
                  <a:pt x="132891" y="264993"/>
                </a:lnTo>
                <a:lnTo>
                  <a:pt x="0" y="6309"/>
                </a:lnTo>
                <a:lnTo>
                  <a:pt x="1227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BE19E-6C18-461A-A16F-3B3DD4F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83" y="7110029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09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BB26F-976B-416B-B6BA-572A2E8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70" y="7118310"/>
            <a:ext cx="209195" cy="205449"/>
          </a:xfrm>
          <a:custGeom xmlns:a="http://schemas.openxmlformats.org/drawingml/2006/main">
            <a:pathLst>
              <a:path w="209195" h="205449">
                <a:moveTo>
                  <a:pt x="9669" y="0"/>
                </a:moveTo>
                <a:lnTo>
                  <a:pt x="209195" y="195590"/>
                </a:lnTo>
                <a:lnTo>
                  <a:pt x="199534" y="205449"/>
                </a:lnTo>
                <a:lnTo>
                  <a:pt x="0" y="9858"/>
                </a:lnTo>
                <a:lnTo>
                  <a:pt x="9669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6919E-A9A4-4E1A-8EB4-8F944190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37" y="7120140"/>
            <a:ext cx="211868" cy="402900"/>
          </a:xfrm>
          <a:custGeom xmlns:a="http://schemas.openxmlformats.org/drawingml/2006/main">
            <a:pathLst>
              <a:path w="211868" h="402900">
                <a:moveTo>
                  <a:pt x="12335" y="0"/>
                </a:moveTo>
                <a:lnTo>
                  <a:pt x="211868" y="396701"/>
                </a:lnTo>
                <a:lnTo>
                  <a:pt x="199534" y="402900"/>
                </a:lnTo>
                <a:lnTo>
                  <a:pt x="0" y="6199"/>
                </a:lnTo>
                <a:lnTo>
                  <a:pt x="12335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7880F-E249-473A-AED6-CEA45D62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58" y="7121047"/>
            <a:ext cx="212625" cy="601006"/>
          </a:xfrm>
          <a:custGeom xmlns:a="http://schemas.openxmlformats.org/drawingml/2006/main">
            <a:pathLst>
              <a:path w="212625" h="601006">
                <a:moveTo>
                  <a:pt x="13092" y="0"/>
                </a:moveTo>
                <a:lnTo>
                  <a:pt x="212625" y="596629"/>
                </a:lnTo>
                <a:lnTo>
                  <a:pt x="199534" y="601006"/>
                </a:lnTo>
                <a:lnTo>
                  <a:pt x="0" y="4377"/>
                </a:lnTo>
                <a:lnTo>
                  <a:pt x="1309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CA5B8-E170-455E-AA35-A6882921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20" y="7112159"/>
            <a:ext cx="209502" cy="217752"/>
          </a:xfrm>
          <a:custGeom xmlns:a="http://schemas.openxmlformats.org/drawingml/2006/main">
            <a:pathLst>
              <a:path w="209502" h="217752">
                <a:moveTo>
                  <a:pt x="9969" y="217752"/>
                </a:moveTo>
                <a:lnTo>
                  <a:pt x="209502" y="9543"/>
                </a:lnTo>
                <a:lnTo>
                  <a:pt x="199534" y="0"/>
                </a:lnTo>
                <a:lnTo>
                  <a:pt x="0" y="208209"/>
                </a:lnTo>
                <a:lnTo>
                  <a:pt x="9969" y="217752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59F9B-7C85-4F34-B09F-3082AB4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45" y="7322024"/>
            <a:ext cx="211853" cy="400960"/>
          </a:xfrm>
          <a:custGeom xmlns:a="http://schemas.openxmlformats.org/drawingml/2006/main">
            <a:pathLst>
              <a:path w="211853" h="400960">
                <a:moveTo>
                  <a:pt x="12319" y="0"/>
                </a:moveTo>
                <a:lnTo>
                  <a:pt x="211853" y="394729"/>
                </a:lnTo>
                <a:lnTo>
                  <a:pt x="199534" y="400960"/>
                </a:lnTo>
                <a:lnTo>
                  <a:pt x="0" y="6230"/>
                </a:lnTo>
                <a:lnTo>
                  <a:pt x="12319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7EF8D-89E7-4A74-B293-6F2B6FF8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985" y="7320202"/>
            <a:ext cx="209171" cy="204676"/>
          </a:xfrm>
          <a:custGeom xmlns:a="http://schemas.openxmlformats.org/drawingml/2006/main">
            <a:pathLst>
              <a:path w="209171" h="204676">
                <a:moveTo>
                  <a:pt x="9638" y="0"/>
                </a:moveTo>
                <a:lnTo>
                  <a:pt x="209171" y="194801"/>
                </a:lnTo>
                <a:lnTo>
                  <a:pt x="199534" y="204676"/>
                </a:lnTo>
                <a:lnTo>
                  <a:pt x="0" y="9874"/>
                </a:lnTo>
                <a:lnTo>
                  <a:pt x="963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399C5-6423-4E40-9364-7D8DA7E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83" y="7311929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09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087AF-3620-47DA-A611-B8EA3F9A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597" y="7113910"/>
            <a:ext cx="211947" cy="415361"/>
          </a:xfrm>
          <a:custGeom xmlns:a="http://schemas.openxmlformats.org/drawingml/2006/main">
            <a:pathLst>
              <a:path w="211947" h="415361">
                <a:moveTo>
                  <a:pt x="12414" y="415361"/>
                </a:moveTo>
                <a:lnTo>
                  <a:pt x="211947" y="6041"/>
                </a:lnTo>
                <a:lnTo>
                  <a:pt x="199534" y="0"/>
                </a:lnTo>
                <a:lnTo>
                  <a:pt x="0" y="409320"/>
                </a:lnTo>
                <a:lnTo>
                  <a:pt x="12414" y="41536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6B24A-D46D-4BEE-BD23-0BC062C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001" y="7521297"/>
            <a:ext cx="209140" cy="203524"/>
          </a:xfrm>
          <a:custGeom xmlns:a="http://schemas.openxmlformats.org/drawingml/2006/main">
            <a:pathLst>
              <a:path w="209140" h="203524">
                <a:moveTo>
                  <a:pt x="9606" y="0"/>
                </a:moveTo>
                <a:lnTo>
                  <a:pt x="209140" y="193618"/>
                </a:lnTo>
                <a:lnTo>
                  <a:pt x="199534" y="203524"/>
                </a:lnTo>
                <a:lnTo>
                  <a:pt x="0" y="9906"/>
                </a:lnTo>
                <a:lnTo>
                  <a:pt x="9606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0F85B-01FD-43C0-BEB1-F149B49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83" y="7513040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17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DCF21-52B1-4C26-AB0F-A52F606A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28" y="7314042"/>
            <a:ext cx="209487" cy="216995"/>
          </a:xfrm>
          <a:custGeom xmlns:a="http://schemas.openxmlformats.org/drawingml/2006/main">
            <a:pathLst>
              <a:path w="209487" h="216995">
                <a:moveTo>
                  <a:pt x="9953" y="216995"/>
                </a:moveTo>
                <a:lnTo>
                  <a:pt x="209487" y="9574"/>
                </a:lnTo>
                <a:lnTo>
                  <a:pt x="199534" y="0"/>
                </a:lnTo>
                <a:lnTo>
                  <a:pt x="0" y="207420"/>
                </a:lnTo>
                <a:lnTo>
                  <a:pt x="9953" y="216995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0A5C2-09E6-4563-82D1-37B29D98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83" y="7712968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17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DA289-74B3-4982-B9E0-62C0685F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844" y="7515145"/>
            <a:ext cx="209455" cy="215827"/>
          </a:xfrm>
          <a:custGeom xmlns:a="http://schemas.openxmlformats.org/drawingml/2006/main">
            <a:pathLst>
              <a:path w="209455" h="215827">
                <a:moveTo>
                  <a:pt x="9921" y="215827"/>
                </a:moveTo>
                <a:lnTo>
                  <a:pt x="209455" y="9590"/>
                </a:lnTo>
                <a:lnTo>
                  <a:pt x="199534" y="0"/>
                </a:lnTo>
                <a:lnTo>
                  <a:pt x="0" y="206237"/>
                </a:lnTo>
                <a:lnTo>
                  <a:pt x="9921" y="21582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52DA3-33C4-4CFC-AFBA-D285E829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05" y="7315793"/>
            <a:ext cx="211931" cy="413421"/>
          </a:xfrm>
          <a:custGeom xmlns:a="http://schemas.openxmlformats.org/drawingml/2006/main">
            <a:pathLst>
              <a:path w="211931" h="413421">
                <a:moveTo>
                  <a:pt x="12398" y="413421"/>
                </a:moveTo>
                <a:lnTo>
                  <a:pt x="211931" y="6073"/>
                </a:lnTo>
                <a:lnTo>
                  <a:pt x="199534" y="0"/>
                </a:lnTo>
                <a:lnTo>
                  <a:pt x="0" y="407348"/>
                </a:lnTo>
                <a:lnTo>
                  <a:pt x="12398" y="41342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D2650-7384-4D72-BBAA-72CBCEC0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43" y="7114785"/>
            <a:ext cx="212657" cy="613538"/>
          </a:xfrm>
          <a:custGeom xmlns:a="http://schemas.openxmlformats.org/drawingml/2006/main">
            <a:pathLst>
              <a:path w="212657" h="613538">
                <a:moveTo>
                  <a:pt x="13123" y="613538"/>
                </a:moveTo>
                <a:lnTo>
                  <a:pt x="212657" y="4290"/>
                </a:lnTo>
                <a:lnTo>
                  <a:pt x="199534" y="0"/>
                </a:lnTo>
                <a:lnTo>
                  <a:pt x="0" y="609248"/>
                </a:lnTo>
                <a:lnTo>
                  <a:pt x="13123" y="613538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F89FD5-F745-4D08-829B-95FB940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059" y="7161869"/>
            <a:ext cx="143964" cy="260687"/>
          </a:xfrm>
          <a:custGeom xmlns:a="http://schemas.openxmlformats.org/drawingml/2006/main">
            <a:pathLst>
              <a:path w="143964" h="260687">
                <a:moveTo>
                  <a:pt x="131708" y="260687"/>
                </a:moveTo>
                <a:lnTo>
                  <a:pt x="0" y="6341"/>
                </a:lnTo>
                <a:lnTo>
                  <a:pt x="12256" y="0"/>
                </a:lnTo>
                <a:lnTo>
                  <a:pt x="143964" y="254346"/>
                </a:lnTo>
                <a:lnTo>
                  <a:pt x="131708" y="26068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6905E-032D-4ED4-A0FF-EF8D7AF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50" y="7313719"/>
            <a:ext cx="120083" cy="110777"/>
          </a:xfrm>
          <a:custGeom xmlns:a="http://schemas.openxmlformats.org/drawingml/2006/main">
            <a:pathLst>
              <a:path w="120083" h="110777">
                <a:moveTo>
                  <a:pt x="110808" y="110777"/>
                </a:moveTo>
                <a:lnTo>
                  <a:pt x="0" y="10221"/>
                </a:lnTo>
                <a:lnTo>
                  <a:pt x="9275" y="0"/>
                </a:lnTo>
                <a:lnTo>
                  <a:pt x="120083" y="100555"/>
                </a:lnTo>
                <a:lnTo>
                  <a:pt x="110808" y="11077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194E8-85D1-4894-96B4-384107D7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50" y="7414275"/>
            <a:ext cx="120083" cy="110777"/>
          </a:xfrm>
          <a:custGeom xmlns:a="http://schemas.openxmlformats.org/drawingml/2006/main">
            <a:pathLst>
              <a:path w="120083" h="110777">
                <a:moveTo>
                  <a:pt x="110808" y="0"/>
                </a:moveTo>
                <a:lnTo>
                  <a:pt x="0" y="100555"/>
                </a:lnTo>
                <a:lnTo>
                  <a:pt x="9275" y="110777"/>
                </a:lnTo>
                <a:lnTo>
                  <a:pt x="120083" y="10221"/>
                </a:lnTo>
                <a:lnTo>
                  <a:pt x="11080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AF2DBC-79A3-4180-BD6B-222EC00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12" y="7416995"/>
            <a:ext cx="123758" cy="305263"/>
          </a:xfrm>
          <a:custGeom xmlns:a="http://schemas.openxmlformats.org/drawingml/2006/main">
            <a:pathLst>
              <a:path w="123758" h="305263">
                <a:moveTo>
                  <a:pt x="110808" y="0"/>
                </a:moveTo>
                <a:lnTo>
                  <a:pt x="0" y="300483"/>
                </a:lnTo>
                <a:lnTo>
                  <a:pt x="12950" y="305263"/>
                </a:lnTo>
                <a:lnTo>
                  <a:pt x="123758" y="4779"/>
                </a:lnTo>
                <a:lnTo>
                  <a:pt x="11080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23C16-61F3-41EC-8CB6-FF172216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9" y="8395561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8E598-8D76-4C6A-B490-C9E57FAB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29" y="8301315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1"/>
                </a:moveTo>
                <a:lnTo>
                  <a:pt x="19023" y="6479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36" y="41593"/>
                </a:lnTo>
                <a:lnTo>
                  <a:pt x="31979" y="39253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202" y="24997"/>
                </a:lnTo>
                <a:lnTo>
                  <a:pt x="53009" y="23629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85" y="23629"/>
                </a:lnTo>
                <a:lnTo>
                  <a:pt x="110293" y="24997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58" y="41593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7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90" y="114053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4" y="114053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5" y="79697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5BC2F3-E9DF-4926-8A9E-30B7AE71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29" y="8099416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13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52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52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13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9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91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32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32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91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9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1"/>
                </a:moveTo>
                <a:lnTo>
                  <a:pt x="19023" y="6479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3" y="43921"/>
                </a:lnTo>
                <a:lnTo>
                  <a:pt x="30094" y="41523"/>
                </a:lnTo>
                <a:lnTo>
                  <a:pt x="31979" y="39253"/>
                </a:lnTo>
                <a:lnTo>
                  <a:pt x="33800" y="37252"/>
                </a:lnTo>
                <a:lnTo>
                  <a:pt x="35895" y="35171"/>
                </a:lnTo>
                <a:lnTo>
                  <a:pt x="38022" y="33240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202" y="24997"/>
                </a:lnTo>
                <a:lnTo>
                  <a:pt x="53009" y="23629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85" y="23629"/>
                </a:lnTo>
                <a:lnTo>
                  <a:pt x="110293" y="24997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72" y="33240"/>
                </a:lnTo>
                <a:lnTo>
                  <a:pt x="124600" y="35171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00" y="41523"/>
                </a:lnTo>
                <a:lnTo>
                  <a:pt x="132201" y="43921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8"/>
                </a:lnTo>
                <a:lnTo>
                  <a:pt x="142434" y="82636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88" y="102050"/>
                </a:lnTo>
                <a:lnTo>
                  <a:pt x="135301" y="104624"/>
                </a:lnTo>
                <a:lnTo>
                  <a:pt x="133811" y="107083"/>
                </a:lnTo>
                <a:lnTo>
                  <a:pt x="132197" y="109480"/>
                </a:lnTo>
                <a:lnTo>
                  <a:pt x="130458" y="111803"/>
                </a:lnTo>
                <a:lnTo>
                  <a:pt x="128590" y="114053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4" y="114053"/>
                </a:lnTo>
                <a:lnTo>
                  <a:pt x="30036" y="111803"/>
                </a:lnTo>
                <a:lnTo>
                  <a:pt x="28297" y="109480"/>
                </a:lnTo>
                <a:lnTo>
                  <a:pt x="26683" y="107083"/>
                </a:lnTo>
                <a:lnTo>
                  <a:pt x="25194" y="104624"/>
                </a:lnTo>
                <a:lnTo>
                  <a:pt x="23806" y="102050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1" y="82636"/>
                </a:lnTo>
                <a:lnTo>
                  <a:pt x="17825" y="79698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87443-FD81-439B-8BB0-056FF090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29" y="8702354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1"/>
                </a:moveTo>
                <a:lnTo>
                  <a:pt x="19023" y="6479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152" y="122065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6F541-17B5-4D4E-A902-1A27F9F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729" y="8502426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1"/>
                </a:moveTo>
                <a:lnTo>
                  <a:pt x="19023" y="6479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36" y="41593"/>
                </a:lnTo>
                <a:lnTo>
                  <a:pt x="31979" y="39253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202" y="24997"/>
                </a:lnTo>
                <a:lnTo>
                  <a:pt x="53009" y="23629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1" y="19642"/>
                </a:lnTo>
                <a:lnTo>
                  <a:pt x="67606" y="18955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2888" y="18955"/>
                </a:lnTo>
                <a:lnTo>
                  <a:pt x="96023" y="19642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85" y="23629"/>
                </a:lnTo>
                <a:lnTo>
                  <a:pt x="110293" y="24997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58" y="29615"/>
                </a:lnTo>
                <a:lnTo>
                  <a:pt x="120247" y="31402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16" y="39253"/>
                </a:lnTo>
                <a:lnTo>
                  <a:pt x="130458" y="41593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697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4" y="94110"/>
                </a:lnTo>
                <a:lnTo>
                  <a:pt x="138998" y="96859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00" y="111873"/>
                </a:lnTo>
                <a:lnTo>
                  <a:pt x="128590" y="114053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2" y="120156"/>
                </a:lnTo>
                <a:lnTo>
                  <a:pt x="120247" y="121994"/>
                </a:lnTo>
                <a:lnTo>
                  <a:pt x="117858" y="123781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656" y="135346"/>
                </a:lnTo>
                <a:lnTo>
                  <a:pt x="83565" y="135568"/>
                </a:lnTo>
                <a:lnTo>
                  <a:pt x="80247" y="135646"/>
                </a:lnTo>
                <a:lnTo>
                  <a:pt x="76929" y="135568"/>
                </a:lnTo>
                <a:lnTo>
                  <a:pt x="73839" y="135346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318" y="122052"/>
                </a:lnTo>
                <a:lnTo>
                  <a:pt x="38022" y="120156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4" y="114053"/>
                </a:lnTo>
                <a:lnTo>
                  <a:pt x="30094" y="111873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496" y="96859"/>
                </a:lnTo>
                <a:lnTo>
                  <a:pt x="20520" y="94110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5" y="79697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E5F17-41E0-4421-A5D5-7AACE4C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12" y="8295006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89D8D-2B92-46E1-B6C0-7D7FF3A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12" y="8093106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9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9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1"/>
                </a:moveTo>
                <a:lnTo>
                  <a:pt x="19023" y="64794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6" y="56537"/>
                </a:lnTo>
                <a:lnTo>
                  <a:pt x="22581" y="53926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14" y="53926"/>
                </a:lnTo>
                <a:lnTo>
                  <a:pt x="138998" y="56537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1" y="64794"/>
                </a:lnTo>
                <a:lnTo>
                  <a:pt x="142048" y="67841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1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72FDA-5865-4779-A50C-B12CFFE4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12" y="8696045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1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1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82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82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35" y="24924"/>
                </a:lnTo>
                <a:lnTo>
                  <a:pt x="52865" y="23691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630" y="23691"/>
                </a:lnTo>
                <a:lnTo>
                  <a:pt x="110159" y="24924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6"/>
                </a:lnTo>
                <a:lnTo>
                  <a:pt x="142044" y="85572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50" y="85572"/>
                </a:lnTo>
                <a:lnTo>
                  <a:pt x="18062" y="82646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E39F8-2C57-4C7C-AFD4-49FB921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12" y="8496117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5EC72F-4F69-42BD-87D8-3B7BD11F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569" y="8395561"/>
            <a:ext cx="160494" cy="153396"/>
          </a:xfrm>
          <a:custGeom xmlns:a="http://schemas.openxmlformats.org/drawingml/2006/main">
            <a:pathLst>
              <a:path w="160494" h="153396">
                <a:moveTo>
                  <a:pt x="3644" y="99625"/>
                </a:moveTo>
                <a:lnTo>
                  <a:pt x="4921" y="103205"/>
                </a:lnTo>
                <a:lnTo>
                  <a:pt x="6372" y="106707"/>
                </a:lnTo>
                <a:lnTo>
                  <a:pt x="7997" y="110114"/>
                </a:lnTo>
                <a:lnTo>
                  <a:pt x="9780" y="113434"/>
                </a:lnTo>
                <a:lnTo>
                  <a:pt x="11728" y="116644"/>
                </a:lnTo>
                <a:lnTo>
                  <a:pt x="13825" y="119760"/>
                </a:lnTo>
                <a:lnTo>
                  <a:pt x="16081" y="122764"/>
                </a:lnTo>
                <a:lnTo>
                  <a:pt x="18471" y="125659"/>
                </a:lnTo>
                <a:lnTo>
                  <a:pt x="21002" y="128435"/>
                </a:lnTo>
                <a:lnTo>
                  <a:pt x="23660" y="131093"/>
                </a:lnTo>
                <a:lnTo>
                  <a:pt x="26452" y="133616"/>
                </a:lnTo>
                <a:lnTo>
                  <a:pt x="29370" y="136022"/>
                </a:lnTo>
                <a:lnTo>
                  <a:pt x="32399" y="138285"/>
                </a:lnTo>
                <a:lnTo>
                  <a:pt x="35545" y="140407"/>
                </a:lnTo>
                <a:lnTo>
                  <a:pt x="38803" y="142386"/>
                </a:lnTo>
                <a:lnTo>
                  <a:pt x="42154" y="144224"/>
                </a:lnTo>
                <a:lnTo>
                  <a:pt x="45609" y="145904"/>
                </a:lnTo>
                <a:lnTo>
                  <a:pt x="49158" y="147426"/>
                </a:lnTo>
                <a:lnTo>
                  <a:pt x="52794" y="148790"/>
                </a:lnTo>
                <a:lnTo>
                  <a:pt x="56508" y="149981"/>
                </a:lnTo>
                <a:lnTo>
                  <a:pt x="60302" y="151007"/>
                </a:lnTo>
                <a:lnTo>
                  <a:pt x="64166" y="151858"/>
                </a:lnTo>
                <a:lnTo>
                  <a:pt x="68102" y="152529"/>
                </a:lnTo>
                <a:lnTo>
                  <a:pt x="72100" y="153010"/>
                </a:lnTo>
                <a:lnTo>
                  <a:pt x="76146" y="153302"/>
                </a:lnTo>
                <a:lnTo>
                  <a:pt x="80247" y="153396"/>
                </a:lnTo>
                <a:lnTo>
                  <a:pt x="84348" y="153302"/>
                </a:lnTo>
                <a:lnTo>
                  <a:pt x="88394" y="153010"/>
                </a:lnTo>
                <a:lnTo>
                  <a:pt x="92393" y="152529"/>
                </a:lnTo>
                <a:lnTo>
                  <a:pt x="96328" y="151858"/>
                </a:lnTo>
                <a:lnTo>
                  <a:pt x="100193" y="151007"/>
                </a:lnTo>
                <a:lnTo>
                  <a:pt x="103986" y="149981"/>
                </a:lnTo>
                <a:lnTo>
                  <a:pt x="107701" y="148790"/>
                </a:lnTo>
                <a:lnTo>
                  <a:pt x="111337" y="147426"/>
                </a:lnTo>
                <a:lnTo>
                  <a:pt x="114886" y="145904"/>
                </a:lnTo>
                <a:lnTo>
                  <a:pt x="118340" y="144224"/>
                </a:lnTo>
                <a:lnTo>
                  <a:pt x="121692" y="142386"/>
                </a:lnTo>
                <a:lnTo>
                  <a:pt x="124949" y="140407"/>
                </a:lnTo>
                <a:lnTo>
                  <a:pt x="128096" y="138285"/>
                </a:lnTo>
                <a:lnTo>
                  <a:pt x="131124" y="136022"/>
                </a:lnTo>
                <a:lnTo>
                  <a:pt x="134042" y="133616"/>
                </a:lnTo>
                <a:lnTo>
                  <a:pt x="136834" y="131093"/>
                </a:lnTo>
                <a:lnTo>
                  <a:pt x="139492" y="128435"/>
                </a:lnTo>
                <a:lnTo>
                  <a:pt x="142024" y="125659"/>
                </a:lnTo>
                <a:lnTo>
                  <a:pt x="144413" y="122764"/>
                </a:lnTo>
                <a:lnTo>
                  <a:pt x="146669" y="119760"/>
                </a:lnTo>
                <a:lnTo>
                  <a:pt x="148767" y="116644"/>
                </a:lnTo>
                <a:lnTo>
                  <a:pt x="150715" y="113434"/>
                </a:lnTo>
                <a:lnTo>
                  <a:pt x="152497" y="110114"/>
                </a:lnTo>
                <a:lnTo>
                  <a:pt x="154122" y="106707"/>
                </a:lnTo>
                <a:lnTo>
                  <a:pt x="155573" y="103205"/>
                </a:lnTo>
                <a:lnTo>
                  <a:pt x="156851" y="99625"/>
                </a:lnTo>
                <a:lnTo>
                  <a:pt x="157939" y="95965"/>
                </a:lnTo>
                <a:lnTo>
                  <a:pt x="158846" y="92235"/>
                </a:lnTo>
                <a:lnTo>
                  <a:pt x="159564" y="88434"/>
                </a:lnTo>
                <a:lnTo>
                  <a:pt x="160076" y="84577"/>
                </a:lnTo>
                <a:lnTo>
                  <a:pt x="160392" y="80657"/>
                </a:lnTo>
                <a:lnTo>
                  <a:pt x="160494" y="76698"/>
                </a:lnTo>
                <a:lnTo>
                  <a:pt x="160392" y="72731"/>
                </a:lnTo>
                <a:lnTo>
                  <a:pt x="160076" y="68819"/>
                </a:lnTo>
                <a:lnTo>
                  <a:pt x="159564" y="64963"/>
                </a:lnTo>
                <a:lnTo>
                  <a:pt x="158846" y="61161"/>
                </a:lnTo>
                <a:lnTo>
                  <a:pt x="157939" y="57431"/>
                </a:lnTo>
                <a:lnTo>
                  <a:pt x="156851" y="53772"/>
                </a:lnTo>
                <a:lnTo>
                  <a:pt x="155573" y="50183"/>
                </a:lnTo>
                <a:lnTo>
                  <a:pt x="154122" y="46689"/>
                </a:lnTo>
                <a:lnTo>
                  <a:pt x="152497" y="43282"/>
                </a:lnTo>
                <a:lnTo>
                  <a:pt x="150715" y="39962"/>
                </a:lnTo>
                <a:lnTo>
                  <a:pt x="148767" y="36744"/>
                </a:lnTo>
                <a:lnTo>
                  <a:pt x="146669" y="33637"/>
                </a:lnTo>
                <a:lnTo>
                  <a:pt x="144413" y="30624"/>
                </a:lnTo>
                <a:lnTo>
                  <a:pt x="142024" y="27738"/>
                </a:lnTo>
                <a:lnTo>
                  <a:pt x="139492" y="24961"/>
                </a:lnTo>
                <a:lnTo>
                  <a:pt x="136834" y="22304"/>
                </a:lnTo>
                <a:lnTo>
                  <a:pt x="134042" y="19772"/>
                </a:lnTo>
                <a:lnTo>
                  <a:pt x="131124" y="17374"/>
                </a:lnTo>
                <a:lnTo>
                  <a:pt x="128096" y="15111"/>
                </a:lnTo>
                <a:lnTo>
                  <a:pt x="124949" y="12989"/>
                </a:lnTo>
                <a:lnTo>
                  <a:pt x="121692" y="11002"/>
                </a:lnTo>
                <a:lnTo>
                  <a:pt x="118340" y="9172"/>
                </a:lnTo>
                <a:lnTo>
                  <a:pt x="114886" y="7492"/>
                </a:lnTo>
                <a:lnTo>
                  <a:pt x="111337" y="5970"/>
                </a:lnTo>
                <a:lnTo>
                  <a:pt x="107701" y="4606"/>
                </a:lnTo>
                <a:lnTo>
                  <a:pt x="103986" y="3407"/>
                </a:lnTo>
                <a:lnTo>
                  <a:pt x="100193" y="2390"/>
                </a:lnTo>
                <a:lnTo>
                  <a:pt x="96328" y="1538"/>
                </a:lnTo>
                <a:lnTo>
                  <a:pt x="92393" y="868"/>
                </a:lnTo>
                <a:lnTo>
                  <a:pt x="88394" y="386"/>
                </a:lnTo>
                <a:lnTo>
                  <a:pt x="84348" y="95"/>
                </a:lnTo>
                <a:lnTo>
                  <a:pt x="80247" y="0"/>
                </a:lnTo>
                <a:lnTo>
                  <a:pt x="76146" y="95"/>
                </a:lnTo>
                <a:lnTo>
                  <a:pt x="72100" y="386"/>
                </a:lnTo>
                <a:lnTo>
                  <a:pt x="68102" y="868"/>
                </a:lnTo>
                <a:lnTo>
                  <a:pt x="64166" y="1538"/>
                </a:lnTo>
                <a:lnTo>
                  <a:pt x="60302" y="2390"/>
                </a:lnTo>
                <a:lnTo>
                  <a:pt x="56508" y="3407"/>
                </a:lnTo>
                <a:lnTo>
                  <a:pt x="52794" y="4606"/>
                </a:lnTo>
                <a:lnTo>
                  <a:pt x="49158" y="5970"/>
                </a:lnTo>
                <a:lnTo>
                  <a:pt x="45609" y="7492"/>
                </a:lnTo>
                <a:lnTo>
                  <a:pt x="42154" y="9172"/>
                </a:lnTo>
                <a:lnTo>
                  <a:pt x="38803" y="11002"/>
                </a:lnTo>
                <a:lnTo>
                  <a:pt x="35545" y="12989"/>
                </a:lnTo>
                <a:lnTo>
                  <a:pt x="32399" y="15111"/>
                </a:lnTo>
                <a:lnTo>
                  <a:pt x="29370" y="17374"/>
                </a:lnTo>
                <a:lnTo>
                  <a:pt x="26452" y="19772"/>
                </a:lnTo>
                <a:lnTo>
                  <a:pt x="23660" y="22304"/>
                </a:lnTo>
                <a:lnTo>
                  <a:pt x="21002" y="24961"/>
                </a:lnTo>
                <a:lnTo>
                  <a:pt x="18471" y="27738"/>
                </a:lnTo>
                <a:lnTo>
                  <a:pt x="16081" y="30624"/>
                </a:lnTo>
                <a:lnTo>
                  <a:pt x="13825" y="33637"/>
                </a:lnTo>
                <a:lnTo>
                  <a:pt x="11728" y="36744"/>
                </a:lnTo>
                <a:lnTo>
                  <a:pt x="9780" y="39962"/>
                </a:lnTo>
                <a:lnTo>
                  <a:pt x="7997" y="43282"/>
                </a:lnTo>
                <a:lnTo>
                  <a:pt x="6372" y="46689"/>
                </a:lnTo>
                <a:lnTo>
                  <a:pt x="4921" y="50183"/>
                </a:lnTo>
                <a:lnTo>
                  <a:pt x="3644" y="53772"/>
                </a:lnTo>
                <a:lnTo>
                  <a:pt x="2555" y="57431"/>
                </a:lnTo>
                <a:lnTo>
                  <a:pt x="1648" y="61161"/>
                </a:lnTo>
                <a:lnTo>
                  <a:pt x="931" y="64963"/>
                </a:lnTo>
                <a:lnTo>
                  <a:pt x="418" y="68819"/>
                </a:lnTo>
                <a:lnTo>
                  <a:pt x="103" y="72731"/>
                </a:lnTo>
                <a:lnTo>
                  <a:pt x="0" y="76698"/>
                </a:lnTo>
                <a:lnTo>
                  <a:pt x="103" y="80657"/>
                </a:lnTo>
                <a:lnTo>
                  <a:pt x="418" y="84577"/>
                </a:lnTo>
                <a:lnTo>
                  <a:pt x="931" y="88434"/>
                </a:lnTo>
                <a:lnTo>
                  <a:pt x="1648" y="92235"/>
                </a:lnTo>
                <a:lnTo>
                  <a:pt x="2555" y="95965"/>
                </a:lnTo>
                <a:lnTo>
                  <a:pt x="3644" y="99625"/>
                </a:lnTo>
                <a:close/>
                <a:moveTo>
                  <a:pt x="18447" y="67840"/>
                </a:moveTo>
                <a:lnTo>
                  <a:pt x="19017" y="64821"/>
                </a:lnTo>
                <a:lnTo>
                  <a:pt x="19671" y="62126"/>
                </a:lnTo>
                <a:lnTo>
                  <a:pt x="20520" y="59286"/>
                </a:lnTo>
                <a:lnTo>
                  <a:pt x="21497" y="56533"/>
                </a:lnTo>
                <a:lnTo>
                  <a:pt x="22557" y="53975"/>
                </a:lnTo>
                <a:lnTo>
                  <a:pt x="23806" y="51347"/>
                </a:lnTo>
                <a:lnTo>
                  <a:pt x="25194" y="48773"/>
                </a:lnTo>
                <a:lnTo>
                  <a:pt x="26683" y="46313"/>
                </a:lnTo>
                <a:lnTo>
                  <a:pt x="28297" y="43916"/>
                </a:lnTo>
                <a:lnTo>
                  <a:pt x="30040" y="41587"/>
                </a:lnTo>
                <a:lnTo>
                  <a:pt x="31908" y="39331"/>
                </a:lnTo>
                <a:lnTo>
                  <a:pt x="33800" y="37252"/>
                </a:lnTo>
                <a:lnTo>
                  <a:pt x="35978" y="35089"/>
                </a:lnTo>
                <a:lnTo>
                  <a:pt x="38014" y="33247"/>
                </a:lnTo>
                <a:lnTo>
                  <a:pt x="40318" y="31344"/>
                </a:lnTo>
                <a:lnTo>
                  <a:pt x="42630" y="29620"/>
                </a:lnTo>
                <a:lnTo>
                  <a:pt x="45227" y="27864"/>
                </a:lnTo>
                <a:lnTo>
                  <a:pt x="47741" y="26341"/>
                </a:lnTo>
                <a:lnTo>
                  <a:pt x="50326" y="24929"/>
                </a:lnTo>
                <a:lnTo>
                  <a:pt x="53000" y="23633"/>
                </a:lnTo>
                <a:lnTo>
                  <a:pt x="55740" y="22448"/>
                </a:lnTo>
                <a:lnTo>
                  <a:pt x="58533" y="21401"/>
                </a:lnTo>
                <a:lnTo>
                  <a:pt x="61550" y="20431"/>
                </a:lnTo>
                <a:lnTo>
                  <a:pt x="64479" y="19639"/>
                </a:lnTo>
                <a:lnTo>
                  <a:pt x="67458" y="18980"/>
                </a:lnTo>
                <a:lnTo>
                  <a:pt x="70610" y="18443"/>
                </a:lnTo>
                <a:lnTo>
                  <a:pt x="73839" y="18051"/>
                </a:lnTo>
                <a:lnTo>
                  <a:pt x="76929" y="17828"/>
                </a:lnTo>
                <a:lnTo>
                  <a:pt x="80247" y="17750"/>
                </a:lnTo>
                <a:lnTo>
                  <a:pt x="83565" y="17828"/>
                </a:lnTo>
                <a:lnTo>
                  <a:pt x="86656" y="18051"/>
                </a:lnTo>
                <a:lnTo>
                  <a:pt x="89884" y="18443"/>
                </a:lnTo>
                <a:lnTo>
                  <a:pt x="93036" y="18980"/>
                </a:lnTo>
                <a:lnTo>
                  <a:pt x="96015" y="19639"/>
                </a:lnTo>
                <a:lnTo>
                  <a:pt x="98944" y="20431"/>
                </a:lnTo>
                <a:lnTo>
                  <a:pt x="101961" y="21401"/>
                </a:lnTo>
                <a:lnTo>
                  <a:pt x="104754" y="22448"/>
                </a:lnTo>
                <a:lnTo>
                  <a:pt x="107494" y="23633"/>
                </a:lnTo>
                <a:lnTo>
                  <a:pt x="110168" y="24929"/>
                </a:lnTo>
                <a:lnTo>
                  <a:pt x="112753" y="26341"/>
                </a:lnTo>
                <a:lnTo>
                  <a:pt x="115268" y="27864"/>
                </a:lnTo>
                <a:lnTo>
                  <a:pt x="117865" y="29620"/>
                </a:lnTo>
                <a:lnTo>
                  <a:pt x="120177" y="31344"/>
                </a:lnTo>
                <a:lnTo>
                  <a:pt x="122480" y="33247"/>
                </a:lnTo>
                <a:lnTo>
                  <a:pt x="124517" y="35089"/>
                </a:lnTo>
                <a:lnTo>
                  <a:pt x="126695" y="37252"/>
                </a:lnTo>
                <a:lnTo>
                  <a:pt x="128587" y="39331"/>
                </a:lnTo>
                <a:lnTo>
                  <a:pt x="130454" y="41587"/>
                </a:lnTo>
                <a:lnTo>
                  <a:pt x="132197" y="43916"/>
                </a:lnTo>
                <a:lnTo>
                  <a:pt x="133811" y="46313"/>
                </a:lnTo>
                <a:lnTo>
                  <a:pt x="135301" y="48773"/>
                </a:lnTo>
                <a:lnTo>
                  <a:pt x="136688" y="51347"/>
                </a:lnTo>
                <a:lnTo>
                  <a:pt x="137937" y="53975"/>
                </a:lnTo>
                <a:lnTo>
                  <a:pt x="138997" y="56533"/>
                </a:lnTo>
                <a:lnTo>
                  <a:pt x="139974" y="59286"/>
                </a:lnTo>
                <a:lnTo>
                  <a:pt x="140824" y="62126"/>
                </a:lnTo>
                <a:lnTo>
                  <a:pt x="141478" y="64821"/>
                </a:lnTo>
                <a:lnTo>
                  <a:pt x="142047" y="67840"/>
                </a:lnTo>
                <a:lnTo>
                  <a:pt x="142434" y="70760"/>
                </a:lnTo>
                <a:lnTo>
                  <a:pt x="142669" y="73699"/>
                </a:lnTo>
                <a:lnTo>
                  <a:pt x="142743" y="76698"/>
                </a:lnTo>
                <a:lnTo>
                  <a:pt x="142669" y="79700"/>
                </a:lnTo>
                <a:lnTo>
                  <a:pt x="142432" y="82647"/>
                </a:lnTo>
                <a:lnTo>
                  <a:pt x="142048" y="85555"/>
                </a:lnTo>
                <a:lnTo>
                  <a:pt x="141471" y="88602"/>
                </a:lnTo>
                <a:lnTo>
                  <a:pt x="140824" y="91270"/>
                </a:lnTo>
                <a:lnTo>
                  <a:pt x="139975" y="94107"/>
                </a:lnTo>
                <a:lnTo>
                  <a:pt x="138980" y="96903"/>
                </a:lnTo>
                <a:lnTo>
                  <a:pt x="137914" y="99471"/>
                </a:lnTo>
                <a:lnTo>
                  <a:pt x="136690" y="102046"/>
                </a:lnTo>
                <a:lnTo>
                  <a:pt x="135264" y="104685"/>
                </a:lnTo>
                <a:lnTo>
                  <a:pt x="133811" y="107083"/>
                </a:lnTo>
                <a:lnTo>
                  <a:pt x="132201" y="109475"/>
                </a:lnTo>
                <a:lnTo>
                  <a:pt x="130458" y="111797"/>
                </a:lnTo>
                <a:lnTo>
                  <a:pt x="128587" y="114058"/>
                </a:lnTo>
                <a:lnTo>
                  <a:pt x="126620" y="116218"/>
                </a:lnTo>
                <a:lnTo>
                  <a:pt x="124600" y="118225"/>
                </a:lnTo>
                <a:lnTo>
                  <a:pt x="122477" y="120152"/>
                </a:lnTo>
                <a:lnTo>
                  <a:pt x="120081" y="122123"/>
                </a:lnTo>
                <a:lnTo>
                  <a:pt x="117865" y="123776"/>
                </a:lnTo>
                <a:lnTo>
                  <a:pt x="115374" y="125460"/>
                </a:lnTo>
                <a:lnTo>
                  <a:pt x="112748" y="127058"/>
                </a:lnTo>
                <a:lnTo>
                  <a:pt x="110293" y="128400"/>
                </a:lnTo>
                <a:lnTo>
                  <a:pt x="107494" y="129763"/>
                </a:lnTo>
                <a:lnTo>
                  <a:pt x="104622" y="130998"/>
                </a:lnTo>
                <a:lnTo>
                  <a:pt x="101961" y="131995"/>
                </a:lnTo>
                <a:lnTo>
                  <a:pt x="98944" y="132965"/>
                </a:lnTo>
                <a:lnTo>
                  <a:pt x="96023" y="133755"/>
                </a:lnTo>
                <a:lnTo>
                  <a:pt x="92888" y="134442"/>
                </a:lnTo>
                <a:lnTo>
                  <a:pt x="89884" y="134954"/>
                </a:lnTo>
                <a:lnTo>
                  <a:pt x="86811" y="135327"/>
                </a:lnTo>
                <a:lnTo>
                  <a:pt x="83553" y="135568"/>
                </a:lnTo>
                <a:lnTo>
                  <a:pt x="80247" y="135646"/>
                </a:lnTo>
                <a:lnTo>
                  <a:pt x="76941" y="135568"/>
                </a:lnTo>
                <a:lnTo>
                  <a:pt x="73683" y="135327"/>
                </a:lnTo>
                <a:lnTo>
                  <a:pt x="70610" y="134954"/>
                </a:lnTo>
                <a:lnTo>
                  <a:pt x="67606" y="134442"/>
                </a:lnTo>
                <a:lnTo>
                  <a:pt x="64471" y="133755"/>
                </a:lnTo>
                <a:lnTo>
                  <a:pt x="61550" y="132965"/>
                </a:lnTo>
                <a:lnTo>
                  <a:pt x="58533" y="131995"/>
                </a:lnTo>
                <a:lnTo>
                  <a:pt x="55873" y="130998"/>
                </a:lnTo>
                <a:lnTo>
                  <a:pt x="53000" y="129763"/>
                </a:lnTo>
                <a:lnTo>
                  <a:pt x="50202" y="128400"/>
                </a:lnTo>
                <a:lnTo>
                  <a:pt x="47746" y="127058"/>
                </a:lnTo>
                <a:lnTo>
                  <a:pt x="45121" y="125460"/>
                </a:lnTo>
                <a:lnTo>
                  <a:pt x="42630" y="123776"/>
                </a:lnTo>
                <a:lnTo>
                  <a:pt x="40413" y="122123"/>
                </a:lnTo>
                <a:lnTo>
                  <a:pt x="38018" y="120152"/>
                </a:lnTo>
                <a:lnTo>
                  <a:pt x="35895" y="118225"/>
                </a:lnTo>
                <a:lnTo>
                  <a:pt x="33875" y="116218"/>
                </a:lnTo>
                <a:lnTo>
                  <a:pt x="31908" y="114058"/>
                </a:lnTo>
                <a:lnTo>
                  <a:pt x="30036" y="111797"/>
                </a:lnTo>
                <a:lnTo>
                  <a:pt x="28293" y="109475"/>
                </a:lnTo>
                <a:lnTo>
                  <a:pt x="26683" y="107083"/>
                </a:lnTo>
                <a:lnTo>
                  <a:pt x="25231" y="104685"/>
                </a:lnTo>
                <a:lnTo>
                  <a:pt x="23804" y="102046"/>
                </a:lnTo>
                <a:lnTo>
                  <a:pt x="22581" y="99471"/>
                </a:lnTo>
                <a:lnTo>
                  <a:pt x="21514" y="96903"/>
                </a:lnTo>
                <a:lnTo>
                  <a:pt x="20519" y="94107"/>
                </a:lnTo>
                <a:lnTo>
                  <a:pt x="19671" y="91270"/>
                </a:lnTo>
                <a:lnTo>
                  <a:pt x="19023" y="88602"/>
                </a:lnTo>
                <a:lnTo>
                  <a:pt x="18447" y="85555"/>
                </a:lnTo>
                <a:lnTo>
                  <a:pt x="18062" y="82647"/>
                </a:lnTo>
                <a:lnTo>
                  <a:pt x="17826" y="79700"/>
                </a:lnTo>
                <a:lnTo>
                  <a:pt x="17751" y="76698"/>
                </a:lnTo>
                <a:lnTo>
                  <a:pt x="17825" y="73699"/>
                </a:lnTo>
                <a:lnTo>
                  <a:pt x="18061" y="70760"/>
                </a:lnTo>
                <a:lnTo>
                  <a:pt x="18447" y="6784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ED969-8A54-4352-BEA9-1AE4ACB2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530" y="8220966"/>
            <a:ext cx="145052" cy="254551"/>
          </a:xfrm>
          <a:custGeom xmlns:a="http://schemas.openxmlformats.org/drawingml/2006/main">
            <a:pathLst>
              <a:path w="145052" h="254551">
                <a:moveTo>
                  <a:pt x="12161" y="254551"/>
                </a:moveTo>
                <a:lnTo>
                  <a:pt x="145052" y="6514"/>
                </a:lnTo>
                <a:lnTo>
                  <a:pt x="132891" y="0"/>
                </a:lnTo>
                <a:lnTo>
                  <a:pt x="0" y="248037"/>
                </a:lnTo>
                <a:lnTo>
                  <a:pt x="12161" y="25455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1B0FC-DA61-4FE5-93F7-30AE64A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70" y="8372729"/>
            <a:ext cx="120872" cy="104806"/>
          </a:xfrm>
          <a:custGeom xmlns:a="http://schemas.openxmlformats.org/drawingml/2006/main">
            <a:pathLst>
              <a:path w="120872" h="104806">
                <a:moveTo>
                  <a:pt x="8880" y="104806"/>
                </a:moveTo>
                <a:lnTo>
                  <a:pt x="120872" y="10560"/>
                </a:lnTo>
                <a:lnTo>
                  <a:pt x="111991" y="0"/>
                </a:lnTo>
                <a:lnTo>
                  <a:pt x="0" y="94254"/>
                </a:lnTo>
                <a:lnTo>
                  <a:pt x="8880" y="104806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A5C12-95CD-4FDA-885D-FAD3428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47" y="8467267"/>
            <a:ext cx="121518" cy="116849"/>
          </a:xfrm>
          <a:custGeom xmlns:a="http://schemas.openxmlformats.org/drawingml/2006/main">
            <a:pathLst>
              <a:path w="121518" h="116849">
                <a:moveTo>
                  <a:pt x="9527" y="0"/>
                </a:moveTo>
                <a:lnTo>
                  <a:pt x="121518" y="106865"/>
                </a:lnTo>
                <a:lnTo>
                  <a:pt x="111991" y="116849"/>
                </a:lnTo>
                <a:lnTo>
                  <a:pt x="0" y="9985"/>
                </a:lnTo>
                <a:lnTo>
                  <a:pt x="9527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064797-FBBF-4DA1-8325-11A3DB60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475" y="8469105"/>
            <a:ext cx="145163" cy="264993"/>
          </a:xfrm>
          <a:custGeom xmlns:a="http://schemas.openxmlformats.org/drawingml/2006/main">
            <a:pathLst>
              <a:path w="145163" h="264993">
                <a:moveTo>
                  <a:pt x="12272" y="0"/>
                </a:moveTo>
                <a:lnTo>
                  <a:pt x="145163" y="258684"/>
                </a:lnTo>
                <a:lnTo>
                  <a:pt x="132891" y="264993"/>
                </a:lnTo>
                <a:lnTo>
                  <a:pt x="0" y="6309"/>
                </a:lnTo>
                <a:lnTo>
                  <a:pt x="1227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E1C3A-9935-418E-8A27-A5E747D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30" y="8162904"/>
            <a:ext cx="199975" cy="20103"/>
          </a:xfrm>
          <a:custGeom xmlns:a="http://schemas.openxmlformats.org/drawingml/2006/main">
            <a:pathLst>
              <a:path w="199975" h="20103">
                <a:moveTo>
                  <a:pt x="442" y="20103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09"/>
                </a:lnTo>
                <a:lnTo>
                  <a:pt x="442" y="20103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346AE-B92C-48B6-AF2E-EF19BAE7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516" y="8171185"/>
            <a:ext cx="209203" cy="205449"/>
          </a:xfrm>
          <a:custGeom xmlns:a="http://schemas.openxmlformats.org/drawingml/2006/main">
            <a:pathLst>
              <a:path w="209203" h="205449">
                <a:moveTo>
                  <a:pt x="9669" y="0"/>
                </a:moveTo>
                <a:lnTo>
                  <a:pt x="209203" y="195590"/>
                </a:lnTo>
                <a:lnTo>
                  <a:pt x="199534" y="205449"/>
                </a:lnTo>
                <a:lnTo>
                  <a:pt x="0" y="9858"/>
                </a:lnTo>
                <a:lnTo>
                  <a:pt x="9669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EF9D4-FBAA-4831-911C-EA0E07F7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84" y="8173014"/>
            <a:ext cx="211868" cy="402900"/>
          </a:xfrm>
          <a:custGeom xmlns:a="http://schemas.openxmlformats.org/drawingml/2006/main">
            <a:pathLst>
              <a:path w="211868" h="402900">
                <a:moveTo>
                  <a:pt x="12335" y="0"/>
                </a:moveTo>
                <a:lnTo>
                  <a:pt x="211868" y="396701"/>
                </a:lnTo>
                <a:lnTo>
                  <a:pt x="199534" y="402900"/>
                </a:lnTo>
                <a:lnTo>
                  <a:pt x="0" y="6199"/>
                </a:lnTo>
                <a:lnTo>
                  <a:pt x="12335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51B624-10E3-4063-A62C-18213AD3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05" y="8173921"/>
            <a:ext cx="212625" cy="601006"/>
          </a:xfrm>
          <a:custGeom xmlns:a="http://schemas.openxmlformats.org/drawingml/2006/main">
            <a:pathLst>
              <a:path w="212625" h="601006">
                <a:moveTo>
                  <a:pt x="13092" y="0"/>
                </a:moveTo>
                <a:lnTo>
                  <a:pt x="212625" y="596629"/>
                </a:lnTo>
                <a:lnTo>
                  <a:pt x="199534" y="601006"/>
                </a:lnTo>
                <a:lnTo>
                  <a:pt x="0" y="4377"/>
                </a:lnTo>
                <a:lnTo>
                  <a:pt x="13092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53042-F845-42E4-8674-A9C1A4A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67" y="8165033"/>
            <a:ext cx="209502" cy="217760"/>
          </a:xfrm>
          <a:custGeom xmlns:a="http://schemas.openxmlformats.org/drawingml/2006/main">
            <a:pathLst>
              <a:path w="209502" h="217760">
                <a:moveTo>
                  <a:pt x="9969" y="217760"/>
                </a:moveTo>
                <a:lnTo>
                  <a:pt x="209502" y="9543"/>
                </a:lnTo>
                <a:lnTo>
                  <a:pt x="199534" y="0"/>
                </a:lnTo>
                <a:lnTo>
                  <a:pt x="0" y="208209"/>
                </a:lnTo>
                <a:lnTo>
                  <a:pt x="9969" y="21776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970C2-C159-4409-A719-5940EBC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92" y="8374898"/>
            <a:ext cx="211853" cy="400960"/>
          </a:xfrm>
          <a:custGeom xmlns:a="http://schemas.openxmlformats.org/drawingml/2006/main">
            <a:pathLst>
              <a:path w="211853" h="400960">
                <a:moveTo>
                  <a:pt x="12319" y="0"/>
                </a:moveTo>
                <a:lnTo>
                  <a:pt x="211853" y="394729"/>
                </a:lnTo>
                <a:lnTo>
                  <a:pt x="199534" y="400960"/>
                </a:lnTo>
                <a:lnTo>
                  <a:pt x="0" y="6230"/>
                </a:lnTo>
                <a:lnTo>
                  <a:pt x="12319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B07B7-DF17-4F93-837C-8CDC2318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532" y="8373076"/>
            <a:ext cx="209171" cy="204676"/>
          </a:xfrm>
          <a:custGeom xmlns:a="http://schemas.openxmlformats.org/drawingml/2006/main">
            <a:pathLst>
              <a:path w="209171" h="204676">
                <a:moveTo>
                  <a:pt x="9638" y="0"/>
                </a:moveTo>
                <a:lnTo>
                  <a:pt x="209171" y="194801"/>
                </a:lnTo>
                <a:lnTo>
                  <a:pt x="199534" y="204676"/>
                </a:lnTo>
                <a:lnTo>
                  <a:pt x="0" y="9874"/>
                </a:lnTo>
                <a:lnTo>
                  <a:pt x="963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18335-792A-4861-B623-84E9D6B9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30" y="8364803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17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9CD5F-AF3B-4E9E-8B1E-1F281B19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4" y="8166784"/>
            <a:ext cx="211947" cy="415361"/>
          </a:xfrm>
          <a:custGeom xmlns:a="http://schemas.openxmlformats.org/drawingml/2006/main">
            <a:pathLst>
              <a:path w="211947" h="415361">
                <a:moveTo>
                  <a:pt x="12414" y="415361"/>
                </a:moveTo>
                <a:lnTo>
                  <a:pt x="211947" y="6041"/>
                </a:lnTo>
                <a:lnTo>
                  <a:pt x="199534" y="0"/>
                </a:lnTo>
                <a:lnTo>
                  <a:pt x="0" y="409320"/>
                </a:lnTo>
                <a:lnTo>
                  <a:pt x="12414" y="41536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3C1E5-A877-4372-8D88-7C2E929F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548" y="8574171"/>
            <a:ext cx="209140" cy="203524"/>
          </a:xfrm>
          <a:custGeom xmlns:a="http://schemas.openxmlformats.org/drawingml/2006/main">
            <a:pathLst>
              <a:path w="209140" h="203524">
                <a:moveTo>
                  <a:pt x="9606" y="0"/>
                </a:moveTo>
                <a:lnTo>
                  <a:pt x="209140" y="193618"/>
                </a:lnTo>
                <a:lnTo>
                  <a:pt x="199534" y="203524"/>
                </a:lnTo>
                <a:lnTo>
                  <a:pt x="0" y="9906"/>
                </a:lnTo>
                <a:lnTo>
                  <a:pt x="9606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4DA431-E528-478F-A758-7A5AD48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30" y="8565914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17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C6372-A7B8-4209-BB9E-60166CDE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75" y="8366917"/>
            <a:ext cx="209487" cy="216995"/>
          </a:xfrm>
          <a:custGeom xmlns:a="http://schemas.openxmlformats.org/drawingml/2006/main">
            <a:pathLst>
              <a:path w="209487" h="216995">
                <a:moveTo>
                  <a:pt x="9953" y="216995"/>
                </a:moveTo>
                <a:lnTo>
                  <a:pt x="209487" y="9574"/>
                </a:lnTo>
                <a:lnTo>
                  <a:pt x="199534" y="0"/>
                </a:lnTo>
                <a:lnTo>
                  <a:pt x="0" y="207420"/>
                </a:lnTo>
                <a:lnTo>
                  <a:pt x="9953" y="216995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0EEAA-8952-4D7E-8F8D-561AEA7B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130" y="8765842"/>
            <a:ext cx="199975" cy="20111"/>
          </a:xfrm>
          <a:custGeom xmlns:a="http://schemas.openxmlformats.org/drawingml/2006/main">
            <a:pathLst>
              <a:path w="199975" h="20111">
                <a:moveTo>
                  <a:pt x="442" y="20111"/>
                </a:moveTo>
                <a:lnTo>
                  <a:pt x="199975" y="13802"/>
                </a:lnTo>
                <a:lnTo>
                  <a:pt x="199534" y="0"/>
                </a:lnTo>
                <a:lnTo>
                  <a:pt x="0" y="6317"/>
                </a:lnTo>
                <a:lnTo>
                  <a:pt x="442" y="2011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E143E-FF14-4832-A8AC-331F5298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90" y="8568020"/>
            <a:ext cx="209455" cy="215827"/>
          </a:xfrm>
          <a:custGeom xmlns:a="http://schemas.openxmlformats.org/drawingml/2006/main">
            <a:pathLst>
              <a:path w="209455" h="215827">
                <a:moveTo>
                  <a:pt x="9921" y="215827"/>
                </a:moveTo>
                <a:lnTo>
                  <a:pt x="209455" y="9590"/>
                </a:lnTo>
                <a:lnTo>
                  <a:pt x="199534" y="0"/>
                </a:lnTo>
                <a:lnTo>
                  <a:pt x="0" y="206237"/>
                </a:lnTo>
                <a:lnTo>
                  <a:pt x="9921" y="21582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4C805-065E-4B41-89B3-036DF7DD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52" y="8368668"/>
            <a:ext cx="211931" cy="413421"/>
          </a:xfrm>
          <a:custGeom xmlns:a="http://schemas.openxmlformats.org/drawingml/2006/main">
            <a:pathLst>
              <a:path w="211931" h="413421">
                <a:moveTo>
                  <a:pt x="12398" y="413421"/>
                </a:moveTo>
                <a:lnTo>
                  <a:pt x="211931" y="6073"/>
                </a:lnTo>
                <a:lnTo>
                  <a:pt x="199534" y="0"/>
                </a:lnTo>
                <a:lnTo>
                  <a:pt x="0" y="407348"/>
                </a:lnTo>
                <a:lnTo>
                  <a:pt x="12398" y="413421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2E4DD-0A24-47EB-A57F-BA4FA45B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789" y="8167659"/>
            <a:ext cx="212657" cy="613538"/>
          </a:xfrm>
          <a:custGeom xmlns:a="http://schemas.openxmlformats.org/drawingml/2006/main">
            <a:pathLst>
              <a:path w="212657" h="613538">
                <a:moveTo>
                  <a:pt x="13123" y="613538"/>
                </a:moveTo>
                <a:lnTo>
                  <a:pt x="212657" y="4290"/>
                </a:lnTo>
                <a:lnTo>
                  <a:pt x="199534" y="0"/>
                </a:lnTo>
                <a:lnTo>
                  <a:pt x="0" y="609248"/>
                </a:lnTo>
                <a:lnTo>
                  <a:pt x="13123" y="613538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41F82-BE80-4B56-B698-1DF08AA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606" y="8214743"/>
            <a:ext cx="143964" cy="260687"/>
          </a:xfrm>
          <a:custGeom xmlns:a="http://schemas.openxmlformats.org/drawingml/2006/main">
            <a:pathLst>
              <a:path w="143964" h="260687">
                <a:moveTo>
                  <a:pt x="131708" y="260687"/>
                </a:moveTo>
                <a:lnTo>
                  <a:pt x="0" y="6341"/>
                </a:lnTo>
                <a:lnTo>
                  <a:pt x="12256" y="0"/>
                </a:lnTo>
                <a:lnTo>
                  <a:pt x="143964" y="254346"/>
                </a:lnTo>
                <a:lnTo>
                  <a:pt x="131708" y="26068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12B8A-11E7-4F49-A3EF-FA961F4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6" y="8366594"/>
            <a:ext cx="120083" cy="110777"/>
          </a:xfrm>
          <a:custGeom xmlns:a="http://schemas.openxmlformats.org/drawingml/2006/main">
            <a:pathLst>
              <a:path w="120083" h="110777">
                <a:moveTo>
                  <a:pt x="110808" y="110777"/>
                </a:moveTo>
                <a:lnTo>
                  <a:pt x="0" y="10221"/>
                </a:lnTo>
                <a:lnTo>
                  <a:pt x="9275" y="0"/>
                </a:lnTo>
                <a:lnTo>
                  <a:pt x="120083" y="100555"/>
                </a:lnTo>
                <a:lnTo>
                  <a:pt x="110808" y="110777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D3885-185D-48BC-A947-7FCEDD5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96" y="8467149"/>
            <a:ext cx="120083" cy="110777"/>
          </a:xfrm>
          <a:custGeom xmlns:a="http://schemas.openxmlformats.org/drawingml/2006/main">
            <a:pathLst>
              <a:path w="120083" h="110777">
                <a:moveTo>
                  <a:pt x="110808" y="0"/>
                </a:moveTo>
                <a:lnTo>
                  <a:pt x="0" y="100555"/>
                </a:lnTo>
                <a:lnTo>
                  <a:pt x="9275" y="110777"/>
                </a:lnTo>
                <a:lnTo>
                  <a:pt x="120083" y="10221"/>
                </a:lnTo>
                <a:lnTo>
                  <a:pt x="11080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E14BC-BFFE-4C64-9A1A-58109ABC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3159" y="8469870"/>
            <a:ext cx="123758" cy="305263"/>
          </a:xfrm>
          <a:custGeom xmlns:a="http://schemas.openxmlformats.org/drawingml/2006/main">
            <a:pathLst>
              <a:path w="123758" h="305263">
                <a:moveTo>
                  <a:pt x="110808" y="0"/>
                </a:moveTo>
                <a:lnTo>
                  <a:pt x="0" y="300483"/>
                </a:lnTo>
                <a:lnTo>
                  <a:pt x="12950" y="305263"/>
                </a:lnTo>
                <a:lnTo>
                  <a:pt x="123758" y="4779"/>
                </a:lnTo>
                <a:lnTo>
                  <a:pt x="110808" y="0"/>
                </a:lnTo>
              </a:path>
            </a:pathLst>
          </a:custGeom>
          <a:solidFill xmlns:a="http://schemas.openxmlformats.org/drawingml/2006/main">
            <a:srgbClr val="32323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Text �,�,�">
            <a:extLst xmlns:a="http://schemas.openxmlformats.org/drawingml/2006/main">
              <a:ext uri="{FF2B5EF4-FFF2-40B4-BE49-F238E27FC236}">
                <a16:creationId xmlns:a16="http://schemas.microsoft.com/office/drawing/2014/main" id="{FF9C3B40-35AA-48BB-9C9D-E40C294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031" y="7884858"/>
            <a:ext cx="392819" cy="127196"/>
          </a:xfrm>
          <a:custGeom xmlns:a="http://schemas.openxmlformats.org/drawingml/2006/main">
            <a:pathLst>
              <a:path w="392819" h="127196">
                <a:moveTo>
                  <a:pt x="88442" y="34212"/>
                </a:moveTo>
                <a:lnTo>
                  <a:pt x="56926" y="68851"/>
                </a:lnTo>
                <a:lnTo>
                  <a:pt x="72826" y="99513"/>
                </a:lnTo>
                <a:lnTo>
                  <a:pt x="82621" y="99513"/>
                </a:lnTo>
                <a:lnTo>
                  <a:pt x="81059" y="107889"/>
                </a:lnTo>
                <a:lnTo>
                  <a:pt x="49544" y="107889"/>
                </a:lnTo>
                <a:lnTo>
                  <a:pt x="35206" y="80065"/>
                </a:lnTo>
                <a:lnTo>
                  <a:pt x="9795" y="107889"/>
                </a:lnTo>
                <a:lnTo>
                  <a:pt x="0" y="107889"/>
                </a:lnTo>
                <a:lnTo>
                  <a:pt x="32510" y="71972"/>
                </a:lnTo>
                <a:lnTo>
                  <a:pt x="17035" y="42586"/>
                </a:lnTo>
                <a:lnTo>
                  <a:pt x="8801" y="42586"/>
                </a:lnTo>
                <a:lnTo>
                  <a:pt x="10363" y="34212"/>
                </a:lnTo>
                <a:lnTo>
                  <a:pt x="40459" y="34212"/>
                </a:lnTo>
                <a:lnTo>
                  <a:pt x="54370" y="60901"/>
                </a:lnTo>
                <a:lnTo>
                  <a:pt x="78503" y="34212"/>
                </a:lnTo>
                <a:lnTo>
                  <a:pt x="88442" y="34212"/>
                </a:lnTo>
                <a:close/>
                <a:moveTo>
                  <a:pt x="131218" y="92133"/>
                </a:moveTo>
                <a:cubicBezTo>
                  <a:pt x="130746" y="99987"/>
                  <a:pt x="128901" y="106753"/>
                  <a:pt x="125683" y="112432"/>
                </a:cubicBezTo>
                <a:cubicBezTo>
                  <a:pt x="122275" y="118110"/>
                  <a:pt x="117211" y="123031"/>
                  <a:pt x="110492" y="127196"/>
                </a:cubicBezTo>
                <a:lnTo>
                  <a:pt x="104955" y="121659"/>
                </a:lnTo>
                <a:cubicBezTo>
                  <a:pt x="109214" y="118442"/>
                  <a:pt x="112432" y="114704"/>
                  <a:pt x="114610" y="110445"/>
                </a:cubicBezTo>
                <a:cubicBezTo>
                  <a:pt x="116597" y="106091"/>
                  <a:pt x="117590" y="100838"/>
                  <a:pt x="117590" y="94687"/>
                </a:cubicBezTo>
                <a:lnTo>
                  <a:pt x="117590" y="92133"/>
                </a:lnTo>
                <a:lnTo>
                  <a:pt x="131218" y="92133"/>
                </a:lnTo>
                <a:close/>
                <a:moveTo>
                  <a:pt x="225780" y="0"/>
                </a:moveTo>
                <a:lnTo>
                  <a:pt x="206333" y="99513"/>
                </a:lnTo>
                <a:lnTo>
                  <a:pt x="216979" y="99513"/>
                </a:lnTo>
                <a:lnTo>
                  <a:pt x="215275" y="107889"/>
                </a:lnTo>
                <a:lnTo>
                  <a:pt x="180211" y="107889"/>
                </a:lnTo>
                <a:lnTo>
                  <a:pt x="199518" y="8374"/>
                </a:lnTo>
                <a:lnTo>
                  <a:pt x="189155" y="8374"/>
                </a:lnTo>
                <a:lnTo>
                  <a:pt x="190717" y="0"/>
                </a:lnTo>
                <a:lnTo>
                  <a:pt x="225780" y="0"/>
                </a:lnTo>
                <a:close/>
                <a:moveTo>
                  <a:pt x="268446" y="92133"/>
                </a:moveTo>
                <a:cubicBezTo>
                  <a:pt x="267974" y="99987"/>
                  <a:pt x="266129" y="106753"/>
                  <a:pt x="262912" y="112432"/>
                </a:cubicBezTo>
                <a:cubicBezTo>
                  <a:pt x="259504" y="118110"/>
                  <a:pt x="254440" y="123031"/>
                  <a:pt x="247721" y="127196"/>
                </a:cubicBezTo>
                <a:lnTo>
                  <a:pt x="242184" y="121659"/>
                </a:lnTo>
                <a:cubicBezTo>
                  <a:pt x="246443" y="118442"/>
                  <a:pt x="249661" y="114704"/>
                  <a:pt x="251839" y="110445"/>
                </a:cubicBezTo>
                <a:cubicBezTo>
                  <a:pt x="253826" y="106091"/>
                  <a:pt x="254819" y="100838"/>
                  <a:pt x="254819" y="94687"/>
                </a:cubicBezTo>
                <a:lnTo>
                  <a:pt x="254819" y="92133"/>
                </a:lnTo>
                <a:lnTo>
                  <a:pt x="268446" y="92133"/>
                </a:lnTo>
                <a:close/>
                <a:moveTo>
                  <a:pt x="392819" y="33361"/>
                </a:moveTo>
                <a:lnTo>
                  <a:pt x="388561" y="55365"/>
                </a:lnTo>
                <a:lnTo>
                  <a:pt x="380754" y="55365"/>
                </a:lnTo>
                <a:cubicBezTo>
                  <a:pt x="380848" y="54702"/>
                  <a:pt x="380895" y="53802"/>
                  <a:pt x="380895" y="52666"/>
                </a:cubicBezTo>
                <a:cubicBezTo>
                  <a:pt x="380895" y="50206"/>
                  <a:pt x="380375" y="48171"/>
                  <a:pt x="379335" y="46561"/>
                </a:cubicBezTo>
                <a:cubicBezTo>
                  <a:pt x="377725" y="44670"/>
                  <a:pt x="375217" y="43724"/>
                  <a:pt x="371810" y="43724"/>
                </a:cubicBezTo>
                <a:cubicBezTo>
                  <a:pt x="366416" y="43724"/>
                  <a:pt x="361732" y="46090"/>
                  <a:pt x="357756" y="50822"/>
                </a:cubicBezTo>
                <a:cubicBezTo>
                  <a:pt x="353782" y="55553"/>
                  <a:pt x="350943" y="62082"/>
                  <a:pt x="349239" y="70411"/>
                </a:cubicBezTo>
                <a:lnTo>
                  <a:pt x="341999" y="107889"/>
                </a:lnTo>
                <a:lnTo>
                  <a:pt x="317440" y="107889"/>
                </a:lnTo>
                <a:lnTo>
                  <a:pt x="330075" y="42586"/>
                </a:lnTo>
                <a:lnTo>
                  <a:pt x="318859" y="42586"/>
                </a:lnTo>
                <a:lnTo>
                  <a:pt x="320563" y="34212"/>
                </a:lnTo>
                <a:lnTo>
                  <a:pt x="356337" y="34212"/>
                </a:lnTo>
                <a:lnTo>
                  <a:pt x="353781" y="47272"/>
                </a:lnTo>
                <a:cubicBezTo>
                  <a:pt x="357188" y="42161"/>
                  <a:pt x="361115" y="38375"/>
                  <a:pt x="365563" y="35915"/>
                </a:cubicBezTo>
                <a:cubicBezTo>
                  <a:pt x="370012" y="33454"/>
                  <a:pt x="375076" y="32224"/>
                  <a:pt x="380754" y="32224"/>
                </a:cubicBezTo>
                <a:cubicBezTo>
                  <a:pt x="381511" y="32224"/>
                  <a:pt x="383214" y="32318"/>
                  <a:pt x="385864" y="32507"/>
                </a:cubicBezTo>
                <a:cubicBezTo>
                  <a:pt x="387757" y="32603"/>
                  <a:pt x="390076" y="32887"/>
                  <a:pt x="392819" y="333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98B56-FA35-46E7-98D7-0B2D7765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7" y="7749917"/>
            <a:ext cx="688036" cy="400329"/>
          </a:xfrm>
          <a:custGeom xmlns:a="http://schemas.openxmlformats.org/drawingml/2006/main">
            <a:pathLst>
              <a:path w="688036" h="400329">
                <a:moveTo>
                  <a:pt x="0" y="0"/>
                </a:moveTo>
                <a:lnTo>
                  <a:pt x="688036" y="0"/>
                </a:lnTo>
                <a:lnTo>
                  <a:pt x="688036" y="400329"/>
                </a:lnTo>
                <a:lnTo>
                  <a:pt x="0" y="4003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DD7EE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Text negative">
            <a:extLst xmlns:a="http://schemas.openxmlformats.org/drawingml/2006/main">
              <a:ext uri="{FF2B5EF4-FFF2-40B4-BE49-F238E27FC236}">
                <a16:creationId xmlns:a16="http://schemas.microsoft.com/office/drawing/2014/main" id="{39BE31B2-FA04-46AA-8A2D-DA51EE5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06" y="7811080"/>
            <a:ext cx="521131" cy="131563"/>
          </a:xfrm>
          <a:custGeom xmlns:a="http://schemas.openxmlformats.org/drawingml/2006/main">
            <a:pathLst>
              <a:path w="521131" h="131563">
                <a:moveTo>
                  <a:pt x="0" y="101618"/>
                </a:moveTo>
                <a:lnTo>
                  <a:pt x="0" y="28004"/>
                </a:lnTo>
                <a:lnTo>
                  <a:pt x="11229" y="28004"/>
                </a:lnTo>
                <a:lnTo>
                  <a:pt x="11229" y="38471"/>
                </a:lnTo>
                <a:cubicBezTo>
                  <a:pt x="16636" y="30384"/>
                  <a:pt x="24446" y="26340"/>
                  <a:pt x="34658" y="26340"/>
                </a:cubicBezTo>
                <a:cubicBezTo>
                  <a:pt x="39095" y="26340"/>
                  <a:pt x="43173" y="27137"/>
                  <a:pt x="46893" y="28732"/>
                </a:cubicBezTo>
                <a:cubicBezTo>
                  <a:pt x="50613" y="30326"/>
                  <a:pt x="53397" y="32417"/>
                  <a:pt x="55245" y="35005"/>
                </a:cubicBezTo>
                <a:cubicBezTo>
                  <a:pt x="57094" y="37593"/>
                  <a:pt x="58388" y="40666"/>
                  <a:pt x="59127" y="44224"/>
                </a:cubicBezTo>
                <a:cubicBezTo>
                  <a:pt x="59589" y="46535"/>
                  <a:pt x="59820" y="50578"/>
                  <a:pt x="59820" y="56354"/>
                </a:cubicBezTo>
                <a:lnTo>
                  <a:pt x="59820" y="101618"/>
                </a:lnTo>
                <a:lnTo>
                  <a:pt x="47343" y="101618"/>
                </a:lnTo>
                <a:lnTo>
                  <a:pt x="47343" y="56840"/>
                </a:lnTo>
                <a:cubicBezTo>
                  <a:pt x="47343" y="51756"/>
                  <a:pt x="46858" y="47956"/>
                  <a:pt x="45888" y="45437"/>
                </a:cubicBezTo>
                <a:cubicBezTo>
                  <a:pt x="44917" y="42919"/>
                  <a:pt x="43196" y="40908"/>
                  <a:pt x="40724" y="39407"/>
                </a:cubicBezTo>
                <a:cubicBezTo>
                  <a:pt x="38251" y="37905"/>
                  <a:pt x="35352" y="37154"/>
                  <a:pt x="32024" y="37154"/>
                </a:cubicBezTo>
                <a:cubicBezTo>
                  <a:pt x="26710" y="37154"/>
                  <a:pt x="22124" y="38840"/>
                  <a:pt x="18265" y="42214"/>
                </a:cubicBezTo>
                <a:cubicBezTo>
                  <a:pt x="14406" y="45587"/>
                  <a:pt x="12477" y="51988"/>
                  <a:pt x="12477" y="61415"/>
                </a:cubicBezTo>
                <a:lnTo>
                  <a:pt x="12477" y="101618"/>
                </a:lnTo>
                <a:lnTo>
                  <a:pt x="0" y="101618"/>
                </a:lnTo>
                <a:close/>
                <a:moveTo>
                  <a:pt x="129260" y="77773"/>
                </a:moveTo>
                <a:lnTo>
                  <a:pt x="142153" y="79437"/>
                </a:lnTo>
                <a:cubicBezTo>
                  <a:pt x="140120" y="86991"/>
                  <a:pt x="136354" y="92854"/>
                  <a:pt x="130855" y="97026"/>
                </a:cubicBezTo>
                <a:cubicBezTo>
                  <a:pt x="125355" y="101197"/>
                  <a:pt x="118331" y="103282"/>
                  <a:pt x="109782" y="103282"/>
                </a:cubicBezTo>
                <a:cubicBezTo>
                  <a:pt x="99015" y="103282"/>
                  <a:pt x="90478" y="99966"/>
                  <a:pt x="84170" y="93335"/>
                </a:cubicBezTo>
                <a:cubicBezTo>
                  <a:pt x="77862" y="86704"/>
                  <a:pt x="74708" y="77404"/>
                  <a:pt x="74708" y="65435"/>
                </a:cubicBezTo>
                <a:cubicBezTo>
                  <a:pt x="74708" y="53050"/>
                  <a:pt x="77897" y="43438"/>
                  <a:pt x="84274" y="36599"/>
                </a:cubicBezTo>
                <a:cubicBezTo>
                  <a:pt x="90651" y="29760"/>
                  <a:pt x="98923" y="26340"/>
                  <a:pt x="109089" y="26340"/>
                </a:cubicBezTo>
                <a:cubicBezTo>
                  <a:pt x="118932" y="26340"/>
                  <a:pt x="126973" y="29686"/>
                  <a:pt x="133211" y="36376"/>
                </a:cubicBezTo>
                <a:cubicBezTo>
                  <a:pt x="139450" y="43065"/>
                  <a:pt x="142569" y="52476"/>
                  <a:pt x="142569" y="64610"/>
                </a:cubicBezTo>
                <a:cubicBezTo>
                  <a:pt x="142569" y="65348"/>
                  <a:pt x="142546" y="66454"/>
                  <a:pt x="142500" y="67930"/>
                </a:cubicBezTo>
                <a:lnTo>
                  <a:pt x="87601" y="67930"/>
                </a:lnTo>
                <a:cubicBezTo>
                  <a:pt x="88063" y="76040"/>
                  <a:pt x="90350" y="82250"/>
                  <a:pt x="94463" y="86559"/>
                </a:cubicBezTo>
                <a:cubicBezTo>
                  <a:pt x="98576" y="90868"/>
                  <a:pt x="103705" y="93023"/>
                  <a:pt x="109852" y="93023"/>
                </a:cubicBezTo>
                <a:cubicBezTo>
                  <a:pt x="114426" y="93023"/>
                  <a:pt x="118331" y="91811"/>
                  <a:pt x="121566" y="89386"/>
                </a:cubicBezTo>
                <a:cubicBezTo>
                  <a:pt x="124801" y="86960"/>
                  <a:pt x="127366" y="83089"/>
                  <a:pt x="129260" y="77773"/>
                </a:cubicBezTo>
                <a:moveTo>
                  <a:pt x="88294" y="57671"/>
                </a:moveTo>
                <a:lnTo>
                  <a:pt x="129399" y="57671"/>
                </a:lnTo>
                <a:cubicBezTo>
                  <a:pt x="128844" y="51499"/>
                  <a:pt x="127273" y="46870"/>
                  <a:pt x="124685" y="43784"/>
                </a:cubicBezTo>
                <a:cubicBezTo>
                  <a:pt x="120711" y="38994"/>
                  <a:pt x="115559" y="36599"/>
                  <a:pt x="109228" y="36599"/>
                </a:cubicBezTo>
                <a:cubicBezTo>
                  <a:pt x="103498" y="36599"/>
                  <a:pt x="98680" y="38511"/>
                  <a:pt x="94775" y="42335"/>
                </a:cubicBezTo>
                <a:cubicBezTo>
                  <a:pt x="90870" y="46158"/>
                  <a:pt x="88710" y="51270"/>
                  <a:pt x="88294" y="57671"/>
                </a:cubicBezTo>
                <a:close/>
                <a:moveTo>
                  <a:pt x="155447" y="107718"/>
                </a:moveTo>
                <a:lnTo>
                  <a:pt x="167577" y="109382"/>
                </a:lnTo>
                <a:cubicBezTo>
                  <a:pt x="168085" y="113170"/>
                  <a:pt x="169495" y="115929"/>
                  <a:pt x="171805" y="117659"/>
                </a:cubicBezTo>
                <a:cubicBezTo>
                  <a:pt x="174901" y="119997"/>
                  <a:pt x="179130" y="121166"/>
                  <a:pt x="184490" y="121166"/>
                </a:cubicBezTo>
                <a:cubicBezTo>
                  <a:pt x="190267" y="121166"/>
                  <a:pt x="194726" y="120007"/>
                  <a:pt x="197868" y="117691"/>
                </a:cubicBezTo>
                <a:cubicBezTo>
                  <a:pt x="201011" y="115375"/>
                  <a:pt x="203136" y="112133"/>
                  <a:pt x="204246" y="107965"/>
                </a:cubicBezTo>
                <a:cubicBezTo>
                  <a:pt x="204892" y="105416"/>
                  <a:pt x="205193" y="100066"/>
                  <a:pt x="205147" y="91914"/>
                </a:cubicBezTo>
                <a:cubicBezTo>
                  <a:pt x="199694" y="98383"/>
                  <a:pt x="192901" y="101618"/>
                  <a:pt x="184768" y="101618"/>
                </a:cubicBezTo>
                <a:cubicBezTo>
                  <a:pt x="174647" y="101618"/>
                  <a:pt x="166815" y="97968"/>
                  <a:pt x="161269" y="90666"/>
                </a:cubicBezTo>
                <a:cubicBezTo>
                  <a:pt x="155724" y="83365"/>
                  <a:pt x="152951" y="74608"/>
                  <a:pt x="152951" y="64395"/>
                </a:cubicBezTo>
                <a:cubicBezTo>
                  <a:pt x="152951" y="57371"/>
                  <a:pt x="154222" y="50890"/>
                  <a:pt x="156764" y="44952"/>
                </a:cubicBezTo>
                <a:cubicBezTo>
                  <a:pt x="159305" y="39014"/>
                  <a:pt x="162991" y="34427"/>
                  <a:pt x="167820" y="31193"/>
                </a:cubicBezTo>
                <a:cubicBezTo>
                  <a:pt x="172649" y="27958"/>
                  <a:pt x="178321" y="26340"/>
                  <a:pt x="184837" y="26340"/>
                </a:cubicBezTo>
                <a:cubicBezTo>
                  <a:pt x="193525" y="26340"/>
                  <a:pt x="200687" y="29899"/>
                  <a:pt x="206325" y="37015"/>
                </a:cubicBezTo>
                <a:lnTo>
                  <a:pt x="206325" y="28004"/>
                </a:lnTo>
                <a:lnTo>
                  <a:pt x="217832" y="28004"/>
                </a:lnTo>
                <a:lnTo>
                  <a:pt x="217832" y="91680"/>
                </a:lnTo>
                <a:cubicBezTo>
                  <a:pt x="217832" y="103148"/>
                  <a:pt x="216665" y="111274"/>
                  <a:pt x="214331" y="116060"/>
                </a:cubicBezTo>
                <a:cubicBezTo>
                  <a:pt x="211997" y="120846"/>
                  <a:pt x="208301" y="124626"/>
                  <a:pt x="203240" y="127400"/>
                </a:cubicBezTo>
                <a:cubicBezTo>
                  <a:pt x="198180" y="130175"/>
                  <a:pt x="191953" y="131563"/>
                  <a:pt x="184560" y="131563"/>
                </a:cubicBezTo>
                <a:cubicBezTo>
                  <a:pt x="175779" y="131563"/>
                  <a:pt x="168686" y="129582"/>
                  <a:pt x="163279" y="125619"/>
                </a:cubicBezTo>
                <a:cubicBezTo>
                  <a:pt x="157873" y="121657"/>
                  <a:pt x="155262" y="115690"/>
                  <a:pt x="155447" y="107718"/>
                </a:cubicBezTo>
                <a:moveTo>
                  <a:pt x="165775" y="63496"/>
                </a:moveTo>
                <a:cubicBezTo>
                  <a:pt x="165775" y="73130"/>
                  <a:pt x="167693" y="80159"/>
                  <a:pt x="171528" y="84584"/>
                </a:cubicBezTo>
                <a:cubicBezTo>
                  <a:pt x="175364" y="89008"/>
                  <a:pt x="180170" y="91221"/>
                  <a:pt x="185946" y="91221"/>
                </a:cubicBezTo>
                <a:cubicBezTo>
                  <a:pt x="191676" y="91221"/>
                  <a:pt x="196482" y="89020"/>
                  <a:pt x="200364" y="84618"/>
                </a:cubicBezTo>
                <a:cubicBezTo>
                  <a:pt x="204246" y="80217"/>
                  <a:pt x="206186" y="73314"/>
                  <a:pt x="206186" y="63910"/>
                </a:cubicBezTo>
                <a:cubicBezTo>
                  <a:pt x="206186" y="54922"/>
                  <a:pt x="204188" y="48146"/>
                  <a:pt x="200191" y="43583"/>
                </a:cubicBezTo>
                <a:cubicBezTo>
                  <a:pt x="196193" y="39020"/>
                  <a:pt x="191376" y="36738"/>
                  <a:pt x="185738" y="36738"/>
                </a:cubicBezTo>
                <a:cubicBezTo>
                  <a:pt x="180193" y="36738"/>
                  <a:pt x="175479" y="38985"/>
                  <a:pt x="171597" y="43479"/>
                </a:cubicBezTo>
                <a:cubicBezTo>
                  <a:pt x="167716" y="47973"/>
                  <a:pt x="165775" y="54645"/>
                  <a:pt x="165775" y="63496"/>
                </a:cubicBezTo>
                <a:close/>
                <a:moveTo>
                  <a:pt x="284638" y="92330"/>
                </a:moveTo>
                <a:cubicBezTo>
                  <a:pt x="280016" y="96334"/>
                  <a:pt x="275569" y="99161"/>
                  <a:pt x="271294" y="100810"/>
                </a:cubicBezTo>
                <a:cubicBezTo>
                  <a:pt x="267020" y="102458"/>
                  <a:pt x="262433" y="103282"/>
                  <a:pt x="257535" y="103282"/>
                </a:cubicBezTo>
                <a:cubicBezTo>
                  <a:pt x="249448" y="103282"/>
                  <a:pt x="243232" y="101306"/>
                  <a:pt x="238888" y="97355"/>
                </a:cubicBezTo>
                <a:cubicBezTo>
                  <a:pt x="234545" y="93404"/>
                  <a:pt x="232373" y="88356"/>
                  <a:pt x="232373" y="82210"/>
                </a:cubicBezTo>
                <a:cubicBezTo>
                  <a:pt x="232373" y="78605"/>
                  <a:pt x="233193" y="75313"/>
                  <a:pt x="234833" y="72332"/>
                </a:cubicBezTo>
                <a:cubicBezTo>
                  <a:pt x="236474" y="69351"/>
                  <a:pt x="238623" y="66960"/>
                  <a:pt x="241280" y="65158"/>
                </a:cubicBezTo>
                <a:cubicBezTo>
                  <a:pt x="243937" y="63355"/>
                  <a:pt x="246929" y="61992"/>
                  <a:pt x="250256" y="61068"/>
                </a:cubicBezTo>
                <a:cubicBezTo>
                  <a:pt x="252706" y="60421"/>
                  <a:pt x="256402" y="59797"/>
                  <a:pt x="261347" y="59196"/>
                </a:cubicBezTo>
                <a:cubicBezTo>
                  <a:pt x="271421" y="57995"/>
                  <a:pt x="278838" y="56562"/>
                  <a:pt x="283598" y="54899"/>
                </a:cubicBezTo>
                <a:cubicBezTo>
                  <a:pt x="283644" y="53196"/>
                  <a:pt x="283667" y="52115"/>
                  <a:pt x="283667" y="51654"/>
                </a:cubicBezTo>
                <a:cubicBezTo>
                  <a:pt x="283667" y="46589"/>
                  <a:pt x="282489" y="43022"/>
                  <a:pt x="280132" y="40951"/>
                </a:cubicBezTo>
                <a:cubicBezTo>
                  <a:pt x="276943" y="38142"/>
                  <a:pt x="272207" y="36738"/>
                  <a:pt x="265922" y="36738"/>
                </a:cubicBezTo>
                <a:cubicBezTo>
                  <a:pt x="260053" y="36738"/>
                  <a:pt x="255721" y="37766"/>
                  <a:pt x="252925" y="39822"/>
                </a:cubicBezTo>
                <a:cubicBezTo>
                  <a:pt x="250129" y="41879"/>
                  <a:pt x="248061" y="45518"/>
                  <a:pt x="246721" y="50740"/>
                </a:cubicBezTo>
                <a:lnTo>
                  <a:pt x="234522" y="49076"/>
                </a:lnTo>
                <a:cubicBezTo>
                  <a:pt x="235631" y="43838"/>
                  <a:pt x="237456" y="39609"/>
                  <a:pt x="239998" y="36387"/>
                </a:cubicBezTo>
                <a:cubicBezTo>
                  <a:pt x="242539" y="33165"/>
                  <a:pt x="246213" y="30686"/>
                  <a:pt x="251019" y="28948"/>
                </a:cubicBezTo>
                <a:cubicBezTo>
                  <a:pt x="255825" y="27210"/>
                  <a:pt x="261393" y="26340"/>
                  <a:pt x="267724" y="26340"/>
                </a:cubicBezTo>
                <a:cubicBezTo>
                  <a:pt x="274009" y="26340"/>
                  <a:pt x="279115" y="27083"/>
                  <a:pt x="283043" y="28567"/>
                </a:cubicBezTo>
                <a:cubicBezTo>
                  <a:pt x="286971" y="30050"/>
                  <a:pt x="289859" y="31917"/>
                  <a:pt x="291708" y="34167"/>
                </a:cubicBezTo>
                <a:cubicBezTo>
                  <a:pt x="293556" y="36415"/>
                  <a:pt x="294850" y="39256"/>
                  <a:pt x="295590" y="42688"/>
                </a:cubicBezTo>
                <a:cubicBezTo>
                  <a:pt x="296005" y="44821"/>
                  <a:pt x="296213" y="48652"/>
                  <a:pt x="296213" y="54182"/>
                </a:cubicBezTo>
                <a:lnTo>
                  <a:pt x="296213" y="70770"/>
                </a:lnTo>
                <a:cubicBezTo>
                  <a:pt x="296213" y="82336"/>
                  <a:pt x="296479" y="89661"/>
                  <a:pt x="297011" y="92746"/>
                </a:cubicBezTo>
                <a:cubicBezTo>
                  <a:pt x="297542" y="95830"/>
                  <a:pt x="298593" y="98788"/>
                  <a:pt x="300164" y="101618"/>
                </a:cubicBezTo>
                <a:lnTo>
                  <a:pt x="287133" y="101618"/>
                </a:lnTo>
                <a:cubicBezTo>
                  <a:pt x="285839" y="98971"/>
                  <a:pt x="285007" y="95875"/>
                  <a:pt x="284638" y="92330"/>
                </a:cubicBezTo>
                <a:moveTo>
                  <a:pt x="283598" y="64742"/>
                </a:moveTo>
                <a:cubicBezTo>
                  <a:pt x="279069" y="66582"/>
                  <a:pt x="272276" y="68146"/>
                  <a:pt x="263219" y="69434"/>
                </a:cubicBezTo>
                <a:cubicBezTo>
                  <a:pt x="258089" y="70169"/>
                  <a:pt x="254462" y="70996"/>
                  <a:pt x="252336" y="71916"/>
                </a:cubicBezTo>
                <a:cubicBezTo>
                  <a:pt x="250210" y="72836"/>
                  <a:pt x="248570" y="74181"/>
                  <a:pt x="247414" y="75952"/>
                </a:cubicBezTo>
                <a:cubicBezTo>
                  <a:pt x="246259" y="77722"/>
                  <a:pt x="245682" y="79688"/>
                  <a:pt x="245682" y="81850"/>
                </a:cubicBezTo>
                <a:cubicBezTo>
                  <a:pt x="245682" y="85161"/>
                  <a:pt x="246941" y="87921"/>
                  <a:pt x="249459" y="90129"/>
                </a:cubicBezTo>
                <a:cubicBezTo>
                  <a:pt x="251978" y="92336"/>
                  <a:pt x="255663" y="93439"/>
                  <a:pt x="260515" y="93439"/>
                </a:cubicBezTo>
                <a:cubicBezTo>
                  <a:pt x="265321" y="93439"/>
                  <a:pt x="269596" y="92391"/>
                  <a:pt x="273339" y="90296"/>
                </a:cubicBezTo>
                <a:cubicBezTo>
                  <a:pt x="277082" y="88199"/>
                  <a:pt x="279832" y="85335"/>
                  <a:pt x="281588" y="81703"/>
                </a:cubicBezTo>
                <a:cubicBezTo>
                  <a:pt x="282928" y="78900"/>
                  <a:pt x="283598" y="74763"/>
                  <a:pt x="283598" y="69293"/>
                </a:cubicBezTo>
                <a:lnTo>
                  <a:pt x="283598" y="64742"/>
                </a:lnTo>
                <a:close/>
                <a:moveTo>
                  <a:pt x="342709" y="90458"/>
                </a:moveTo>
                <a:lnTo>
                  <a:pt x="344512" y="101480"/>
                </a:lnTo>
                <a:cubicBezTo>
                  <a:pt x="341000" y="102219"/>
                  <a:pt x="337857" y="102589"/>
                  <a:pt x="335085" y="102589"/>
                </a:cubicBezTo>
                <a:cubicBezTo>
                  <a:pt x="330556" y="102589"/>
                  <a:pt x="327044" y="101872"/>
                  <a:pt x="324548" y="100440"/>
                </a:cubicBezTo>
                <a:cubicBezTo>
                  <a:pt x="322053" y="99007"/>
                  <a:pt x="320297" y="97124"/>
                  <a:pt x="319280" y="94791"/>
                </a:cubicBezTo>
                <a:cubicBezTo>
                  <a:pt x="318264" y="92457"/>
                  <a:pt x="317755" y="87547"/>
                  <a:pt x="317755" y="80061"/>
                </a:cubicBezTo>
                <a:lnTo>
                  <a:pt x="317755" y="37708"/>
                </a:lnTo>
                <a:lnTo>
                  <a:pt x="308606" y="37708"/>
                </a:lnTo>
                <a:lnTo>
                  <a:pt x="308606" y="28004"/>
                </a:lnTo>
                <a:lnTo>
                  <a:pt x="317755" y="28004"/>
                </a:lnTo>
                <a:lnTo>
                  <a:pt x="317755" y="9774"/>
                </a:lnTo>
                <a:lnTo>
                  <a:pt x="330163" y="2287"/>
                </a:lnTo>
                <a:lnTo>
                  <a:pt x="330163" y="28004"/>
                </a:lnTo>
                <a:lnTo>
                  <a:pt x="342709" y="28004"/>
                </a:lnTo>
                <a:lnTo>
                  <a:pt x="342709" y="37708"/>
                </a:lnTo>
                <a:lnTo>
                  <a:pt x="330163" y="37708"/>
                </a:lnTo>
                <a:lnTo>
                  <a:pt x="330163" y="80754"/>
                </a:lnTo>
                <a:cubicBezTo>
                  <a:pt x="330163" y="84312"/>
                  <a:pt x="330383" y="86600"/>
                  <a:pt x="330822" y="87616"/>
                </a:cubicBezTo>
                <a:cubicBezTo>
                  <a:pt x="331261" y="88633"/>
                  <a:pt x="331977" y="89442"/>
                  <a:pt x="332970" y="90042"/>
                </a:cubicBezTo>
                <a:cubicBezTo>
                  <a:pt x="333964" y="90643"/>
                  <a:pt x="335385" y="90944"/>
                  <a:pt x="337233" y="90944"/>
                </a:cubicBezTo>
                <a:cubicBezTo>
                  <a:pt x="338620" y="90944"/>
                  <a:pt x="340445" y="90782"/>
                  <a:pt x="342709" y="90458"/>
                </a:cubicBezTo>
                <a:close/>
                <a:moveTo>
                  <a:pt x="354971" y="14279"/>
                </a:moveTo>
                <a:lnTo>
                  <a:pt x="354971" y="0"/>
                </a:lnTo>
                <a:lnTo>
                  <a:pt x="367448" y="0"/>
                </a:lnTo>
                <a:lnTo>
                  <a:pt x="367448" y="14279"/>
                </a:lnTo>
                <a:lnTo>
                  <a:pt x="354971" y="14279"/>
                </a:lnTo>
                <a:moveTo>
                  <a:pt x="354971" y="101618"/>
                </a:moveTo>
                <a:lnTo>
                  <a:pt x="354971" y="28004"/>
                </a:lnTo>
                <a:lnTo>
                  <a:pt x="367448" y="28004"/>
                </a:lnTo>
                <a:lnTo>
                  <a:pt x="367448" y="101618"/>
                </a:lnTo>
                <a:lnTo>
                  <a:pt x="354971" y="101618"/>
                </a:lnTo>
                <a:close/>
                <a:moveTo>
                  <a:pt x="406897" y="101618"/>
                </a:moveTo>
                <a:lnTo>
                  <a:pt x="378893" y="28004"/>
                </a:lnTo>
                <a:lnTo>
                  <a:pt x="392063" y="28004"/>
                </a:lnTo>
                <a:lnTo>
                  <a:pt x="407867" y="72089"/>
                </a:lnTo>
                <a:cubicBezTo>
                  <a:pt x="409577" y="76849"/>
                  <a:pt x="411148" y="81794"/>
                  <a:pt x="412581" y="86923"/>
                </a:cubicBezTo>
                <a:cubicBezTo>
                  <a:pt x="413690" y="83041"/>
                  <a:pt x="415238" y="78374"/>
                  <a:pt x="417225" y="72921"/>
                </a:cubicBezTo>
                <a:lnTo>
                  <a:pt x="433584" y="28004"/>
                </a:lnTo>
                <a:lnTo>
                  <a:pt x="446407" y="28004"/>
                </a:lnTo>
                <a:lnTo>
                  <a:pt x="418542" y="101618"/>
                </a:lnTo>
                <a:lnTo>
                  <a:pt x="406897" y="101618"/>
                </a:lnTo>
                <a:close/>
                <a:moveTo>
                  <a:pt x="507822" y="77773"/>
                </a:moveTo>
                <a:lnTo>
                  <a:pt x="520715" y="79437"/>
                </a:lnTo>
                <a:cubicBezTo>
                  <a:pt x="518681" y="86991"/>
                  <a:pt x="514915" y="92854"/>
                  <a:pt x="509416" y="97026"/>
                </a:cubicBezTo>
                <a:cubicBezTo>
                  <a:pt x="503917" y="101197"/>
                  <a:pt x="496893" y="103282"/>
                  <a:pt x="488344" y="103282"/>
                </a:cubicBezTo>
                <a:cubicBezTo>
                  <a:pt x="477577" y="103282"/>
                  <a:pt x="469039" y="99966"/>
                  <a:pt x="462731" y="93335"/>
                </a:cubicBezTo>
                <a:cubicBezTo>
                  <a:pt x="456424" y="86704"/>
                  <a:pt x="453270" y="77404"/>
                  <a:pt x="453270" y="65435"/>
                </a:cubicBezTo>
                <a:cubicBezTo>
                  <a:pt x="453270" y="53050"/>
                  <a:pt x="456458" y="43438"/>
                  <a:pt x="462835" y="36599"/>
                </a:cubicBezTo>
                <a:cubicBezTo>
                  <a:pt x="469212" y="29760"/>
                  <a:pt x="477484" y="26340"/>
                  <a:pt x="487651" y="26340"/>
                </a:cubicBezTo>
                <a:cubicBezTo>
                  <a:pt x="497494" y="26340"/>
                  <a:pt x="505534" y="29686"/>
                  <a:pt x="511773" y="36376"/>
                </a:cubicBezTo>
                <a:cubicBezTo>
                  <a:pt x="518011" y="43065"/>
                  <a:pt x="521131" y="52476"/>
                  <a:pt x="521131" y="64610"/>
                </a:cubicBezTo>
                <a:cubicBezTo>
                  <a:pt x="521131" y="65348"/>
                  <a:pt x="521108" y="66454"/>
                  <a:pt x="521061" y="67930"/>
                </a:cubicBezTo>
                <a:lnTo>
                  <a:pt x="466163" y="67930"/>
                </a:lnTo>
                <a:cubicBezTo>
                  <a:pt x="466625" y="76040"/>
                  <a:pt x="468912" y="82250"/>
                  <a:pt x="473025" y="86559"/>
                </a:cubicBezTo>
                <a:cubicBezTo>
                  <a:pt x="477138" y="90868"/>
                  <a:pt x="482267" y="93023"/>
                  <a:pt x="488413" y="93023"/>
                </a:cubicBezTo>
                <a:cubicBezTo>
                  <a:pt x="492988" y="93023"/>
                  <a:pt x="496893" y="91811"/>
                  <a:pt x="500128" y="89386"/>
                </a:cubicBezTo>
                <a:cubicBezTo>
                  <a:pt x="503362" y="86960"/>
                  <a:pt x="505927" y="83089"/>
                  <a:pt x="507822" y="77773"/>
                </a:cubicBezTo>
                <a:moveTo>
                  <a:pt x="466856" y="57671"/>
                </a:moveTo>
                <a:lnTo>
                  <a:pt x="507961" y="57671"/>
                </a:lnTo>
                <a:cubicBezTo>
                  <a:pt x="507406" y="51499"/>
                  <a:pt x="505835" y="46870"/>
                  <a:pt x="503247" y="43784"/>
                </a:cubicBezTo>
                <a:cubicBezTo>
                  <a:pt x="499273" y="38994"/>
                  <a:pt x="494120" y="36599"/>
                  <a:pt x="487789" y="36599"/>
                </a:cubicBezTo>
                <a:cubicBezTo>
                  <a:pt x="482059" y="36599"/>
                  <a:pt x="477242" y="38511"/>
                  <a:pt x="473337" y="42335"/>
                </a:cubicBezTo>
                <a:cubicBezTo>
                  <a:pt x="469432" y="46158"/>
                  <a:pt x="467272" y="51270"/>
                  <a:pt x="466856" y="57671"/>
                </a:cubicBez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Text sampling">
            <a:extLst xmlns:a="http://schemas.openxmlformats.org/drawingml/2006/main">
              <a:ext uri="{FF2B5EF4-FFF2-40B4-BE49-F238E27FC236}">
                <a16:creationId xmlns:a16="http://schemas.microsoft.com/office/drawing/2014/main" id="{59762D91-1A59-46E4-8D47-7425844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15" y="7981433"/>
            <a:ext cx="554064" cy="131563"/>
          </a:xfrm>
          <a:custGeom xmlns:a="http://schemas.openxmlformats.org/drawingml/2006/main">
            <a:pathLst>
              <a:path w="554064" h="131563">
                <a:moveTo>
                  <a:pt x="0" y="79576"/>
                </a:moveTo>
                <a:lnTo>
                  <a:pt x="12338" y="77635"/>
                </a:lnTo>
                <a:cubicBezTo>
                  <a:pt x="13032" y="82601"/>
                  <a:pt x="14961" y="86408"/>
                  <a:pt x="18126" y="89055"/>
                </a:cubicBezTo>
                <a:cubicBezTo>
                  <a:pt x="21292" y="91700"/>
                  <a:pt x="25716" y="93023"/>
                  <a:pt x="31400" y="93023"/>
                </a:cubicBezTo>
                <a:cubicBezTo>
                  <a:pt x="37131" y="93023"/>
                  <a:pt x="41382" y="91856"/>
                  <a:pt x="44155" y="89523"/>
                </a:cubicBezTo>
                <a:cubicBezTo>
                  <a:pt x="46927" y="87189"/>
                  <a:pt x="48314" y="84451"/>
                  <a:pt x="48314" y="81308"/>
                </a:cubicBezTo>
                <a:cubicBezTo>
                  <a:pt x="48314" y="78490"/>
                  <a:pt x="47089" y="76271"/>
                  <a:pt x="44640" y="74654"/>
                </a:cubicBezTo>
                <a:cubicBezTo>
                  <a:pt x="42930" y="73545"/>
                  <a:pt x="38679" y="72136"/>
                  <a:pt x="31886" y="70426"/>
                </a:cubicBezTo>
                <a:cubicBezTo>
                  <a:pt x="22736" y="68115"/>
                  <a:pt x="16393" y="66117"/>
                  <a:pt x="12858" y="64430"/>
                </a:cubicBezTo>
                <a:cubicBezTo>
                  <a:pt x="9323" y="62743"/>
                  <a:pt x="6643" y="60410"/>
                  <a:pt x="4818" y="57429"/>
                </a:cubicBezTo>
                <a:cubicBezTo>
                  <a:pt x="2992" y="54448"/>
                  <a:pt x="2080" y="51156"/>
                  <a:pt x="2080" y="47551"/>
                </a:cubicBezTo>
                <a:cubicBezTo>
                  <a:pt x="2080" y="44270"/>
                  <a:pt x="2830" y="41232"/>
                  <a:pt x="4332" y="38436"/>
                </a:cubicBezTo>
                <a:cubicBezTo>
                  <a:pt x="5834" y="35640"/>
                  <a:pt x="7879" y="33318"/>
                  <a:pt x="10467" y="31470"/>
                </a:cubicBezTo>
                <a:cubicBezTo>
                  <a:pt x="12408" y="30037"/>
                  <a:pt x="15053" y="28824"/>
                  <a:pt x="18404" y="27831"/>
                </a:cubicBezTo>
                <a:cubicBezTo>
                  <a:pt x="21754" y="26837"/>
                  <a:pt x="25347" y="26340"/>
                  <a:pt x="29182" y="26340"/>
                </a:cubicBezTo>
                <a:cubicBezTo>
                  <a:pt x="34959" y="26340"/>
                  <a:pt x="40030" y="27172"/>
                  <a:pt x="44397" y="28836"/>
                </a:cubicBezTo>
                <a:cubicBezTo>
                  <a:pt x="48764" y="30499"/>
                  <a:pt x="51988" y="32752"/>
                  <a:pt x="54067" y="35594"/>
                </a:cubicBezTo>
                <a:cubicBezTo>
                  <a:pt x="56147" y="38436"/>
                  <a:pt x="57579" y="42237"/>
                  <a:pt x="58365" y="46997"/>
                </a:cubicBezTo>
                <a:lnTo>
                  <a:pt x="46165" y="48660"/>
                </a:lnTo>
                <a:cubicBezTo>
                  <a:pt x="45610" y="44871"/>
                  <a:pt x="44005" y="41913"/>
                  <a:pt x="41347" y="39788"/>
                </a:cubicBezTo>
                <a:cubicBezTo>
                  <a:pt x="38690" y="37662"/>
                  <a:pt x="34936" y="36599"/>
                  <a:pt x="30083" y="36599"/>
                </a:cubicBezTo>
                <a:cubicBezTo>
                  <a:pt x="24353" y="36599"/>
                  <a:pt x="20264" y="37547"/>
                  <a:pt x="17814" y="39441"/>
                </a:cubicBezTo>
                <a:cubicBezTo>
                  <a:pt x="15365" y="41336"/>
                  <a:pt x="14141" y="43554"/>
                  <a:pt x="14141" y="46096"/>
                </a:cubicBezTo>
                <a:cubicBezTo>
                  <a:pt x="14141" y="47713"/>
                  <a:pt x="14649" y="49169"/>
                  <a:pt x="15666" y="50463"/>
                </a:cubicBezTo>
                <a:cubicBezTo>
                  <a:pt x="16682" y="51803"/>
                  <a:pt x="18277" y="52912"/>
                  <a:pt x="20448" y="53790"/>
                </a:cubicBezTo>
                <a:cubicBezTo>
                  <a:pt x="21696" y="54252"/>
                  <a:pt x="25370" y="55315"/>
                  <a:pt x="31470" y="56978"/>
                </a:cubicBezTo>
                <a:cubicBezTo>
                  <a:pt x="40296" y="59335"/>
                  <a:pt x="46454" y="61264"/>
                  <a:pt x="49943" y="62766"/>
                </a:cubicBezTo>
                <a:cubicBezTo>
                  <a:pt x="53432" y="64268"/>
                  <a:pt x="56170" y="66452"/>
                  <a:pt x="58157" y="69317"/>
                </a:cubicBezTo>
                <a:cubicBezTo>
                  <a:pt x="60144" y="72182"/>
                  <a:pt x="61137" y="75740"/>
                  <a:pt x="61137" y="79991"/>
                </a:cubicBezTo>
                <a:cubicBezTo>
                  <a:pt x="61137" y="84150"/>
                  <a:pt x="59924" y="88067"/>
                  <a:pt x="57498" y="91741"/>
                </a:cubicBezTo>
                <a:cubicBezTo>
                  <a:pt x="55072" y="95414"/>
                  <a:pt x="51572" y="98256"/>
                  <a:pt x="46997" y="100267"/>
                </a:cubicBezTo>
                <a:cubicBezTo>
                  <a:pt x="42422" y="102277"/>
                  <a:pt x="37246" y="103282"/>
                  <a:pt x="31470" y="103282"/>
                </a:cubicBezTo>
                <a:cubicBezTo>
                  <a:pt x="21904" y="103282"/>
                  <a:pt x="14614" y="101289"/>
                  <a:pt x="9600" y="97303"/>
                </a:cubicBezTo>
                <a:cubicBezTo>
                  <a:pt x="4586" y="93318"/>
                  <a:pt x="1386" y="87408"/>
                  <a:pt x="0" y="79576"/>
                </a:cubicBezTo>
                <a:close/>
                <a:moveTo>
                  <a:pt x="124008" y="92330"/>
                </a:moveTo>
                <a:cubicBezTo>
                  <a:pt x="119386" y="96334"/>
                  <a:pt x="114939" y="99161"/>
                  <a:pt x="110664" y="100810"/>
                </a:cubicBezTo>
                <a:cubicBezTo>
                  <a:pt x="106390" y="102458"/>
                  <a:pt x="101803" y="103282"/>
                  <a:pt x="96905" y="103282"/>
                </a:cubicBezTo>
                <a:cubicBezTo>
                  <a:pt x="88818" y="103282"/>
                  <a:pt x="82602" y="101306"/>
                  <a:pt x="78259" y="97355"/>
                </a:cubicBezTo>
                <a:cubicBezTo>
                  <a:pt x="73915" y="93404"/>
                  <a:pt x="71743" y="88356"/>
                  <a:pt x="71743" y="82210"/>
                </a:cubicBezTo>
                <a:cubicBezTo>
                  <a:pt x="71743" y="78605"/>
                  <a:pt x="72563" y="75313"/>
                  <a:pt x="74204" y="72332"/>
                </a:cubicBezTo>
                <a:cubicBezTo>
                  <a:pt x="75844" y="69351"/>
                  <a:pt x="77993" y="66960"/>
                  <a:pt x="80650" y="65158"/>
                </a:cubicBezTo>
                <a:cubicBezTo>
                  <a:pt x="83307" y="63355"/>
                  <a:pt x="86299" y="61992"/>
                  <a:pt x="89627" y="61068"/>
                </a:cubicBezTo>
                <a:cubicBezTo>
                  <a:pt x="92076" y="60421"/>
                  <a:pt x="95773" y="59797"/>
                  <a:pt x="100717" y="59196"/>
                </a:cubicBezTo>
                <a:cubicBezTo>
                  <a:pt x="110791" y="57995"/>
                  <a:pt x="118208" y="56562"/>
                  <a:pt x="122968" y="54899"/>
                </a:cubicBezTo>
                <a:cubicBezTo>
                  <a:pt x="123014" y="53196"/>
                  <a:pt x="123037" y="52115"/>
                  <a:pt x="123037" y="51654"/>
                </a:cubicBezTo>
                <a:cubicBezTo>
                  <a:pt x="123037" y="46589"/>
                  <a:pt x="121859" y="43022"/>
                  <a:pt x="119502" y="40951"/>
                </a:cubicBezTo>
                <a:cubicBezTo>
                  <a:pt x="116313" y="38142"/>
                  <a:pt x="111577" y="36738"/>
                  <a:pt x="105292" y="36738"/>
                </a:cubicBezTo>
                <a:cubicBezTo>
                  <a:pt x="99423" y="36738"/>
                  <a:pt x="95091" y="37766"/>
                  <a:pt x="92295" y="39822"/>
                </a:cubicBezTo>
                <a:cubicBezTo>
                  <a:pt x="89499" y="41879"/>
                  <a:pt x="87431" y="45518"/>
                  <a:pt x="86091" y="50740"/>
                </a:cubicBezTo>
                <a:lnTo>
                  <a:pt x="73892" y="49076"/>
                </a:lnTo>
                <a:cubicBezTo>
                  <a:pt x="75001" y="43838"/>
                  <a:pt x="76826" y="39609"/>
                  <a:pt x="79368" y="36387"/>
                </a:cubicBezTo>
                <a:cubicBezTo>
                  <a:pt x="81909" y="33165"/>
                  <a:pt x="85583" y="30686"/>
                  <a:pt x="90389" y="28948"/>
                </a:cubicBezTo>
                <a:cubicBezTo>
                  <a:pt x="95195" y="27210"/>
                  <a:pt x="100763" y="26340"/>
                  <a:pt x="107094" y="26340"/>
                </a:cubicBezTo>
                <a:cubicBezTo>
                  <a:pt x="113379" y="26340"/>
                  <a:pt x="118485" y="27083"/>
                  <a:pt x="122413" y="28567"/>
                </a:cubicBezTo>
                <a:cubicBezTo>
                  <a:pt x="126341" y="30050"/>
                  <a:pt x="129229" y="31917"/>
                  <a:pt x="131078" y="34167"/>
                </a:cubicBezTo>
                <a:cubicBezTo>
                  <a:pt x="132926" y="36415"/>
                  <a:pt x="134220" y="39256"/>
                  <a:pt x="134960" y="42688"/>
                </a:cubicBezTo>
                <a:cubicBezTo>
                  <a:pt x="135376" y="44821"/>
                  <a:pt x="135583" y="48652"/>
                  <a:pt x="135583" y="54182"/>
                </a:cubicBezTo>
                <a:lnTo>
                  <a:pt x="135583" y="70770"/>
                </a:lnTo>
                <a:cubicBezTo>
                  <a:pt x="135583" y="82336"/>
                  <a:pt x="135849" y="89661"/>
                  <a:pt x="136381" y="92746"/>
                </a:cubicBezTo>
                <a:cubicBezTo>
                  <a:pt x="136912" y="95830"/>
                  <a:pt x="137963" y="98788"/>
                  <a:pt x="139535" y="101618"/>
                </a:cubicBezTo>
                <a:lnTo>
                  <a:pt x="126503" y="101618"/>
                </a:lnTo>
                <a:cubicBezTo>
                  <a:pt x="125209" y="98971"/>
                  <a:pt x="124377" y="95875"/>
                  <a:pt x="124008" y="92330"/>
                </a:cubicBezTo>
                <a:moveTo>
                  <a:pt x="122968" y="64742"/>
                </a:moveTo>
                <a:cubicBezTo>
                  <a:pt x="118439" y="66582"/>
                  <a:pt x="111646" y="68146"/>
                  <a:pt x="102589" y="69434"/>
                </a:cubicBezTo>
                <a:cubicBezTo>
                  <a:pt x="97459" y="70169"/>
                  <a:pt x="93832" y="70996"/>
                  <a:pt x="91706" y="71916"/>
                </a:cubicBezTo>
                <a:cubicBezTo>
                  <a:pt x="89580" y="72836"/>
                  <a:pt x="87940" y="74181"/>
                  <a:pt x="86785" y="75952"/>
                </a:cubicBezTo>
                <a:cubicBezTo>
                  <a:pt x="85629" y="77722"/>
                  <a:pt x="85052" y="79688"/>
                  <a:pt x="85052" y="81850"/>
                </a:cubicBezTo>
                <a:cubicBezTo>
                  <a:pt x="85052" y="85161"/>
                  <a:pt x="86311" y="87921"/>
                  <a:pt x="88829" y="90129"/>
                </a:cubicBezTo>
                <a:cubicBezTo>
                  <a:pt x="91348" y="92336"/>
                  <a:pt x="95033" y="93439"/>
                  <a:pt x="99885" y="93439"/>
                </a:cubicBezTo>
                <a:cubicBezTo>
                  <a:pt x="104691" y="93439"/>
                  <a:pt x="108966" y="92391"/>
                  <a:pt x="112709" y="90296"/>
                </a:cubicBezTo>
                <a:cubicBezTo>
                  <a:pt x="116452" y="88199"/>
                  <a:pt x="119202" y="85335"/>
                  <a:pt x="120958" y="81703"/>
                </a:cubicBezTo>
                <a:cubicBezTo>
                  <a:pt x="122298" y="78900"/>
                  <a:pt x="122968" y="74763"/>
                  <a:pt x="122968" y="69293"/>
                </a:cubicBezTo>
                <a:lnTo>
                  <a:pt x="122968" y="64742"/>
                </a:lnTo>
                <a:close/>
                <a:moveTo>
                  <a:pt x="154838" y="101618"/>
                </a:moveTo>
                <a:lnTo>
                  <a:pt x="154838" y="28004"/>
                </a:lnTo>
                <a:lnTo>
                  <a:pt x="165998" y="28004"/>
                </a:lnTo>
                <a:lnTo>
                  <a:pt x="165998" y="38332"/>
                </a:lnTo>
                <a:cubicBezTo>
                  <a:pt x="168309" y="34728"/>
                  <a:pt x="171382" y="31828"/>
                  <a:pt x="175217" y="29633"/>
                </a:cubicBezTo>
                <a:cubicBezTo>
                  <a:pt x="179053" y="27438"/>
                  <a:pt x="183420" y="26340"/>
                  <a:pt x="188318" y="26340"/>
                </a:cubicBezTo>
                <a:cubicBezTo>
                  <a:pt x="193771" y="26340"/>
                  <a:pt x="198242" y="27473"/>
                  <a:pt x="201731" y="29737"/>
                </a:cubicBezTo>
                <a:cubicBezTo>
                  <a:pt x="205220" y="32001"/>
                  <a:pt x="207681" y="35167"/>
                  <a:pt x="209113" y="39233"/>
                </a:cubicBezTo>
                <a:cubicBezTo>
                  <a:pt x="214936" y="30638"/>
                  <a:pt x="222514" y="26340"/>
                  <a:pt x="231849" y="26340"/>
                </a:cubicBezTo>
                <a:cubicBezTo>
                  <a:pt x="239150" y="26340"/>
                  <a:pt x="244765" y="28362"/>
                  <a:pt x="248693" y="32406"/>
                </a:cubicBezTo>
                <a:cubicBezTo>
                  <a:pt x="252621" y="36449"/>
                  <a:pt x="254585" y="42676"/>
                  <a:pt x="254585" y="51086"/>
                </a:cubicBezTo>
                <a:lnTo>
                  <a:pt x="254585" y="101618"/>
                </a:lnTo>
                <a:lnTo>
                  <a:pt x="242177" y="101618"/>
                </a:lnTo>
                <a:lnTo>
                  <a:pt x="242177" y="55245"/>
                </a:lnTo>
                <a:cubicBezTo>
                  <a:pt x="242177" y="50255"/>
                  <a:pt x="241773" y="46662"/>
                  <a:pt x="240964" y="44467"/>
                </a:cubicBezTo>
                <a:cubicBezTo>
                  <a:pt x="240155" y="42272"/>
                  <a:pt x="238688" y="40504"/>
                  <a:pt x="236562" y="39164"/>
                </a:cubicBezTo>
                <a:cubicBezTo>
                  <a:pt x="234437" y="37824"/>
                  <a:pt x="231941" y="37154"/>
                  <a:pt x="229076" y="37154"/>
                </a:cubicBezTo>
                <a:cubicBezTo>
                  <a:pt x="223901" y="37154"/>
                  <a:pt x="219603" y="38875"/>
                  <a:pt x="216183" y="42318"/>
                </a:cubicBezTo>
                <a:cubicBezTo>
                  <a:pt x="212764" y="45761"/>
                  <a:pt x="211054" y="51271"/>
                  <a:pt x="211054" y="58850"/>
                </a:cubicBezTo>
                <a:lnTo>
                  <a:pt x="211054" y="101618"/>
                </a:lnTo>
                <a:lnTo>
                  <a:pt x="198577" y="101618"/>
                </a:lnTo>
                <a:lnTo>
                  <a:pt x="198577" y="53790"/>
                </a:lnTo>
                <a:cubicBezTo>
                  <a:pt x="198577" y="48244"/>
                  <a:pt x="197560" y="44085"/>
                  <a:pt x="195527" y="41313"/>
                </a:cubicBezTo>
                <a:cubicBezTo>
                  <a:pt x="193494" y="38540"/>
                  <a:pt x="190167" y="37154"/>
                  <a:pt x="185545" y="37154"/>
                </a:cubicBezTo>
                <a:cubicBezTo>
                  <a:pt x="182033" y="37154"/>
                  <a:pt x="178787" y="38078"/>
                  <a:pt x="175806" y="39926"/>
                </a:cubicBezTo>
                <a:cubicBezTo>
                  <a:pt x="172826" y="41775"/>
                  <a:pt x="170665" y="44478"/>
                  <a:pt x="169325" y="48036"/>
                </a:cubicBezTo>
                <a:cubicBezTo>
                  <a:pt x="167985" y="51595"/>
                  <a:pt x="167315" y="56724"/>
                  <a:pt x="167315" y="63425"/>
                </a:cubicBezTo>
                <a:lnTo>
                  <a:pt x="167315" y="101618"/>
                </a:lnTo>
                <a:lnTo>
                  <a:pt x="154838" y="101618"/>
                </a:lnTo>
                <a:close/>
                <a:moveTo>
                  <a:pt x="273139" y="129899"/>
                </a:moveTo>
                <a:lnTo>
                  <a:pt x="273139" y="28004"/>
                </a:lnTo>
                <a:lnTo>
                  <a:pt x="284507" y="28004"/>
                </a:lnTo>
                <a:lnTo>
                  <a:pt x="284507" y="37637"/>
                </a:lnTo>
                <a:cubicBezTo>
                  <a:pt x="287187" y="33871"/>
                  <a:pt x="290214" y="31047"/>
                  <a:pt x="293587" y="29165"/>
                </a:cubicBezTo>
                <a:cubicBezTo>
                  <a:pt x="296960" y="27282"/>
                  <a:pt x="301050" y="26340"/>
                  <a:pt x="305856" y="26340"/>
                </a:cubicBezTo>
                <a:cubicBezTo>
                  <a:pt x="312141" y="26340"/>
                  <a:pt x="317686" y="27958"/>
                  <a:pt x="322492" y="31193"/>
                </a:cubicBezTo>
                <a:cubicBezTo>
                  <a:pt x="327298" y="34427"/>
                  <a:pt x="330926" y="38991"/>
                  <a:pt x="333375" y="44883"/>
                </a:cubicBezTo>
                <a:cubicBezTo>
                  <a:pt x="335824" y="50774"/>
                  <a:pt x="337049" y="57232"/>
                  <a:pt x="337049" y="64257"/>
                </a:cubicBezTo>
                <a:cubicBezTo>
                  <a:pt x="337049" y="71789"/>
                  <a:pt x="335697" y="78570"/>
                  <a:pt x="332994" y="84601"/>
                </a:cubicBezTo>
                <a:cubicBezTo>
                  <a:pt x="330290" y="90632"/>
                  <a:pt x="326362" y="95253"/>
                  <a:pt x="321210" y="98464"/>
                </a:cubicBezTo>
                <a:cubicBezTo>
                  <a:pt x="316057" y="101676"/>
                  <a:pt x="310639" y="103282"/>
                  <a:pt x="304955" y="103282"/>
                </a:cubicBezTo>
                <a:cubicBezTo>
                  <a:pt x="300796" y="103282"/>
                  <a:pt x="297064" y="102404"/>
                  <a:pt x="293760" y="100648"/>
                </a:cubicBezTo>
                <a:cubicBezTo>
                  <a:pt x="290456" y="98892"/>
                  <a:pt x="287741" y="96674"/>
                  <a:pt x="285616" y="93993"/>
                </a:cubicBezTo>
                <a:lnTo>
                  <a:pt x="285616" y="129899"/>
                </a:lnTo>
                <a:lnTo>
                  <a:pt x="273139" y="129899"/>
                </a:lnTo>
                <a:moveTo>
                  <a:pt x="284437" y="65262"/>
                </a:moveTo>
                <a:cubicBezTo>
                  <a:pt x="284437" y="74723"/>
                  <a:pt x="286355" y="81716"/>
                  <a:pt x="290191" y="86239"/>
                </a:cubicBezTo>
                <a:cubicBezTo>
                  <a:pt x="294026" y="90762"/>
                  <a:pt x="298670" y="93023"/>
                  <a:pt x="304123" y="93023"/>
                </a:cubicBezTo>
                <a:cubicBezTo>
                  <a:pt x="309669" y="93023"/>
                  <a:pt x="314417" y="90681"/>
                  <a:pt x="318368" y="85996"/>
                </a:cubicBezTo>
                <a:cubicBezTo>
                  <a:pt x="322319" y="81311"/>
                  <a:pt x="324294" y="74053"/>
                  <a:pt x="324294" y="64222"/>
                </a:cubicBezTo>
                <a:cubicBezTo>
                  <a:pt x="324294" y="54853"/>
                  <a:pt x="322365" y="47837"/>
                  <a:pt x="318506" y="43176"/>
                </a:cubicBezTo>
                <a:cubicBezTo>
                  <a:pt x="314648" y="38514"/>
                  <a:pt x="310038" y="36183"/>
                  <a:pt x="304678" y="36183"/>
                </a:cubicBezTo>
                <a:cubicBezTo>
                  <a:pt x="299363" y="36183"/>
                  <a:pt x="294661" y="38664"/>
                  <a:pt x="290572" y="43626"/>
                </a:cubicBezTo>
                <a:cubicBezTo>
                  <a:pt x="286482" y="48588"/>
                  <a:pt x="284437" y="55800"/>
                  <a:pt x="284437" y="65262"/>
                </a:cubicBezTo>
                <a:close/>
                <a:moveTo>
                  <a:pt x="351728" y="101618"/>
                </a:moveTo>
                <a:lnTo>
                  <a:pt x="351728" y="0"/>
                </a:lnTo>
                <a:lnTo>
                  <a:pt x="364205" y="0"/>
                </a:lnTo>
                <a:lnTo>
                  <a:pt x="364205" y="101618"/>
                </a:lnTo>
                <a:lnTo>
                  <a:pt x="351728" y="101618"/>
                </a:lnTo>
                <a:close/>
                <a:moveTo>
                  <a:pt x="383622" y="14279"/>
                </a:moveTo>
                <a:lnTo>
                  <a:pt x="383622" y="0"/>
                </a:lnTo>
                <a:lnTo>
                  <a:pt x="396099" y="0"/>
                </a:lnTo>
                <a:lnTo>
                  <a:pt x="396099" y="14279"/>
                </a:lnTo>
                <a:lnTo>
                  <a:pt x="383622" y="14279"/>
                </a:lnTo>
                <a:moveTo>
                  <a:pt x="383622" y="101618"/>
                </a:moveTo>
                <a:lnTo>
                  <a:pt x="383622" y="28004"/>
                </a:lnTo>
                <a:lnTo>
                  <a:pt x="396099" y="28004"/>
                </a:lnTo>
                <a:lnTo>
                  <a:pt x="396099" y="101618"/>
                </a:lnTo>
                <a:lnTo>
                  <a:pt x="383622" y="101618"/>
                </a:lnTo>
                <a:close/>
                <a:moveTo>
                  <a:pt x="415099" y="101618"/>
                </a:moveTo>
                <a:lnTo>
                  <a:pt x="415099" y="28004"/>
                </a:lnTo>
                <a:lnTo>
                  <a:pt x="426328" y="28004"/>
                </a:lnTo>
                <a:lnTo>
                  <a:pt x="426328" y="38471"/>
                </a:lnTo>
                <a:cubicBezTo>
                  <a:pt x="431735" y="30384"/>
                  <a:pt x="439545" y="26340"/>
                  <a:pt x="449758" y="26340"/>
                </a:cubicBezTo>
                <a:cubicBezTo>
                  <a:pt x="454194" y="26340"/>
                  <a:pt x="458272" y="27137"/>
                  <a:pt x="461992" y="28732"/>
                </a:cubicBezTo>
                <a:cubicBezTo>
                  <a:pt x="465712" y="30326"/>
                  <a:pt x="468496" y="32417"/>
                  <a:pt x="470345" y="35005"/>
                </a:cubicBezTo>
                <a:cubicBezTo>
                  <a:pt x="472193" y="37593"/>
                  <a:pt x="473487" y="40666"/>
                  <a:pt x="474226" y="44224"/>
                </a:cubicBezTo>
                <a:cubicBezTo>
                  <a:pt x="474688" y="46535"/>
                  <a:pt x="474919" y="50578"/>
                  <a:pt x="474919" y="56354"/>
                </a:cubicBezTo>
                <a:lnTo>
                  <a:pt x="474919" y="101618"/>
                </a:lnTo>
                <a:lnTo>
                  <a:pt x="462442" y="101618"/>
                </a:lnTo>
                <a:lnTo>
                  <a:pt x="462442" y="56840"/>
                </a:lnTo>
                <a:cubicBezTo>
                  <a:pt x="462442" y="51756"/>
                  <a:pt x="461957" y="47956"/>
                  <a:pt x="460987" y="45437"/>
                </a:cubicBezTo>
                <a:cubicBezTo>
                  <a:pt x="460016" y="42919"/>
                  <a:pt x="458295" y="40908"/>
                  <a:pt x="455823" y="39407"/>
                </a:cubicBezTo>
                <a:cubicBezTo>
                  <a:pt x="453350" y="37905"/>
                  <a:pt x="450451" y="37154"/>
                  <a:pt x="447123" y="37154"/>
                </a:cubicBezTo>
                <a:cubicBezTo>
                  <a:pt x="441809" y="37154"/>
                  <a:pt x="437223" y="38840"/>
                  <a:pt x="433364" y="42214"/>
                </a:cubicBezTo>
                <a:cubicBezTo>
                  <a:pt x="429505" y="45587"/>
                  <a:pt x="427576" y="51988"/>
                  <a:pt x="427576" y="61415"/>
                </a:cubicBezTo>
                <a:lnTo>
                  <a:pt x="427576" y="101618"/>
                </a:lnTo>
                <a:lnTo>
                  <a:pt x="415099" y="101618"/>
                </a:lnTo>
                <a:close/>
                <a:moveTo>
                  <a:pt x="491679" y="107718"/>
                </a:moveTo>
                <a:lnTo>
                  <a:pt x="503809" y="109382"/>
                </a:lnTo>
                <a:cubicBezTo>
                  <a:pt x="504318" y="113170"/>
                  <a:pt x="505727" y="115929"/>
                  <a:pt x="508038" y="117659"/>
                </a:cubicBezTo>
                <a:cubicBezTo>
                  <a:pt x="511134" y="119997"/>
                  <a:pt x="515362" y="121166"/>
                  <a:pt x="520722" y="121166"/>
                </a:cubicBezTo>
                <a:cubicBezTo>
                  <a:pt x="526499" y="121166"/>
                  <a:pt x="530958" y="120007"/>
                  <a:pt x="534101" y="117691"/>
                </a:cubicBezTo>
                <a:cubicBezTo>
                  <a:pt x="537243" y="115375"/>
                  <a:pt x="539369" y="112133"/>
                  <a:pt x="540478" y="107965"/>
                </a:cubicBezTo>
                <a:cubicBezTo>
                  <a:pt x="541125" y="105416"/>
                  <a:pt x="541425" y="100066"/>
                  <a:pt x="541379" y="91914"/>
                </a:cubicBezTo>
                <a:cubicBezTo>
                  <a:pt x="535926" y="98383"/>
                  <a:pt x="529133" y="101618"/>
                  <a:pt x="521000" y="101618"/>
                </a:cubicBezTo>
                <a:cubicBezTo>
                  <a:pt x="510880" y="101618"/>
                  <a:pt x="503047" y="97968"/>
                  <a:pt x="497501" y="90666"/>
                </a:cubicBezTo>
                <a:cubicBezTo>
                  <a:pt x="491956" y="83365"/>
                  <a:pt x="489183" y="74608"/>
                  <a:pt x="489183" y="64395"/>
                </a:cubicBezTo>
                <a:cubicBezTo>
                  <a:pt x="489183" y="57371"/>
                  <a:pt x="490454" y="50890"/>
                  <a:pt x="492996" y="44952"/>
                </a:cubicBezTo>
                <a:cubicBezTo>
                  <a:pt x="495537" y="39014"/>
                  <a:pt x="499223" y="34427"/>
                  <a:pt x="504052" y="31193"/>
                </a:cubicBezTo>
                <a:cubicBezTo>
                  <a:pt x="508881" y="27958"/>
                  <a:pt x="514553" y="26340"/>
                  <a:pt x="521069" y="26340"/>
                </a:cubicBezTo>
                <a:cubicBezTo>
                  <a:pt x="529757" y="26340"/>
                  <a:pt x="536919" y="29899"/>
                  <a:pt x="542557" y="37015"/>
                </a:cubicBezTo>
                <a:lnTo>
                  <a:pt x="542557" y="28004"/>
                </a:lnTo>
                <a:lnTo>
                  <a:pt x="554064" y="28004"/>
                </a:lnTo>
                <a:lnTo>
                  <a:pt x="554064" y="91680"/>
                </a:lnTo>
                <a:cubicBezTo>
                  <a:pt x="554064" y="103148"/>
                  <a:pt x="552897" y="111274"/>
                  <a:pt x="550563" y="116060"/>
                </a:cubicBezTo>
                <a:cubicBezTo>
                  <a:pt x="548230" y="120846"/>
                  <a:pt x="544533" y="124626"/>
                  <a:pt x="539473" y="127400"/>
                </a:cubicBezTo>
                <a:cubicBezTo>
                  <a:pt x="534413" y="130175"/>
                  <a:pt x="528186" y="131563"/>
                  <a:pt x="520792" y="131563"/>
                </a:cubicBezTo>
                <a:cubicBezTo>
                  <a:pt x="512012" y="131563"/>
                  <a:pt x="504918" y="129582"/>
                  <a:pt x="499512" y="125619"/>
                </a:cubicBezTo>
                <a:cubicBezTo>
                  <a:pt x="494105" y="121657"/>
                  <a:pt x="491494" y="115690"/>
                  <a:pt x="491679" y="107718"/>
                </a:cubicBezTo>
                <a:moveTo>
                  <a:pt x="502007" y="63496"/>
                </a:moveTo>
                <a:cubicBezTo>
                  <a:pt x="502007" y="73130"/>
                  <a:pt x="503925" y="80159"/>
                  <a:pt x="507760" y="84584"/>
                </a:cubicBezTo>
                <a:cubicBezTo>
                  <a:pt x="511596" y="89008"/>
                  <a:pt x="516402" y="91221"/>
                  <a:pt x="522178" y="91221"/>
                </a:cubicBezTo>
                <a:cubicBezTo>
                  <a:pt x="527908" y="91221"/>
                  <a:pt x="532714" y="89020"/>
                  <a:pt x="536596" y="84618"/>
                </a:cubicBezTo>
                <a:cubicBezTo>
                  <a:pt x="540478" y="80217"/>
                  <a:pt x="542419" y="73314"/>
                  <a:pt x="542419" y="63910"/>
                </a:cubicBezTo>
                <a:cubicBezTo>
                  <a:pt x="542419" y="54922"/>
                  <a:pt x="540420" y="48146"/>
                  <a:pt x="536423" y="43583"/>
                </a:cubicBezTo>
                <a:cubicBezTo>
                  <a:pt x="532425" y="39020"/>
                  <a:pt x="527608" y="36738"/>
                  <a:pt x="521970" y="36738"/>
                </a:cubicBezTo>
                <a:cubicBezTo>
                  <a:pt x="516425" y="36738"/>
                  <a:pt x="511711" y="38985"/>
                  <a:pt x="507830" y="43479"/>
                </a:cubicBezTo>
                <a:cubicBezTo>
                  <a:pt x="503948" y="47973"/>
                  <a:pt x="502007" y="54645"/>
                  <a:pt x="502007" y="63496"/>
                </a:cubicBezTo>
                <a:close/>
              </a:path>
            </a:pathLst>
          </a:custGeom>
          <a:solidFill xmlns:a="http://schemas.openxmlformats.org/drawingml/2006/main">
            <a:srgbClr val="1F4E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(�,�)∈�">
            <a:extLst xmlns:a="http://schemas.openxmlformats.org/drawingml/2006/main">
              <a:ext uri="{FF2B5EF4-FFF2-40B4-BE49-F238E27FC236}">
                <a16:creationId xmlns:a16="http://schemas.microsoft.com/office/drawing/2014/main" id="{3CF7F783-9846-4DB6-81D7-4527EDA7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07" y="7368983"/>
            <a:ext cx="478175" cy="106301"/>
          </a:xfrm>
          <a:custGeom xmlns:a="http://schemas.openxmlformats.org/drawingml/2006/main">
            <a:pathLst>
              <a:path w="478175" h="106301">
                <a:moveTo>
                  <a:pt x="27814" y="101056"/>
                </a:moveTo>
                <a:cubicBezTo>
                  <a:pt x="17915" y="96106"/>
                  <a:pt x="11155" y="90197"/>
                  <a:pt x="7536" y="83328"/>
                </a:cubicBezTo>
                <a:cubicBezTo>
                  <a:pt x="2512" y="73576"/>
                  <a:pt x="0" y="64120"/>
                  <a:pt x="0" y="54959"/>
                </a:cubicBezTo>
                <a:lnTo>
                  <a:pt x="0" y="47204"/>
                </a:lnTo>
                <a:cubicBezTo>
                  <a:pt x="0" y="38043"/>
                  <a:pt x="2512" y="28587"/>
                  <a:pt x="7536" y="18837"/>
                </a:cubicBezTo>
                <a:cubicBezTo>
                  <a:pt x="11155" y="11967"/>
                  <a:pt x="17915" y="6057"/>
                  <a:pt x="27814" y="1107"/>
                </a:cubicBezTo>
                <a:lnTo>
                  <a:pt x="27814" y="7534"/>
                </a:lnTo>
                <a:cubicBezTo>
                  <a:pt x="22790" y="10046"/>
                  <a:pt x="18320" y="14995"/>
                  <a:pt x="14406" y="22383"/>
                </a:cubicBezTo>
                <a:cubicBezTo>
                  <a:pt x="12855" y="25412"/>
                  <a:pt x="11857" y="28810"/>
                  <a:pt x="11413" y="32577"/>
                </a:cubicBezTo>
                <a:cubicBezTo>
                  <a:pt x="10970" y="36344"/>
                  <a:pt x="10748" y="41219"/>
                  <a:pt x="10748" y="47204"/>
                </a:cubicBezTo>
                <a:lnTo>
                  <a:pt x="10748" y="54959"/>
                </a:lnTo>
                <a:cubicBezTo>
                  <a:pt x="10748" y="60944"/>
                  <a:pt x="10970" y="65819"/>
                  <a:pt x="11413" y="69586"/>
                </a:cubicBezTo>
                <a:cubicBezTo>
                  <a:pt x="11857" y="73354"/>
                  <a:pt x="12855" y="76752"/>
                  <a:pt x="14406" y="79780"/>
                </a:cubicBezTo>
                <a:cubicBezTo>
                  <a:pt x="18320" y="87168"/>
                  <a:pt x="22790" y="92117"/>
                  <a:pt x="27814" y="94629"/>
                </a:cubicBezTo>
                <a:lnTo>
                  <a:pt x="27814" y="101056"/>
                </a:lnTo>
                <a:close/>
                <a:moveTo>
                  <a:pt x="66761" y="4986"/>
                </a:moveTo>
                <a:cubicBezTo>
                  <a:pt x="66761" y="5502"/>
                  <a:pt x="66724" y="5909"/>
                  <a:pt x="66651" y="6205"/>
                </a:cubicBezTo>
                <a:cubicBezTo>
                  <a:pt x="66281" y="7977"/>
                  <a:pt x="65431" y="9417"/>
                  <a:pt x="64101" y="10525"/>
                </a:cubicBezTo>
                <a:cubicBezTo>
                  <a:pt x="62624" y="11708"/>
                  <a:pt x="61036" y="12299"/>
                  <a:pt x="59336" y="12299"/>
                </a:cubicBezTo>
                <a:cubicBezTo>
                  <a:pt x="57638" y="12299"/>
                  <a:pt x="56308" y="11708"/>
                  <a:pt x="55348" y="10525"/>
                </a:cubicBezTo>
                <a:cubicBezTo>
                  <a:pt x="54609" y="9714"/>
                  <a:pt x="54240" y="8679"/>
                  <a:pt x="54240" y="7423"/>
                </a:cubicBezTo>
                <a:cubicBezTo>
                  <a:pt x="54240" y="6906"/>
                  <a:pt x="54277" y="6501"/>
                  <a:pt x="54350" y="6205"/>
                </a:cubicBezTo>
                <a:cubicBezTo>
                  <a:pt x="54720" y="4432"/>
                  <a:pt x="55606" y="2992"/>
                  <a:pt x="57010" y="1884"/>
                </a:cubicBezTo>
                <a:cubicBezTo>
                  <a:pt x="58413" y="628"/>
                  <a:pt x="59965" y="0"/>
                  <a:pt x="61665" y="0"/>
                </a:cubicBezTo>
                <a:cubicBezTo>
                  <a:pt x="63289" y="0"/>
                  <a:pt x="64618" y="628"/>
                  <a:pt x="65653" y="1884"/>
                </a:cubicBezTo>
                <a:cubicBezTo>
                  <a:pt x="66391" y="2696"/>
                  <a:pt x="66761" y="3730"/>
                  <a:pt x="66761" y="4986"/>
                </a:cubicBezTo>
                <a:moveTo>
                  <a:pt x="63548" y="24045"/>
                </a:moveTo>
                <a:lnTo>
                  <a:pt x="53464" y="75792"/>
                </a:lnTo>
                <a:lnTo>
                  <a:pt x="62884" y="75792"/>
                </a:lnTo>
                <a:lnTo>
                  <a:pt x="61774" y="81554"/>
                </a:lnTo>
                <a:lnTo>
                  <a:pt x="42494" y="81554"/>
                </a:lnTo>
                <a:lnTo>
                  <a:pt x="52467" y="29807"/>
                </a:lnTo>
                <a:lnTo>
                  <a:pt x="42937" y="29807"/>
                </a:lnTo>
                <a:lnTo>
                  <a:pt x="44156" y="24045"/>
                </a:lnTo>
                <a:lnTo>
                  <a:pt x="63548" y="24045"/>
                </a:lnTo>
                <a:close/>
                <a:moveTo>
                  <a:pt x="99917" y="69255"/>
                </a:moveTo>
                <a:cubicBezTo>
                  <a:pt x="99548" y="75386"/>
                  <a:pt x="98108" y="80667"/>
                  <a:pt x="95597" y="85100"/>
                </a:cubicBezTo>
                <a:cubicBezTo>
                  <a:pt x="92937" y="89532"/>
                  <a:pt x="88984" y="93373"/>
                  <a:pt x="83739" y="96624"/>
                </a:cubicBezTo>
                <a:lnTo>
                  <a:pt x="79418" y="92302"/>
                </a:lnTo>
                <a:cubicBezTo>
                  <a:pt x="82742" y="89791"/>
                  <a:pt x="85254" y="86873"/>
                  <a:pt x="86953" y="83549"/>
                </a:cubicBezTo>
                <a:cubicBezTo>
                  <a:pt x="88504" y="80151"/>
                  <a:pt x="89280" y="76050"/>
                  <a:pt x="89280" y="71249"/>
                </a:cubicBezTo>
                <a:lnTo>
                  <a:pt x="89280" y="69255"/>
                </a:lnTo>
                <a:lnTo>
                  <a:pt x="99917" y="69255"/>
                </a:lnTo>
                <a:close/>
                <a:moveTo>
                  <a:pt x="182309" y="4986"/>
                </a:moveTo>
                <a:cubicBezTo>
                  <a:pt x="182309" y="5502"/>
                  <a:pt x="182272" y="5909"/>
                  <a:pt x="182197" y="6205"/>
                </a:cubicBezTo>
                <a:cubicBezTo>
                  <a:pt x="181828" y="7977"/>
                  <a:pt x="180978" y="9417"/>
                  <a:pt x="179649" y="10525"/>
                </a:cubicBezTo>
                <a:cubicBezTo>
                  <a:pt x="178246" y="11708"/>
                  <a:pt x="176658" y="12299"/>
                  <a:pt x="174885" y="12299"/>
                </a:cubicBezTo>
                <a:cubicBezTo>
                  <a:pt x="173185" y="12299"/>
                  <a:pt x="171855" y="11708"/>
                  <a:pt x="170894" y="10525"/>
                </a:cubicBezTo>
                <a:cubicBezTo>
                  <a:pt x="170156" y="9714"/>
                  <a:pt x="169787" y="8679"/>
                  <a:pt x="169787" y="7423"/>
                </a:cubicBezTo>
                <a:cubicBezTo>
                  <a:pt x="169787" y="6906"/>
                  <a:pt x="169824" y="6501"/>
                  <a:pt x="169898" y="6205"/>
                </a:cubicBezTo>
                <a:cubicBezTo>
                  <a:pt x="170267" y="4580"/>
                  <a:pt x="171154" y="3139"/>
                  <a:pt x="172558" y="1884"/>
                </a:cubicBezTo>
                <a:cubicBezTo>
                  <a:pt x="174035" y="628"/>
                  <a:pt x="175623" y="0"/>
                  <a:pt x="177323" y="0"/>
                </a:cubicBezTo>
                <a:cubicBezTo>
                  <a:pt x="178874" y="0"/>
                  <a:pt x="180166" y="628"/>
                  <a:pt x="181200" y="1884"/>
                </a:cubicBezTo>
                <a:cubicBezTo>
                  <a:pt x="181939" y="2696"/>
                  <a:pt x="182309" y="3730"/>
                  <a:pt x="182309" y="4986"/>
                </a:cubicBezTo>
                <a:moveTo>
                  <a:pt x="178873" y="24045"/>
                </a:moveTo>
                <a:lnTo>
                  <a:pt x="166574" y="87205"/>
                </a:lnTo>
                <a:cubicBezTo>
                  <a:pt x="165318" y="93041"/>
                  <a:pt x="162658" y="97695"/>
                  <a:pt x="158595" y="101167"/>
                </a:cubicBezTo>
                <a:cubicBezTo>
                  <a:pt x="154459" y="104639"/>
                  <a:pt x="149288" y="106301"/>
                  <a:pt x="143082" y="106153"/>
                </a:cubicBezTo>
                <a:cubicBezTo>
                  <a:pt x="140644" y="106153"/>
                  <a:pt x="138243" y="105858"/>
                  <a:pt x="135880" y="105267"/>
                </a:cubicBezTo>
                <a:cubicBezTo>
                  <a:pt x="133738" y="104750"/>
                  <a:pt x="131596" y="103863"/>
                  <a:pt x="129453" y="102608"/>
                </a:cubicBezTo>
                <a:lnTo>
                  <a:pt x="131779" y="90750"/>
                </a:lnTo>
                <a:lnTo>
                  <a:pt x="136877" y="90750"/>
                </a:lnTo>
                <a:cubicBezTo>
                  <a:pt x="136803" y="91342"/>
                  <a:pt x="136766" y="92155"/>
                  <a:pt x="136766" y="93188"/>
                </a:cubicBezTo>
                <a:cubicBezTo>
                  <a:pt x="136766" y="95479"/>
                  <a:pt x="137209" y="97215"/>
                  <a:pt x="138096" y="98396"/>
                </a:cubicBezTo>
                <a:cubicBezTo>
                  <a:pt x="139278" y="100021"/>
                  <a:pt x="141346" y="100834"/>
                  <a:pt x="144301" y="100834"/>
                </a:cubicBezTo>
                <a:cubicBezTo>
                  <a:pt x="147551" y="100834"/>
                  <a:pt x="150210" y="99726"/>
                  <a:pt x="152279" y="97510"/>
                </a:cubicBezTo>
                <a:cubicBezTo>
                  <a:pt x="154274" y="95294"/>
                  <a:pt x="155714" y="91859"/>
                  <a:pt x="156600" y="87205"/>
                </a:cubicBezTo>
                <a:lnTo>
                  <a:pt x="167792" y="29807"/>
                </a:lnTo>
                <a:lnTo>
                  <a:pt x="158374" y="29807"/>
                </a:lnTo>
                <a:lnTo>
                  <a:pt x="159481" y="24045"/>
                </a:lnTo>
                <a:lnTo>
                  <a:pt x="178873" y="24045"/>
                </a:lnTo>
                <a:close/>
                <a:moveTo>
                  <a:pt x="224543" y="54959"/>
                </a:moveTo>
                <a:cubicBezTo>
                  <a:pt x="224543" y="64268"/>
                  <a:pt x="222068" y="73724"/>
                  <a:pt x="217119" y="83328"/>
                </a:cubicBezTo>
                <a:cubicBezTo>
                  <a:pt x="213574" y="90123"/>
                  <a:pt x="206815" y="96033"/>
                  <a:pt x="196841" y="101056"/>
                </a:cubicBezTo>
                <a:lnTo>
                  <a:pt x="196841" y="94629"/>
                </a:lnTo>
                <a:cubicBezTo>
                  <a:pt x="201938" y="92043"/>
                  <a:pt x="206371" y="87094"/>
                  <a:pt x="210139" y="79780"/>
                </a:cubicBezTo>
                <a:cubicBezTo>
                  <a:pt x="211247" y="77712"/>
                  <a:pt x="212078" y="75219"/>
                  <a:pt x="212632" y="72302"/>
                </a:cubicBezTo>
                <a:cubicBezTo>
                  <a:pt x="213186" y="69384"/>
                  <a:pt x="213519" y="66780"/>
                  <a:pt x="213629" y="64490"/>
                </a:cubicBezTo>
                <a:cubicBezTo>
                  <a:pt x="213740" y="62200"/>
                  <a:pt x="213795" y="59023"/>
                  <a:pt x="213795" y="54959"/>
                </a:cubicBezTo>
                <a:lnTo>
                  <a:pt x="213795" y="47204"/>
                </a:lnTo>
                <a:cubicBezTo>
                  <a:pt x="213795" y="43140"/>
                  <a:pt x="213740" y="39964"/>
                  <a:pt x="213629" y="37674"/>
                </a:cubicBezTo>
                <a:cubicBezTo>
                  <a:pt x="213519" y="35384"/>
                  <a:pt x="213186" y="32780"/>
                  <a:pt x="212632" y="29863"/>
                </a:cubicBezTo>
                <a:cubicBezTo>
                  <a:pt x="212078" y="26945"/>
                  <a:pt x="211247" y="24451"/>
                  <a:pt x="210139" y="22383"/>
                </a:cubicBezTo>
                <a:cubicBezTo>
                  <a:pt x="206371" y="15070"/>
                  <a:pt x="201938" y="10120"/>
                  <a:pt x="196841" y="7534"/>
                </a:cubicBezTo>
                <a:lnTo>
                  <a:pt x="196841" y="1107"/>
                </a:lnTo>
                <a:cubicBezTo>
                  <a:pt x="206815" y="6130"/>
                  <a:pt x="213574" y="12040"/>
                  <a:pt x="217119" y="18837"/>
                </a:cubicBezTo>
                <a:cubicBezTo>
                  <a:pt x="222068" y="28440"/>
                  <a:pt x="224543" y="37895"/>
                  <a:pt x="224543" y="47204"/>
                </a:cubicBezTo>
                <a:lnTo>
                  <a:pt x="224543" y="54959"/>
                </a:lnTo>
                <a:close/>
                <a:moveTo>
                  <a:pt x="349100" y="85876"/>
                </a:moveTo>
                <a:lnTo>
                  <a:pt x="312311" y="85876"/>
                </a:lnTo>
                <a:cubicBezTo>
                  <a:pt x="302709" y="85876"/>
                  <a:pt x="294509" y="82478"/>
                  <a:pt x="287712" y="75682"/>
                </a:cubicBezTo>
                <a:cubicBezTo>
                  <a:pt x="280916" y="68885"/>
                  <a:pt x="277518" y="60685"/>
                  <a:pt x="277518" y="51082"/>
                </a:cubicBezTo>
                <a:cubicBezTo>
                  <a:pt x="277518" y="41479"/>
                  <a:pt x="280916" y="33279"/>
                  <a:pt x="287712" y="26483"/>
                </a:cubicBezTo>
                <a:cubicBezTo>
                  <a:pt x="294509" y="19686"/>
                  <a:pt x="302709" y="16287"/>
                  <a:pt x="312311" y="16287"/>
                </a:cubicBezTo>
                <a:lnTo>
                  <a:pt x="349100" y="16287"/>
                </a:lnTo>
                <a:lnTo>
                  <a:pt x="349100" y="25152"/>
                </a:lnTo>
                <a:lnTo>
                  <a:pt x="312311" y="25152"/>
                </a:lnTo>
                <a:cubicBezTo>
                  <a:pt x="305958" y="25152"/>
                  <a:pt x="300362" y="27203"/>
                  <a:pt x="295523" y="31303"/>
                </a:cubicBezTo>
                <a:cubicBezTo>
                  <a:pt x="290685" y="35403"/>
                  <a:pt x="287749" y="40518"/>
                  <a:pt x="286714" y="46649"/>
                </a:cubicBezTo>
                <a:lnTo>
                  <a:pt x="349100" y="46649"/>
                </a:lnTo>
                <a:lnTo>
                  <a:pt x="349100" y="55514"/>
                </a:lnTo>
                <a:lnTo>
                  <a:pt x="286714" y="55514"/>
                </a:lnTo>
                <a:cubicBezTo>
                  <a:pt x="287749" y="61646"/>
                  <a:pt x="290685" y="66762"/>
                  <a:pt x="295523" y="70861"/>
                </a:cubicBezTo>
                <a:cubicBezTo>
                  <a:pt x="300362" y="74961"/>
                  <a:pt x="305958" y="77011"/>
                  <a:pt x="312311" y="77011"/>
                </a:cubicBezTo>
                <a:lnTo>
                  <a:pt x="349100" y="77011"/>
                </a:lnTo>
                <a:lnTo>
                  <a:pt x="349100" y="85876"/>
                </a:lnTo>
                <a:close/>
                <a:moveTo>
                  <a:pt x="478175" y="774"/>
                </a:moveTo>
                <a:lnTo>
                  <a:pt x="474628" y="18726"/>
                </a:lnTo>
                <a:lnTo>
                  <a:pt x="467980" y="18726"/>
                </a:lnTo>
                <a:lnTo>
                  <a:pt x="470196" y="7423"/>
                </a:lnTo>
                <a:lnTo>
                  <a:pt x="433075" y="7423"/>
                </a:lnTo>
                <a:lnTo>
                  <a:pt x="427867" y="34460"/>
                </a:lnTo>
                <a:lnTo>
                  <a:pt x="454350" y="34460"/>
                </a:lnTo>
                <a:lnTo>
                  <a:pt x="456234" y="24376"/>
                </a:lnTo>
                <a:lnTo>
                  <a:pt x="462884" y="24376"/>
                </a:lnTo>
                <a:lnTo>
                  <a:pt x="457674" y="51192"/>
                </a:lnTo>
                <a:lnTo>
                  <a:pt x="451026" y="51192"/>
                </a:lnTo>
                <a:lnTo>
                  <a:pt x="453021" y="41108"/>
                </a:lnTo>
                <a:lnTo>
                  <a:pt x="426538" y="41108"/>
                </a:lnTo>
                <a:lnTo>
                  <a:pt x="420000" y="74906"/>
                </a:lnTo>
                <a:lnTo>
                  <a:pt x="458007" y="74906"/>
                </a:lnTo>
                <a:lnTo>
                  <a:pt x="460224" y="63603"/>
                </a:lnTo>
                <a:lnTo>
                  <a:pt x="466872" y="63603"/>
                </a:lnTo>
                <a:lnTo>
                  <a:pt x="463327" y="81554"/>
                </a:lnTo>
                <a:lnTo>
                  <a:pt x="397396" y="81554"/>
                </a:lnTo>
                <a:lnTo>
                  <a:pt x="398503" y="75792"/>
                </a:lnTo>
                <a:lnTo>
                  <a:pt x="408809" y="75792"/>
                </a:lnTo>
                <a:lnTo>
                  <a:pt x="422327" y="6537"/>
                </a:lnTo>
                <a:lnTo>
                  <a:pt x="412023" y="6537"/>
                </a:lnTo>
                <a:lnTo>
                  <a:pt x="413130" y="774"/>
                </a:lnTo>
                <a:lnTo>
                  <a:pt x="478175" y="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Text (�’,�’)∉�">
            <a:extLst xmlns:a="http://schemas.openxmlformats.org/drawingml/2006/main">
              <a:ext uri="{FF2B5EF4-FFF2-40B4-BE49-F238E27FC236}">
                <a16:creationId xmlns:a16="http://schemas.microsoft.com/office/drawing/2014/main" id="{B8208A88-86F5-4E27-8B1F-1DD07FB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7" y="8425012"/>
            <a:ext cx="548367" cy="106301"/>
          </a:xfrm>
          <a:custGeom xmlns:a="http://schemas.openxmlformats.org/drawingml/2006/main">
            <a:pathLst>
              <a:path w="548367" h="106301">
                <a:moveTo>
                  <a:pt x="27814" y="101056"/>
                </a:moveTo>
                <a:cubicBezTo>
                  <a:pt x="17915" y="96106"/>
                  <a:pt x="11155" y="90197"/>
                  <a:pt x="7536" y="83328"/>
                </a:cubicBezTo>
                <a:cubicBezTo>
                  <a:pt x="2512" y="73576"/>
                  <a:pt x="0" y="64120"/>
                  <a:pt x="0" y="54959"/>
                </a:cubicBezTo>
                <a:lnTo>
                  <a:pt x="0" y="47204"/>
                </a:lnTo>
                <a:cubicBezTo>
                  <a:pt x="0" y="38043"/>
                  <a:pt x="2512" y="28587"/>
                  <a:pt x="7536" y="18837"/>
                </a:cubicBezTo>
                <a:cubicBezTo>
                  <a:pt x="11155" y="11967"/>
                  <a:pt x="17915" y="6057"/>
                  <a:pt x="27814" y="1107"/>
                </a:cubicBezTo>
                <a:lnTo>
                  <a:pt x="27814" y="7534"/>
                </a:lnTo>
                <a:cubicBezTo>
                  <a:pt x="22790" y="10046"/>
                  <a:pt x="18320" y="14995"/>
                  <a:pt x="14406" y="22383"/>
                </a:cubicBezTo>
                <a:cubicBezTo>
                  <a:pt x="12855" y="25412"/>
                  <a:pt x="11857" y="28810"/>
                  <a:pt x="11413" y="32577"/>
                </a:cubicBezTo>
                <a:cubicBezTo>
                  <a:pt x="10970" y="36344"/>
                  <a:pt x="10748" y="41219"/>
                  <a:pt x="10748" y="47204"/>
                </a:cubicBezTo>
                <a:lnTo>
                  <a:pt x="10748" y="54959"/>
                </a:lnTo>
                <a:cubicBezTo>
                  <a:pt x="10748" y="60944"/>
                  <a:pt x="10970" y="65819"/>
                  <a:pt x="11413" y="69586"/>
                </a:cubicBezTo>
                <a:cubicBezTo>
                  <a:pt x="11857" y="73354"/>
                  <a:pt x="12855" y="76752"/>
                  <a:pt x="14406" y="79780"/>
                </a:cubicBezTo>
                <a:cubicBezTo>
                  <a:pt x="18320" y="87168"/>
                  <a:pt x="22790" y="92117"/>
                  <a:pt x="27814" y="94629"/>
                </a:cubicBezTo>
                <a:lnTo>
                  <a:pt x="27814" y="101056"/>
                </a:lnTo>
                <a:close/>
                <a:moveTo>
                  <a:pt x="66761" y="4986"/>
                </a:moveTo>
                <a:cubicBezTo>
                  <a:pt x="66761" y="5502"/>
                  <a:pt x="66724" y="5909"/>
                  <a:pt x="66651" y="6205"/>
                </a:cubicBezTo>
                <a:cubicBezTo>
                  <a:pt x="66281" y="7977"/>
                  <a:pt x="65431" y="9417"/>
                  <a:pt x="64101" y="10525"/>
                </a:cubicBezTo>
                <a:cubicBezTo>
                  <a:pt x="62624" y="11708"/>
                  <a:pt x="61036" y="12299"/>
                  <a:pt x="59336" y="12299"/>
                </a:cubicBezTo>
                <a:cubicBezTo>
                  <a:pt x="57638" y="12299"/>
                  <a:pt x="56308" y="11708"/>
                  <a:pt x="55348" y="10525"/>
                </a:cubicBezTo>
                <a:cubicBezTo>
                  <a:pt x="54609" y="9714"/>
                  <a:pt x="54240" y="8679"/>
                  <a:pt x="54240" y="7423"/>
                </a:cubicBezTo>
                <a:cubicBezTo>
                  <a:pt x="54240" y="6906"/>
                  <a:pt x="54277" y="6501"/>
                  <a:pt x="54350" y="6205"/>
                </a:cubicBezTo>
                <a:cubicBezTo>
                  <a:pt x="54720" y="4432"/>
                  <a:pt x="55606" y="2992"/>
                  <a:pt x="57010" y="1884"/>
                </a:cubicBezTo>
                <a:cubicBezTo>
                  <a:pt x="58413" y="628"/>
                  <a:pt x="59965" y="0"/>
                  <a:pt x="61665" y="0"/>
                </a:cubicBezTo>
                <a:cubicBezTo>
                  <a:pt x="63289" y="0"/>
                  <a:pt x="64618" y="628"/>
                  <a:pt x="65653" y="1884"/>
                </a:cubicBezTo>
                <a:cubicBezTo>
                  <a:pt x="66392" y="2696"/>
                  <a:pt x="66761" y="3730"/>
                  <a:pt x="66761" y="4986"/>
                </a:cubicBezTo>
                <a:moveTo>
                  <a:pt x="63548" y="24045"/>
                </a:moveTo>
                <a:lnTo>
                  <a:pt x="53464" y="75792"/>
                </a:lnTo>
                <a:lnTo>
                  <a:pt x="62884" y="75792"/>
                </a:lnTo>
                <a:lnTo>
                  <a:pt x="61775" y="81554"/>
                </a:lnTo>
                <a:lnTo>
                  <a:pt x="42494" y="81554"/>
                </a:lnTo>
                <a:lnTo>
                  <a:pt x="52467" y="29807"/>
                </a:lnTo>
                <a:lnTo>
                  <a:pt x="42937" y="29807"/>
                </a:lnTo>
                <a:lnTo>
                  <a:pt x="44156" y="24045"/>
                </a:lnTo>
                <a:lnTo>
                  <a:pt x="63548" y="24045"/>
                </a:lnTo>
                <a:close/>
                <a:moveTo>
                  <a:pt x="101802" y="774"/>
                </a:moveTo>
                <a:cubicBezTo>
                  <a:pt x="101802" y="7054"/>
                  <a:pt x="100657" y="12336"/>
                  <a:pt x="98366" y="16621"/>
                </a:cubicBezTo>
                <a:cubicBezTo>
                  <a:pt x="96003" y="21200"/>
                  <a:pt x="92383" y="25042"/>
                  <a:pt x="87506" y="28145"/>
                </a:cubicBezTo>
                <a:lnTo>
                  <a:pt x="83296" y="23823"/>
                </a:lnTo>
                <a:cubicBezTo>
                  <a:pt x="86177" y="21385"/>
                  <a:pt x="88209" y="18689"/>
                  <a:pt x="89392" y="15735"/>
                </a:cubicBezTo>
                <a:cubicBezTo>
                  <a:pt x="90647" y="12558"/>
                  <a:pt x="91275" y="8679"/>
                  <a:pt x="91275" y="4099"/>
                </a:cubicBezTo>
                <a:lnTo>
                  <a:pt x="91275" y="774"/>
                </a:lnTo>
                <a:lnTo>
                  <a:pt x="101802" y="774"/>
                </a:lnTo>
                <a:close/>
                <a:moveTo>
                  <a:pt x="135013" y="69255"/>
                </a:moveTo>
                <a:cubicBezTo>
                  <a:pt x="134644" y="75386"/>
                  <a:pt x="133204" y="80667"/>
                  <a:pt x="130693" y="85100"/>
                </a:cubicBezTo>
                <a:cubicBezTo>
                  <a:pt x="128032" y="89532"/>
                  <a:pt x="124080" y="93373"/>
                  <a:pt x="118835" y="96624"/>
                </a:cubicBezTo>
                <a:lnTo>
                  <a:pt x="114513" y="92302"/>
                </a:lnTo>
                <a:cubicBezTo>
                  <a:pt x="117837" y="89791"/>
                  <a:pt x="120349" y="86873"/>
                  <a:pt x="122049" y="83549"/>
                </a:cubicBezTo>
                <a:cubicBezTo>
                  <a:pt x="123600" y="80151"/>
                  <a:pt x="124376" y="76050"/>
                  <a:pt x="124376" y="71249"/>
                </a:cubicBezTo>
                <a:lnTo>
                  <a:pt x="124376" y="69255"/>
                </a:lnTo>
                <a:lnTo>
                  <a:pt x="135013" y="69255"/>
                </a:lnTo>
                <a:close/>
                <a:moveTo>
                  <a:pt x="217405" y="4986"/>
                </a:moveTo>
                <a:cubicBezTo>
                  <a:pt x="217405" y="5502"/>
                  <a:pt x="217368" y="5909"/>
                  <a:pt x="217293" y="6205"/>
                </a:cubicBezTo>
                <a:cubicBezTo>
                  <a:pt x="216923" y="7977"/>
                  <a:pt x="216074" y="9417"/>
                  <a:pt x="214745" y="10525"/>
                </a:cubicBezTo>
                <a:cubicBezTo>
                  <a:pt x="213342" y="11708"/>
                  <a:pt x="211754" y="12299"/>
                  <a:pt x="209980" y="12299"/>
                </a:cubicBezTo>
                <a:cubicBezTo>
                  <a:pt x="208281" y="12299"/>
                  <a:pt x="206951" y="11708"/>
                  <a:pt x="205990" y="10525"/>
                </a:cubicBezTo>
                <a:cubicBezTo>
                  <a:pt x="205252" y="9714"/>
                  <a:pt x="204883" y="8679"/>
                  <a:pt x="204883" y="7423"/>
                </a:cubicBezTo>
                <a:cubicBezTo>
                  <a:pt x="204883" y="6906"/>
                  <a:pt x="204920" y="6501"/>
                  <a:pt x="204994" y="6205"/>
                </a:cubicBezTo>
                <a:cubicBezTo>
                  <a:pt x="205363" y="4580"/>
                  <a:pt x="206249" y="3139"/>
                  <a:pt x="207654" y="1884"/>
                </a:cubicBezTo>
                <a:cubicBezTo>
                  <a:pt x="209131" y="628"/>
                  <a:pt x="210719" y="0"/>
                  <a:pt x="212419" y="0"/>
                </a:cubicBezTo>
                <a:cubicBezTo>
                  <a:pt x="213970" y="0"/>
                  <a:pt x="215262" y="628"/>
                  <a:pt x="216296" y="1884"/>
                </a:cubicBezTo>
                <a:cubicBezTo>
                  <a:pt x="217035" y="2696"/>
                  <a:pt x="217405" y="3730"/>
                  <a:pt x="217405" y="4986"/>
                </a:cubicBezTo>
                <a:moveTo>
                  <a:pt x="213969" y="24045"/>
                </a:moveTo>
                <a:lnTo>
                  <a:pt x="201670" y="87205"/>
                </a:lnTo>
                <a:cubicBezTo>
                  <a:pt x="200413" y="93041"/>
                  <a:pt x="197754" y="97695"/>
                  <a:pt x="193691" y="101167"/>
                </a:cubicBezTo>
                <a:cubicBezTo>
                  <a:pt x="189554" y="104639"/>
                  <a:pt x="184383" y="106301"/>
                  <a:pt x="178178" y="106153"/>
                </a:cubicBezTo>
                <a:cubicBezTo>
                  <a:pt x="175740" y="106153"/>
                  <a:pt x="173339" y="105858"/>
                  <a:pt x="170975" y="105267"/>
                </a:cubicBezTo>
                <a:cubicBezTo>
                  <a:pt x="168834" y="104750"/>
                  <a:pt x="166691" y="103863"/>
                  <a:pt x="164549" y="102608"/>
                </a:cubicBezTo>
                <a:lnTo>
                  <a:pt x="166875" y="90750"/>
                </a:lnTo>
                <a:lnTo>
                  <a:pt x="171973" y="90750"/>
                </a:lnTo>
                <a:cubicBezTo>
                  <a:pt x="171899" y="91342"/>
                  <a:pt x="171861" y="92155"/>
                  <a:pt x="171861" y="93188"/>
                </a:cubicBezTo>
                <a:cubicBezTo>
                  <a:pt x="171861" y="95479"/>
                  <a:pt x="172305" y="97215"/>
                  <a:pt x="173192" y="98396"/>
                </a:cubicBezTo>
                <a:cubicBezTo>
                  <a:pt x="174373" y="100021"/>
                  <a:pt x="176442" y="100834"/>
                  <a:pt x="179397" y="100834"/>
                </a:cubicBezTo>
                <a:cubicBezTo>
                  <a:pt x="182647" y="100834"/>
                  <a:pt x="185306" y="99726"/>
                  <a:pt x="187374" y="97510"/>
                </a:cubicBezTo>
                <a:cubicBezTo>
                  <a:pt x="189370" y="95294"/>
                  <a:pt x="190810" y="91859"/>
                  <a:pt x="191696" y="87205"/>
                </a:cubicBezTo>
                <a:lnTo>
                  <a:pt x="202888" y="29807"/>
                </a:lnTo>
                <a:lnTo>
                  <a:pt x="193470" y="29807"/>
                </a:lnTo>
                <a:lnTo>
                  <a:pt x="194577" y="24045"/>
                </a:lnTo>
                <a:lnTo>
                  <a:pt x="213969" y="24045"/>
                </a:lnTo>
                <a:close/>
                <a:moveTo>
                  <a:pt x="252438" y="774"/>
                </a:moveTo>
                <a:cubicBezTo>
                  <a:pt x="252438" y="7054"/>
                  <a:pt x="251293" y="12336"/>
                  <a:pt x="249002" y="16621"/>
                </a:cubicBezTo>
                <a:cubicBezTo>
                  <a:pt x="246639" y="21200"/>
                  <a:pt x="243019" y="25042"/>
                  <a:pt x="238142" y="28145"/>
                </a:cubicBezTo>
                <a:lnTo>
                  <a:pt x="233932" y="23823"/>
                </a:lnTo>
                <a:cubicBezTo>
                  <a:pt x="236813" y="21385"/>
                  <a:pt x="238845" y="18689"/>
                  <a:pt x="240028" y="15735"/>
                </a:cubicBezTo>
                <a:cubicBezTo>
                  <a:pt x="241283" y="12558"/>
                  <a:pt x="241911" y="8679"/>
                  <a:pt x="241911" y="4099"/>
                </a:cubicBezTo>
                <a:lnTo>
                  <a:pt x="241911" y="774"/>
                </a:lnTo>
                <a:lnTo>
                  <a:pt x="252438" y="774"/>
                </a:lnTo>
                <a:close/>
                <a:moveTo>
                  <a:pt x="294735" y="54959"/>
                </a:moveTo>
                <a:cubicBezTo>
                  <a:pt x="294735" y="64268"/>
                  <a:pt x="292260" y="73724"/>
                  <a:pt x="287311" y="83328"/>
                </a:cubicBezTo>
                <a:cubicBezTo>
                  <a:pt x="283766" y="90123"/>
                  <a:pt x="277006" y="96033"/>
                  <a:pt x="267033" y="101056"/>
                </a:cubicBezTo>
                <a:lnTo>
                  <a:pt x="267033" y="94629"/>
                </a:lnTo>
                <a:cubicBezTo>
                  <a:pt x="272130" y="92043"/>
                  <a:pt x="276563" y="87094"/>
                  <a:pt x="280331" y="79780"/>
                </a:cubicBezTo>
                <a:cubicBezTo>
                  <a:pt x="281439" y="77712"/>
                  <a:pt x="282270" y="75219"/>
                  <a:pt x="282823" y="72302"/>
                </a:cubicBezTo>
                <a:cubicBezTo>
                  <a:pt x="283378" y="69384"/>
                  <a:pt x="283710" y="66780"/>
                  <a:pt x="283821" y="64490"/>
                </a:cubicBezTo>
                <a:cubicBezTo>
                  <a:pt x="283931" y="62200"/>
                  <a:pt x="283986" y="59023"/>
                  <a:pt x="283986" y="54959"/>
                </a:cubicBezTo>
                <a:lnTo>
                  <a:pt x="283986" y="47204"/>
                </a:lnTo>
                <a:cubicBezTo>
                  <a:pt x="283986" y="43140"/>
                  <a:pt x="283931" y="39964"/>
                  <a:pt x="283821" y="37674"/>
                </a:cubicBezTo>
                <a:cubicBezTo>
                  <a:pt x="283710" y="35384"/>
                  <a:pt x="283378" y="32780"/>
                  <a:pt x="282823" y="29863"/>
                </a:cubicBezTo>
                <a:cubicBezTo>
                  <a:pt x="282270" y="26945"/>
                  <a:pt x="281439" y="24451"/>
                  <a:pt x="280331" y="22383"/>
                </a:cubicBezTo>
                <a:cubicBezTo>
                  <a:pt x="276563" y="15070"/>
                  <a:pt x="272130" y="10120"/>
                  <a:pt x="267033" y="7534"/>
                </a:cubicBezTo>
                <a:lnTo>
                  <a:pt x="267033" y="1107"/>
                </a:lnTo>
                <a:cubicBezTo>
                  <a:pt x="277006" y="6130"/>
                  <a:pt x="283766" y="12040"/>
                  <a:pt x="287311" y="18837"/>
                </a:cubicBezTo>
                <a:cubicBezTo>
                  <a:pt x="292260" y="28440"/>
                  <a:pt x="294735" y="37895"/>
                  <a:pt x="294735" y="47204"/>
                </a:cubicBezTo>
                <a:lnTo>
                  <a:pt x="294735" y="54959"/>
                </a:lnTo>
                <a:close/>
                <a:moveTo>
                  <a:pt x="419291" y="85876"/>
                </a:moveTo>
                <a:lnTo>
                  <a:pt x="382503" y="85876"/>
                </a:lnTo>
                <a:cubicBezTo>
                  <a:pt x="380877" y="85876"/>
                  <a:pt x="379363" y="85765"/>
                  <a:pt x="377960" y="85543"/>
                </a:cubicBezTo>
                <a:lnTo>
                  <a:pt x="374636" y="97843"/>
                </a:lnTo>
                <a:lnTo>
                  <a:pt x="367323" y="97843"/>
                </a:lnTo>
                <a:lnTo>
                  <a:pt x="370978" y="83992"/>
                </a:lnTo>
                <a:cubicBezTo>
                  <a:pt x="364109" y="81554"/>
                  <a:pt x="358514" y="77325"/>
                  <a:pt x="354192" y="71304"/>
                </a:cubicBezTo>
                <a:cubicBezTo>
                  <a:pt x="349870" y="65284"/>
                  <a:pt x="347710" y="58543"/>
                  <a:pt x="347710" y="51082"/>
                </a:cubicBezTo>
                <a:cubicBezTo>
                  <a:pt x="347710" y="41479"/>
                  <a:pt x="351108" y="33279"/>
                  <a:pt x="357903" y="26483"/>
                </a:cubicBezTo>
                <a:cubicBezTo>
                  <a:pt x="364700" y="19686"/>
                  <a:pt x="372900" y="16287"/>
                  <a:pt x="382503" y="16287"/>
                </a:cubicBezTo>
                <a:lnTo>
                  <a:pt x="389151" y="16287"/>
                </a:lnTo>
                <a:lnTo>
                  <a:pt x="392365" y="4320"/>
                </a:lnTo>
                <a:lnTo>
                  <a:pt x="399678" y="4320"/>
                </a:lnTo>
                <a:lnTo>
                  <a:pt x="396465" y="16287"/>
                </a:lnTo>
                <a:lnTo>
                  <a:pt x="419291" y="16287"/>
                </a:lnTo>
                <a:lnTo>
                  <a:pt x="419291" y="25152"/>
                </a:lnTo>
                <a:lnTo>
                  <a:pt x="394137" y="25152"/>
                </a:lnTo>
                <a:lnTo>
                  <a:pt x="388377" y="46649"/>
                </a:lnTo>
                <a:lnTo>
                  <a:pt x="419291" y="46649"/>
                </a:lnTo>
                <a:lnTo>
                  <a:pt x="419291" y="55514"/>
                </a:lnTo>
                <a:lnTo>
                  <a:pt x="385939" y="55514"/>
                </a:lnTo>
                <a:lnTo>
                  <a:pt x="380286" y="76899"/>
                </a:lnTo>
                <a:cubicBezTo>
                  <a:pt x="380730" y="76974"/>
                  <a:pt x="381469" y="77011"/>
                  <a:pt x="382503" y="77011"/>
                </a:cubicBezTo>
                <a:lnTo>
                  <a:pt x="419291" y="77011"/>
                </a:lnTo>
                <a:lnTo>
                  <a:pt x="419291" y="85876"/>
                </a:lnTo>
                <a:moveTo>
                  <a:pt x="378624" y="55514"/>
                </a:moveTo>
                <a:lnTo>
                  <a:pt x="356906" y="55514"/>
                </a:lnTo>
                <a:cubicBezTo>
                  <a:pt x="357719" y="60021"/>
                  <a:pt x="359602" y="64047"/>
                  <a:pt x="362556" y="67593"/>
                </a:cubicBezTo>
                <a:cubicBezTo>
                  <a:pt x="365512" y="71138"/>
                  <a:pt x="369095" y="73723"/>
                  <a:pt x="373307" y="75349"/>
                </a:cubicBezTo>
                <a:lnTo>
                  <a:pt x="378624" y="55514"/>
                </a:lnTo>
                <a:moveTo>
                  <a:pt x="386825" y="25152"/>
                </a:moveTo>
                <a:lnTo>
                  <a:pt x="382503" y="25152"/>
                </a:lnTo>
                <a:cubicBezTo>
                  <a:pt x="376150" y="25152"/>
                  <a:pt x="370554" y="27203"/>
                  <a:pt x="365715" y="31303"/>
                </a:cubicBezTo>
                <a:cubicBezTo>
                  <a:pt x="360877" y="35403"/>
                  <a:pt x="357941" y="40518"/>
                  <a:pt x="356906" y="46649"/>
                </a:cubicBezTo>
                <a:lnTo>
                  <a:pt x="381062" y="46649"/>
                </a:lnTo>
                <a:lnTo>
                  <a:pt x="386825" y="25152"/>
                </a:lnTo>
                <a:close/>
                <a:moveTo>
                  <a:pt x="548367" y="774"/>
                </a:moveTo>
                <a:lnTo>
                  <a:pt x="544820" y="18726"/>
                </a:lnTo>
                <a:lnTo>
                  <a:pt x="538171" y="18726"/>
                </a:lnTo>
                <a:lnTo>
                  <a:pt x="540388" y="7423"/>
                </a:lnTo>
                <a:lnTo>
                  <a:pt x="503267" y="7423"/>
                </a:lnTo>
                <a:lnTo>
                  <a:pt x="498059" y="34460"/>
                </a:lnTo>
                <a:lnTo>
                  <a:pt x="524542" y="34460"/>
                </a:lnTo>
                <a:lnTo>
                  <a:pt x="526425" y="24376"/>
                </a:lnTo>
                <a:lnTo>
                  <a:pt x="533075" y="24376"/>
                </a:lnTo>
                <a:lnTo>
                  <a:pt x="527866" y="51192"/>
                </a:lnTo>
                <a:lnTo>
                  <a:pt x="521218" y="51192"/>
                </a:lnTo>
                <a:lnTo>
                  <a:pt x="523213" y="41108"/>
                </a:lnTo>
                <a:lnTo>
                  <a:pt x="496730" y="41108"/>
                </a:lnTo>
                <a:lnTo>
                  <a:pt x="490192" y="74906"/>
                </a:lnTo>
                <a:lnTo>
                  <a:pt x="528199" y="74906"/>
                </a:lnTo>
                <a:lnTo>
                  <a:pt x="530416" y="63603"/>
                </a:lnTo>
                <a:lnTo>
                  <a:pt x="537064" y="63603"/>
                </a:lnTo>
                <a:lnTo>
                  <a:pt x="533518" y="81554"/>
                </a:lnTo>
                <a:lnTo>
                  <a:pt x="467587" y="81554"/>
                </a:lnTo>
                <a:lnTo>
                  <a:pt x="468695" y="75792"/>
                </a:lnTo>
                <a:lnTo>
                  <a:pt x="479000" y="75792"/>
                </a:lnTo>
                <a:lnTo>
                  <a:pt x="492518" y="6537"/>
                </a:lnTo>
                <a:lnTo>
                  <a:pt x="482214" y="6537"/>
                </a:lnTo>
                <a:lnTo>
                  <a:pt x="483322" y="774"/>
                </a:lnTo>
                <a:lnTo>
                  <a:pt x="548367" y="7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ADCAC-52AA-482C-BB28-EC9C00A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17" y="7342963"/>
            <a:ext cx="168460" cy="158049"/>
          </a:xfrm>
          <a:custGeom xmlns:a="http://schemas.openxmlformats.org/drawingml/2006/main">
            <a:pathLst>
              <a:path w="168460" h="158049">
                <a:moveTo>
                  <a:pt x="0" y="39749"/>
                </a:moveTo>
                <a:lnTo>
                  <a:pt x="89908" y="39749"/>
                </a:lnTo>
                <a:lnTo>
                  <a:pt x="89908" y="0"/>
                </a:lnTo>
                <a:lnTo>
                  <a:pt x="168460" y="78552"/>
                </a:lnTo>
                <a:lnTo>
                  <a:pt x="89908" y="158049"/>
                </a:lnTo>
                <a:lnTo>
                  <a:pt x="89908" y="118300"/>
                </a:lnTo>
                <a:lnTo>
                  <a:pt x="0" y="118300"/>
                </a:lnTo>
                <a:lnTo>
                  <a:pt x="0" y="39749"/>
                </a:lnTo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1313A-7CA5-4720-998F-EF9D35A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95" y="8396311"/>
            <a:ext cx="168460" cy="158049"/>
          </a:xfrm>
          <a:custGeom xmlns:a="http://schemas.openxmlformats.org/drawingml/2006/main">
            <a:pathLst>
              <a:path w="168460" h="158049">
                <a:moveTo>
                  <a:pt x="0" y="39749"/>
                </a:moveTo>
                <a:lnTo>
                  <a:pt x="88962" y="39749"/>
                </a:lnTo>
                <a:lnTo>
                  <a:pt x="88962" y="0"/>
                </a:lnTo>
                <a:lnTo>
                  <a:pt x="168460" y="79498"/>
                </a:lnTo>
                <a:lnTo>
                  <a:pt x="88962" y="158049"/>
                </a:lnTo>
                <a:lnTo>
                  <a:pt x="88962" y="118300"/>
                </a:lnTo>
                <a:lnTo>
                  <a:pt x="0" y="118300"/>
                </a:lnTo>
                <a:lnTo>
                  <a:pt x="0" y="39749"/>
                </a:lnTo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BF11C-470D-447D-B033-1CC0E9ED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30" y="7516155"/>
            <a:ext cx="157103" cy="168460"/>
          </a:xfrm>
          <a:custGeom xmlns:a="http://schemas.openxmlformats.org/drawingml/2006/main">
            <a:pathLst>
              <a:path w="157103" h="168460">
                <a:moveTo>
                  <a:pt x="38803" y="168460"/>
                </a:moveTo>
                <a:lnTo>
                  <a:pt x="38803" y="78552"/>
                </a:lnTo>
                <a:lnTo>
                  <a:pt x="0" y="78552"/>
                </a:lnTo>
                <a:lnTo>
                  <a:pt x="78552" y="0"/>
                </a:lnTo>
                <a:lnTo>
                  <a:pt x="157103" y="78552"/>
                </a:lnTo>
                <a:lnTo>
                  <a:pt x="118301" y="78552"/>
                </a:lnTo>
                <a:lnTo>
                  <a:pt x="118301" y="168460"/>
                </a:lnTo>
                <a:lnTo>
                  <a:pt x="38803" y="168460"/>
                </a:lnTo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45BCB-5765-4224-8908-21A9C153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30" y="8217440"/>
            <a:ext cx="157103" cy="168460"/>
          </a:xfrm>
          <a:custGeom xmlns:a="http://schemas.openxmlformats.org/drawingml/2006/main">
            <a:pathLst>
              <a:path w="157103" h="168460">
                <a:moveTo>
                  <a:pt x="38803" y="0"/>
                </a:moveTo>
                <a:lnTo>
                  <a:pt x="118301" y="0"/>
                </a:lnTo>
                <a:lnTo>
                  <a:pt x="118301" y="89908"/>
                </a:lnTo>
                <a:lnTo>
                  <a:pt x="157103" y="89908"/>
                </a:lnTo>
                <a:lnTo>
                  <a:pt x="78552" y="168460"/>
                </a:lnTo>
                <a:lnTo>
                  <a:pt x="0" y="89908"/>
                </a:lnTo>
                <a:lnTo>
                  <a:pt x="38803" y="89908"/>
                </a:lnTo>
                <a:lnTo>
                  <a:pt x="38803" y="0"/>
                </a:lnTo>
                <a:close/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1DFF8-A9FE-4F08-8932-5DA36AEF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589" y="7749917"/>
            <a:ext cx="787408" cy="406007"/>
          </a:xfrm>
          <a:custGeom xmlns:a="http://schemas.openxmlformats.org/drawingml/2006/main">
            <a:pathLst>
              <a:path w="787408" h="406007">
                <a:moveTo>
                  <a:pt x="0" y="0"/>
                </a:moveTo>
                <a:lnTo>
                  <a:pt x="787408" y="0"/>
                </a:lnTo>
                <a:lnTo>
                  <a:pt x="787408" y="406007"/>
                </a:lnTo>
                <a:lnTo>
                  <a:pt x="0" y="4060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D18E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objective">
            <a:extLst xmlns:a="http://schemas.openxmlformats.org/drawingml/2006/main">
              <a:ext uri="{FF2B5EF4-FFF2-40B4-BE49-F238E27FC236}">
                <a16:creationId xmlns:a16="http://schemas.microsoft.com/office/drawing/2014/main" id="{E4B9648E-B92B-4613-9D76-C179F12C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244" y="7811474"/>
            <a:ext cx="549435" cy="131563"/>
          </a:xfrm>
          <a:custGeom xmlns:a="http://schemas.openxmlformats.org/drawingml/2006/main">
            <a:pathLst>
              <a:path w="549435" h="131563">
                <a:moveTo>
                  <a:pt x="0" y="64811"/>
                </a:moveTo>
                <a:cubicBezTo>
                  <a:pt x="0" y="51179"/>
                  <a:pt x="3789" y="41082"/>
                  <a:pt x="11368" y="34520"/>
                </a:cubicBezTo>
                <a:cubicBezTo>
                  <a:pt x="17699" y="29067"/>
                  <a:pt x="25416" y="26340"/>
                  <a:pt x="34520" y="26340"/>
                </a:cubicBezTo>
                <a:cubicBezTo>
                  <a:pt x="44640" y="26340"/>
                  <a:pt x="52912" y="29656"/>
                  <a:pt x="59335" y="36287"/>
                </a:cubicBezTo>
                <a:cubicBezTo>
                  <a:pt x="65758" y="42919"/>
                  <a:pt x="68970" y="52080"/>
                  <a:pt x="68970" y="63771"/>
                </a:cubicBezTo>
                <a:cubicBezTo>
                  <a:pt x="68970" y="73245"/>
                  <a:pt x="67549" y="80696"/>
                  <a:pt x="64707" y="86126"/>
                </a:cubicBezTo>
                <a:cubicBezTo>
                  <a:pt x="61865" y="91556"/>
                  <a:pt x="57729" y="95773"/>
                  <a:pt x="52299" y="98776"/>
                </a:cubicBezTo>
                <a:cubicBezTo>
                  <a:pt x="46870" y="101780"/>
                  <a:pt x="40943" y="103282"/>
                  <a:pt x="34520" y="103282"/>
                </a:cubicBezTo>
                <a:cubicBezTo>
                  <a:pt x="24215" y="103282"/>
                  <a:pt x="15885" y="99978"/>
                  <a:pt x="9531" y="93370"/>
                </a:cubicBezTo>
                <a:cubicBezTo>
                  <a:pt x="3177" y="86761"/>
                  <a:pt x="0" y="77242"/>
                  <a:pt x="0" y="64811"/>
                </a:cubicBezTo>
                <a:moveTo>
                  <a:pt x="12824" y="64846"/>
                </a:moveTo>
                <a:cubicBezTo>
                  <a:pt x="12824" y="74261"/>
                  <a:pt x="14880" y="81311"/>
                  <a:pt x="18993" y="85996"/>
                </a:cubicBezTo>
                <a:cubicBezTo>
                  <a:pt x="23106" y="90681"/>
                  <a:pt x="28281" y="93023"/>
                  <a:pt x="34520" y="93023"/>
                </a:cubicBezTo>
                <a:cubicBezTo>
                  <a:pt x="40712" y="93023"/>
                  <a:pt x="45865" y="90669"/>
                  <a:pt x="49977" y="85961"/>
                </a:cubicBezTo>
                <a:cubicBezTo>
                  <a:pt x="54090" y="81254"/>
                  <a:pt x="56147" y="74076"/>
                  <a:pt x="56147" y="64430"/>
                </a:cubicBezTo>
                <a:cubicBezTo>
                  <a:pt x="56147" y="55338"/>
                  <a:pt x="54079" y="48449"/>
                  <a:pt x="49943" y="43765"/>
                </a:cubicBezTo>
                <a:cubicBezTo>
                  <a:pt x="45807" y="39080"/>
                  <a:pt x="40666" y="36738"/>
                  <a:pt x="34520" y="36738"/>
                </a:cubicBezTo>
                <a:cubicBezTo>
                  <a:pt x="28281" y="36738"/>
                  <a:pt x="23106" y="39069"/>
                  <a:pt x="18993" y="43730"/>
                </a:cubicBezTo>
                <a:cubicBezTo>
                  <a:pt x="14880" y="48392"/>
                  <a:pt x="12824" y="55430"/>
                  <a:pt x="12824" y="64846"/>
                </a:cubicBezTo>
                <a:close/>
                <a:moveTo>
                  <a:pt x="95018" y="101618"/>
                </a:moveTo>
                <a:lnTo>
                  <a:pt x="83442" y="101618"/>
                </a:lnTo>
                <a:lnTo>
                  <a:pt x="83442" y="0"/>
                </a:lnTo>
                <a:lnTo>
                  <a:pt x="95919" y="0"/>
                </a:lnTo>
                <a:lnTo>
                  <a:pt x="95919" y="36253"/>
                </a:lnTo>
                <a:cubicBezTo>
                  <a:pt x="101187" y="29644"/>
                  <a:pt x="107911" y="26340"/>
                  <a:pt x="116090" y="26340"/>
                </a:cubicBezTo>
                <a:cubicBezTo>
                  <a:pt x="120619" y="26340"/>
                  <a:pt x="124905" y="27253"/>
                  <a:pt x="128948" y="29078"/>
                </a:cubicBezTo>
                <a:cubicBezTo>
                  <a:pt x="132992" y="30904"/>
                  <a:pt x="136319" y="33468"/>
                  <a:pt x="138930" y="36773"/>
                </a:cubicBezTo>
                <a:cubicBezTo>
                  <a:pt x="141541" y="40077"/>
                  <a:pt x="143586" y="44062"/>
                  <a:pt x="145064" y="48730"/>
                </a:cubicBezTo>
                <a:cubicBezTo>
                  <a:pt x="146543" y="53397"/>
                  <a:pt x="147283" y="58388"/>
                  <a:pt x="147283" y="63702"/>
                </a:cubicBezTo>
                <a:cubicBezTo>
                  <a:pt x="147283" y="76318"/>
                  <a:pt x="144163" y="86068"/>
                  <a:pt x="137925" y="92954"/>
                </a:cubicBezTo>
                <a:cubicBezTo>
                  <a:pt x="131686" y="99839"/>
                  <a:pt x="124200" y="103282"/>
                  <a:pt x="115466" y="103282"/>
                </a:cubicBezTo>
                <a:cubicBezTo>
                  <a:pt x="106779" y="103282"/>
                  <a:pt x="99962" y="99654"/>
                  <a:pt x="95018" y="92399"/>
                </a:cubicBezTo>
                <a:lnTo>
                  <a:pt x="95018" y="101618"/>
                </a:lnTo>
                <a:moveTo>
                  <a:pt x="94879" y="64257"/>
                </a:moveTo>
                <a:cubicBezTo>
                  <a:pt x="94879" y="73083"/>
                  <a:pt x="96081" y="79460"/>
                  <a:pt x="98484" y="83388"/>
                </a:cubicBezTo>
                <a:cubicBezTo>
                  <a:pt x="102412" y="89811"/>
                  <a:pt x="107726" y="93023"/>
                  <a:pt x="114426" y="93023"/>
                </a:cubicBezTo>
                <a:cubicBezTo>
                  <a:pt x="119879" y="93023"/>
                  <a:pt x="124593" y="90655"/>
                  <a:pt x="128567" y="85918"/>
                </a:cubicBezTo>
                <a:cubicBezTo>
                  <a:pt x="132541" y="81181"/>
                  <a:pt x="134528" y="74123"/>
                  <a:pt x="134528" y="64742"/>
                </a:cubicBezTo>
                <a:cubicBezTo>
                  <a:pt x="134528" y="55130"/>
                  <a:pt x="132622" y="48036"/>
                  <a:pt x="128810" y="43462"/>
                </a:cubicBezTo>
                <a:cubicBezTo>
                  <a:pt x="124997" y="38887"/>
                  <a:pt x="120388" y="36599"/>
                  <a:pt x="114981" y="36599"/>
                </a:cubicBezTo>
                <a:cubicBezTo>
                  <a:pt x="109528" y="36599"/>
                  <a:pt x="104815" y="38968"/>
                  <a:pt x="100840" y="43704"/>
                </a:cubicBezTo>
                <a:cubicBezTo>
                  <a:pt x="96866" y="48441"/>
                  <a:pt x="94879" y="55292"/>
                  <a:pt x="94879" y="64257"/>
                </a:cubicBezTo>
                <a:close/>
                <a:moveTo>
                  <a:pt x="162309" y="14557"/>
                </a:moveTo>
                <a:lnTo>
                  <a:pt x="162309" y="0"/>
                </a:lnTo>
                <a:lnTo>
                  <a:pt x="174786" y="0"/>
                </a:lnTo>
                <a:lnTo>
                  <a:pt x="174786" y="14557"/>
                </a:lnTo>
                <a:lnTo>
                  <a:pt x="162309" y="14557"/>
                </a:lnTo>
                <a:moveTo>
                  <a:pt x="146505" y="130246"/>
                </a:moveTo>
                <a:lnTo>
                  <a:pt x="148861" y="119632"/>
                </a:lnTo>
                <a:cubicBezTo>
                  <a:pt x="151357" y="120285"/>
                  <a:pt x="153321" y="120611"/>
                  <a:pt x="154753" y="120611"/>
                </a:cubicBezTo>
                <a:cubicBezTo>
                  <a:pt x="157295" y="120611"/>
                  <a:pt x="159190" y="119767"/>
                  <a:pt x="160437" y="118079"/>
                </a:cubicBezTo>
                <a:cubicBezTo>
                  <a:pt x="161685" y="116391"/>
                  <a:pt x="162309" y="112171"/>
                  <a:pt x="162309" y="105420"/>
                </a:cubicBezTo>
                <a:lnTo>
                  <a:pt x="162309" y="28004"/>
                </a:lnTo>
                <a:lnTo>
                  <a:pt x="174786" y="28004"/>
                </a:lnTo>
                <a:lnTo>
                  <a:pt x="174786" y="105691"/>
                </a:lnTo>
                <a:cubicBezTo>
                  <a:pt x="174786" y="114754"/>
                  <a:pt x="173608" y="121066"/>
                  <a:pt x="171251" y="124627"/>
                </a:cubicBezTo>
                <a:cubicBezTo>
                  <a:pt x="168247" y="129251"/>
                  <a:pt x="163256" y="131563"/>
                  <a:pt x="156278" y="131563"/>
                </a:cubicBezTo>
                <a:cubicBezTo>
                  <a:pt x="152905" y="131563"/>
                  <a:pt x="149647" y="131124"/>
                  <a:pt x="146505" y="130246"/>
                </a:cubicBezTo>
                <a:close/>
                <a:moveTo>
                  <a:pt x="244318" y="77773"/>
                </a:moveTo>
                <a:lnTo>
                  <a:pt x="257211" y="79437"/>
                </a:lnTo>
                <a:cubicBezTo>
                  <a:pt x="255178" y="86991"/>
                  <a:pt x="251412" y="92854"/>
                  <a:pt x="245913" y="97026"/>
                </a:cubicBezTo>
                <a:cubicBezTo>
                  <a:pt x="240413" y="101197"/>
                  <a:pt x="233389" y="103282"/>
                  <a:pt x="224840" y="103282"/>
                </a:cubicBezTo>
                <a:cubicBezTo>
                  <a:pt x="214073" y="103282"/>
                  <a:pt x="205536" y="99966"/>
                  <a:pt x="199228" y="93335"/>
                </a:cubicBezTo>
                <a:cubicBezTo>
                  <a:pt x="192920" y="86704"/>
                  <a:pt x="189766" y="77404"/>
                  <a:pt x="189766" y="65435"/>
                </a:cubicBezTo>
                <a:cubicBezTo>
                  <a:pt x="189766" y="53050"/>
                  <a:pt x="192955" y="43438"/>
                  <a:pt x="199332" y="36599"/>
                </a:cubicBezTo>
                <a:cubicBezTo>
                  <a:pt x="205709" y="29760"/>
                  <a:pt x="213981" y="26340"/>
                  <a:pt x="224147" y="26340"/>
                </a:cubicBezTo>
                <a:cubicBezTo>
                  <a:pt x="233990" y="26340"/>
                  <a:pt x="242031" y="29686"/>
                  <a:pt x="248269" y="36376"/>
                </a:cubicBezTo>
                <a:cubicBezTo>
                  <a:pt x="254508" y="43065"/>
                  <a:pt x="257627" y="52476"/>
                  <a:pt x="257627" y="64610"/>
                </a:cubicBezTo>
                <a:cubicBezTo>
                  <a:pt x="257627" y="65348"/>
                  <a:pt x="257604" y="66454"/>
                  <a:pt x="257558" y="67930"/>
                </a:cubicBezTo>
                <a:lnTo>
                  <a:pt x="202659" y="67930"/>
                </a:lnTo>
                <a:cubicBezTo>
                  <a:pt x="203121" y="76040"/>
                  <a:pt x="205408" y="82250"/>
                  <a:pt x="209521" y="86559"/>
                </a:cubicBezTo>
                <a:cubicBezTo>
                  <a:pt x="213634" y="90868"/>
                  <a:pt x="218764" y="93023"/>
                  <a:pt x="224910" y="93023"/>
                </a:cubicBezTo>
                <a:cubicBezTo>
                  <a:pt x="229484" y="93023"/>
                  <a:pt x="233389" y="91811"/>
                  <a:pt x="236624" y="89386"/>
                </a:cubicBezTo>
                <a:cubicBezTo>
                  <a:pt x="239859" y="86960"/>
                  <a:pt x="242424" y="83089"/>
                  <a:pt x="244318" y="77773"/>
                </a:cubicBezTo>
                <a:moveTo>
                  <a:pt x="203352" y="57671"/>
                </a:moveTo>
                <a:lnTo>
                  <a:pt x="244457" y="57671"/>
                </a:lnTo>
                <a:cubicBezTo>
                  <a:pt x="243902" y="51499"/>
                  <a:pt x="242331" y="46870"/>
                  <a:pt x="239743" y="43784"/>
                </a:cubicBezTo>
                <a:cubicBezTo>
                  <a:pt x="235769" y="38994"/>
                  <a:pt x="230617" y="36599"/>
                  <a:pt x="224286" y="36599"/>
                </a:cubicBezTo>
                <a:cubicBezTo>
                  <a:pt x="218556" y="36599"/>
                  <a:pt x="213738" y="38511"/>
                  <a:pt x="209833" y="42335"/>
                </a:cubicBezTo>
                <a:cubicBezTo>
                  <a:pt x="205928" y="46158"/>
                  <a:pt x="203768" y="51270"/>
                  <a:pt x="203352" y="57671"/>
                </a:cubicBezTo>
                <a:close/>
                <a:moveTo>
                  <a:pt x="320828" y="74585"/>
                </a:moveTo>
                <a:lnTo>
                  <a:pt x="333098" y="76248"/>
                </a:lnTo>
                <a:cubicBezTo>
                  <a:pt x="331757" y="84705"/>
                  <a:pt x="328326" y="91325"/>
                  <a:pt x="322804" y="96108"/>
                </a:cubicBezTo>
                <a:cubicBezTo>
                  <a:pt x="317282" y="100890"/>
                  <a:pt x="310500" y="103282"/>
                  <a:pt x="302460" y="103282"/>
                </a:cubicBezTo>
                <a:cubicBezTo>
                  <a:pt x="292386" y="103282"/>
                  <a:pt x="284287" y="99989"/>
                  <a:pt x="278164" y="93404"/>
                </a:cubicBezTo>
                <a:cubicBezTo>
                  <a:pt x="272041" y="86819"/>
                  <a:pt x="268980" y="77381"/>
                  <a:pt x="268980" y="65088"/>
                </a:cubicBezTo>
                <a:cubicBezTo>
                  <a:pt x="268980" y="57140"/>
                  <a:pt x="270297" y="50185"/>
                  <a:pt x="272931" y="44224"/>
                </a:cubicBezTo>
                <a:cubicBezTo>
                  <a:pt x="275565" y="38263"/>
                  <a:pt x="279574" y="33792"/>
                  <a:pt x="284957" y="30811"/>
                </a:cubicBezTo>
                <a:cubicBezTo>
                  <a:pt x="290341" y="27831"/>
                  <a:pt x="296198" y="26340"/>
                  <a:pt x="302529" y="26340"/>
                </a:cubicBezTo>
                <a:cubicBezTo>
                  <a:pt x="310523" y="26340"/>
                  <a:pt x="317062" y="28351"/>
                  <a:pt x="322146" y="32371"/>
                </a:cubicBezTo>
                <a:cubicBezTo>
                  <a:pt x="327229" y="36390"/>
                  <a:pt x="330487" y="42097"/>
                  <a:pt x="331919" y="49492"/>
                </a:cubicBezTo>
                <a:lnTo>
                  <a:pt x="319789" y="51433"/>
                </a:lnTo>
                <a:cubicBezTo>
                  <a:pt x="318633" y="46512"/>
                  <a:pt x="316589" y="42809"/>
                  <a:pt x="313654" y="40325"/>
                </a:cubicBezTo>
                <a:cubicBezTo>
                  <a:pt x="310720" y="37841"/>
                  <a:pt x="307173" y="36599"/>
                  <a:pt x="303014" y="36599"/>
                </a:cubicBezTo>
                <a:cubicBezTo>
                  <a:pt x="296729" y="36599"/>
                  <a:pt x="291623" y="38852"/>
                  <a:pt x="287695" y="43358"/>
                </a:cubicBezTo>
                <a:cubicBezTo>
                  <a:pt x="283767" y="47863"/>
                  <a:pt x="281803" y="54991"/>
                  <a:pt x="281803" y="64742"/>
                </a:cubicBezTo>
                <a:cubicBezTo>
                  <a:pt x="281803" y="74631"/>
                  <a:pt x="283698" y="81817"/>
                  <a:pt x="287487" y="86299"/>
                </a:cubicBezTo>
                <a:cubicBezTo>
                  <a:pt x="291276" y="90782"/>
                  <a:pt x="296221" y="93023"/>
                  <a:pt x="302321" y="93023"/>
                </a:cubicBezTo>
                <a:cubicBezTo>
                  <a:pt x="307219" y="93023"/>
                  <a:pt x="311309" y="91515"/>
                  <a:pt x="314590" y="88500"/>
                </a:cubicBezTo>
                <a:cubicBezTo>
                  <a:pt x="317871" y="85485"/>
                  <a:pt x="319950" y="80846"/>
                  <a:pt x="320828" y="74585"/>
                </a:cubicBezTo>
                <a:close/>
                <a:moveTo>
                  <a:pt x="371014" y="90458"/>
                </a:moveTo>
                <a:lnTo>
                  <a:pt x="372816" y="101480"/>
                </a:lnTo>
                <a:cubicBezTo>
                  <a:pt x="369304" y="102219"/>
                  <a:pt x="366162" y="102589"/>
                  <a:pt x="363389" y="102589"/>
                </a:cubicBezTo>
                <a:cubicBezTo>
                  <a:pt x="358860" y="102589"/>
                  <a:pt x="355348" y="101872"/>
                  <a:pt x="352853" y="100440"/>
                </a:cubicBezTo>
                <a:cubicBezTo>
                  <a:pt x="350357" y="99007"/>
                  <a:pt x="348601" y="97124"/>
                  <a:pt x="347585" y="94791"/>
                </a:cubicBezTo>
                <a:cubicBezTo>
                  <a:pt x="346568" y="92457"/>
                  <a:pt x="346060" y="87547"/>
                  <a:pt x="346060" y="80061"/>
                </a:cubicBezTo>
                <a:lnTo>
                  <a:pt x="346060" y="37708"/>
                </a:lnTo>
                <a:lnTo>
                  <a:pt x="336910" y="37708"/>
                </a:lnTo>
                <a:lnTo>
                  <a:pt x="336910" y="28004"/>
                </a:lnTo>
                <a:lnTo>
                  <a:pt x="346060" y="28004"/>
                </a:lnTo>
                <a:lnTo>
                  <a:pt x="346060" y="9774"/>
                </a:lnTo>
                <a:lnTo>
                  <a:pt x="358467" y="2287"/>
                </a:lnTo>
                <a:lnTo>
                  <a:pt x="358467" y="28004"/>
                </a:lnTo>
                <a:lnTo>
                  <a:pt x="371014" y="28004"/>
                </a:lnTo>
                <a:lnTo>
                  <a:pt x="371014" y="37708"/>
                </a:lnTo>
                <a:lnTo>
                  <a:pt x="358467" y="37708"/>
                </a:lnTo>
                <a:lnTo>
                  <a:pt x="358467" y="80754"/>
                </a:lnTo>
                <a:cubicBezTo>
                  <a:pt x="358467" y="84312"/>
                  <a:pt x="358687" y="86600"/>
                  <a:pt x="359126" y="87616"/>
                </a:cubicBezTo>
                <a:cubicBezTo>
                  <a:pt x="359565" y="88633"/>
                  <a:pt x="360281" y="89442"/>
                  <a:pt x="361275" y="90042"/>
                </a:cubicBezTo>
                <a:cubicBezTo>
                  <a:pt x="362268" y="90643"/>
                  <a:pt x="363689" y="90944"/>
                  <a:pt x="365538" y="90944"/>
                </a:cubicBezTo>
                <a:cubicBezTo>
                  <a:pt x="366924" y="90944"/>
                  <a:pt x="368749" y="90782"/>
                  <a:pt x="371014" y="90458"/>
                </a:cubicBezTo>
                <a:close/>
                <a:moveTo>
                  <a:pt x="383275" y="14279"/>
                </a:moveTo>
                <a:lnTo>
                  <a:pt x="383275" y="0"/>
                </a:lnTo>
                <a:lnTo>
                  <a:pt x="395752" y="0"/>
                </a:lnTo>
                <a:lnTo>
                  <a:pt x="395752" y="14279"/>
                </a:lnTo>
                <a:lnTo>
                  <a:pt x="383275" y="14279"/>
                </a:lnTo>
                <a:moveTo>
                  <a:pt x="383275" y="101618"/>
                </a:moveTo>
                <a:lnTo>
                  <a:pt x="383275" y="28004"/>
                </a:lnTo>
                <a:lnTo>
                  <a:pt x="395752" y="28004"/>
                </a:lnTo>
                <a:lnTo>
                  <a:pt x="395752" y="101618"/>
                </a:lnTo>
                <a:lnTo>
                  <a:pt x="383275" y="101618"/>
                </a:lnTo>
                <a:close/>
                <a:moveTo>
                  <a:pt x="435201" y="101618"/>
                </a:moveTo>
                <a:lnTo>
                  <a:pt x="407197" y="28004"/>
                </a:lnTo>
                <a:lnTo>
                  <a:pt x="420367" y="28004"/>
                </a:lnTo>
                <a:lnTo>
                  <a:pt x="436171" y="72089"/>
                </a:lnTo>
                <a:cubicBezTo>
                  <a:pt x="437881" y="76849"/>
                  <a:pt x="439452" y="81794"/>
                  <a:pt x="440885" y="86923"/>
                </a:cubicBezTo>
                <a:cubicBezTo>
                  <a:pt x="441994" y="83041"/>
                  <a:pt x="443542" y="78374"/>
                  <a:pt x="445529" y="72921"/>
                </a:cubicBezTo>
                <a:lnTo>
                  <a:pt x="461888" y="28004"/>
                </a:lnTo>
                <a:lnTo>
                  <a:pt x="474712" y="28004"/>
                </a:lnTo>
                <a:lnTo>
                  <a:pt x="446846" y="101618"/>
                </a:lnTo>
                <a:lnTo>
                  <a:pt x="435201" y="101618"/>
                </a:lnTo>
                <a:close/>
                <a:moveTo>
                  <a:pt x="536126" y="77773"/>
                </a:moveTo>
                <a:lnTo>
                  <a:pt x="549019" y="79437"/>
                </a:lnTo>
                <a:cubicBezTo>
                  <a:pt x="546986" y="86991"/>
                  <a:pt x="543220" y="92854"/>
                  <a:pt x="537720" y="97026"/>
                </a:cubicBezTo>
                <a:cubicBezTo>
                  <a:pt x="532221" y="101197"/>
                  <a:pt x="525197" y="103282"/>
                  <a:pt x="516648" y="103282"/>
                </a:cubicBezTo>
                <a:cubicBezTo>
                  <a:pt x="505881" y="103282"/>
                  <a:pt x="497343" y="99966"/>
                  <a:pt x="491036" y="93335"/>
                </a:cubicBezTo>
                <a:cubicBezTo>
                  <a:pt x="484728" y="86704"/>
                  <a:pt x="481574" y="77404"/>
                  <a:pt x="481574" y="65435"/>
                </a:cubicBezTo>
                <a:cubicBezTo>
                  <a:pt x="481574" y="53050"/>
                  <a:pt x="484762" y="43438"/>
                  <a:pt x="491140" y="36599"/>
                </a:cubicBezTo>
                <a:cubicBezTo>
                  <a:pt x="497517" y="29760"/>
                  <a:pt x="505789" y="26340"/>
                  <a:pt x="515955" y="26340"/>
                </a:cubicBezTo>
                <a:cubicBezTo>
                  <a:pt x="525798" y="26340"/>
                  <a:pt x="533839" y="29686"/>
                  <a:pt x="540077" y="36376"/>
                </a:cubicBezTo>
                <a:cubicBezTo>
                  <a:pt x="546316" y="43065"/>
                  <a:pt x="549435" y="52476"/>
                  <a:pt x="549435" y="64610"/>
                </a:cubicBezTo>
                <a:cubicBezTo>
                  <a:pt x="549435" y="65348"/>
                  <a:pt x="549412" y="66454"/>
                  <a:pt x="549366" y="67930"/>
                </a:cubicBezTo>
                <a:lnTo>
                  <a:pt x="494467" y="67930"/>
                </a:lnTo>
                <a:cubicBezTo>
                  <a:pt x="494929" y="76040"/>
                  <a:pt x="497216" y="82250"/>
                  <a:pt x="501329" y="86559"/>
                </a:cubicBezTo>
                <a:cubicBezTo>
                  <a:pt x="505442" y="90868"/>
                  <a:pt x="510571" y="93023"/>
                  <a:pt x="516717" y="93023"/>
                </a:cubicBezTo>
                <a:cubicBezTo>
                  <a:pt x="521292" y="93023"/>
                  <a:pt x="525197" y="91811"/>
                  <a:pt x="528432" y="89386"/>
                </a:cubicBezTo>
                <a:cubicBezTo>
                  <a:pt x="531667" y="86960"/>
                  <a:pt x="534232" y="83089"/>
                  <a:pt x="536126" y="77773"/>
                </a:cubicBezTo>
                <a:moveTo>
                  <a:pt x="495160" y="57671"/>
                </a:moveTo>
                <a:lnTo>
                  <a:pt x="536265" y="57671"/>
                </a:lnTo>
                <a:cubicBezTo>
                  <a:pt x="535710" y="51499"/>
                  <a:pt x="534139" y="46870"/>
                  <a:pt x="531551" y="43784"/>
                </a:cubicBezTo>
                <a:cubicBezTo>
                  <a:pt x="527577" y="38994"/>
                  <a:pt x="522425" y="36599"/>
                  <a:pt x="516094" y="36599"/>
                </a:cubicBezTo>
                <a:cubicBezTo>
                  <a:pt x="510363" y="36599"/>
                  <a:pt x="505546" y="38511"/>
                  <a:pt x="501641" y="42335"/>
                </a:cubicBezTo>
                <a:cubicBezTo>
                  <a:pt x="497736" y="46158"/>
                  <a:pt x="495576" y="51270"/>
                  <a:pt x="495160" y="57671"/>
                </a:cubicBez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Text function">
            <a:extLst xmlns:a="http://schemas.openxmlformats.org/drawingml/2006/main">
              <a:ext uri="{FF2B5EF4-FFF2-40B4-BE49-F238E27FC236}">
                <a16:creationId xmlns:a16="http://schemas.microsoft.com/office/drawing/2014/main" id="{EBF616A9-DCD1-484C-A973-CC148267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848" y="7991600"/>
            <a:ext cx="485856" cy="104945"/>
          </a:xfrm>
          <a:custGeom xmlns:a="http://schemas.openxmlformats.org/drawingml/2006/main">
            <a:pathLst>
              <a:path w="485856" h="104945">
                <a:moveTo>
                  <a:pt x="11021" y="103282"/>
                </a:moveTo>
                <a:lnTo>
                  <a:pt x="11021" y="39372"/>
                </a:lnTo>
                <a:lnTo>
                  <a:pt x="0" y="39372"/>
                </a:lnTo>
                <a:lnTo>
                  <a:pt x="0" y="29668"/>
                </a:lnTo>
                <a:lnTo>
                  <a:pt x="11021" y="29668"/>
                </a:lnTo>
                <a:lnTo>
                  <a:pt x="11021" y="21852"/>
                </a:lnTo>
                <a:cubicBezTo>
                  <a:pt x="11021" y="16919"/>
                  <a:pt x="11460" y="13254"/>
                  <a:pt x="12338" y="10857"/>
                </a:cubicBezTo>
                <a:cubicBezTo>
                  <a:pt x="13540" y="7631"/>
                  <a:pt x="15654" y="5015"/>
                  <a:pt x="18681" y="3009"/>
                </a:cubicBezTo>
                <a:cubicBezTo>
                  <a:pt x="21708" y="1003"/>
                  <a:pt x="25948" y="0"/>
                  <a:pt x="31400" y="0"/>
                </a:cubicBezTo>
                <a:cubicBezTo>
                  <a:pt x="34913" y="0"/>
                  <a:pt x="38794" y="418"/>
                  <a:pt x="43046" y="1254"/>
                </a:cubicBezTo>
                <a:lnTo>
                  <a:pt x="41174" y="12195"/>
                </a:lnTo>
                <a:cubicBezTo>
                  <a:pt x="38586" y="11736"/>
                  <a:pt x="36137" y="11507"/>
                  <a:pt x="33827" y="11507"/>
                </a:cubicBezTo>
                <a:cubicBezTo>
                  <a:pt x="30037" y="11507"/>
                  <a:pt x="27357" y="12309"/>
                  <a:pt x="25786" y="13915"/>
                </a:cubicBezTo>
                <a:cubicBezTo>
                  <a:pt x="24215" y="15520"/>
                  <a:pt x="23429" y="18523"/>
                  <a:pt x="23429" y="22926"/>
                </a:cubicBezTo>
                <a:lnTo>
                  <a:pt x="23429" y="29668"/>
                </a:lnTo>
                <a:lnTo>
                  <a:pt x="37778" y="29668"/>
                </a:lnTo>
                <a:lnTo>
                  <a:pt x="37778" y="39372"/>
                </a:lnTo>
                <a:lnTo>
                  <a:pt x="23429" y="39372"/>
                </a:lnTo>
                <a:lnTo>
                  <a:pt x="23429" y="103282"/>
                </a:lnTo>
                <a:lnTo>
                  <a:pt x="11021" y="103282"/>
                </a:lnTo>
                <a:close/>
                <a:moveTo>
                  <a:pt x="95719" y="103282"/>
                </a:moveTo>
                <a:lnTo>
                  <a:pt x="95719" y="92401"/>
                </a:lnTo>
                <a:cubicBezTo>
                  <a:pt x="89989" y="100764"/>
                  <a:pt x="82202" y="104945"/>
                  <a:pt x="72359" y="104945"/>
                </a:cubicBezTo>
                <a:cubicBezTo>
                  <a:pt x="68015" y="104945"/>
                  <a:pt x="63960" y="104114"/>
                  <a:pt x="60194" y="102450"/>
                </a:cubicBezTo>
                <a:cubicBezTo>
                  <a:pt x="56428" y="100786"/>
                  <a:pt x="53632" y="98695"/>
                  <a:pt x="51807" y="96177"/>
                </a:cubicBezTo>
                <a:cubicBezTo>
                  <a:pt x="49981" y="93658"/>
                  <a:pt x="48699" y="90574"/>
                  <a:pt x="47960" y="86923"/>
                </a:cubicBezTo>
                <a:cubicBezTo>
                  <a:pt x="47451" y="84474"/>
                  <a:pt x="47197" y="80592"/>
                  <a:pt x="47197" y="75278"/>
                </a:cubicBezTo>
                <a:lnTo>
                  <a:pt x="47197" y="29668"/>
                </a:lnTo>
                <a:lnTo>
                  <a:pt x="59674" y="29668"/>
                </a:lnTo>
                <a:lnTo>
                  <a:pt x="59674" y="70452"/>
                </a:lnTo>
                <a:cubicBezTo>
                  <a:pt x="59674" y="76960"/>
                  <a:pt x="59928" y="81345"/>
                  <a:pt x="60437" y="83607"/>
                </a:cubicBezTo>
                <a:cubicBezTo>
                  <a:pt x="61222" y="86885"/>
                  <a:pt x="62886" y="89459"/>
                  <a:pt x="65427" y="91329"/>
                </a:cubicBezTo>
                <a:cubicBezTo>
                  <a:pt x="67969" y="93198"/>
                  <a:pt x="71111" y="94132"/>
                  <a:pt x="74855" y="94132"/>
                </a:cubicBezTo>
                <a:cubicBezTo>
                  <a:pt x="78598" y="94132"/>
                  <a:pt x="82110" y="93175"/>
                  <a:pt x="85391" y="91260"/>
                </a:cubicBezTo>
                <a:cubicBezTo>
                  <a:pt x="88672" y="89343"/>
                  <a:pt x="90994" y="86735"/>
                  <a:pt x="92357" y="83436"/>
                </a:cubicBezTo>
                <a:cubicBezTo>
                  <a:pt x="93720" y="80134"/>
                  <a:pt x="94402" y="75345"/>
                  <a:pt x="94402" y="69068"/>
                </a:cubicBezTo>
                <a:lnTo>
                  <a:pt x="94402" y="29668"/>
                </a:lnTo>
                <a:lnTo>
                  <a:pt x="106879" y="29668"/>
                </a:lnTo>
                <a:lnTo>
                  <a:pt x="106879" y="103282"/>
                </a:lnTo>
                <a:lnTo>
                  <a:pt x="95719" y="103282"/>
                </a:lnTo>
                <a:close/>
                <a:moveTo>
                  <a:pt x="126341" y="103282"/>
                </a:moveTo>
                <a:lnTo>
                  <a:pt x="126341" y="29668"/>
                </a:lnTo>
                <a:lnTo>
                  <a:pt x="137571" y="29668"/>
                </a:lnTo>
                <a:lnTo>
                  <a:pt x="137571" y="40134"/>
                </a:lnTo>
                <a:cubicBezTo>
                  <a:pt x="142977" y="32047"/>
                  <a:pt x="150787" y="28004"/>
                  <a:pt x="161000" y="28004"/>
                </a:cubicBezTo>
                <a:cubicBezTo>
                  <a:pt x="165436" y="28004"/>
                  <a:pt x="169514" y="28801"/>
                  <a:pt x="173234" y="30395"/>
                </a:cubicBezTo>
                <a:cubicBezTo>
                  <a:pt x="176954" y="31990"/>
                  <a:pt x="179738" y="34081"/>
                  <a:pt x="181587" y="36669"/>
                </a:cubicBezTo>
                <a:cubicBezTo>
                  <a:pt x="183435" y="39256"/>
                  <a:pt x="184729" y="42329"/>
                  <a:pt x="185468" y="45888"/>
                </a:cubicBezTo>
                <a:cubicBezTo>
                  <a:pt x="185930" y="48198"/>
                  <a:pt x="186162" y="52242"/>
                  <a:pt x="186162" y="58018"/>
                </a:cubicBezTo>
                <a:lnTo>
                  <a:pt x="186162" y="103282"/>
                </a:lnTo>
                <a:lnTo>
                  <a:pt x="173685" y="103282"/>
                </a:lnTo>
                <a:lnTo>
                  <a:pt x="173685" y="58503"/>
                </a:lnTo>
                <a:cubicBezTo>
                  <a:pt x="173685" y="53420"/>
                  <a:pt x="173199" y="49619"/>
                  <a:pt x="172229" y="47101"/>
                </a:cubicBezTo>
                <a:cubicBezTo>
                  <a:pt x="171258" y="44582"/>
                  <a:pt x="169537" y="42572"/>
                  <a:pt x="167065" y="41070"/>
                </a:cubicBezTo>
                <a:cubicBezTo>
                  <a:pt x="164593" y="39568"/>
                  <a:pt x="161693" y="38817"/>
                  <a:pt x="158366" y="38817"/>
                </a:cubicBezTo>
                <a:cubicBezTo>
                  <a:pt x="153051" y="38817"/>
                  <a:pt x="148465" y="40504"/>
                  <a:pt x="144606" y="43877"/>
                </a:cubicBezTo>
                <a:cubicBezTo>
                  <a:pt x="140748" y="47251"/>
                  <a:pt x="138818" y="53651"/>
                  <a:pt x="138818" y="63078"/>
                </a:cubicBezTo>
                <a:lnTo>
                  <a:pt x="138818" y="103282"/>
                </a:lnTo>
                <a:lnTo>
                  <a:pt x="126341" y="103282"/>
                </a:lnTo>
                <a:close/>
                <a:moveTo>
                  <a:pt x="253245" y="76248"/>
                </a:moveTo>
                <a:lnTo>
                  <a:pt x="265514" y="77912"/>
                </a:lnTo>
                <a:cubicBezTo>
                  <a:pt x="264174" y="86369"/>
                  <a:pt x="260742" y="92988"/>
                  <a:pt x="255220" y="97771"/>
                </a:cubicBezTo>
                <a:cubicBezTo>
                  <a:pt x="249698" y="102554"/>
                  <a:pt x="242917" y="104945"/>
                  <a:pt x="234876" y="104945"/>
                </a:cubicBezTo>
                <a:cubicBezTo>
                  <a:pt x="224802" y="104945"/>
                  <a:pt x="216703" y="101653"/>
                  <a:pt x="210580" y="95068"/>
                </a:cubicBezTo>
                <a:cubicBezTo>
                  <a:pt x="204457" y="88483"/>
                  <a:pt x="201396" y="79044"/>
                  <a:pt x="201396" y="66752"/>
                </a:cubicBezTo>
                <a:cubicBezTo>
                  <a:pt x="201396" y="58804"/>
                  <a:pt x="202713" y="51849"/>
                  <a:pt x="205347" y="45888"/>
                </a:cubicBezTo>
                <a:cubicBezTo>
                  <a:pt x="207981" y="39926"/>
                  <a:pt x="211990" y="35455"/>
                  <a:pt x="217373" y="32475"/>
                </a:cubicBezTo>
                <a:cubicBezTo>
                  <a:pt x="222757" y="29494"/>
                  <a:pt x="228614" y="28004"/>
                  <a:pt x="234945" y="28004"/>
                </a:cubicBezTo>
                <a:cubicBezTo>
                  <a:pt x="242940" y="28004"/>
                  <a:pt x="249479" y="30014"/>
                  <a:pt x="254562" y="34035"/>
                </a:cubicBezTo>
                <a:cubicBezTo>
                  <a:pt x="259645" y="38053"/>
                  <a:pt x="262903" y="43761"/>
                  <a:pt x="264335" y="51156"/>
                </a:cubicBezTo>
                <a:lnTo>
                  <a:pt x="252205" y="53097"/>
                </a:lnTo>
                <a:cubicBezTo>
                  <a:pt x="251050" y="48175"/>
                  <a:pt x="249005" y="44472"/>
                  <a:pt x="246070" y="41989"/>
                </a:cubicBezTo>
                <a:cubicBezTo>
                  <a:pt x="243136" y="39505"/>
                  <a:pt x="239589" y="38263"/>
                  <a:pt x="235430" y="38263"/>
                </a:cubicBezTo>
                <a:cubicBezTo>
                  <a:pt x="229146" y="38263"/>
                  <a:pt x="224039" y="40516"/>
                  <a:pt x="220111" y="45021"/>
                </a:cubicBezTo>
                <a:cubicBezTo>
                  <a:pt x="216183" y="49527"/>
                  <a:pt x="214219" y="56655"/>
                  <a:pt x="214219" y="66405"/>
                </a:cubicBezTo>
                <a:cubicBezTo>
                  <a:pt x="214219" y="76295"/>
                  <a:pt x="216114" y="83480"/>
                  <a:pt x="219903" y="87963"/>
                </a:cubicBezTo>
                <a:cubicBezTo>
                  <a:pt x="223693" y="92445"/>
                  <a:pt x="228637" y="94687"/>
                  <a:pt x="234737" y="94687"/>
                </a:cubicBezTo>
                <a:cubicBezTo>
                  <a:pt x="239636" y="94687"/>
                  <a:pt x="243725" y="93179"/>
                  <a:pt x="247006" y="90164"/>
                </a:cubicBezTo>
                <a:cubicBezTo>
                  <a:pt x="250287" y="87148"/>
                  <a:pt x="252367" y="82510"/>
                  <a:pt x="253245" y="76248"/>
                </a:cubicBezTo>
                <a:close/>
                <a:moveTo>
                  <a:pt x="303430" y="92122"/>
                </a:moveTo>
                <a:lnTo>
                  <a:pt x="305232" y="103143"/>
                </a:lnTo>
                <a:cubicBezTo>
                  <a:pt x="301720" y="103883"/>
                  <a:pt x="298578" y="104252"/>
                  <a:pt x="295805" y="104252"/>
                </a:cubicBezTo>
                <a:cubicBezTo>
                  <a:pt x="291276" y="104252"/>
                  <a:pt x="287764" y="103536"/>
                  <a:pt x="285269" y="102104"/>
                </a:cubicBezTo>
                <a:cubicBezTo>
                  <a:pt x="282774" y="100671"/>
                  <a:pt x="281018" y="98788"/>
                  <a:pt x="280001" y="96454"/>
                </a:cubicBezTo>
                <a:cubicBezTo>
                  <a:pt x="278984" y="94121"/>
                  <a:pt x="278476" y="89211"/>
                  <a:pt x="278476" y="81724"/>
                </a:cubicBezTo>
                <a:lnTo>
                  <a:pt x="278476" y="39372"/>
                </a:lnTo>
                <a:lnTo>
                  <a:pt x="269326" y="39372"/>
                </a:lnTo>
                <a:lnTo>
                  <a:pt x="269326" y="29668"/>
                </a:lnTo>
                <a:lnTo>
                  <a:pt x="278476" y="29668"/>
                </a:lnTo>
                <a:lnTo>
                  <a:pt x="278476" y="11437"/>
                </a:lnTo>
                <a:lnTo>
                  <a:pt x="290884" y="3951"/>
                </a:lnTo>
                <a:lnTo>
                  <a:pt x="290884" y="29668"/>
                </a:lnTo>
                <a:lnTo>
                  <a:pt x="303430" y="29668"/>
                </a:lnTo>
                <a:lnTo>
                  <a:pt x="303430" y="39372"/>
                </a:lnTo>
                <a:lnTo>
                  <a:pt x="290884" y="39372"/>
                </a:lnTo>
                <a:lnTo>
                  <a:pt x="290884" y="82418"/>
                </a:lnTo>
                <a:cubicBezTo>
                  <a:pt x="290884" y="85976"/>
                  <a:pt x="291103" y="88263"/>
                  <a:pt x="291542" y="89280"/>
                </a:cubicBezTo>
                <a:cubicBezTo>
                  <a:pt x="291981" y="90297"/>
                  <a:pt x="292697" y="91105"/>
                  <a:pt x="293691" y="91706"/>
                </a:cubicBezTo>
                <a:cubicBezTo>
                  <a:pt x="294685" y="92307"/>
                  <a:pt x="296106" y="92607"/>
                  <a:pt x="297954" y="92607"/>
                </a:cubicBezTo>
                <a:cubicBezTo>
                  <a:pt x="299340" y="92607"/>
                  <a:pt x="301166" y="92445"/>
                  <a:pt x="303430" y="92122"/>
                </a:cubicBezTo>
                <a:close/>
                <a:moveTo>
                  <a:pt x="315691" y="15943"/>
                </a:moveTo>
                <a:lnTo>
                  <a:pt x="315691" y="1664"/>
                </a:lnTo>
                <a:lnTo>
                  <a:pt x="328168" y="1664"/>
                </a:lnTo>
                <a:lnTo>
                  <a:pt x="328168" y="15943"/>
                </a:lnTo>
                <a:lnTo>
                  <a:pt x="315691" y="15943"/>
                </a:lnTo>
                <a:moveTo>
                  <a:pt x="315691" y="103282"/>
                </a:moveTo>
                <a:lnTo>
                  <a:pt x="315691" y="29668"/>
                </a:lnTo>
                <a:lnTo>
                  <a:pt x="328168" y="29668"/>
                </a:lnTo>
                <a:lnTo>
                  <a:pt x="328168" y="103282"/>
                </a:lnTo>
                <a:lnTo>
                  <a:pt x="315691" y="103282"/>
                </a:lnTo>
                <a:close/>
                <a:moveTo>
                  <a:pt x="342525" y="66475"/>
                </a:moveTo>
                <a:cubicBezTo>
                  <a:pt x="342525" y="52842"/>
                  <a:pt x="346314" y="42745"/>
                  <a:pt x="353893" y="36183"/>
                </a:cubicBezTo>
                <a:cubicBezTo>
                  <a:pt x="360223" y="30730"/>
                  <a:pt x="367941" y="28004"/>
                  <a:pt x="377044" y="28004"/>
                </a:cubicBezTo>
                <a:cubicBezTo>
                  <a:pt x="387165" y="28004"/>
                  <a:pt x="395436" y="31320"/>
                  <a:pt x="401860" y="37951"/>
                </a:cubicBezTo>
                <a:cubicBezTo>
                  <a:pt x="408283" y="44582"/>
                  <a:pt x="411495" y="53744"/>
                  <a:pt x="411495" y="65435"/>
                </a:cubicBezTo>
                <a:cubicBezTo>
                  <a:pt x="411495" y="74908"/>
                  <a:pt x="410074" y="82360"/>
                  <a:pt x="407232" y="87790"/>
                </a:cubicBezTo>
                <a:cubicBezTo>
                  <a:pt x="404390" y="93219"/>
                  <a:pt x="400254" y="97436"/>
                  <a:pt x="394824" y="100440"/>
                </a:cubicBezTo>
                <a:cubicBezTo>
                  <a:pt x="389394" y="103444"/>
                  <a:pt x="383468" y="104945"/>
                  <a:pt x="377044" y="104945"/>
                </a:cubicBezTo>
                <a:cubicBezTo>
                  <a:pt x="366739" y="104945"/>
                  <a:pt x="358410" y="101641"/>
                  <a:pt x="352056" y="95033"/>
                </a:cubicBezTo>
                <a:cubicBezTo>
                  <a:pt x="345702" y="88425"/>
                  <a:pt x="342525" y="78906"/>
                  <a:pt x="342525" y="66475"/>
                </a:cubicBezTo>
                <a:moveTo>
                  <a:pt x="355348" y="66509"/>
                </a:moveTo>
                <a:cubicBezTo>
                  <a:pt x="355348" y="75925"/>
                  <a:pt x="357405" y="82975"/>
                  <a:pt x="361517" y="87660"/>
                </a:cubicBezTo>
                <a:cubicBezTo>
                  <a:pt x="365630" y="92344"/>
                  <a:pt x="370806" y="94687"/>
                  <a:pt x="377044" y="94687"/>
                </a:cubicBezTo>
                <a:cubicBezTo>
                  <a:pt x="383237" y="94687"/>
                  <a:pt x="388389" y="92333"/>
                  <a:pt x="392502" y="87625"/>
                </a:cubicBezTo>
                <a:cubicBezTo>
                  <a:pt x="396615" y="82917"/>
                  <a:pt x="398671" y="75740"/>
                  <a:pt x="398671" y="66093"/>
                </a:cubicBezTo>
                <a:cubicBezTo>
                  <a:pt x="398671" y="57001"/>
                  <a:pt x="396603" y="50113"/>
                  <a:pt x="392467" y="45428"/>
                </a:cubicBezTo>
                <a:cubicBezTo>
                  <a:pt x="388331" y="40744"/>
                  <a:pt x="383190" y="38401"/>
                  <a:pt x="377044" y="38401"/>
                </a:cubicBezTo>
                <a:cubicBezTo>
                  <a:pt x="370806" y="38401"/>
                  <a:pt x="365630" y="40732"/>
                  <a:pt x="361517" y="45394"/>
                </a:cubicBezTo>
                <a:cubicBezTo>
                  <a:pt x="357405" y="50055"/>
                  <a:pt x="355348" y="57094"/>
                  <a:pt x="355348" y="66509"/>
                </a:cubicBezTo>
                <a:close/>
                <a:moveTo>
                  <a:pt x="426036" y="103282"/>
                </a:moveTo>
                <a:lnTo>
                  <a:pt x="426036" y="29668"/>
                </a:lnTo>
                <a:lnTo>
                  <a:pt x="437265" y="29668"/>
                </a:lnTo>
                <a:lnTo>
                  <a:pt x="437265" y="40134"/>
                </a:lnTo>
                <a:cubicBezTo>
                  <a:pt x="442672" y="32047"/>
                  <a:pt x="450482" y="28004"/>
                  <a:pt x="460694" y="28004"/>
                </a:cubicBezTo>
                <a:cubicBezTo>
                  <a:pt x="465130" y="28004"/>
                  <a:pt x="469209" y="28801"/>
                  <a:pt x="472929" y="30395"/>
                </a:cubicBezTo>
                <a:cubicBezTo>
                  <a:pt x="476649" y="31990"/>
                  <a:pt x="479433" y="34081"/>
                  <a:pt x="481281" y="36669"/>
                </a:cubicBezTo>
                <a:cubicBezTo>
                  <a:pt x="483130" y="39256"/>
                  <a:pt x="484424" y="42329"/>
                  <a:pt x="485163" y="45888"/>
                </a:cubicBezTo>
                <a:cubicBezTo>
                  <a:pt x="485625" y="48198"/>
                  <a:pt x="485856" y="52242"/>
                  <a:pt x="485856" y="58018"/>
                </a:cubicBezTo>
                <a:lnTo>
                  <a:pt x="485856" y="103282"/>
                </a:lnTo>
                <a:lnTo>
                  <a:pt x="473379" y="103282"/>
                </a:lnTo>
                <a:lnTo>
                  <a:pt x="473379" y="58503"/>
                </a:lnTo>
                <a:cubicBezTo>
                  <a:pt x="473379" y="53420"/>
                  <a:pt x="472894" y="49619"/>
                  <a:pt x="471923" y="47101"/>
                </a:cubicBezTo>
                <a:cubicBezTo>
                  <a:pt x="470953" y="44582"/>
                  <a:pt x="469232" y="42572"/>
                  <a:pt x="466759" y="41070"/>
                </a:cubicBezTo>
                <a:cubicBezTo>
                  <a:pt x="464287" y="39568"/>
                  <a:pt x="461387" y="38817"/>
                  <a:pt x="458060" y="38817"/>
                </a:cubicBezTo>
                <a:cubicBezTo>
                  <a:pt x="452746" y="38817"/>
                  <a:pt x="448159" y="40504"/>
                  <a:pt x="444301" y="43877"/>
                </a:cubicBezTo>
                <a:cubicBezTo>
                  <a:pt x="440442" y="47251"/>
                  <a:pt x="438513" y="53651"/>
                  <a:pt x="438513" y="63078"/>
                </a:cubicBezTo>
                <a:lnTo>
                  <a:pt x="438513" y="103282"/>
                </a:lnTo>
                <a:lnTo>
                  <a:pt x="426036" y="103282"/>
                </a:ln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07BB6-5200-4D6D-B30B-9A11790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899" y="7947810"/>
            <a:ext cx="98663" cy="33124"/>
          </a:xfrm>
          <a:custGeom xmlns:a="http://schemas.openxmlformats.org/drawingml/2006/main">
            <a:pathLst>
              <a:path w="98663" h="33124">
                <a:moveTo>
                  <a:pt x="98663" y="17130"/>
                </a:moveTo>
                <a:cubicBezTo>
                  <a:pt x="94309" y="22335"/>
                  <a:pt x="90311" y="26168"/>
                  <a:pt x="86667" y="28629"/>
                </a:cubicBezTo>
                <a:cubicBezTo>
                  <a:pt x="83023" y="31089"/>
                  <a:pt x="79301" y="32462"/>
                  <a:pt x="75515" y="32746"/>
                </a:cubicBezTo>
                <a:cubicBezTo>
                  <a:pt x="70594" y="33124"/>
                  <a:pt x="65862" y="32201"/>
                  <a:pt x="61319" y="29977"/>
                </a:cubicBezTo>
                <a:cubicBezTo>
                  <a:pt x="56776" y="27753"/>
                  <a:pt x="51808" y="24512"/>
                  <a:pt x="46413" y="20253"/>
                </a:cubicBezTo>
                <a:cubicBezTo>
                  <a:pt x="43203" y="17698"/>
                  <a:pt x="40790" y="15852"/>
                  <a:pt x="39173" y="14717"/>
                </a:cubicBezTo>
                <a:cubicBezTo>
                  <a:pt x="37564" y="13581"/>
                  <a:pt x="35293" y="12422"/>
                  <a:pt x="32359" y="11239"/>
                </a:cubicBezTo>
                <a:cubicBezTo>
                  <a:pt x="29433" y="10056"/>
                  <a:pt x="26641" y="9559"/>
                  <a:pt x="23991" y="9748"/>
                </a:cubicBezTo>
                <a:cubicBezTo>
                  <a:pt x="16420" y="10316"/>
                  <a:pt x="8423" y="15521"/>
                  <a:pt x="0" y="25364"/>
                </a:cubicBezTo>
                <a:lnTo>
                  <a:pt x="0" y="15994"/>
                </a:lnTo>
                <a:cubicBezTo>
                  <a:pt x="4353" y="10789"/>
                  <a:pt x="8352" y="6956"/>
                  <a:pt x="11996" y="4495"/>
                </a:cubicBezTo>
                <a:cubicBezTo>
                  <a:pt x="15639" y="2035"/>
                  <a:pt x="19354" y="662"/>
                  <a:pt x="23140" y="379"/>
                </a:cubicBezTo>
                <a:cubicBezTo>
                  <a:pt x="28061" y="0"/>
                  <a:pt x="32793" y="923"/>
                  <a:pt x="37328" y="3147"/>
                </a:cubicBezTo>
                <a:cubicBezTo>
                  <a:pt x="41870" y="5371"/>
                  <a:pt x="46839" y="8612"/>
                  <a:pt x="52242" y="12871"/>
                </a:cubicBezTo>
                <a:cubicBezTo>
                  <a:pt x="55459" y="15426"/>
                  <a:pt x="57865" y="17272"/>
                  <a:pt x="59474" y="18408"/>
                </a:cubicBezTo>
                <a:cubicBezTo>
                  <a:pt x="61082" y="19543"/>
                  <a:pt x="63354" y="20703"/>
                  <a:pt x="66288" y="21886"/>
                </a:cubicBezTo>
                <a:cubicBezTo>
                  <a:pt x="69229" y="23069"/>
                  <a:pt x="72021" y="23565"/>
                  <a:pt x="74663" y="23376"/>
                </a:cubicBezTo>
                <a:cubicBezTo>
                  <a:pt x="82235" y="22808"/>
                  <a:pt x="90232" y="17603"/>
                  <a:pt x="98663" y="7761"/>
                </a:cubicBezTo>
                <a:lnTo>
                  <a:pt x="98663" y="17130"/>
                </a:lnTo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Text �">
            <a:extLst xmlns:a="http://schemas.openxmlformats.org/drawingml/2006/main">
              <a:ext uri="{FF2B5EF4-FFF2-40B4-BE49-F238E27FC236}">
                <a16:creationId xmlns:a16="http://schemas.microsoft.com/office/drawing/2014/main" id="{451ED079-0350-4322-B1D9-1E2DBA9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183" y="7991392"/>
            <a:ext cx="88158" cy="103490"/>
          </a:xfrm>
          <a:custGeom xmlns:a="http://schemas.openxmlformats.org/drawingml/2006/main">
            <a:pathLst>
              <a:path w="88158" h="103490">
                <a:moveTo>
                  <a:pt x="88158" y="77652"/>
                </a:moveTo>
                <a:lnTo>
                  <a:pt x="83046" y="103490"/>
                </a:lnTo>
                <a:lnTo>
                  <a:pt x="0" y="103490"/>
                </a:lnTo>
                <a:lnTo>
                  <a:pt x="1419" y="96108"/>
                </a:lnTo>
                <a:lnTo>
                  <a:pt x="14621" y="96108"/>
                </a:lnTo>
                <a:lnTo>
                  <a:pt x="31940" y="7382"/>
                </a:lnTo>
                <a:lnTo>
                  <a:pt x="18739" y="7382"/>
                </a:lnTo>
                <a:lnTo>
                  <a:pt x="20158" y="0"/>
                </a:lnTo>
                <a:lnTo>
                  <a:pt x="60617" y="0"/>
                </a:lnTo>
                <a:lnTo>
                  <a:pt x="59196" y="7382"/>
                </a:lnTo>
                <a:lnTo>
                  <a:pt x="45996" y="7382"/>
                </a:lnTo>
                <a:lnTo>
                  <a:pt x="28959" y="94973"/>
                </a:lnTo>
                <a:lnTo>
                  <a:pt x="76233" y="94973"/>
                </a:lnTo>
                <a:lnTo>
                  <a:pt x="79641" y="77652"/>
                </a:lnTo>
                <a:lnTo>
                  <a:pt x="88158" y="77652"/>
                </a:lnTo>
                <a:close/>
              </a:path>
            </a:pathLst>
          </a:custGeom>
          <a:solidFill xmlns:a="http://schemas.openxmlformats.org/drawingml/2006/main">
            <a:srgbClr val="38572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1F47B-258C-4FE3-8B1F-4EC7B865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63" y="8243940"/>
            <a:ext cx="666268" cy="264047"/>
          </a:xfrm>
          <a:custGeom xmlns:a="http://schemas.openxmlformats.org/drawingml/2006/main">
            <a:pathLst>
              <a:path w="666268" h="264047">
                <a:moveTo>
                  <a:pt x="0" y="197798"/>
                </a:moveTo>
                <a:lnTo>
                  <a:pt x="567842" y="197798"/>
                </a:lnTo>
                <a:lnTo>
                  <a:pt x="567842" y="66248"/>
                </a:lnTo>
                <a:lnTo>
                  <a:pt x="534718" y="66248"/>
                </a:lnTo>
                <a:lnTo>
                  <a:pt x="600967" y="0"/>
                </a:lnTo>
                <a:lnTo>
                  <a:pt x="666268" y="66248"/>
                </a:lnTo>
                <a:lnTo>
                  <a:pt x="633144" y="66248"/>
                </a:lnTo>
                <a:lnTo>
                  <a:pt x="633144" y="264047"/>
                </a:lnTo>
                <a:lnTo>
                  <a:pt x="0" y="264047"/>
                </a:lnTo>
                <a:lnTo>
                  <a:pt x="0" y="197798"/>
                </a:lnTo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41700-E4ED-44D4-A03B-10262A6A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663" y="7386498"/>
            <a:ext cx="666268" cy="264047"/>
          </a:xfrm>
          <a:custGeom xmlns:a="http://schemas.openxmlformats.org/drawingml/2006/main">
            <a:pathLst>
              <a:path w="666268" h="264047">
                <a:moveTo>
                  <a:pt x="0" y="66248"/>
                </a:moveTo>
                <a:lnTo>
                  <a:pt x="0" y="0"/>
                </a:lnTo>
                <a:lnTo>
                  <a:pt x="633144" y="0"/>
                </a:lnTo>
                <a:lnTo>
                  <a:pt x="633144" y="197798"/>
                </a:lnTo>
                <a:lnTo>
                  <a:pt x="666268" y="197798"/>
                </a:lnTo>
                <a:lnTo>
                  <a:pt x="600967" y="264047"/>
                </a:lnTo>
                <a:lnTo>
                  <a:pt x="534718" y="197798"/>
                </a:lnTo>
                <a:lnTo>
                  <a:pt x="567842" y="197798"/>
                </a:lnTo>
                <a:lnTo>
                  <a:pt x="567842" y="66248"/>
                </a:lnTo>
                <a:lnTo>
                  <a:pt x="0" y="66248"/>
                </a:lnTo>
                <a:close/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7B148-1B12-4001-9FFB-73A6980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619" y="7889038"/>
            <a:ext cx="432507" cy="127765"/>
          </a:xfrm>
          <a:custGeom xmlns:a="http://schemas.openxmlformats.org/drawingml/2006/main">
            <a:pathLst>
              <a:path w="432507" h="127765">
                <a:moveTo>
                  <a:pt x="432507" y="31231"/>
                </a:moveTo>
                <a:lnTo>
                  <a:pt x="432507" y="95587"/>
                </a:lnTo>
                <a:lnTo>
                  <a:pt x="427775" y="95587"/>
                </a:lnTo>
                <a:lnTo>
                  <a:pt x="427775" y="31231"/>
                </a:lnTo>
                <a:lnTo>
                  <a:pt x="432507" y="31231"/>
                </a:lnTo>
                <a:close/>
                <a:moveTo>
                  <a:pt x="423989" y="31231"/>
                </a:moveTo>
                <a:lnTo>
                  <a:pt x="423989" y="95587"/>
                </a:lnTo>
                <a:lnTo>
                  <a:pt x="416418" y="95587"/>
                </a:lnTo>
                <a:lnTo>
                  <a:pt x="416418" y="31231"/>
                </a:lnTo>
                <a:lnTo>
                  <a:pt x="423989" y="31231"/>
                </a:lnTo>
                <a:close/>
                <a:moveTo>
                  <a:pt x="411686" y="31231"/>
                </a:moveTo>
                <a:lnTo>
                  <a:pt x="411686" y="95587"/>
                </a:lnTo>
                <a:lnTo>
                  <a:pt x="64355" y="95587"/>
                </a:lnTo>
                <a:lnTo>
                  <a:pt x="64355" y="127765"/>
                </a:lnTo>
                <a:lnTo>
                  <a:pt x="0" y="63409"/>
                </a:lnTo>
                <a:lnTo>
                  <a:pt x="64355" y="0"/>
                </a:lnTo>
                <a:lnTo>
                  <a:pt x="64355" y="31231"/>
                </a:lnTo>
                <a:lnTo>
                  <a:pt x="411686" y="31231"/>
                </a:lnTo>
                <a:close/>
              </a:path>
            </a:pathLst>
          </a:custGeom>
          <a:solidFill xmlns:a="http://schemas.openxmlformats.org/drawingml/2006/main">
            <a:srgbClr val="B2B2B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Text SGD">
            <a:extLst xmlns:a="http://schemas.openxmlformats.org/drawingml/2006/main">
              <a:ext uri="{FF2B5EF4-FFF2-40B4-BE49-F238E27FC236}">
                <a16:creationId xmlns:a16="http://schemas.microsoft.com/office/drawing/2014/main" id="{C1245B18-C0BD-4671-AC31-6BE3870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879" y="7820536"/>
            <a:ext cx="230205" cy="82240"/>
          </a:xfrm>
          <a:custGeom xmlns:a="http://schemas.openxmlformats.org/drawingml/2006/main">
            <a:pathLst>
              <a:path w="230205" h="82240">
                <a:moveTo>
                  <a:pt x="0" y="54971"/>
                </a:moveTo>
                <a:lnTo>
                  <a:pt x="15582" y="53456"/>
                </a:lnTo>
                <a:cubicBezTo>
                  <a:pt x="16520" y="58706"/>
                  <a:pt x="18423" y="62561"/>
                  <a:pt x="21291" y="65023"/>
                </a:cubicBezTo>
                <a:cubicBezTo>
                  <a:pt x="24158" y="67484"/>
                  <a:pt x="28027" y="68714"/>
                  <a:pt x="32896" y="68714"/>
                </a:cubicBezTo>
                <a:cubicBezTo>
                  <a:pt x="38054" y="68714"/>
                  <a:pt x="41941" y="67620"/>
                  <a:pt x="44556" y="65430"/>
                </a:cubicBezTo>
                <a:cubicBezTo>
                  <a:pt x="47171" y="63241"/>
                  <a:pt x="48479" y="60681"/>
                  <a:pt x="48479" y="57749"/>
                </a:cubicBezTo>
                <a:cubicBezTo>
                  <a:pt x="48479" y="55868"/>
                  <a:pt x="47928" y="54267"/>
                  <a:pt x="46828" y="52947"/>
                </a:cubicBezTo>
                <a:cubicBezTo>
                  <a:pt x="45728" y="51626"/>
                  <a:pt x="43807" y="50477"/>
                  <a:pt x="41066" y="49500"/>
                </a:cubicBezTo>
                <a:cubicBezTo>
                  <a:pt x="39190" y="48849"/>
                  <a:pt x="34916" y="47693"/>
                  <a:pt x="28243" y="46030"/>
                </a:cubicBezTo>
                <a:cubicBezTo>
                  <a:pt x="19658" y="43898"/>
                  <a:pt x="13635" y="41277"/>
                  <a:pt x="10172" y="38168"/>
                </a:cubicBezTo>
                <a:cubicBezTo>
                  <a:pt x="5302" y="33795"/>
                  <a:pt x="2868" y="28463"/>
                  <a:pt x="2868" y="22175"/>
                </a:cubicBezTo>
                <a:cubicBezTo>
                  <a:pt x="2868" y="18127"/>
                  <a:pt x="4013" y="14341"/>
                  <a:pt x="6303" y="10818"/>
                </a:cubicBezTo>
                <a:cubicBezTo>
                  <a:pt x="8594" y="7293"/>
                  <a:pt x="11894" y="4609"/>
                  <a:pt x="16205" y="2766"/>
                </a:cubicBezTo>
                <a:cubicBezTo>
                  <a:pt x="20515" y="922"/>
                  <a:pt x="25718" y="0"/>
                  <a:pt x="31814" y="0"/>
                </a:cubicBezTo>
                <a:cubicBezTo>
                  <a:pt x="41769" y="0"/>
                  <a:pt x="49263" y="2192"/>
                  <a:pt x="54295" y="6577"/>
                </a:cubicBezTo>
                <a:cubicBezTo>
                  <a:pt x="59327" y="10961"/>
                  <a:pt x="61969" y="16812"/>
                  <a:pt x="62221" y="24131"/>
                </a:cubicBezTo>
                <a:lnTo>
                  <a:pt x="46206" y="24780"/>
                </a:lnTo>
                <a:cubicBezTo>
                  <a:pt x="45521" y="20704"/>
                  <a:pt x="44051" y="17774"/>
                  <a:pt x="41797" y="15988"/>
                </a:cubicBezTo>
                <a:cubicBezTo>
                  <a:pt x="39542" y="14203"/>
                  <a:pt x="36161" y="13310"/>
                  <a:pt x="31652" y="13310"/>
                </a:cubicBezTo>
                <a:cubicBezTo>
                  <a:pt x="26999" y="13310"/>
                  <a:pt x="23356" y="14266"/>
                  <a:pt x="20722" y="16179"/>
                </a:cubicBezTo>
                <a:cubicBezTo>
                  <a:pt x="19027" y="17406"/>
                  <a:pt x="18179" y="19047"/>
                  <a:pt x="18179" y="21105"/>
                </a:cubicBezTo>
                <a:cubicBezTo>
                  <a:pt x="18179" y="22981"/>
                  <a:pt x="18973" y="24587"/>
                  <a:pt x="20560" y="25922"/>
                </a:cubicBezTo>
                <a:cubicBezTo>
                  <a:pt x="22580" y="27618"/>
                  <a:pt x="27486" y="29388"/>
                  <a:pt x="35277" y="31231"/>
                </a:cubicBezTo>
                <a:cubicBezTo>
                  <a:pt x="43068" y="33074"/>
                  <a:pt x="48830" y="34980"/>
                  <a:pt x="52564" y="36951"/>
                </a:cubicBezTo>
                <a:cubicBezTo>
                  <a:pt x="56297" y="38920"/>
                  <a:pt x="59219" y="41612"/>
                  <a:pt x="61329" y="45028"/>
                </a:cubicBezTo>
                <a:cubicBezTo>
                  <a:pt x="63439" y="48442"/>
                  <a:pt x="64494" y="52661"/>
                  <a:pt x="64494" y="57685"/>
                </a:cubicBezTo>
                <a:cubicBezTo>
                  <a:pt x="64494" y="62238"/>
                  <a:pt x="63231" y="66502"/>
                  <a:pt x="60706" y="70478"/>
                </a:cubicBezTo>
                <a:cubicBezTo>
                  <a:pt x="58181" y="74453"/>
                  <a:pt x="54611" y="77408"/>
                  <a:pt x="49994" y="79341"/>
                </a:cubicBezTo>
                <a:cubicBezTo>
                  <a:pt x="45377" y="81274"/>
                  <a:pt x="39623" y="82240"/>
                  <a:pt x="32734" y="82240"/>
                </a:cubicBezTo>
                <a:cubicBezTo>
                  <a:pt x="22706" y="82240"/>
                  <a:pt x="15005" y="79918"/>
                  <a:pt x="9631" y="75274"/>
                </a:cubicBezTo>
                <a:cubicBezTo>
                  <a:pt x="4256" y="70630"/>
                  <a:pt x="1046" y="63863"/>
                  <a:pt x="0" y="54971"/>
                </a:cubicBezTo>
                <a:close/>
                <a:moveTo>
                  <a:pt x="114699" y="51617"/>
                </a:moveTo>
                <a:lnTo>
                  <a:pt x="114699" y="38199"/>
                </a:lnTo>
                <a:lnTo>
                  <a:pt x="149218" y="38199"/>
                </a:lnTo>
                <a:lnTo>
                  <a:pt x="149218" y="69801"/>
                </a:lnTo>
                <a:cubicBezTo>
                  <a:pt x="145863" y="73060"/>
                  <a:pt x="141003" y="75930"/>
                  <a:pt x="134636" y="78411"/>
                </a:cubicBezTo>
                <a:cubicBezTo>
                  <a:pt x="128270" y="80892"/>
                  <a:pt x="121822" y="82132"/>
                  <a:pt x="115294" y="82132"/>
                </a:cubicBezTo>
                <a:cubicBezTo>
                  <a:pt x="106998" y="82132"/>
                  <a:pt x="99765" y="80390"/>
                  <a:pt x="93597" y="76904"/>
                </a:cubicBezTo>
                <a:cubicBezTo>
                  <a:pt x="87429" y="73419"/>
                  <a:pt x="82794" y="68435"/>
                  <a:pt x="79692" y="61953"/>
                </a:cubicBezTo>
                <a:cubicBezTo>
                  <a:pt x="76590" y="55469"/>
                  <a:pt x="75039" y="48417"/>
                  <a:pt x="75039" y="40796"/>
                </a:cubicBezTo>
                <a:cubicBezTo>
                  <a:pt x="75039" y="32524"/>
                  <a:pt x="76771" y="25174"/>
                  <a:pt x="80233" y="18746"/>
                </a:cubicBezTo>
                <a:cubicBezTo>
                  <a:pt x="83696" y="12316"/>
                  <a:pt x="88764" y="7386"/>
                  <a:pt x="95437" y="3955"/>
                </a:cubicBezTo>
                <a:cubicBezTo>
                  <a:pt x="100523" y="1318"/>
                  <a:pt x="106853" y="0"/>
                  <a:pt x="114428" y="0"/>
                </a:cubicBezTo>
                <a:cubicBezTo>
                  <a:pt x="124275" y="0"/>
                  <a:pt x="131967" y="2070"/>
                  <a:pt x="137504" y="6210"/>
                </a:cubicBezTo>
                <a:cubicBezTo>
                  <a:pt x="143041" y="10349"/>
                  <a:pt x="146603" y="16070"/>
                  <a:pt x="148190" y="23374"/>
                </a:cubicBezTo>
                <a:lnTo>
                  <a:pt x="132283" y="26403"/>
                </a:lnTo>
                <a:cubicBezTo>
                  <a:pt x="131165" y="22491"/>
                  <a:pt x="129064" y="19403"/>
                  <a:pt x="125980" y="17140"/>
                </a:cubicBezTo>
                <a:cubicBezTo>
                  <a:pt x="122896" y="14875"/>
                  <a:pt x="119045" y="13743"/>
                  <a:pt x="114428" y="13743"/>
                </a:cubicBezTo>
                <a:cubicBezTo>
                  <a:pt x="107430" y="13743"/>
                  <a:pt x="101867" y="15961"/>
                  <a:pt x="97736" y="20398"/>
                </a:cubicBezTo>
                <a:cubicBezTo>
                  <a:pt x="93606" y="24834"/>
                  <a:pt x="91541" y="31417"/>
                  <a:pt x="91541" y="40146"/>
                </a:cubicBezTo>
                <a:cubicBezTo>
                  <a:pt x="91541" y="49561"/>
                  <a:pt x="93633" y="56621"/>
                  <a:pt x="97818" y="61329"/>
                </a:cubicBezTo>
                <a:cubicBezTo>
                  <a:pt x="102002" y="66036"/>
                  <a:pt x="107484" y="68389"/>
                  <a:pt x="114266" y="68389"/>
                </a:cubicBezTo>
                <a:cubicBezTo>
                  <a:pt x="117620" y="68389"/>
                  <a:pt x="120984" y="67733"/>
                  <a:pt x="124356" y="66421"/>
                </a:cubicBezTo>
                <a:cubicBezTo>
                  <a:pt x="127729" y="65109"/>
                  <a:pt x="130624" y="63518"/>
                  <a:pt x="133040" y="61648"/>
                </a:cubicBezTo>
                <a:lnTo>
                  <a:pt x="133040" y="51617"/>
                </a:lnTo>
                <a:lnTo>
                  <a:pt x="114699" y="51617"/>
                </a:lnTo>
                <a:close/>
                <a:moveTo>
                  <a:pt x="163709" y="1407"/>
                </a:moveTo>
                <a:lnTo>
                  <a:pt x="192981" y="1407"/>
                </a:lnTo>
                <a:cubicBezTo>
                  <a:pt x="199581" y="1407"/>
                  <a:pt x="204613" y="1912"/>
                  <a:pt x="208076" y="2922"/>
                </a:cubicBezTo>
                <a:cubicBezTo>
                  <a:pt x="212729" y="4292"/>
                  <a:pt x="216715" y="6727"/>
                  <a:pt x="220033" y="10226"/>
                </a:cubicBezTo>
                <a:cubicBezTo>
                  <a:pt x="223352" y="13725"/>
                  <a:pt x="225877" y="18008"/>
                  <a:pt x="227608" y="23076"/>
                </a:cubicBezTo>
                <a:cubicBezTo>
                  <a:pt x="229340" y="28144"/>
                  <a:pt x="230205" y="34393"/>
                  <a:pt x="230205" y="41824"/>
                </a:cubicBezTo>
                <a:cubicBezTo>
                  <a:pt x="230205" y="48352"/>
                  <a:pt x="229394" y="53979"/>
                  <a:pt x="227770" y="58705"/>
                </a:cubicBezTo>
                <a:cubicBezTo>
                  <a:pt x="225787" y="64476"/>
                  <a:pt x="222955" y="69147"/>
                  <a:pt x="219276" y="72718"/>
                </a:cubicBezTo>
                <a:cubicBezTo>
                  <a:pt x="216498" y="75423"/>
                  <a:pt x="212747" y="77533"/>
                  <a:pt x="208022" y="79048"/>
                </a:cubicBezTo>
                <a:cubicBezTo>
                  <a:pt x="204487" y="80166"/>
                  <a:pt x="199762" y="80725"/>
                  <a:pt x="193846" y="80725"/>
                </a:cubicBezTo>
                <a:lnTo>
                  <a:pt x="163709" y="80725"/>
                </a:lnTo>
                <a:lnTo>
                  <a:pt x="163709" y="1407"/>
                </a:lnTo>
                <a:moveTo>
                  <a:pt x="179725" y="14825"/>
                </a:moveTo>
                <a:lnTo>
                  <a:pt x="179725" y="67307"/>
                </a:lnTo>
                <a:lnTo>
                  <a:pt x="191682" y="67307"/>
                </a:lnTo>
                <a:cubicBezTo>
                  <a:pt x="196155" y="67307"/>
                  <a:pt x="199383" y="67055"/>
                  <a:pt x="201367" y="66550"/>
                </a:cubicBezTo>
                <a:cubicBezTo>
                  <a:pt x="203964" y="65902"/>
                  <a:pt x="206119" y="64803"/>
                  <a:pt x="207833" y="63254"/>
                </a:cubicBezTo>
                <a:cubicBezTo>
                  <a:pt x="209546" y="61705"/>
                  <a:pt x="210944" y="59155"/>
                  <a:pt x="212026" y="55605"/>
                </a:cubicBezTo>
                <a:cubicBezTo>
                  <a:pt x="213108" y="52056"/>
                  <a:pt x="213649" y="47218"/>
                  <a:pt x="213649" y="41093"/>
                </a:cubicBezTo>
                <a:cubicBezTo>
                  <a:pt x="213649" y="34968"/>
                  <a:pt x="213108" y="30266"/>
                  <a:pt x="212026" y="26987"/>
                </a:cubicBezTo>
                <a:cubicBezTo>
                  <a:pt x="210944" y="23708"/>
                  <a:pt x="209429" y="21150"/>
                  <a:pt x="207481" y="19312"/>
                </a:cubicBezTo>
                <a:cubicBezTo>
                  <a:pt x="205533" y="17474"/>
                  <a:pt x="203062" y="16231"/>
                  <a:pt x="200068" y="15582"/>
                </a:cubicBezTo>
                <a:cubicBezTo>
                  <a:pt x="197832" y="15077"/>
                  <a:pt x="193449" y="14825"/>
                  <a:pt x="186921" y="14825"/>
                </a:cubicBezTo>
                <a:lnTo>
                  <a:pt x="179725" y="14825"/>
                </a:lnTo>
                <a:close/>
              </a:path>
            </a:pathLst>
          </a:custGeom>
          <a:solidFill xmlns:a="http://schemas.openxmlformats.org/drawingml/2006/main">
            <a:srgbClr val="A5A5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DF7D2-324B-4D05-8B80-4313F288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99" y="5961529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79d29bcd49a4"/>
          <a:stretch xmlns:a="http://schemas.openxmlformats.org/drawingml/2006/main"/>
        </p:blipFill>
        <p:spPr>
          <a:xfrm xmlns:a="http://schemas.openxmlformats.org/drawingml/2006/main">
            <a:off x="3609015" y="6358703"/>
            <a:ext cx="3282822" cy="2625325"/>
          </a:xfrm>
          <a:prstGeom xmlns:a="http://schemas.openxmlformats.org/drawingml/2006/main" prst="rect">
            <a:avLst/>
          </a:prstGeom>
        </p:spPr>
      </p:pic>
      <p:pic>
        <p:nvPicPr>
          <p:cNvPr id="10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29e54711441eb"/>
          <a:stretch xmlns:a="http://schemas.openxmlformats.org/drawingml/2006/main"/>
        </p:blipFill>
        <p:spPr>
          <a:xfrm xmlns:a="http://schemas.openxmlformats.org/drawingml/2006/main">
            <a:off x="3603683" y="8608779"/>
            <a:ext cx="3287807" cy="360580"/>
          </a:xfrm>
          <a:prstGeom xmlns:a="http://schemas.openxmlformats.org/drawingml/2006/main" prst="rect">
            <a:avLst/>
          </a:prstGeom>
        </p:spPr>
      </p:pic>
      <p:sp>
        <p:nvSpPr>
          <p:cNvPr id="481" name="Text �">
            <a:extLst xmlns:a="http://schemas.openxmlformats.org/drawingml/2006/main">
              <a:ext uri="{FF2B5EF4-FFF2-40B4-BE49-F238E27FC236}">
                <a16:creationId xmlns:a16="http://schemas.microsoft.com/office/drawing/2014/main" id="{AC8549C0-7F80-4C2F-8DA7-22A46AB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1" y="8838900"/>
            <a:ext cx="86725" cy="80780"/>
          </a:xfrm>
          <a:custGeom xmlns:a="http://schemas.openxmlformats.org/drawingml/2006/main">
            <a:pathLst>
              <a:path w="86725" h="80780">
                <a:moveTo>
                  <a:pt x="71803" y="40224"/>
                </a:moveTo>
                <a:cubicBezTo>
                  <a:pt x="73946" y="28995"/>
                  <a:pt x="72801" y="20463"/>
                  <a:pt x="68369" y="14627"/>
                </a:cubicBezTo>
                <a:cubicBezTo>
                  <a:pt x="63936" y="8717"/>
                  <a:pt x="56474" y="5762"/>
                  <a:pt x="45985" y="5762"/>
                </a:cubicBezTo>
                <a:lnTo>
                  <a:pt x="35902" y="5762"/>
                </a:lnTo>
                <a:lnTo>
                  <a:pt x="22383" y="75017"/>
                </a:lnTo>
                <a:lnTo>
                  <a:pt x="32467" y="75017"/>
                </a:lnTo>
                <a:cubicBezTo>
                  <a:pt x="43031" y="75017"/>
                  <a:pt x="51674" y="72026"/>
                  <a:pt x="58395" y="66043"/>
                </a:cubicBezTo>
                <a:cubicBezTo>
                  <a:pt x="65265" y="59985"/>
                  <a:pt x="69735" y="51379"/>
                  <a:pt x="71803" y="40224"/>
                </a:cubicBezTo>
                <a:moveTo>
                  <a:pt x="84214" y="40334"/>
                </a:moveTo>
                <a:cubicBezTo>
                  <a:pt x="81777" y="53041"/>
                  <a:pt x="75941" y="62977"/>
                  <a:pt x="66707" y="70143"/>
                </a:cubicBezTo>
                <a:cubicBezTo>
                  <a:pt x="57621" y="77234"/>
                  <a:pt x="46096" y="80780"/>
                  <a:pt x="32134" y="80780"/>
                </a:cubicBezTo>
                <a:lnTo>
                  <a:pt x="0" y="80780"/>
                </a:lnTo>
                <a:lnTo>
                  <a:pt x="1107" y="75017"/>
                </a:lnTo>
                <a:lnTo>
                  <a:pt x="11413" y="75017"/>
                </a:lnTo>
                <a:lnTo>
                  <a:pt x="24931" y="5762"/>
                </a:lnTo>
                <a:lnTo>
                  <a:pt x="14627" y="5762"/>
                </a:lnTo>
                <a:lnTo>
                  <a:pt x="15735" y="0"/>
                </a:lnTo>
                <a:lnTo>
                  <a:pt x="47868" y="0"/>
                </a:lnTo>
                <a:cubicBezTo>
                  <a:pt x="61756" y="0"/>
                  <a:pt x="71914" y="3546"/>
                  <a:pt x="78340" y="10639"/>
                </a:cubicBezTo>
                <a:cubicBezTo>
                  <a:pt x="84767" y="17730"/>
                  <a:pt x="86725" y="27628"/>
                  <a:pt x="84214" y="40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117EBEEC-0125-4915-ACFD-190CBC7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904" y="8882519"/>
            <a:ext cx="104931" cy="70311"/>
          </a:xfrm>
          <a:custGeom xmlns:a="http://schemas.openxmlformats.org/drawingml/2006/main">
            <a:pathLst>
              <a:path w="104931" h="70311">
                <a:moveTo>
                  <a:pt x="20559" y="0"/>
                </a:moveTo>
                <a:lnTo>
                  <a:pt x="8631" y="55558"/>
                </a:lnTo>
                <a:lnTo>
                  <a:pt x="16008" y="55558"/>
                </a:lnTo>
                <a:lnTo>
                  <a:pt x="15145" y="59639"/>
                </a:lnTo>
                <a:lnTo>
                  <a:pt x="0" y="59639"/>
                </a:lnTo>
                <a:lnTo>
                  <a:pt x="11927" y="4081"/>
                </a:lnTo>
                <a:lnTo>
                  <a:pt x="4472" y="4081"/>
                </a:lnTo>
                <a:lnTo>
                  <a:pt x="5336" y="0"/>
                </a:lnTo>
                <a:lnTo>
                  <a:pt x="20559" y="0"/>
                </a:lnTo>
                <a:close/>
                <a:moveTo>
                  <a:pt x="48443" y="50929"/>
                </a:moveTo>
                <a:cubicBezTo>
                  <a:pt x="48181" y="55323"/>
                  <a:pt x="47056" y="59064"/>
                  <a:pt x="45068" y="62150"/>
                </a:cubicBezTo>
                <a:cubicBezTo>
                  <a:pt x="43028" y="65237"/>
                  <a:pt x="39967" y="67957"/>
                  <a:pt x="35887" y="70311"/>
                </a:cubicBezTo>
                <a:lnTo>
                  <a:pt x="32512" y="67251"/>
                </a:lnTo>
                <a:cubicBezTo>
                  <a:pt x="35128" y="65472"/>
                  <a:pt x="37064" y="63406"/>
                  <a:pt x="38319" y="61052"/>
                </a:cubicBezTo>
                <a:cubicBezTo>
                  <a:pt x="39574" y="58645"/>
                  <a:pt x="40202" y="55741"/>
                  <a:pt x="40202" y="52341"/>
                </a:cubicBezTo>
                <a:lnTo>
                  <a:pt x="40202" y="50929"/>
                </a:lnTo>
                <a:lnTo>
                  <a:pt x="48443" y="50929"/>
                </a:lnTo>
                <a:close/>
                <a:moveTo>
                  <a:pt x="104931" y="18833"/>
                </a:moveTo>
                <a:lnTo>
                  <a:pt x="102733" y="29035"/>
                </a:lnTo>
                <a:lnTo>
                  <a:pt x="98261" y="29035"/>
                </a:lnTo>
                <a:cubicBezTo>
                  <a:pt x="98261" y="28877"/>
                  <a:pt x="98274" y="28642"/>
                  <a:pt x="98299" y="28328"/>
                </a:cubicBezTo>
                <a:cubicBezTo>
                  <a:pt x="98326" y="28014"/>
                  <a:pt x="98365" y="27779"/>
                  <a:pt x="98418" y="27622"/>
                </a:cubicBezTo>
                <a:cubicBezTo>
                  <a:pt x="98418" y="26261"/>
                  <a:pt x="98078" y="25215"/>
                  <a:pt x="97398" y="24483"/>
                </a:cubicBezTo>
                <a:cubicBezTo>
                  <a:pt x="96560" y="23489"/>
                  <a:pt x="95069" y="22992"/>
                  <a:pt x="92924" y="22992"/>
                </a:cubicBezTo>
                <a:cubicBezTo>
                  <a:pt x="89105" y="22992"/>
                  <a:pt x="85914" y="24195"/>
                  <a:pt x="83351" y="26601"/>
                </a:cubicBezTo>
                <a:cubicBezTo>
                  <a:pt x="80787" y="29113"/>
                  <a:pt x="79035" y="32566"/>
                  <a:pt x="78093" y="36960"/>
                </a:cubicBezTo>
                <a:lnTo>
                  <a:pt x="73228" y="59639"/>
                </a:lnTo>
                <a:lnTo>
                  <a:pt x="65460" y="59639"/>
                </a:lnTo>
                <a:lnTo>
                  <a:pt x="73306" y="22913"/>
                </a:lnTo>
                <a:lnTo>
                  <a:pt x="65930" y="22913"/>
                </a:lnTo>
                <a:lnTo>
                  <a:pt x="66794" y="18912"/>
                </a:lnTo>
                <a:lnTo>
                  <a:pt x="81938" y="18912"/>
                </a:lnTo>
                <a:lnTo>
                  <a:pt x="80368" y="26131"/>
                </a:lnTo>
                <a:cubicBezTo>
                  <a:pt x="82618" y="23254"/>
                  <a:pt x="85051" y="21161"/>
                  <a:pt x="87667" y="19853"/>
                </a:cubicBezTo>
                <a:cubicBezTo>
                  <a:pt x="90387" y="18493"/>
                  <a:pt x="93421" y="17812"/>
                  <a:pt x="96769" y="17812"/>
                </a:cubicBezTo>
                <a:cubicBezTo>
                  <a:pt x="98078" y="17812"/>
                  <a:pt x="99385" y="17891"/>
                  <a:pt x="100693" y="18048"/>
                </a:cubicBezTo>
                <a:lnTo>
                  <a:pt x="104931" y="18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Text (174,3549)≪�">
            <a:extLst xmlns:a="http://schemas.openxmlformats.org/drawingml/2006/main">
              <a:ext uri="{FF2B5EF4-FFF2-40B4-BE49-F238E27FC236}">
                <a16:creationId xmlns:a16="http://schemas.microsoft.com/office/drawing/2014/main" id="{C7ECD81D-3B94-4C47-9ECB-C3111935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4514" y="8837459"/>
            <a:ext cx="887131" cy="101722"/>
          </a:xfrm>
          <a:custGeom xmlns:a="http://schemas.openxmlformats.org/drawingml/2006/main">
            <a:pathLst>
              <a:path w="887131" h="101722">
                <a:moveTo>
                  <a:pt x="27814" y="101722"/>
                </a:moveTo>
                <a:cubicBezTo>
                  <a:pt x="17915" y="96772"/>
                  <a:pt x="11155" y="90863"/>
                  <a:pt x="7536" y="83994"/>
                </a:cubicBezTo>
                <a:cubicBezTo>
                  <a:pt x="2512" y="74242"/>
                  <a:pt x="0" y="64786"/>
                  <a:pt x="0" y="55626"/>
                </a:cubicBezTo>
                <a:lnTo>
                  <a:pt x="0" y="47870"/>
                </a:lnTo>
                <a:cubicBezTo>
                  <a:pt x="0" y="38709"/>
                  <a:pt x="2512" y="29254"/>
                  <a:pt x="7536" y="19503"/>
                </a:cubicBezTo>
                <a:cubicBezTo>
                  <a:pt x="11155" y="12633"/>
                  <a:pt x="17915" y="6723"/>
                  <a:pt x="27814" y="1774"/>
                </a:cubicBezTo>
                <a:lnTo>
                  <a:pt x="27814" y="8200"/>
                </a:lnTo>
                <a:cubicBezTo>
                  <a:pt x="22790" y="10712"/>
                  <a:pt x="18320" y="15661"/>
                  <a:pt x="14406" y="23049"/>
                </a:cubicBezTo>
                <a:cubicBezTo>
                  <a:pt x="12855" y="26078"/>
                  <a:pt x="11857" y="29476"/>
                  <a:pt x="11413" y="33243"/>
                </a:cubicBezTo>
                <a:cubicBezTo>
                  <a:pt x="10970" y="37010"/>
                  <a:pt x="10748" y="41886"/>
                  <a:pt x="10748" y="47870"/>
                </a:cubicBezTo>
                <a:lnTo>
                  <a:pt x="10748" y="55626"/>
                </a:lnTo>
                <a:cubicBezTo>
                  <a:pt x="10748" y="61610"/>
                  <a:pt x="10970" y="66486"/>
                  <a:pt x="11413" y="70253"/>
                </a:cubicBezTo>
                <a:cubicBezTo>
                  <a:pt x="11857" y="74020"/>
                  <a:pt x="12855" y="77418"/>
                  <a:pt x="14406" y="80446"/>
                </a:cubicBezTo>
                <a:cubicBezTo>
                  <a:pt x="18320" y="87834"/>
                  <a:pt x="22790" y="92784"/>
                  <a:pt x="27814" y="95295"/>
                </a:cubicBezTo>
                <a:lnTo>
                  <a:pt x="27814" y="101722"/>
                </a:lnTo>
                <a:close/>
                <a:moveTo>
                  <a:pt x="88368" y="82220"/>
                </a:moveTo>
                <a:lnTo>
                  <a:pt x="49363" y="82220"/>
                </a:lnTo>
                <a:lnTo>
                  <a:pt x="49363" y="76458"/>
                </a:lnTo>
                <a:lnTo>
                  <a:pt x="63436" y="76458"/>
                </a:lnTo>
                <a:lnTo>
                  <a:pt x="63436" y="9308"/>
                </a:lnTo>
                <a:lnTo>
                  <a:pt x="47147" y="19835"/>
                </a:lnTo>
                <a:lnTo>
                  <a:pt x="47147" y="12744"/>
                </a:lnTo>
                <a:lnTo>
                  <a:pt x="66872" y="0"/>
                </a:lnTo>
                <a:lnTo>
                  <a:pt x="74296" y="0"/>
                </a:lnTo>
                <a:lnTo>
                  <a:pt x="74296" y="76458"/>
                </a:lnTo>
                <a:lnTo>
                  <a:pt x="88368" y="76458"/>
                </a:lnTo>
                <a:lnTo>
                  <a:pt x="88368" y="82220"/>
                </a:lnTo>
                <a:close/>
                <a:moveTo>
                  <a:pt x="166316" y="6981"/>
                </a:moveTo>
                <a:lnTo>
                  <a:pt x="134737" y="82220"/>
                </a:lnTo>
                <a:lnTo>
                  <a:pt x="126647" y="82220"/>
                </a:lnTo>
                <a:lnTo>
                  <a:pt x="156787" y="10305"/>
                </a:lnTo>
                <a:lnTo>
                  <a:pt x="119445" y="10305"/>
                </a:lnTo>
                <a:lnTo>
                  <a:pt x="119445" y="20278"/>
                </a:lnTo>
                <a:lnTo>
                  <a:pt x="113129" y="20278"/>
                </a:lnTo>
                <a:lnTo>
                  <a:pt x="113129" y="1441"/>
                </a:lnTo>
                <a:lnTo>
                  <a:pt x="166316" y="1441"/>
                </a:lnTo>
                <a:lnTo>
                  <a:pt x="166316" y="6981"/>
                </a:lnTo>
                <a:close/>
                <a:moveTo>
                  <a:pt x="238946" y="60612"/>
                </a:moveTo>
                <a:lnTo>
                  <a:pt x="223545" y="60612"/>
                </a:lnTo>
                <a:lnTo>
                  <a:pt x="223545" y="76458"/>
                </a:lnTo>
                <a:lnTo>
                  <a:pt x="236508" y="76458"/>
                </a:lnTo>
                <a:lnTo>
                  <a:pt x="236508" y="82220"/>
                </a:lnTo>
                <a:lnTo>
                  <a:pt x="199720" y="82220"/>
                </a:lnTo>
                <a:lnTo>
                  <a:pt x="199720" y="76458"/>
                </a:lnTo>
                <a:lnTo>
                  <a:pt x="212685" y="76458"/>
                </a:lnTo>
                <a:lnTo>
                  <a:pt x="212685" y="60612"/>
                </a:lnTo>
                <a:lnTo>
                  <a:pt x="177449" y="60612"/>
                </a:lnTo>
                <a:lnTo>
                  <a:pt x="177449" y="54740"/>
                </a:lnTo>
                <a:lnTo>
                  <a:pt x="212796" y="0"/>
                </a:lnTo>
                <a:lnTo>
                  <a:pt x="223545" y="0"/>
                </a:lnTo>
                <a:lnTo>
                  <a:pt x="223545" y="54851"/>
                </a:lnTo>
                <a:lnTo>
                  <a:pt x="238946" y="54851"/>
                </a:lnTo>
                <a:lnTo>
                  <a:pt x="238946" y="60612"/>
                </a:lnTo>
                <a:moveTo>
                  <a:pt x="212685" y="54851"/>
                </a:moveTo>
                <a:lnTo>
                  <a:pt x="212685" y="11858"/>
                </a:lnTo>
                <a:lnTo>
                  <a:pt x="185094" y="54851"/>
                </a:lnTo>
                <a:lnTo>
                  <a:pt x="212685" y="54851"/>
                </a:lnTo>
                <a:close/>
                <a:moveTo>
                  <a:pt x="268692" y="69921"/>
                </a:moveTo>
                <a:cubicBezTo>
                  <a:pt x="268323" y="76052"/>
                  <a:pt x="266883" y="81334"/>
                  <a:pt x="264372" y="85766"/>
                </a:cubicBezTo>
                <a:cubicBezTo>
                  <a:pt x="261711" y="90198"/>
                  <a:pt x="257759" y="94039"/>
                  <a:pt x="252514" y="97290"/>
                </a:cubicBezTo>
                <a:lnTo>
                  <a:pt x="248192" y="92969"/>
                </a:lnTo>
                <a:cubicBezTo>
                  <a:pt x="251516" y="90457"/>
                  <a:pt x="254028" y="87539"/>
                  <a:pt x="255728" y="84215"/>
                </a:cubicBezTo>
                <a:cubicBezTo>
                  <a:pt x="257279" y="80817"/>
                  <a:pt x="258055" y="76717"/>
                  <a:pt x="258055" y="71915"/>
                </a:cubicBezTo>
                <a:lnTo>
                  <a:pt x="258055" y="69921"/>
                </a:lnTo>
                <a:lnTo>
                  <a:pt x="268692" y="69921"/>
                </a:lnTo>
                <a:close/>
                <a:moveTo>
                  <a:pt x="341574" y="60390"/>
                </a:moveTo>
                <a:cubicBezTo>
                  <a:pt x="341574" y="67852"/>
                  <a:pt x="339062" y="73652"/>
                  <a:pt x="334039" y="77789"/>
                </a:cubicBezTo>
                <a:cubicBezTo>
                  <a:pt x="328942" y="81778"/>
                  <a:pt x="321629" y="83772"/>
                  <a:pt x="312100" y="83772"/>
                </a:cubicBezTo>
                <a:cubicBezTo>
                  <a:pt x="307888" y="83772"/>
                  <a:pt x="303752" y="83329"/>
                  <a:pt x="299689" y="82442"/>
                </a:cubicBezTo>
                <a:cubicBezTo>
                  <a:pt x="295552" y="81556"/>
                  <a:pt x="291563" y="80189"/>
                  <a:pt x="287722" y="78341"/>
                </a:cubicBezTo>
                <a:lnTo>
                  <a:pt x="287722" y="62607"/>
                </a:lnTo>
                <a:lnTo>
                  <a:pt x="293815" y="62607"/>
                </a:lnTo>
                <a:cubicBezTo>
                  <a:pt x="294111" y="67704"/>
                  <a:pt x="295847" y="71656"/>
                  <a:pt x="299023" y="74463"/>
                </a:cubicBezTo>
                <a:cubicBezTo>
                  <a:pt x="302274" y="77123"/>
                  <a:pt x="306707" y="78453"/>
                  <a:pt x="312321" y="78453"/>
                </a:cubicBezTo>
                <a:cubicBezTo>
                  <a:pt x="317861" y="78453"/>
                  <a:pt x="322220" y="76828"/>
                  <a:pt x="325396" y="73577"/>
                </a:cubicBezTo>
                <a:cubicBezTo>
                  <a:pt x="328573" y="70475"/>
                  <a:pt x="330161" y="66116"/>
                  <a:pt x="330161" y="60502"/>
                </a:cubicBezTo>
                <a:cubicBezTo>
                  <a:pt x="330161" y="54149"/>
                  <a:pt x="328499" y="49347"/>
                  <a:pt x="325175" y="46096"/>
                </a:cubicBezTo>
                <a:cubicBezTo>
                  <a:pt x="321924" y="42847"/>
                  <a:pt x="317122" y="41222"/>
                  <a:pt x="310769" y="41222"/>
                </a:cubicBezTo>
                <a:lnTo>
                  <a:pt x="305673" y="41222"/>
                </a:lnTo>
                <a:lnTo>
                  <a:pt x="305673" y="35681"/>
                </a:lnTo>
                <a:lnTo>
                  <a:pt x="308331" y="35681"/>
                </a:lnTo>
                <a:cubicBezTo>
                  <a:pt x="314536" y="35681"/>
                  <a:pt x="319264" y="34351"/>
                  <a:pt x="322515" y="31692"/>
                </a:cubicBezTo>
                <a:cubicBezTo>
                  <a:pt x="325691" y="29180"/>
                  <a:pt x="327280" y="25264"/>
                  <a:pt x="327280" y="19946"/>
                </a:cubicBezTo>
                <a:cubicBezTo>
                  <a:pt x="327280" y="15292"/>
                  <a:pt x="325987" y="11672"/>
                  <a:pt x="323401" y="9086"/>
                </a:cubicBezTo>
                <a:cubicBezTo>
                  <a:pt x="320890" y="6575"/>
                  <a:pt x="317159" y="5319"/>
                  <a:pt x="312210" y="5319"/>
                </a:cubicBezTo>
                <a:cubicBezTo>
                  <a:pt x="307260" y="5319"/>
                  <a:pt x="303456" y="6501"/>
                  <a:pt x="300797" y="8865"/>
                </a:cubicBezTo>
                <a:cubicBezTo>
                  <a:pt x="298138" y="11081"/>
                  <a:pt x="296586" y="14479"/>
                  <a:pt x="296142" y="19059"/>
                </a:cubicBezTo>
                <a:lnTo>
                  <a:pt x="290048" y="19059"/>
                </a:lnTo>
                <a:lnTo>
                  <a:pt x="290048" y="4876"/>
                </a:lnTo>
                <a:cubicBezTo>
                  <a:pt x="294407" y="3251"/>
                  <a:pt x="298433" y="2069"/>
                  <a:pt x="302126" y="1331"/>
                </a:cubicBezTo>
                <a:cubicBezTo>
                  <a:pt x="306115" y="444"/>
                  <a:pt x="309771" y="0"/>
                  <a:pt x="313096" y="0"/>
                </a:cubicBezTo>
                <a:cubicBezTo>
                  <a:pt x="321074" y="0"/>
                  <a:pt x="327242" y="1699"/>
                  <a:pt x="331601" y="5098"/>
                </a:cubicBezTo>
                <a:cubicBezTo>
                  <a:pt x="336033" y="8496"/>
                  <a:pt x="338250" y="13224"/>
                  <a:pt x="338250" y="19282"/>
                </a:cubicBezTo>
                <a:cubicBezTo>
                  <a:pt x="338250" y="24157"/>
                  <a:pt x="336698" y="28220"/>
                  <a:pt x="333596" y="31471"/>
                </a:cubicBezTo>
                <a:cubicBezTo>
                  <a:pt x="330641" y="34721"/>
                  <a:pt x="326319" y="36937"/>
                  <a:pt x="320631" y="38119"/>
                </a:cubicBezTo>
                <a:cubicBezTo>
                  <a:pt x="327354" y="39153"/>
                  <a:pt x="332488" y="41590"/>
                  <a:pt x="336033" y="45432"/>
                </a:cubicBezTo>
                <a:cubicBezTo>
                  <a:pt x="339727" y="49199"/>
                  <a:pt x="341574" y="54185"/>
                  <a:pt x="341574" y="60390"/>
                </a:cubicBezTo>
                <a:close/>
                <a:moveTo>
                  <a:pt x="411434" y="56623"/>
                </a:moveTo>
                <a:cubicBezTo>
                  <a:pt x="411434" y="65266"/>
                  <a:pt x="408886" y="71952"/>
                  <a:pt x="403788" y="76679"/>
                </a:cubicBezTo>
                <a:cubicBezTo>
                  <a:pt x="398617" y="81408"/>
                  <a:pt x="391451" y="83772"/>
                  <a:pt x="382292" y="83772"/>
                </a:cubicBezTo>
                <a:cubicBezTo>
                  <a:pt x="378598" y="83772"/>
                  <a:pt x="374793" y="83329"/>
                  <a:pt x="370877" y="82442"/>
                </a:cubicBezTo>
                <a:cubicBezTo>
                  <a:pt x="366815" y="81556"/>
                  <a:pt x="362826" y="80189"/>
                  <a:pt x="358911" y="78341"/>
                </a:cubicBezTo>
                <a:lnTo>
                  <a:pt x="358911" y="62607"/>
                </a:lnTo>
                <a:lnTo>
                  <a:pt x="365005" y="62607"/>
                </a:lnTo>
                <a:cubicBezTo>
                  <a:pt x="365375" y="67704"/>
                  <a:pt x="367000" y="71619"/>
                  <a:pt x="369881" y="74353"/>
                </a:cubicBezTo>
                <a:cubicBezTo>
                  <a:pt x="372835" y="77086"/>
                  <a:pt x="376972" y="78453"/>
                  <a:pt x="382292" y="78453"/>
                </a:cubicBezTo>
                <a:cubicBezTo>
                  <a:pt x="388053" y="78453"/>
                  <a:pt x="392411" y="76569"/>
                  <a:pt x="395366" y="72801"/>
                </a:cubicBezTo>
                <a:cubicBezTo>
                  <a:pt x="398469" y="69034"/>
                  <a:pt x="400020" y="63641"/>
                  <a:pt x="400020" y="56623"/>
                </a:cubicBezTo>
                <a:cubicBezTo>
                  <a:pt x="400020" y="49605"/>
                  <a:pt x="398505" y="44249"/>
                  <a:pt x="395476" y="40555"/>
                </a:cubicBezTo>
                <a:cubicBezTo>
                  <a:pt x="392448" y="36788"/>
                  <a:pt x="388053" y="34905"/>
                  <a:pt x="382292" y="34905"/>
                </a:cubicBezTo>
                <a:cubicBezTo>
                  <a:pt x="379041" y="34905"/>
                  <a:pt x="376160" y="35459"/>
                  <a:pt x="373648" y="36567"/>
                </a:cubicBezTo>
                <a:cubicBezTo>
                  <a:pt x="371137" y="37823"/>
                  <a:pt x="368957" y="39632"/>
                  <a:pt x="367110" y="41996"/>
                </a:cubicBezTo>
                <a:lnTo>
                  <a:pt x="362457" y="41996"/>
                </a:lnTo>
                <a:lnTo>
                  <a:pt x="362457" y="1441"/>
                </a:lnTo>
                <a:lnTo>
                  <a:pt x="405229" y="1441"/>
                </a:lnTo>
                <a:lnTo>
                  <a:pt x="405229" y="10305"/>
                </a:lnTo>
                <a:lnTo>
                  <a:pt x="368219" y="10305"/>
                </a:lnTo>
                <a:lnTo>
                  <a:pt x="368219" y="33464"/>
                </a:lnTo>
                <a:cubicBezTo>
                  <a:pt x="370213" y="32061"/>
                  <a:pt x="372392" y="31101"/>
                  <a:pt x="374756" y="30583"/>
                </a:cubicBezTo>
                <a:cubicBezTo>
                  <a:pt x="377341" y="29918"/>
                  <a:pt x="380149" y="29586"/>
                  <a:pt x="383178" y="29586"/>
                </a:cubicBezTo>
                <a:cubicBezTo>
                  <a:pt x="391894" y="29586"/>
                  <a:pt x="398764" y="31987"/>
                  <a:pt x="403788" y="36788"/>
                </a:cubicBezTo>
                <a:cubicBezTo>
                  <a:pt x="408886" y="41665"/>
                  <a:pt x="411434" y="48276"/>
                  <a:pt x="411434" y="56623"/>
                </a:cubicBezTo>
                <a:close/>
                <a:moveTo>
                  <a:pt x="484617" y="60612"/>
                </a:moveTo>
                <a:lnTo>
                  <a:pt x="469216" y="60612"/>
                </a:lnTo>
                <a:lnTo>
                  <a:pt x="469216" y="76458"/>
                </a:lnTo>
                <a:lnTo>
                  <a:pt x="482179" y="76458"/>
                </a:lnTo>
                <a:lnTo>
                  <a:pt x="482179" y="82220"/>
                </a:lnTo>
                <a:lnTo>
                  <a:pt x="445391" y="82220"/>
                </a:lnTo>
                <a:lnTo>
                  <a:pt x="445391" y="76458"/>
                </a:lnTo>
                <a:lnTo>
                  <a:pt x="458356" y="76458"/>
                </a:lnTo>
                <a:lnTo>
                  <a:pt x="458356" y="60612"/>
                </a:lnTo>
                <a:lnTo>
                  <a:pt x="423119" y="60612"/>
                </a:lnTo>
                <a:lnTo>
                  <a:pt x="423119" y="54740"/>
                </a:lnTo>
                <a:lnTo>
                  <a:pt x="458467" y="0"/>
                </a:lnTo>
                <a:lnTo>
                  <a:pt x="469216" y="0"/>
                </a:lnTo>
                <a:lnTo>
                  <a:pt x="469216" y="54851"/>
                </a:lnTo>
                <a:lnTo>
                  <a:pt x="484617" y="54851"/>
                </a:lnTo>
                <a:lnTo>
                  <a:pt x="484617" y="60612"/>
                </a:lnTo>
                <a:moveTo>
                  <a:pt x="458356" y="54851"/>
                </a:moveTo>
                <a:lnTo>
                  <a:pt x="458356" y="11858"/>
                </a:lnTo>
                <a:lnTo>
                  <a:pt x="430765" y="54851"/>
                </a:lnTo>
                <a:lnTo>
                  <a:pt x="458356" y="54851"/>
                </a:lnTo>
                <a:close/>
                <a:moveTo>
                  <a:pt x="539960" y="27702"/>
                </a:moveTo>
                <a:cubicBezTo>
                  <a:pt x="539960" y="20463"/>
                  <a:pt x="538593" y="14923"/>
                  <a:pt x="535860" y="11081"/>
                </a:cubicBezTo>
                <a:cubicBezTo>
                  <a:pt x="533053" y="7240"/>
                  <a:pt x="529138" y="5319"/>
                  <a:pt x="524114" y="5319"/>
                </a:cubicBezTo>
                <a:cubicBezTo>
                  <a:pt x="519091" y="5319"/>
                  <a:pt x="515176" y="7166"/>
                  <a:pt x="512370" y="10860"/>
                </a:cubicBezTo>
                <a:cubicBezTo>
                  <a:pt x="509636" y="14554"/>
                  <a:pt x="508270" y="19947"/>
                  <a:pt x="508270" y="27039"/>
                </a:cubicBezTo>
                <a:cubicBezTo>
                  <a:pt x="508270" y="34130"/>
                  <a:pt x="509636" y="39522"/>
                  <a:pt x="512370" y="43215"/>
                </a:cubicBezTo>
                <a:cubicBezTo>
                  <a:pt x="515176" y="46909"/>
                  <a:pt x="519092" y="48756"/>
                  <a:pt x="524116" y="48756"/>
                </a:cubicBezTo>
                <a:cubicBezTo>
                  <a:pt x="529213" y="48756"/>
                  <a:pt x="533128" y="46946"/>
                  <a:pt x="535860" y="43327"/>
                </a:cubicBezTo>
                <a:cubicBezTo>
                  <a:pt x="538593" y="39707"/>
                  <a:pt x="539960" y="34499"/>
                  <a:pt x="539960" y="27702"/>
                </a:cubicBezTo>
                <a:moveTo>
                  <a:pt x="552925" y="39338"/>
                </a:moveTo>
                <a:cubicBezTo>
                  <a:pt x="552925" y="53521"/>
                  <a:pt x="550007" y="64453"/>
                  <a:pt x="544172" y="72136"/>
                </a:cubicBezTo>
                <a:cubicBezTo>
                  <a:pt x="538410" y="79894"/>
                  <a:pt x="530246" y="83772"/>
                  <a:pt x="519682" y="83772"/>
                </a:cubicBezTo>
                <a:cubicBezTo>
                  <a:pt x="516580" y="83772"/>
                  <a:pt x="513589" y="83514"/>
                  <a:pt x="510708" y="82996"/>
                </a:cubicBezTo>
                <a:cubicBezTo>
                  <a:pt x="507384" y="82404"/>
                  <a:pt x="504170" y="81592"/>
                  <a:pt x="501067" y="80558"/>
                </a:cubicBezTo>
                <a:lnTo>
                  <a:pt x="501067" y="67150"/>
                </a:lnTo>
                <a:lnTo>
                  <a:pt x="507162" y="67150"/>
                </a:lnTo>
                <a:cubicBezTo>
                  <a:pt x="507605" y="70696"/>
                  <a:pt x="509008" y="73503"/>
                  <a:pt x="511372" y="75572"/>
                </a:cubicBezTo>
                <a:cubicBezTo>
                  <a:pt x="513736" y="77493"/>
                  <a:pt x="516876" y="78453"/>
                  <a:pt x="520792" y="78453"/>
                </a:cubicBezTo>
                <a:cubicBezTo>
                  <a:pt x="527883" y="78453"/>
                  <a:pt x="533090" y="75793"/>
                  <a:pt x="536415" y="70474"/>
                </a:cubicBezTo>
                <a:cubicBezTo>
                  <a:pt x="539813" y="65304"/>
                  <a:pt x="541586" y="57141"/>
                  <a:pt x="541734" y="45986"/>
                </a:cubicBezTo>
                <a:cubicBezTo>
                  <a:pt x="539296" y="48720"/>
                  <a:pt x="536488" y="50751"/>
                  <a:pt x="533312" y="52080"/>
                </a:cubicBezTo>
                <a:cubicBezTo>
                  <a:pt x="530210" y="53410"/>
                  <a:pt x="526701" y="54075"/>
                  <a:pt x="522785" y="54075"/>
                </a:cubicBezTo>
                <a:cubicBezTo>
                  <a:pt x="514807" y="54075"/>
                  <a:pt x="508491" y="51637"/>
                  <a:pt x="503838" y="46761"/>
                </a:cubicBezTo>
                <a:cubicBezTo>
                  <a:pt x="499184" y="42033"/>
                  <a:pt x="496857" y="35459"/>
                  <a:pt x="496857" y="27038"/>
                </a:cubicBezTo>
                <a:cubicBezTo>
                  <a:pt x="496857" y="18912"/>
                  <a:pt x="499368" y="12337"/>
                  <a:pt x="504391" y="7314"/>
                </a:cubicBezTo>
                <a:cubicBezTo>
                  <a:pt x="509340" y="2438"/>
                  <a:pt x="516063" y="0"/>
                  <a:pt x="524559" y="0"/>
                </a:cubicBezTo>
                <a:cubicBezTo>
                  <a:pt x="533718" y="0"/>
                  <a:pt x="540736" y="3399"/>
                  <a:pt x="545611" y="10196"/>
                </a:cubicBezTo>
                <a:cubicBezTo>
                  <a:pt x="550487" y="16991"/>
                  <a:pt x="552925" y="26706"/>
                  <a:pt x="552925" y="39338"/>
                </a:cubicBezTo>
                <a:close/>
                <a:moveTo>
                  <a:pt x="593641" y="55626"/>
                </a:moveTo>
                <a:cubicBezTo>
                  <a:pt x="593641" y="64934"/>
                  <a:pt x="591166" y="74390"/>
                  <a:pt x="586216" y="83994"/>
                </a:cubicBezTo>
                <a:cubicBezTo>
                  <a:pt x="582671" y="90790"/>
                  <a:pt x="575912" y="96699"/>
                  <a:pt x="565939" y="101722"/>
                </a:cubicBezTo>
                <a:lnTo>
                  <a:pt x="565939" y="95295"/>
                </a:lnTo>
                <a:cubicBezTo>
                  <a:pt x="571036" y="92709"/>
                  <a:pt x="575468" y="87760"/>
                  <a:pt x="579237" y="80446"/>
                </a:cubicBezTo>
                <a:cubicBezTo>
                  <a:pt x="580345" y="78378"/>
                  <a:pt x="581175" y="75885"/>
                  <a:pt x="581729" y="72968"/>
                </a:cubicBezTo>
                <a:cubicBezTo>
                  <a:pt x="582283" y="70050"/>
                  <a:pt x="582616" y="67446"/>
                  <a:pt x="582726" y="65157"/>
                </a:cubicBezTo>
                <a:cubicBezTo>
                  <a:pt x="582837" y="62866"/>
                  <a:pt x="582892" y="59689"/>
                  <a:pt x="582892" y="55626"/>
                </a:cubicBezTo>
                <a:lnTo>
                  <a:pt x="582892" y="47870"/>
                </a:lnTo>
                <a:cubicBezTo>
                  <a:pt x="582892" y="43806"/>
                  <a:pt x="582837" y="40630"/>
                  <a:pt x="582726" y="38341"/>
                </a:cubicBezTo>
                <a:cubicBezTo>
                  <a:pt x="582616" y="36050"/>
                  <a:pt x="582283" y="33446"/>
                  <a:pt x="581729" y="30529"/>
                </a:cubicBezTo>
                <a:cubicBezTo>
                  <a:pt x="581175" y="27611"/>
                  <a:pt x="580345" y="25117"/>
                  <a:pt x="579237" y="23049"/>
                </a:cubicBezTo>
                <a:cubicBezTo>
                  <a:pt x="575468" y="15736"/>
                  <a:pt x="571036" y="10786"/>
                  <a:pt x="565939" y="8200"/>
                </a:cubicBezTo>
                <a:lnTo>
                  <a:pt x="565939" y="1774"/>
                </a:lnTo>
                <a:cubicBezTo>
                  <a:pt x="575912" y="6796"/>
                  <a:pt x="582671" y="12706"/>
                  <a:pt x="586216" y="19503"/>
                </a:cubicBezTo>
                <a:cubicBezTo>
                  <a:pt x="591166" y="29106"/>
                  <a:pt x="593641" y="38561"/>
                  <a:pt x="593641" y="47870"/>
                </a:cubicBezTo>
                <a:lnTo>
                  <a:pt x="593641" y="55626"/>
                </a:lnTo>
                <a:close/>
                <a:moveTo>
                  <a:pt x="703791" y="81223"/>
                </a:moveTo>
                <a:lnTo>
                  <a:pt x="646615" y="56180"/>
                </a:lnTo>
                <a:lnTo>
                  <a:pt x="646615" y="47315"/>
                </a:lnTo>
                <a:lnTo>
                  <a:pt x="703791" y="22273"/>
                </a:lnTo>
                <a:lnTo>
                  <a:pt x="703791" y="32024"/>
                </a:lnTo>
                <a:lnTo>
                  <a:pt x="658582" y="51749"/>
                </a:lnTo>
                <a:lnTo>
                  <a:pt x="703791" y="71472"/>
                </a:lnTo>
                <a:lnTo>
                  <a:pt x="703791" y="81223"/>
                </a:lnTo>
                <a:moveTo>
                  <a:pt x="752547" y="81223"/>
                </a:moveTo>
                <a:lnTo>
                  <a:pt x="695371" y="56180"/>
                </a:lnTo>
                <a:lnTo>
                  <a:pt x="695371" y="47315"/>
                </a:lnTo>
                <a:lnTo>
                  <a:pt x="752547" y="22273"/>
                </a:lnTo>
                <a:lnTo>
                  <a:pt x="752547" y="32024"/>
                </a:lnTo>
                <a:lnTo>
                  <a:pt x="707338" y="51749"/>
                </a:lnTo>
                <a:lnTo>
                  <a:pt x="752547" y="71472"/>
                </a:lnTo>
                <a:lnTo>
                  <a:pt x="752547" y="81223"/>
                </a:lnTo>
                <a:close/>
                <a:moveTo>
                  <a:pt x="872209" y="41665"/>
                </a:moveTo>
                <a:cubicBezTo>
                  <a:pt x="874352" y="30435"/>
                  <a:pt x="873207" y="21903"/>
                  <a:pt x="868775" y="16068"/>
                </a:cubicBezTo>
                <a:cubicBezTo>
                  <a:pt x="864342" y="10158"/>
                  <a:pt x="856880" y="7203"/>
                  <a:pt x="846391" y="7203"/>
                </a:cubicBezTo>
                <a:lnTo>
                  <a:pt x="836309" y="7203"/>
                </a:lnTo>
                <a:lnTo>
                  <a:pt x="822789" y="76458"/>
                </a:lnTo>
                <a:lnTo>
                  <a:pt x="832873" y="76458"/>
                </a:lnTo>
                <a:cubicBezTo>
                  <a:pt x="843437" y="76458"/>
                  <a:pt x="852080" y="73466"/>
                  <a:pt x="858801" y="67483"/>
                </a:cubicBezTo>
                <a:cubicBezTo>
                  <a:pt x="865672" y="61426"/>
                  <a:pt x="870141" y="52819"/>
                  <a:pt x="872209" y="41665"/>
                </a:cubicBezTo>
                <a:moveTo>
                  <a:pt x="884620" y="41775"/>
                </a:moveTo>
                <a:cubicBezTo>
                  <a:pt x="882183" y="54481"/>
                  <a:pt x="876347" y="64418"/>
                  <a:pt x="867113" y="71583"/>
                </a:cubicBezTo>
                <a:cubicBezTo>
                  <a:pt x="858027" y="78675"/>
                  <a:pt x="846502" y="82220"/>
                  <a:pt x="832540" y="82220"/>
                </a:cubicBezTo>
                <a:lnTo>
                  <a:pt x="800406" y="82220"/>
                </a:lnTo>
                <a:lnTo>
                  <a:pt x="801514" y="76458"/>
                </a:lnTo>
                <a:lnTo>
                  <a:pt x="811819" y="76458"/>
                </a:lnTo>
                <a:lnTo>
                  <a:pt x="825337" y="7203"/>
                </a:lnTo>
                <a:lnTo>
                  <a:pt x="815033" y="7203"/>
                </a:lnTo>
                <a:lnTo>
                  <a:pt x="816141" y="1441"/>
                </a:lnTo>
                <a:lnTo>
                  <a:pt x="848274" y="1441"/>
                </a:lnTo>
                <a:cubicBezTo>
                  <a:pt x="862163" y="1441"/>
                  <a:pt x="872320" y="4987"/>
                  <a:pt x="878746" y="12079"/>
                </a:cubicBezTo>
                <a:cubicBezTo>
                  <a:pt x="885173" y="19170"/>
                  <a:pt x="887131" y="29069"/>
                  <a:pt x="884620" y="417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9F7DC6C6-FAAC-4406-9C7C-6E164021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273" y="8882519"/>
            <a:ext cx="104930" cy="70311"/>
          </a:xfrm>
          <a:custGeom xmlns:a="http://schemas.openxmlformats.org/drawingml/2006/main">
            <a:pathLst>
              <a:path w="104930" h="70311">
                <a:moveTo>
                  <a:pt x="20559" y="0"/>
                </a:moveTo>
                <a:lnTo>
                  <a:pt x="8631" y="55558"/>
                </a:lnTo>
                <a:lnTo>
                  <a:pt x="16008" y="55558"/>
                </a:lnTo>
                <a:lnTo>
                  <a:pt x="15145" y="59639"/>
                </a:lnTo>
                <a:lnTo>
                  <a:pt x="0" y="59639"/>
                </a:lnTo>
                <a:lnTo>
                  <a:pt x="11927" y="4081"/>
                </a:lnTo>
                <a:lnTo>
                  <a:pt x="4472" y="4081"/>
                </a:lnTo>
                <a:lnTo>
                  <a:pt x="5336" y="0"/>
                </a:lnTo>
                <a:lnTo>
                  <a:pt x="20559" y="0"/>
                </a:lnTo>
                <a:close/>
                <a:moveTo>
                  <a:pt x="48442" y="50929"/>
                </a:moveTo>
                <a:cubicBezTo>
                  <a:pt x="48180" y="55323"/>
                  <a:pt x="47055" y="59064"/>
                  <a:pt x="45067" y="62150"/>
                </a:cubicBezTo>
                <a:cubicBezTo>
                  <a:pt x="43027" y="65237"/>
                  <a:pt x="39967" y="67957"/>
                  <a:pt x="35886" y="70311"/>
                </a:cubicBezTo>
                <a:lnTo>
                  <a:pt x="32512" y="67251"/>
                </a:lnTo>
                <a:cubicBezTo>
                  <a:pt x="35127" y="65472"/>
                  <a:pt x="37063" y="63406"/>
                  <a:pt x="38318" y="61052"/>
                </a:cubicBezTo>
                <a:cubicBezTo>
                  <a:pt x="39573" y="58645"/>
                  <a:pt x="40201" y="55741"/>
                  <a:pt x="40201" y="52341"/>
                </a:cubicBezTo>
                <a:lnTo>
                  <a:pt x="40201" y="50929"/>
                </a:lnTo>
                <a:lnTo>
                  <a:pt x="48442" y="50929"/>
                </a:lnTo>
                <a:close/>
                <a:moveTo>
                  <a:pt x="104930" y="18833"/>
                </a:moveTo>
                <a:lnTo>
                  <a:pt x="102733" y="29035"/>
                </a:lnTo>
                <a:lnTo>
                  <a:pt x="98261" y="29035"/>
                </a:lnTo>
                <a:cubicBezTo>
                  <a:pt x="98261" y="28877"/>
                  <a:pt x="98274" y="28642"/>
                  <a:pt x="98299" y="28328"/>
                </a:cubicBezTo>
                <a:cubicBezTo>
                  <a:pt x="98326" y="28014"/>
                  <a:pt x="98365" y="27779"/>
                  <a:pt x="98418" y="27622"/>
                </a:cubicBezTo>
                <a:cubicBezTo>
                  <a:pt x="98418" y="26261"/>
                  <a:pt x="98078" y="25215"/>
                  <a:pt x="97398" y="24483"/>
                </a:cubicBezTo>
                <a:cubicBezTo>
                  <a:pt x="96560" y="23489"/>
                  <a:pt x="95069" y="22992"/>
                  <a:pt x="92924" y="22992"/>
                </a:cubicBezTo>
                <a:cubicBezTo>
                  <a:pt x="89105" y="22992"/>
                  <a:pt x="85914" y="24195"/>
                  <a:pt x="83351" y="26601"/>
                </a:cubicBezTo>
                <a:cubicBezTo>
                  <a:pt x="80787" y="29113"/>
                  <a:pt x="79034" y="32566"/>
                  <a:pt x="78093" y="36960"/>
                </a:cubicBezTo>
                <a:lnTo>
                  <a:pt x="73228" y="59639"/>
                </a:lnTo>
                <a:lnTo>
                  <a:pt x="65459" y="59639"/>
                </a:lnTo>
                <a:lnTo>
                  <a:pt x="73306" y="22913"/>
                </a:lnTo>
                <a:lnTo>
                  <a:pt x="65930" y="22913"/>
                </a:lnTo>
                <a:lnTo>
                  <a:pt x="66793" y="18912"/>
                </a:lnTo>
                <a:lnTo>
                  <a:pt x="81938" y="18912"/>
                </a:lnTo>
                <a:lnTo>
                  <a:pt x="80368" y="26131"/>
                </a:lnTo>
                <a:cubicBezTo>
                  <a:pt x="82618" y="23254"/>
                  <a:pt x="85050" y="21161"/>
                  <a:pt x="87666" y="19853"/>
                </a:cubicBezTo>
                <a:cubicBezTo>
                  <a:pt x="90387" y="18493"/>
                  <a:pt x="93421" y="17812"/>
                  <a:pt x="96769" y="17812"/>
                </a:cubicBezTo>
                <a:cubicBezTo>
                  <a:pt x="98077" y="17812"/>
                  <a:pt x="99385" y="17891"/>
                  <a:pt x="100693" y="18048"/>
                </a:cubicBezTo>
                <a:lnTo>
                  <a:pt x="104930" y="18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Text (174,40563)≈�">
            <a:extLst xmlns:a="http://schemas.openxmlformats.org/drawingml/2006/main">
              <a:ext uri="{FF2B5EF4-FFF2-40B4-BE49-F238E27FC236}">
                <a16:creationId xmlns:a16="http://schemas.microsoft.com/office/drawing/2014/main" id="{216A4BB0-B4AD-44D6-8D5D-31DA848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83" y="8837459"/>
            <a:ext cx="921438" cy="101722"/>
          </a:xfrm>
          <a:custGeom xmlns:a="http://schemas.openxmlformats.org/drawingml/2006/main">
            <a:pathLst>
              <a:path w="921438" h="101722">
                <a:moveTo>
                  <a:pt x="27814" y="101722"/>
                </a:moveTo>
                <a:cubicBezTo>
                  <a:pt x="17915" y="96772"/>
                  <a:pt x="11155" y="90863"/>
                  <a:pt x="7536" y="83994"/>
                </a:cubicBezTo>
                <a:cubicBezTo>
                  <a:pt x="2512" y="74242"/>
                  <a:pt x="0" y="64786"/>
                  <a:pt x="0" y="55626"/>
                </a:cubicBezTo>
                <a:lnTo>
                  <a:pt x="0" y="47870"/>
                </a:lnTo>
                <a:cubicBezTo>
                  <a:pt x="0" y="38709"/>
                  <a:pt x="2512" y="29254"/>
                  <a:pt x="7536" y="19503"/>
                </a:cubicBezTo>
                <a:cubicBezTo>
                  <a:pt x="11155" y="12633"/>
                  <a:pt x="17915" y="6723"/>
                  <a:pt x="27814" y="1774"/>
                </a:cubicBezTo>
                <a:lnTo>
                  <a:pt x="27814" y="8200"/>
                </a:lnTo>
                <a:cubicBezTo>
                  <a:pt x="22790" y="10712"/>
                  <a:pt x="18320" y="15661"/>
                  <a:pt x="14406" y="23049"/>
                </a:cubicBezTo>
                <a:cubicBezTo>
                  <a:pt x="12855" y="26078"/>
                  <a:pt x="11857" y="29476"/>
                  <a:pt x="11413" y="33243"/>
                </a:cubicBezTo>
                <a:cubicBezTo>
                  <a:pt x="10970" y="37010"/>
                  <a:pt x="10748" y="41886"/>
                  <a:pt x="10748" y="47870"/>
                </a:cubicBezTo>
                <a:lnTo>
                  <a:pt x="10748" y="55626"/>
                </a:lnTo>
                <a:cubicBezTo>
                  <a:pt x="10748" y="61610"/>
                  <a:pt x="10970" y="66486"/>
                  <a:pt x="11413" y="70253"/>
                </a:cubicBezTo>
                <a:cubicBezTo>
                  <a:pt x="11857" y="74020"/>
                  <a:pt x="12855" y="77418"/>
                  <a:pt x="14406" y="80446"/>
                </a:cubicBezTo>
                <a:cubicBezTo>
                  <a:pt x="18320" y="87834"/>
                  <a:pt x="22790" y="92784"/>
                  <a:pt x="27814" y="95295"/>
                </a:cubicBezTo>
                <a:lnTo>
                  <a:pt x="27814" y="101722"/>
                </a:lnTo>
                <a:close/>
                <a:moveTo>
                  <a:pt x="88369" y="82220"/>
                </a:moveTo>
                <a:lnTo>
                  <a:pt x="49364" y="82220"/>
                </a:lnTo>
                <a:lnTo>
                  <a:pt x="49364" y="76458"/>
                </a:lnTo>
                <a:lnTo>
                  <a:pt x="63437" y="76458"/>
                </a:lnTo>
                <a:lnTo>
                  <a:pt x="63437" y="9308"/>
                </a:lnTo>
                <a:lnTo>
                  <a:pt x="47148" y="19835"/>
                </a:lnTo>
                <a:lnTo>
                  <a:pt x="47148" y="12744"/>
                </a:lnTo>
                <a:lnTo>
                  <a:pt x="66872" y="0"/>
                </a:lnTo>
                <a:lnTo>
                  <a:pt x="74297" y="0"/>
                </a:lnTo>
                <a:lnTo>
                  <a:pt x="74297" y="76458"/>
                </a:lnTo>
                <a:lnTo>
                  <a:pt x="88369" y="76458"/>
                </a:lnTo>
                <a:lnTo>
                  <a:pt x="88369" y="82220"/>
                </a:lnTo>
                <a:close/>
                <a:moveTo>
                  <a:pt x="166317" y="6981"/>
                </a:moveTo>
                <a:lnTo>
                  <a:pt x="134738" y="82220"/>
                </a:lnTo>
                <a:lnTo>
                  <a:pt x="126647" y="82220"/>
                </a:lnTo>
                <a:lnTo>
                  <a:pt x="156788" y="10305"/>
                </a:lnTo>
                <a:lnTo>
                  <a:pt x="119446" y="10305"/>
                </a:lnTo>
                <a:lnTo>
                  <a:pt x="119446" y="20278"/>
                </a:lnTo>
                <a:lnTo>
                  <a:pt x="113129" y="20278"/>
                </a:lnTo>
                <a:lnTo>
                  <a:pt x="113129" y="1441"/>
                </a:lnTo>
                <a:lnTo>
                  <a:pt x="166317" y="1441"/>
                </a:lnTo>
                <a:lnTo>
                  <a:pt x="166317" y="6981"/>
                </a:lnTo>
                <a:close/>
                <a:moveTo>
                  <a:pt x="238947" y="60612"/>
                </a:moveTo>
                <a:lnTo>
                  <a:pt x="223545" y="60612"/>
                </a:lnTo>
                <a:lnTo>
                  <a:pt x="223545" y="76458"/>
                </a:lnTo>
                <a:lnTo>
                  <a:pt x="236509" y="76458"/>
                </a:lnTo>
                <a:lnTo>
                  <a:pt x="236509" y="82220"/>
                </a:lnTo>
                <a:lnTo>
                  <a:pt x="199720" y="82220"/>
                </a:lnTo>
                <a:lnTo>
                  <a:pt x="199720" y="76458"/>
                </a:lnTo>
                <a:lnTo>
                  <a:pt x="212685" y="76458"/>
                </a:lnTo>
                <a:lnTo>
                  <a:pt x="212685" y="60612"/>
                </a:lnTo>
                <a:lnTo>
                  <a:pt x="177449" y="60612"/>
                </a:lnTo>
                <a:lnTo>
                  <a:pt x="177449" y="54740"/>
                </a:lnTo>
                <a:lnTo>
                  <a:pt x="212797" y="0"/>
                </a:lnTo>
                <a:lnTo>
                  <a:pt x="223545" y="0"/>
                </a:lnTo>
                <a:lnTo>
                  <a:pt x="223545" y="54851"/>
                </a:lnTo>
                <a:lnTo>
                  <a:pt x="238947" y="54851"/>
                </a:lnTo>
                <a:lnTo>
                  <a:pt x="238947" y="60612"/>
                </a:lnTo>
                <a:moveTo>
                  <a:pt x="212685" y="54851"/>
                </a:moveTo>
                <a:lnTo>
                  <a:pt x="212685" y="11858"/>
                </a:lnTo>
                <a:lnTo>
                  <a:pt x="185095" y="54851"/>
                </a:lnTo>
                <a:lnTo>
                  <a:pt x="212685" y="54851"/>
                </a:lnTo>
                <a:close/>
                <a:moveTo>
                  <a:pt x="268692" y="69921"/>
                </a:moveTo>
                <a:cubicBezTo>
                  <a:pt x="268324" y="76052"/>
                  <a:pt x="266884" y="81334"/>
                  <a:pt x="264372" y="85766"/>
                </a:cubicBezTo>
                <a:cubicBezTo>
                  <a:pt x="261712" y="90198"/>
                  <a:pt x="257760" y="94039"/>
                  <a:pt x="252515" y="97290"/>
                </a:cubicBezTo>
                <a:lnTo>
                  <a:pt x="248193" y="92969"/>
                </a:lnTo>
                <a:cubicBezTo>
                  <a:pt x="251517" y="90457"/>
                  <a:pt x="254029" y="87539"/>
                  <a:pt x="255729" y="84215"/>
                </a:cubicBezTo>
                <a:cubicBezTo>
                  <a:pt x="257280" y="80817"/>
                  <a:pt x="258056" y="76717"/>
                  <a:pt x="258056" y="71915"/>
                </a:cubicBezTo>
                <a:lnTo>
                  <a:pt x="258056" y="69921"/>
                </a:lnTo>
                <a:lnTo>
                  <a:pt x="268692" y="69921"/>
                </a:lnTo>
                <a:close/>
                <a:moveTo>
                  <a:pt x="344234" y="60612"/>
                </a:moveTo>
                <a:lnTo>
                  <a:pt x="328832" y="60612"/>
                </a:lnTo>
                <a:lnTo>
                  <a:pt x="328832" y="76458"/>
                </a:lnTo>
                <a:lnTo>
                  <a:pt x="341795" y="76458"/>
                </a:lnTo>
                <a:lnTo>
                  <a:pt x="341795" y="82220"/>
                </a:lnTo>
                <a:lnTo>
                  <a:pt x="305007" y="82220"/>
                </a:lnTo>
                <a:lnTo>
                  <a:pt x="305007" y="76458"/>
                </a:lnTo>
                <a:lnTo>
                  <a:pt x="317972" y="76458"/>
                </a:lnTo>
                <a:lnTo>
                  <a:pt x="317972" y="60612"/>
                </a:lnTo>
                <a:lnTo>
                  <a:pt x="282736" y="60612"/>
                </a:lnTo>
                <a:lnTo>
                  <a:pt x="282736" y="54740"/>
                </a:lnTo>
                <a:lnTo>
                  <a:pt x="318084" y="0"/>
                </a:lnTo>
                <a:lnTo>
                  <a:pt x="328832" y="0"/>
                </a:lnTo>
                <a:lnTo>
                  <a:pt x="328832" y="54851"/>
                </a:lnTo>
                <a:lnTo>
                  <a:pt x="344234" y="54851"/>
                </a:lnTo>
                <a:lnTo>
                  <a:pt x="344234" y="60612"/>
                </a:lnTo>
                <a:moveTo>
                  <a:pt x="317972" y="54851"/>
                </a:moveTo>
                <a:lnTo>
                  <a:pt x="317972" y="11858"/>
                </a:lnTo>
                <a:lnTo>
                  <a:pt x="290382" y="54851"/>
                </a:lnTo>
                <a:lnTo>
                  <a:pt x="317972" y="54851"/>
                </a:lnTo>
                <a:close/>
                <a:moveTo>
                  <a:pt x="405339" y="11081"/>
                </a:moveTo>
                <a:cubicBezTo>
                  <a:pt x="410215" y="18395"/>
                  <a:pt x="412653" y="28663"/>
                  <a:pt x="412653" y="41886"/>
                </a:cubicBezTo>
                <a:cubicBezTo>
                  <a:pt x="412653" y="55109"/>
                  <a:pt x="410215" y="65378"/>
                  <a:pt x="405339" y="72691"/>
                </a:cubicBezTo>
                <a:cubicBezTo>
                  <a:pt x="400390" y="80078"/>
                  <a:pt x="393519" y="83772"/>
                  <a:pt x="384728" y="83772"/>
                </a:cubicBezTo>
                <a:cubicBezTo>
                  <a:pt x="375938" y="83772"/>
                  <a:pt x="369069" y="80078"/>
                  <a:pt x="364119" y="72691"/>
                </a:cubicBezTo>
                <a:cubicBezTo>
                  <a:pt x="359243" y="65378"/>
                  <a:pt x="356805" y="55109"/>
                  <a:pt x="356805" y="41886"/>
                </a:cubicBezTo>
                <a:cubicBezTo>
                  <a:pt x="356805" y="28663"/>
                  <a:pt x="359243" y="18395"/>
                  <a:pt x="364119" y="11081"/>
                </a:cubicBezTo>
                <a:cubicBezTo>
                  <a:pt x="369069" y="3694"/>
                  <a:pt x="375938" y="0"/>
                  <a:pt x="384728" y="0"/>
                </a:cubicBezTo>
                <a:cubicBezTo>
                  <a:pt x="393519" y="0"/>
                  <a:pt x="400390" y="3694"/>
                  <a:pt x="405339" y="11081"/>
                </a:cubicBezTo>
                <a:moveTo>
                  <a:pt x="397139" y="69367"/>
                </a:moveTo>
                <a:cubicBezTo>
                  <a:pt x="399872" y="63382"/>
                  <a:pt x="401239" y="54222"/>
                  <a:pt x="401239" y="41886"/>
                </a:cubicBezTo>
                <a:cubicBezTo>
                  <a:pt x="401239" y="29549"/>
                  <a:pt x="399872" y="20389"/>
                  <a:pt x="397139" y="14406"/>
                </a:cubicBezTo>
                <a:cubicBezTo>
                  <a:pt x="394406" y="8348"/>
                  <a:pt x="390270" y="5319"/>
                  <a:pt x="384728" y="5319"/>
                </a:cubicBezTo>
                <a:cubicBezTo>
                  <a:pt x="379188" y="5319"/>
                  <a:pt x="375051" y="8348"/>
                  <a:pt x="372318" y="14406"/>
                </a:cubicBezTo>
                <a:cubicBezTo>
                  <a:pt x="369585" y="20389"/>
                  <a:pt x="368219" y="29549"/>
                  <a:pt x="368219" y="41886"/>
                </a:cubicBezTo>
                <a:cubicBezTo>
                  <a:pt x="368219" y="54222"/>
                  <a:pt x="369585" y="63382"/>
                  <a:pt x="372318" y="69367"/>
                </a:cubicBezTo>
                <a:cubicBezTo>
                  <a:pt x="375051" y="75424"/>
                  <a:pt x="379188" y="78453"/>
                  <a:pt x="384728" y="78453"/>
                </a:cubicBezTo>
                <a:cubicBezTo>
                  <a:pt x="390270" y="78453"/>
                  <a:pt x="394406" y="75424"/>
                  <a:pt x="397139" y="69367"/>
                </a:cubicBezTo>
                <a:close/>
                <a:moveTo>
                  <a:pt x="481626" y="56623"/>
                </a:moveTo>
                <a:cubicBezTo>
                  <a:pt x="481626" y="65266"/>
                  <a:pt x="479078" y="71952"/>
                  <a:pt x="473981" y="76679"/>
                </a:cubicBezTo>
                <a:cubicBezTo>
                  <a:pt x="468809" y="81408"/>
                  <a:pt x="461643" y="83772"/>
                  <a:pt x="452484" y="83772"/>
                </a:cubicBezTo>
                <a:cubicBezTo>
                  <a:pt x="448790" y="83772"/>
                  <a:pt x="444985" y="83329"/>
                  <a:pt x="441069" y="82442"/>
                </a:cubicBezTo>
                <a:cubicBezTo>
                  <a:pt x="437007" y="81556"/>
                  <a:pt x="433018" y="80189"/>
                  <a:pt x="429103" y="78341"/>
                </a:cubicBezTo>
                <a:lnTo>
                  <a:pt x="429103" y="62607"/>
                </a:lnTo>
                <a:lnTo>
                  <a:pt x="435197" y="62607"/>
                </a:lnTo>
                <a:cubicBezTo>
                  <a:pt x="435567" y="67704"/>
                  <a:pt x="437192" y="71619"/>
                  <a:pt x="440073" y="74353"/>
                </a:cubicBezTo>
                <a:cubicBezTo>
                  <a:pt x="443028" y="77086"/>
                  <a:pt x="447165" y="78453"/>
                  <a:pt x="452484" y="78453"/>
                </a:cubicBezTo>
                <a:cubicBezTo>
                  <a:pt x="458245" y="78453"/>
                  <a:pt x="462603" y="76569"/>
                  <a:pt x="465559" y="72801"/>
                </a:cubicBezTo>
                <a:cubicBezTo>
                  <a:pt x="468661" y="69034"/>
                  <a:pt x="470212" y="63641"/>
                  <a:pt x="470212" y="56623"/>
                </a:cubicBezTo>
                <a:cubicBezTo>
                  <a:pt x="470212" y="49605"/>
                  <a:pt x="468697" y="44249"/>
                  <a:pt x="465669" y="40555"/>
                </a:cubicBezTo>
                <a:cubicBezTo>
                  <a:pt x="462640" y="36788"/>
                  <a:pt x="458245" y="34905"/>
                  <a:pt x="452484" y="34905"/>
                </a:cubicBezTo>
                <a:cubicBezTo>
                  <a:pt x="449233" y="34905"/>
                  <a:pt x="446352" y="35459"/>
                  <a:pt x="443840" y="36567"/>
                </a:cubicBezTo>
                <a:cubicBezTo>
                  <a:pt x="441329" y="37823"/>
                  <a:pt x="439150" y="39632"/>
                  <a:pt x="437302" y="41996"/>
                </a:cubicBezTo>
                <a:lnTo>
                  <a:pt x="432649" y="41996"/>
                </a:lnTo>
                <a:lnTo>
                  <a:pt x="432649" y="1441"/>
                </a:lnTo>
                <a:lnTo>
                  <a:pt x="475421" y="1441"/>
                </a:lnTo>
                <a:lnTo>
                  <a:pt x="475421" y="10305"/>
                </a:lnTo>
                <a:lnTo>
                  <a:pt x="438411" y="10305"/>
                </a:lnTo>
                <a:lnTo>
                  <a:pt x="438411" y="33464"/>
                </a:lnTo>
                <a:cubicBezTo>
                  <a:pt x="440405" y="32061"/>
                  <a:pt x="442584" y="31101"/>
                  <a:pt x="444948" y="30583"/>
                </a:cubicBezTo>
                <a:cubicBezTo>
                  <a:pt x="447534" y="29918"/>
                  <a:pt x="450341" y="29586"/>
                  <a:pt x="453370" y="29586"/>
                </a:cubicBezTo>
                <a:cubicBezTo>
                  <a:pt x="462086" y="29586"/>
                  <a:pt x="468957" y="31987"/>
                  <a:pt x="473981" y="36788"/>
                </a:cubicBezTo>
                <a:cubicBezTo>
                  <a:pt x="479078" y="41665"/>
                  <a:pt x="481626" y="48276"/>
                  <a:pt x="481626" y="56623"/>
                </a:cubicBezTo>
                <a:close/>
                <a:moveTo>
                  <a:pt x="553368" y="56735"/>
                </a:moveTo>
                <a:cubicBezTo>
                  <a:pt x="553368" y="64861"/>
                  <a:pt x="550857" y="71435"/>
                  <a:pt x="545834" y="76458"/>
                </a:cubicBezTo>
                <a:cubicBezTo>
                  <a:pt x="540885" y="81334"/>
                  <a:pt x="534162" y="83772"/>
                  <a:pt x="525666" y="83772"/>
                </a:cubicBezTo>
                <a:cubicBezTo>
                  <a:pt x="516507" y="83772"/>
                  <a:pt x="509489" y="80374"/>
                  <a:pt x="504613" y="73578"/>
                </a:cubicBezTo>
                <a:cubicBezTo>
                  <a:pt x="499737" y="66781"/>
                  <a:pt x="497300" y="57067"/>
                  <a:pt x="497300" y="44434"/>
                </a:cubicBezTo>
                <a:cubicBezTo>
                  <a:pt x="497300" y="30251"/>
                  <a:pt x="500218" y="19318"/>
                  <a:pt x="506053" y="11636"/>
                </a:cubicBezTo>
                <a:cubicBezTo>
                  <a:pt x="511815" y="3879"/>
                  <a:pt x="519979" y="0"/>
                  <a:pt x="530543" y="0"/>
                </a:cubicBezTo>
                <a:cubicBezTo>
                  <a:pt x="533645" y="0"/>
                  <a:pt x="536636" y="259"/>
                  <a:pt x="539517" y="776"/>
                </a:cubicBezTo>
                <a:cubicBezTo>
                  <a:pt x="542916" y="1367"/>
                  <a:pt x="546130" y="2179"/>
                  <a:pt x="549158" y="3214"/>
                </a:cubicBezTo>
                <a:lnTo>
                  <a:pt x="549158" y="16511"/>
                </a:lnTo>
                <a:lnTo>
                  <a:pt x="543063" y="16511"/>
                </a:lnTo>
                <a:cubicBezTo>
                  <a:pt x="542620" y="12817"/>
                  <a:pt x="541217" y="10047"/>
                  <a:pt x="538853" y="8200"/>
                </a:cubicBezTo>
                <a:cubicBezTo>
                  <a:pt x="536562" y="6280"/>
                  <a:pt x="533423" y="5319"/>
                  <a:pt x="529434" y="5319"/>
                </a:cubicBezTo>
                <a:cubicBezTo>
                  <a:pt x="522342" y="5319"/>
                  <a:pt x="517135" y="7979"/>
                  <a:pt x="513811" y="13298"/>
                </a:cubicBezTo>
                <a:cubicBezTo>
                  <a:pt x="510412" y="18469"/>
                  <a:pt x="508639" y="26631"/>
                  <a:pt x="508491" y="37786"/>
                </a:cubicBezTo>
                <a:cubicBezTo>
                  <a:pt x="510855" y="35052"/>
                  <a:pt x="513625" y="33021"/>
                  <a:pt x="516802" y="31692"/>
                </a:cubicBezTo>
                <a:cubicBezTo>
                  <a:pt x="519905" y="30362"/>
                  <a:pt x="523414" y="29697"/>
                  <a:pt x="527328" y="29697"/>
                </a:cubicBezTo>
                <a:cubicBezTo>
                  <a:pt x="535381" y="29697"/>
                  <a:pt x="541734" y="32135"/>
                  <a:pt x="546387" y="37010"/>
                </a:cubicBezTo>
                <a:cubicBezTo>
                  <a:pt x="551041" y="41812"/>
                  <a:pt x="553368" y="48387"/>
                  <a:pt x="553368" y="56735"/>
                </a:cubicBezTo>
                <a:moveTo>
                  <a:pt x="537855" y="72912"/>
                </a:moveTo>
                <a:cubicBezTo>
                  <a:pt x="540589" y="69218"/>
                  <a:pt x="541956" y="63826"/>
                  <a:pt x="541956" y="56735"/>
                </a:cubicBezTo>
                <a:cubicBezTo>
                  <a:pt x="541956" y="49642"/>
                  <a:pt x="540589" y="44249"/>
                  <a:pt x="537855" y="40555"/>
                </a:cubicBezTo>
                <a:cubicBezTo>
                  <a:pt x="535049" y="36863"/>
                  <a:pt x="531133" y="35016"/>
                  <a:pt x="526109" y="35016"/>
                </a:cubicBezTo>
                <a:cubicBezTo>
                  <a:pt x="520939" y="35016"/>
                  <a:pt x="516987" y="36826"/>
                  <a:pt x="514254" y="40446"/>
                </a:cubicBezTo>
                <a:cubicBezTo>
                  <a:pt x="511594" y="44065"/>
                  <a:pt x="510265" y="49273"/>
                  <a:pt x="510265" y="56070"/>
                </a:cubicBezTo>
                <a:cubicBezTo>
                  <a:pt x="510265" y="63235"/>
                  <a:pt x="511631" y="68775"/>
                  <a:pt x="514363" y="72691"/>
                </a:cubicBezTo>
                <a:cubicBezTo>
                  <a:pt x="517171" y="76532"/>
                  <a:pt x="521087" y="78453"/>
                  <a:pt x="526109" y="78453"/>
                </a:cubicBezTo>
                <a:cubicBezTo>
                  <a:pt x="531133" y="78453"/>
                  <a:pt x="535049" y="76606"/>
                  <a:pt x="537855" y="72912"/>
                </a:cubicBezTo>
                <a:close/>
                <a:moveTo>
                  <a:pt x="622341" y="60390"/>
                </a:moveTo>
                <a:cubicBezTo>
                  <a:pt x="622341" y="67852"/>
                  <a:pt x="619830" y="73652"/>
                  <a:pt x="614807" y="77789"/>
                </a:cubicBezTo>
                <a:cubicBezTo>
                  <a:pt x="609710" y="81778"/>
                  <a:pt x="602397" y="83772"/>
                  <a:pt x="592867" y="83772"/>
                </a:cubicBezTo>
                <a:cubicBezTo>
                  <a:pt x="588656" y="83772"/>
                  <a:pt x="584519" y="83329"/>
                  <a:pt x="580457" y="82442"/>
                </a:cubicBezTo>
                <a:cubicBezTo>
                  <a:pt x="576320" y="81556"/>
                  <a:pt x="572331" y="80189"/>
                  <a:pt x="568489" y="78341"/>
                </a:cubicBezTo>
                <a:lnTo>
                  <a:pt x="568489" y="62607"/>
                </a:lnTo>
                <a:lnTo>
                  <a:pt x="574583" y="62607"/>
                </a:lnTo>
                <a:cubicBezTo>
                  <a:pt x="574878" y="67704"/>
                  <a:pt x="576614" y="71656"/>
                  <a:pt x="579791" y="74463"/>
                </a:cubicBezTo>
                <a:cubicBezTo>
                  <a:pt x="583042" y="77123"/>
                  <a:pt x="587474" y="78453"/>
                  <a:pt x="593089" y="78453"/>
                </a:cubicBezTo>
                <a:cubicBezTo>
                  <a:pt x="598629" y="78453"/>
                  <a:pt x="602987" y="76828"/>
                  <a:pt x="606164" y="73577"/>
                </a:cubicBezTo>
                <a:cubicBezTo>
                  <a:pt x="609340" y="70475"/>
                  <a:pt x="610928" y="66116"/>
                  <a:pt x="610928" y="60502"/>
                </a:cubicBezTo>
                <a:cubicBezTo>
                  <a:pt x="610928" y="54149"/>
                  <a:pt x="609266" y="49347"/>
                  <a:pt x="605942" y="46096"/>
                </a:cubicBezTo>
                <a:cubicBezTo>
                  <a:pt x="602691" y="42847"/>
                  <a:pt x="597890" y="41222"/>
                  <a:pt x="591537" y="41222"/>
                </a:cubicBezTo>
                <a:lnTo>
                  <a:pt x="586441" y="41222"/>
                </a:lnTo>
                <a:lnTo>
                  <a:pt x="586441" y="35681"/>
                </a:lnTo>
                <a:lnTo>
                  <a:pt x="589099" y="35681"/>
                </a:lnTo>
                <a:cubicBezTo>
                  <a:pt x="595304" y="35681"/>
                  <a:pt x="600032" y="34351"/>
                  <a:pt x="603283" y="31692"/>
                </a:cubicBezTo>
                <a:cubicBezTo>
                  <a:pt x="606459" y="29180"/>
                  <a:pt x="608047" y="25264"/>
                  <a:pt x="608047" y="19946"/>
                </a:cubicBezTo>
                <a:cubicBezTo>
                  <a:pt x="608047" y="15292"/>
                  <a:pt x="606754" y="11672"/>
                  <a:pt x="604169" y="9086"/>
                </a:cubicBezTo>
                <a:cubicBezTo>
                  <a:pt x="601657" y="6575"/>
                  <a:pt x="597927" y="5319"/>
                  <a:pt x="592977" y="5319"/>
                </a:cubicBezTo>
                <a:cubicBezTo>
                  <a:pt x="588028" y="5319"/>
                  <a:pt x="584223" y="6501"/>
                  <a:pt x="581564" y="8865"/>
                </a:cubicBezTo>
                <a:cubicBezTo>
                  <a:pt x="578905" y="11081"/>
                  <a:pt x="577354" y="14479"/>
                  <a:pt x="576910" y="19059"/>
                </a:cubicBezTo>
                <a:lnTo>
                  <a:pt x="570816" y="19059"/>
                </a:lnTo>
                <a:lnTo>
                  <a:pt x="570816" y="4876"/>
                </a:lnTo>
                <a:cubicBezTo>
                  <a:pt x="575175" y="3251"/>
                  <a:pt x="579201" y="2069"/>
                  <a:pt x="582893" y="1331"/>
                </a:cubicBezTo>
                <a:cubicBezTo>
                  <a:pt x="586882" y="444"/>
                  <a:pt x="590539" y="0"/>
                  <a:pt x="593863" y="0"/>
                </a:cubicBezTo>
                <a:cubicBezTo>
                  <a:pt x="601841" y="0"/>
                  <a:pt x="608010" y="1699"/>
                  <a:pt x="612369" y="5098"/>
                </a:cubicBezTo>
                <a:cubicBezTo>
                  <a:pt x="616801" y="8496"/>
                  <a:pt x="619017" y="13224"/>
                  <a:pt x="619017" y="19282"/>
                </a:cubicBezTo>
                <a:cubicBezTo>
                  <a:pt x="619017" y="24157"/>
                  <a:pt x="617466" y="28220"/>
                  <a:pt x="614364" y="31471"/>
                </a:cubicBezTo>
                <a:cubicBezTo>
                  <a:pt x="611409" y="34721"/>
                  <a:pt x="607087" y="36937"/>
                  <a:pt x="601399" y="38119"/>
                </a:cubicBezTo>
                <a:cubicBezTo>
                  <a:pt x="608122" y="39153"/>
                  <a:pt x="613256" y="41590"/>
                  <a:pt x="616801" y="45432"/>
                </a:cubicBezTo>
                <a:cubicBezTo>
                  <a:pt x="620494" y="49199"/>
                  <a:pt x="622341" y="54185"/>
                  <a:pt x="622341" y="60390"/>
                </a:cubicBezTo>
                <a:close/>
                <a:moveTo>
                  <a:pt x="663832" y="55626"/>
                </a:moveTo>
                <a:cubicBezTo>
                  <a:pt x="663832" y="64934"/>
                  <a:pt x="661358" y="74390"/>
                  <a:pt x="656408" y="83994"/>
                </a:cubicBezTo>
                <a:cubicBezTo>
                  <a:pt x="652863" y="90790"/>
                  <a:pt x="646104" y="96699"/>
                  <a:pt x="636130" y="101722"/>
                </a:cubicBezTo>
                <a:lnTo>
                  <a:pt x="636130" y="95295"/>
                </a:lnTo>
                <a:cubicBezTo>
                  <a:pt x="641228" y="92709"/>
                  <a:pt x="645660" y="87760"/>
                  <a:pt x="649429" y="80446"/>
                </a:cubicBezTo>
                <a:cubicBezTo>
                  <a:pt x="650537" y="78378"/>
                  <a:pt x="651367" y="75885"/>
                  <a:pt x="651921" y="72968"/>
                </a:cubicBezTo>
                <a:cubicBezTo>
                  <a:pt x="652475" y="70050"/>
                  <a:pt x="652808" y="67446"/>
                  <a:pt x="652918" y="65157"/>
                </a:cubicBezTo>
                <a:cubicBezTo>
                  <a:pt x="653029" y="62866"/>
                  <a:pt x="653084" y="59689"/>
                  <a:pt x="653084" y="55626"/>
                </a:cubicBezTo>
                <a:lnTo>
                  <a:pt x="653084" y="47870"/>
                </a:lnTo>
                <a:cubicBezTo>
                  <a:pt x="653084" y="43806"/>
                  <a:pt x="653029" y="40630"/>
                  <a:pt x="652918" y="38341"/>
                </a:cubicBezTo>
                <a:cubicBezTo>
                  <a:pt x="652808" y="36050"/>
                  <a:pt x="652475" y="33446"/>
                  <a:pt x="651921" y="30529"/>
                </a:cubicBezTo>
                <a:cubicBezTo>
                  <a:pt x="651367" y="27611"/>
                  <a:pt x="650537" y="25117"/>
                  <a:pt x="649429" y="23049"/>
                </a:cubicBezTo>
                <a:cubicBezTo>
                  <a:pt x="645660" y="15736"/>
                  <a:pt x="641228" y="10786"/>
                  <a:pt x="636130" y="8200"/>
                </a:cubicBezTo>
                <a:lnTo>
                  <a:pt x="636130" y="1774"/>
                </a:lnTo>
                <a:cubicBezTo>
                  <a:pt x="646104" y="6796"/>
                  <a:pt x="652863" y="12706"/>
                  <a:pt x="656408" y="19503"/>
                </a:cubicBezTo>
                <a:cubicBezTo>
                  <a:pt x="661358" y="29106"/>
                  <a:pt x="663832" y="38561"/>
                  <a:pt x="663832" y="47870"/>
                </a:cubicBezTo>
                <a:lnTo>
                  <a:pt x="663832" y="55626"/>
                </a:lnTo>
                <a:close/>
                <a:moveTo>
                  <a:pt x="786394" y="40224"/>
                </a:moveTo>
                <a:cubicBezTo>
                  <a:pt x="781223" y="45839"/>
                  <a:pt x="775942" y="48978"/>
                  <a:pt x="770549" y="49642"/>
                </a:cubicBezTo>
                <a:cubicBezTo>
                  <a:pt x="769219" y="49789"/>
                  <a:pt x="768221" y="49863"/>
                  <a:pt x="767556" y="49863"/>
                </a:cubicBezTo>
                <a:cubicBezTo>
                  <a:pt x="763199" y="49863"/>
                  <a:pt x="757252" y="48127"/>
                  <a:pt x="749717" y="44656"/>
                </a:cubicBezTo>
                <a:cubicBezTo>
                  <a:pt x="749569" y="44582"/>
                  <a:pt x="749070" y="44343"/>
                  <a:pt x="748220" y="43937"/>
                </a:cubicBezTo>
                <a:cubicBezTo>
                  <a:pt x="747372" y="43530"/>
                  <a:pt x="746836" y="43290"/>
                  <a:pt x="746614" y="43217"/>
                </a:cubicBezTo>
                <a:cubicBezTo>
                  <a:pt x="746392" y="43142"/>
                  <a:pt x="745893" y="42939"/>
                  <a:pt x="745118" y="42606"/>
                </a:cubicBezTo>
                <a:cubicBezTo>
                  <a:pt x="744342" y="42274"/>
                  <a:pt x="743807" y="42052"/>
                  <a:pt x="743512" y="41942"/>
                </a:cubicBezTo>
                <a:cubicBezTo>
                  <a:pt x="743216" y="41830"/>
                  <a:pt x="742717" y="41645"/>
                  <a:pt x="742015" y="41387"/>
                </a:cubicBezTo>
                <a:cubicBezTo>
                  <a:pt x="741314" y="41129"/>
                  <a:pt x="740760" y="40964"/>
                  <a:pt x="740353" y="40890"/>
                </a:cubicBezTo>
                <a:cubicBezTo>
                  <a:pt x="739947" y="40816"/>
                  <a:pt x="739431" y="40705"/>
                  <a:pt x="738803" y="40557"/>
                </a:cubicBezTo>
                <a:cubicBezTo>
                  <a:pt x="738175" y="40408"/>
                  <a:pt x="737621" y="40334"/>
                  <a:pt x="737141" y="40334"/>
                </a:cubicBezTo>
                <a:cubicBezTo>
                  <a:pt x="736660" y="40334"/>
                  <a:pt x="736125" y="40334"/>
                  <a:pt x="735533" y="40334"/>
                </a:cubicBezTo>
                <a:cubicBezTo>
                  <a:pt x="734942" y="40334"/>
                  <a:pt x="734388" y="40371"/>
                  <a:pt x="733871" y="40446"/>
                </a:cubicBezTo>
                <a:cubicBezTo>
                  <a:pt x="727370" y="41332"/>
                  <a:pt x="721682" y="44397"/>
                  <a:pt x="716807" y="49642"/>
                </a:cubicBezTo>
                <a:lnTo>
                  <a:pt x="716807" y="41110"/>
                </a:lnTo>
                <a:cubicBezTo>
                  <a:pt x="721978" y="35495"/>
                  <a:pt x="727260" y="32356"/>
                  <a:pt x="732653" y="31692"/>
                </a:cubicBezTo>
                <a:cubicBezTo>
                  <a:pt x="733982" y="31545"/>
                  <a:pt x="734979" y="31471"/>
                  <a:pt x="735644" y="31471"/>
                </a:cubicBezTo>
                <a:cubicBezTo>
                  <a:pt x="740003" y="31471"/>
                  <a:pt x="745950" y="33207"/>
                  <a:pt x="753484" y="36678"/>
                </a:cubicBezTo>
                <a:cubicBezTo>
                  <a:pt x="753632" y="36752"/>
                  <a:pt x="754130" y="36992"/>
                  <a:pt x="754980" y="37399"/>
                </a:cubicBezTo>
                <a:cubicBezTo>
                  <a:pt x="755830" y="37805"/>
                  <a:pt x="756366" y="38045"/>
                  <a:pt x="756587" y="38119"/>
                </a:cubicBezTo>
                <a:cubicBezTo>
                  <a:pt x="756809" y="38192"/>
                  <a:pt x="757307" y="38395"/>
                  <a:pt x="758083" y="38728"/>
                </a:cubicBezTo>
                <a:cubicBezTo>
                  <a:pt x="758858" y="39060"/>
                  <a:pt x="759394" y="39282"/>
                  <a:pt x="759689" y="39394"/>
                </a:cubicBezTo>
                <a:cubicBezTo>
                  <a:pt x="759984" y="39504"/>
                  <a:pt x="760483" y="39689"/>
                  <a:pt x="761186" y="39947"/>
                </a:cubicBezTo>
                <a:cubicBezTo>
                  <a:pt x="761888" y="40205"/>
                  <a:pt x="762442" y="40371"/>
                  <a:pt x="762848" y="40446"/>
                </a:cubicBezTo>
                <a:cubicBezTo>
                  <a:pt x="763254" y="40519"/>
                  <a:pt x="763772" y="40630"/>
                  <a:pt x="764400" y="40779"/>
                </a:cubicBezTo>
                <a:cubicBezTo>
                  <a:pt x="765028" y="40926"/>
                  <a:pt x="765582" y="41000"/>
                  <a:pt x="766062" y="41000"/>
                </a:cubicBezTo>
                <a:cubicBezTo>
                  <a:pt x="766542" y="41000"/>
                  <a:pt x="767077" y="41000"/>
                  <a:pt x="767668" y="41000"/>
                </a:cubicBezTo>
                <a:cubicBezTo>
                  <a:pt x="768259" y="41000"/>
                  <a:pt x="768813" y="40963"/>
                  <a:pt x="769330" y="40889"/>
                </a:cubicBezTo>
                <a:cubicBezTo>
                  <a:pt x="775831" y="40003"/>
                  <a:pt x="781518" y="36937"/>
                  <a:pt x="786394" y="31692"/>
                </a:cubicBezTo>
                <a:lnTo>
                  <a:pt x="786394" y="40224"/>
                </a:lnTo>
                <a:moveTo>
                  <a:pt x="786394" y="62385"/>
                </a:moveTo>
                <a:cubicBezTo>
                  <a:pt x="781223" y="68000"/>
                  <a:pt x="775942" y="71140"/>
                  <a:pt x="770549" y="71805"/>
                </a:cubicBezTo>
                <a:cubicBezTo>
                  <a:pt x="769219" y="71952"/>
                  <a:pt x="768221" y="72026"/>
                  <a:pt x="767556" y="72026"/>
                </a:cubicBezTo>
                <a:cubicBezTo>
                  <a:pt x="763199" y="72026"/>
                  <a:pt x="757252" y="70290"/>
                  <a:pt x="749717" y="66817"/>
                </a:cubicBezTo>
                <a:cubicBezTo>
                  <a:pt x="749569" y="66744"/>
                  <a:pt x="749070" y="66504"/>
                  <a:pt x="748220" y="66098"/>
                </a:cubicBezTo>
                <a:cubicBezTo>
                  <a:pt x="747372" y="65691"/>
                  <a:pt x="746836" y="65451"/>
                  <a:pt x="746614" y="65378"/>
                </a:cubicBezTo>
                <a:cubicBezTo>
                  <a:pt x="746392" y="65304"/>
                  <a:pt x="745893" y="65100"/>
                  <a:pt x="745118" y="64768"/>
                </a:cubicBezTo>
                <a:cubicBezTo>
                  <a:pt x="744342" y="64435"/>
                  <a:pt x="743807" y="64214"/>
                  <a:pt x="743512" y="64103"/>
                </a:cubicBezTo>
                <a:cubicBezTo>
                  <a:pt x="743216" y="63993"/>
                  <a:pt x="742717" y="63808"/>
                  <a:pt x="742015" y="63550"/>
                </a:cubicBezTo>
                <a:cubicBezTo>
                  <a:pt x="741314" y="63291"/>
                  <a:pt x="740760" y="63125"/>
                  <a:pt x="740353" y="63052"/>
                </a:cubicBezTo>
                <a:cubicBezTo>
                  <a:pt x="739947" y="62977"/>
                  <a:pt x="739431" y="62866"/>
                  <a:pt x="738803" y="62718"/>
                </a:cubicBezTo>
                <a:cubicBezTo>
                  <a:pt x="738175" y="62571"/>
                  <a:pt x="737621" y="62497"/>
                  <a:pt x="737141" y="62497"/>
                </a:cubicBezTo>
                <a:cubicBezTo>
                  <a:pt x="736660" y="62497"/>
                  <a:pt x="736125" y="62497"/>
                  <a:pt x="735533" y="62497"/>
                </a:cubicBezTo>
                <a:cubicBezTo>
                  <a:pt x="734942" y="62497"/>
                  <a:pt x="734388" y="62534"/>
                  <a:pt x="733871" y="62607"/>
                </a:cubicBezTo>
                <a:cubicBezTo>
                  <a:pt x="727370" y="63494"/>
                  <a:pt x="721682" y="66560"/>
                  <a:pt x="716807" y="71805"/>
                </a:cubicBezTo>
                <a:lnTo>
                  <a:pt x="716807" y="63271"/>
                </a:lnTo>
                <a:cubicBezTo>
                  <a:pt x="721978" y="57658"/>
                  <a:pt x="727260" y="54519"/>
                  <a:pt x="732653" y="53854"/>
                </a:cubicBezTo>
                <a:cubicBezTo>
                  <a:pt x="733982" y="53706"/>
                  <a:pt x="734979" y="53632"/>
                  <a:pt x="735644" y="53632"/>
                </a:cubicBezTo>
                <a:cubicBezTo>
                  <a:pt x="740003" y="53632"/>
                  <a:pt x="745950" y="55368"/>
                  <a:pt x="753484" y="58840"/>
                </a:cubicBezTo>
                <a:cubicBezTo>
                  <a:pt x="753632" y="58913"/>
                  <a:pt x="754130" y="59153"/>
                  <a:pt x="754980" y="59560"/>
                </a:cubicBezTo>
                <a:cubicBezTo>
                  <a:pt x="755830" y="59966"/>
                  <a:pt x="756366" y="60206"/>
                  <a:pt x="756587" y="60280"/>
                </a:cubicBezTo>
                <a:cubicBezTo>
                  <a:pt x="756809" y="60354"/>
                  <a:pt x="757307" y="60556"/>
                  <a:pt x="758083" y="60889"/>
                </a:cubicBezTo>
                <a:cubicBezTo>
                  <a:pt x="758858" y="61222"/>
                  <a:pt x="759394" y="61444"/>
                  <a:pt x="759689" y="61555"/>
                </a:cubicBezTo>
                <a:cubicBezTo>
                  <a:pt x="759984" y="61666"/>
                  <a:pt x="760483" y="61851"/>
                  <a:pt x="761186" y="62110"/>
                </a:cubicBezTo>
                <a:cubicBezTo>
                  <a:pt x="761888" y="62368"/>
                  <a:pt x="762442" y="62534"/>
                  <a:pt x="762848" y="62609"/>
                </a:cubicBezTo>
                <a:cubicBezTo>
                  <a:pt x="763254" y="62682"/>
                  <a:pt x="763772" y="62792"/>
                  <a:pt x="764400" y="62940"/>
                </a:cubicBezTo>
                <a:cubicBezTo>
                  <a:pt x="765028" y="63088"/>
                  <a:pt x="765582" y="63161"/>
                  <a:pt x="766062" y="63161"/>
                </a:cubicBezTo>
                <a:cubicBezTo>
                  <a:pt x="766542" y="63161"/>
                  <a:pt x="767077" y="63161"/>
                  <a:pt x="767668" y="63161"/>
                </a:cubicBezTo>
                <a:cubicBezTo>
                  <a:pt x="768259" y="63161"/>
                  <a:pt x="768813" y="63124"/>
                  <a:pt x="769330" y="63050"/>
                </a:cubicBezTo>
                <a:cubicBezTo>
                  <a:pt x="775831" y="62164"/>
                  <a:pt x="781518" y="59098"/>
                  <a:pt x="786394" y="53854"/>
                </a:cubicBezTo>
                <a:lnTo>
                  <a:pt x="786394" y="62385"/>
                </a:lnTo>
                <a:close/>
                <a:moveTo>
                  <a:pt x="906516" y="41665"/>
                </a:moveTo>
                <a:cubicBezTo>
                  <a:pt x="908659" y="30435"/>
                  <a:pt x="907515" y="21903"/>
                  <a:pt x="903082" y="16068"/>
                </a:cubicBezTo>
                <a:cubicBezTo>
                  <a:pt x="898649" y="10158"/>
                  <a:pt x="891188" y="7203"/>
                  <a:pt x="880698" y="7203"/>
                </a:cubicBezTo>
                <a:lnTo>
                  <a:pt x="870616" y="7203"/>
                </a:lnTo>
                <a:lnTo>
                  <a:pt x="857096" y="76458"/>
                </a:lnTo>
                <a:lnTo>
                  <a:pt x="867180" y="76458"/>
                </a:lnTo>
                <a:cubicBezTo>
                  <a:pt x="877744" y="76458"/>
                  <a:pt x="886387" y="73466"/>
                  <a:pt x="893108" y="67483"/>
                </a:cubicBezTo>
                <a:cubicBezTo>
                  <a:pt x="899979" y="61426"/>
                  <a:pt x="904448" y="52819"/>
                  <a:pt x="906516" y="41665"/>
                </a:cubicBezTo>
                <a:moveTo>
                  <a:pt x="918927" y="41775"/>
                </a:moveTo>
                <a:cubicBezTo>
                  <a:pt x="916490" y="54481"/>
                  <a:pt x="910654" y="64418"/>
                  <a:pt x="901420" y="71583"/>
                </a:cubicBezTo>
                <a:cubicBezTo>
                  <a:pt x="892334" y="78675"/>
                  <a:pt x="880810" y="82220"/>
                  <a:pt x="866847" y="82220"/>
                </a:cubicBezTo>
                <a:lnTo>
                  <a:pt x="834713" y="82220"/>
                </a:lnTo>
                <a:lnTo>
                  <a:pt x="835821" y="76458"/>
                </a:lnTo>
                <a:lnTo>
                  <a:pt x="846126" y="76458"/>
                </a:lnTo>
                <a:lnTo>
                  <a:pt x="859644" y="7203"/>
                </a:lnTo>
                <a:lnTo>
                  <a:pt x="849340" y="7203"/>
                </a:lnTo>
                <a:lnTo>
                  <a:pt x="850448" y="1441"/>
                </a:lnTo>
                <a:lnTo>
                  <a:pt x="882581" y="1441"/>
                </a:lnTo>
                <a:cubicBezTo>
                  <a:pt x="896470" y="1441"/>
                  <a:pt x="906627" y="4987"/>
                  <a:pt x="913053" y="12079"/>
                </a:cubicBezTo>
                <a:cubicBezTo>
                  <a:pt x="919480" y="19170"/>
                  <a:pt x="921438" y="29069"/>
                  <a:pt x="918927" y="417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D90C2840-115C-4095-B8EE-BB5B1621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949" y="8882519"/>
            <a:ext cx="104931" cy="70311"/>
          </a:xfrm>
          <a:custGeom xmlns:a="http://schemas.openxmlformats.org/drawingml/2006/main">
            <a:pathLst>
              <a:path w="104931" h="70311">
                <a:moveTo>
                  <a:pt x="20559" y="0"/>
                </a:moveTo>
                <a:lnTo>
                  <a:pt x="8631" y="55558"/>
                </a:lnTo>
                <a:lnTo>
                  <a:pt x="16008" y="55558"/>
                </a:lnTo>
                <a:lnTo>
                  <a:pt x="15145" y="59639"/>
                </a:lnTo>
                <a:lnTo>
                  <a:pt x="0" y="59639"/>
                </a:lnTo>
                <a:lnTo>
                  <a:pt x="11927" y="4081"/>
                </a:lnTo>
                <a:lnTo>
                  <a:pt x="4472" y="4081"/>
                </a:lnTo>
                <a:lnTo>
                  <a:pt x="5336" y="0"/>
                </a:lnTo>
                <a:lnTo>
                  <a:pt x="20559" y="0"/>
                </a:lnTo>
                <a:close/>
                <a:moveTo>
                  <a:pt x="48442" y="50929"/>
                </a:moveTo>
                <a:cubicBezTo>
                  <a:pt x="48180" y="55323"/>
                  <a:pt x="47055" y="59064"/>
                  <a:pt x="45068" y="62150"/>
                </a:cubicBezTo>
                <a:cubicBezTo>
                  <a:pt x="43027" y="65237"/>
                  <a:pt x="39967" y="67957"/>
                  <a:pt x="35886" y="70311"/>
                </a:cubicBezTo>
                <a:lnTo>
                  <a:pt x="32512" y="67251"/>
                </a:lnTo>
                <a:cubicBezTo>
                  <a:pt x="35128" y="65472"/>
                  <a:pt x="37063" y="63406"/>
                  <a:pt x="38318" y="61052"/>
                </a:cubicBezTo>
                <a:cubicBezTo>
                  <a:pt x="39574" y="58645"/>
                  <a:pt x="40201" y="55741"/>
                  <a:pt x="40201" y="52341"/>
                </a:cubicBezTo>
                <a:lnTo>
                  <a:pt x="40201" y="50929"/>
                </a:lnTo>
                <a:lnTo>
                  <a:pt x="48442" y="50929"/>
                </a:lnTo>
                <a:close/>
                <a:moveTo>
                  <a:pt x="104931" y="18833"/>
                </a:moveTo>
                <a:lnTo>
                  <a:pt x="102733" y="29035"/>
                </a:lnTo>
                <a:lnTo>
                  <a:pt x="98261" y="29035"/>
                </a:lnTo>
                <a:cubicBezTo>
                  <a:pt x="98261" y="28877"/>
                  <a:pt x="98274" y="28642"/>
                  <a:pt x="98299" y="28328"/>
                </a:cubicBezTo>
                <a:cubicBezTo>
                  <a:pt x="98326" y="28014"/>
                  <a:pt x="98365" y="27779"/>
                  <a:pt x="98418" y="27622"/>
                </a:cubicBezTo>
                <a:cubicBezTo>
                  <a:pt x="98418" y="26261"/>
                  <a:pt x="98078" y="25215"/>
                  <a:pt x="97398" y="24483"/>
                </a:cubicBezTo>
                <a:cubicBezTo>
                  <a:pt x="96560" y="23489"/>
                  <a:pt x="95069" y="22992"/>
                  <a:pt x="92924" y="22992"/>
                </a:cubicBezTo>
                <a:cubicBezTo>
                  <a:pt x="89105" y="22992"/>
                  <a:pt x="85914" y="24195"/>
                  <a:pt x="83351" y="26601"/>
                </a:cubicBezTo>
                <a:cubicBezTo>
                  <a:pt x="80787" y="29113"/>
                  <a:pt x="79035" y="32566"/>
                  <a:pt x="78093" y="36960"/>
                </a:cubicBezTo>
                <a:lnTo>
                  <a:pt x="73228" y="59639"/>
                </a:lnTo>
                <a:lnTo>
                  <a:pt x="65460" y="59639"/>
                </a:lnTo>
                <a:lnTo>
                  <a:pt x="73306" y="22913"/>
                </a:lnTo>
                <a:lnTo>
                  <a:pt x="65930" y="22913"/>
                </a:lnTo>
                <a:lnTo>
                  <a:pt x="66794" y="18912"/>
                </a:lnTo>
                <a:lnTo>
                  <a:pt x="81938" y="18912"/>
                </a:lnTo>
                <a:lnTo>
                  <a:pt x="80368" y="26131"/>
                </a:lnTo>
                <a:cubicBezTo>
                  <a:pt x="82618" y="23254"/>
                  <a:pt x="85051" y="21161"/>
                  <a:pt x="87667" y="19853"/>
                </a:cubicBezTo>
                <a:cubicBezTo>
                  <a:pt x="90387" y="18493"/>
                  <a:pt x="93421" y="17812"/>
                  <a:pt x="96769" y="17812"/>
                </a:cubicBezTo>
                <a:cubicBezTo>
                  <a:pt x="98078" y="17812"/>
                  <a:pt x="99385" y="17891"/>
                  <a:pt x="100693" y="18048"/>
                </a:cubicBezTo>
                <a:lnTo>
                  <a:pt x="104931" y="188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Text (3549,40563)">
            <a:extLst xmlns:a="http://schemas.openxmlformats.org/drawingml/2006/main">
              <a:ext uri="{FF2B5EF4-FFF2-40B4-BE49-F238E27FC236}">
                <a16:creationId xmlns:a16="http://schemas.microsoft.com/office/drawing/2014/main" id="{F01C4D0E-FB08-469D-A9A7-ECFBEFBF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558" y="8837459"/>
            <a:ext cx="734024" cy="101722"/>
          </a:xfrm>
          <a:custGeom xmlns:a="http://schemas.openxmlformats.org/drawingml/2006/main">
            <a:pathLst>
              <a:path w="734024" h="101722">
                <a:moveTo>
                  <a:pt x="27814" y="101722"/>
                </a:moveTo>
                <a:cubicBezTo>
                  <a:pt x="17915" y="96772"/>
                  <a:pt x="11155" y="90863"/>
                  <a:pt x="7536" y="83994"/>
                </a:cubicBezTo>
                <a:cubicBezTo>
                  <a:pt x="2512" y="74242"/>
                  <a:pt x="0" y="64786"/>
                  <a:pt x="0" y="55626"/>
                </a:cubicBezTo>
                <a:lnTo>
                  <a:pt x="0" y="47870"/>
                </a:lnTo>
                <a:cubicBezTo>
                  <a:pt x="0" y="38709"/>
                  <a:pt x="2512" y="29254"/>
                  <a:pt x="7536" y="19503"/>
                </a:cubicBezTo>
                <a:cubicBezTo>
                  <a:pt x="11155" y="12633"/>
                  <a:pt x="17915" y="6723"/>
                  <a:pt x="27814" y="1774"/>
                </a:cubicBezTo>
                <a:lnTo>
                  <a:pt x="27814" y="8200"/>
                </a:lnTo>
                <a:cubicBezTo>
                  <a:pt x="22790" y="10712"/>
                  <a:pt x="18320" y="15661"/>
                  <a:pt x="14406" y="23049"/>
                </a:cubicBezTo>
                <a:cubicBezTo>
                  <a:pt x="12855" y="26078"/>
                  <a:pt x="11857" y="29476"/>
                  <a:pt x="11413" y="33243"/>
                </a:cubicBezTo>
                <a:cubicBezTo>
                  <a:pt x="10970" y="37010"/>
                  <a:pt x="10748" y="41886"/>
                  <a:pt x="10748" y="47870"/>
                </a:cubicBezTo>
                <a:lnTo>
                  <a:pt x="10748" y="55626"/>
                </a:lnTo>
                <a:cubicBezTo>
                  <a:pt x="10748" y="61610"/>
                  <a:pt x="10970" y="66486"/>
                  <a:pt x="11413" y="70253"/>
                </a:cubicBezTo>
                <a:cubicBezTo>
                  <a:pt x="11857" y="74020"/>
                  <a:pt x="12855" y="77418"/>
                  <a:pt x="14406" y="80446"/>
                </a:cubicBezTo>
                <a:cubicBezTo>
                  <a:pt x="18320" y="87834"/>
                  <a:pt x="22790" y="92784"/>
                  <a:pt x="27814" y="95295"/>
                </a:cubicBezTo>
                <a:lnTo>
                  <a:pt x="27814" y="101722"/>
                </a:lnTo>
                <a:close/>
                <a:moveTo>
                  <a:pt x="95903" y="60390"/>
                </a:moveTo>
                <a:cubicBezTo>
                  <a:pt x="95903" y="67852"/>
                  <a:pt x="93392" y="73652"/>
                  <a:pt x="88369" y="77789"/>
                </a:cubicBezTo>
                <a:cubicBezTo>
                  <a:pt x="83272" y="81778"/>
                  <a:pt x="75959" y="83772"/>
                  <a:pt x="66430" y="83772"/>
                </a:cubicBezTo>
                <a:cubicBezTo>
                  <a:pt x="62218" y="83772"/>
                  <a:pt x="58081" y="83329"/>
                  <a:pt x="54019" y="82442"/>
                </a:cubicBezTo>
                <a:cubicBezTo>
                  <a:pt x="49882" y="81556"/>
                  <a:pt x="45893" y="80189"/>
                  <a:pt x="42052" y="78341"/>
                </a:cubicBezTo>
                <a:lnTo>
                  <a:pt x="42052" y="62607"/>
                </a:lnTo>
                <a:lnTo>
                  <a:pt x="48145" y="62607"/>
                </a:lnTo>
                <a:cubicBezTo>
                  <a:pt x="48441" y="67704"/>
                  <a:pt x="50176" y="71656"/>
                  <a:pt x="53353" y="74463"/>
                </a:cubicBezTo>
                <a:cubicBezTo>
                  <a:pt x="56604" y="77123"/>
                  <a:pt x="61036" y="78453"/>
                  <a:pt x="66651" y="78453"/>
                </a:cubicBezTo>
                <a:cubicBezTo>
                  <a:pt x="72191" y="78453"/>
                  <a:pt x="76549" y="76828"/>
                  <a:pt x="79726" y="73577"/>
                </a:cubicBezTo>
                <a:cubicBezTo>
                  <a:pt x="82902" y="70475"/>
                  <a:pt x="84491" y="66116"/>
                  <a:pt x="84491" y="60502"/>
                </a:cubicBezTo>
                <a:cubicBezTo>
                  <a:pt x="84491" y="54149"/>
                  <a:pt x="82829" y="49347"/>
                  <a:pt x="79504" y="46096"/>
                </a:cubicBezTo>
                <a:cubicBezTo>
                  <a:pt x="76254" y="42847"/>
                  <a:pt x="71452" y="41222"/>
                  <a:pt x="65099" y="41222"/>
                </a:cubicBezTo>
                <a:lnTo>
                  <a:pt x="60003" y="41222"/>
                </a:lnTo>
                <a:lnTo>
                  <a:pt x="60003" y="35681"/>
                </a:lnTo>
                <a:lnTo>
                  <a:pt x="62661" y="35681"/>
                </a:lnTo>
                <a:cubicBezTo>
                  <a:pt x="68866" y="35681"/>
                  <a:pt x="73594" y="34351"/>
                  <a:pt x="76845" y="31692"/>
                </a:cubicBezTo>
                <a:cubicBezTo>
                  <a:pt x="80021" y="29180"/>
                  <a:pt x="81609" y="25264"/>
                  <a:pt x="81609" y="19946"/>
                </a:cubicBezTo>
                <a:cubicBezTo>
                  <a:pt x="81609" y="15292"/>
                  <a:pt x="80317" y="11672"/>
                  <a:pt x="77731" y="9086"/>
                </a:cubicBezTo>
                <a:cubicBezTo>
                  <a:pt x="75219" y="6575"/>
                  <a:pt x="71489" y="5319"/>
                  <a:pt x="66539" y="5319"/>
                </a:cubicBezTo>
                <a:cubicBezTo>
                  <a:pt x="61590" y="5319"/>
                  <a:pt x="57786" y="6501"/>
                  <a:pt x="55127" y="8865"/>
                </a:cubicBezTo>
                <a:cubicBezTo>
                  <a:pt x="52467" y="11081"/>
                  <a:pt x="50916" y="14479"/>
                  <a:pt x="50472" y="19059"/>
                </a:cubicBezTo>
                <a:lnTo>
                  <a:pt x="44378" y="19059"/>
                </a:lnTo>
                <a:lnTo>
                  <a:pt x="44378" y="4876"/>
                </a:lnTo>
                <a:cubicBezTo>
                  <a:pt x="48737" y="3251"/>
                  <a:pt x="52763" y="2069"/>
                  <a:pt x="56455" y="1331"/>
                </a:cubicBezTo>
                <a:cubicBezTo>
                  <a:pt x="60445" y="444"/>
                  <a:pt x="64101" y="0"/>
                  <a:pt x="67425" y="0"/>
                </a:cubicBezTo>
                <a:cubicBezTo>
                  <a:pt x="75404" y="0"/>
                  <a:pt x="81572" y="1699"/>
                  <a:pt x="85931" y="5098"/>
                </a:cubicBezTo>
                <a:cubicBezTo>
                  <a:pt x="90363" y="8496"/>
                  <a:pt x="92579" y="13224"/>
                  <a:pt x="92579" y="19282"/>
                </a:cubicBezTo>
                <a:cubicBezTo>
                  <a:pt x="92579" y="24157"/>
                  <a:pt x="91028" y="28220"/>
                  <a:pt x="87926" y="31471"/>
                </a:cubicBezTo>
                <a:cubicBezTo>
                  <a:pt x="84971" y="34721"/>
                  <a:pt x="80649" y="36937"/>
                  <a:pt x="74961" y="38119"/>
                </a:cubicBezTo>
                <a:cubicBezTo>
                  <a:pt x="81684" y="39153"/>
                  <a:pt x="86818" y="41590"/>
                  <a:pt x="90363" y="45432"/>
                </a:cubicBezTo>
                <a:cubicBezTo>
                  <a:pt x="94057" y="49199"/>
                  <a:pt x="95903" y="54185"/>
                  <a:pt x="95903" y="60390"/>
                </a:cubicBezTo>
                <a:close/>
                <a:moveTo>
                  <a:pt x="165764" y="56623"/>
                </a:moveTo>
                <a:cubicBezTo>
                  <a:pt x="165764" y="65266"/>
                  <a:pt x="163215" y="71952"/>
                  <a:pt x="158118" y="76679"/>
                </a:cubicBezTo>
                <a:cubicBezTo>
                  <a:pt x="152947" y="81408"/>
                  <a:pt x="145781" y="83772"/>
                  <a:pt x="136621" y="83772"/>
                </a:cubicBezTo>
                <a:cubicBezTo>
                  <a:pt x="132928" y="83772"/>
                  <a:pt x="129123" y="83329"/>
                  <a:pt x="125207" y="82442"/>
                </a:cubicBezTo>
                <a:cubicBezTo>
                  <a:pt x="121144" y="81556"/>
                  <a:pt x="117156" y="80189"/>
                  <a:pt x="113241" y="78341"/>
                </a:cubicBezTo>
                <a:lnTo>
                  <a:pt x="113241" y="62607"/>
                </a:lnTo>
                <a:lnTo>
                  <a:pt x="119335" y="62607"/>
                </a:lnTo>
                <a:cubicBezTo>
                  <a:pt x="119704" y="67704"/>
                  <a:pt x="121330" y="71619"/>
                  <a:pt x="124211" y="74353"/>
                </a:cubicBezTo>
                <a:cubicBezTo>
                  <a:pt x="127165" y="77086"/>
                  <a:pt x="131302" y="78453"/>
                  <a:pt x="136621" y="78453"/>
                </a:cubicBezTo>
                <a:cubicBezTo>
                  <a:pt x="142383" y="78453"/>
                  <a:pt x="146741" y="76569"/>
                  <a:pt x="149696" y="72801"/>
                </a:cubicBezTo>
                <a:cubicBezTo>
                  <a:pt x="152798" y="69034"/>
                  <a:pt x="154349" y="63641"/>
                  <a:pt x="154349" y="56623"/>
                </a:cubicBezTo>
                <a:cubicBezTo>
                  <a:pt x="154349" y="49605"/>
                  <a:pt x="152835" y="44249"/>
                  <a:pt x="149806" y="40555"/>
                </a:cubicBezTo>
                <a:cubicBezTo>
                  <a:pt x="146777" y="36788"/>
                  <a:pt x="142383" y="34905"/>
                  <a:pt x="136621" y="34905"/>
                </a:cubicBezTo>
                <a:cubicBezTo>
                  <a:pt x="133371" y="34905"/>
                  <a:pt x="130489" y="35459"/>
                  <a:pt x="127978" y="36567"/>
                </a:cubicBezTo>
                <a:cubicBezTo>
                  <a:pt x="125467" y="37823"/>
                  <a:pt x="123287" y="39632"/>
                  <a:pt x="121440" y="41996"/>
                </a:cubicBezTo>
                <a:lnTo>
                  <a:pt x="116787" y="41996"/>
                </a:lnTo>
                <a:lnTo>
                  <a:pt x="116787" y="1441"/>
                </a:lnTo>
                <a:lnTo>
                  <a:pt x="159559" y="1441"/>
                </a:lnTo>
                <a:lnTo>
                  <a:pt x="159559" y="10305"/>
                </a:lnTo>
                <a:lnTo>
                  <a:pt x="122549" y="10305"/>
                </a:lnTo>
                <a:lnTo>
                  <a:pt x="122549" y="33464"/>
                </a:lnTo>
                <a:cubicBezTo>
                  <a:pt x="124543" y="32061"/>
                  <a:pt x="126722" y="31101"/>
                  <a:pt x="129086" y="30583"/>
                </a:cubicBezTo>
                <a:cubicBezTo>
                  <a:pt x="131671" y="29918"/>
                  <a:pt x="134479" y="29586"/>
                  <a:pt x="137507" y="29586"/>
                </a:cubicBezTo>
                <a:cubicBezTo>
                  <a:pt x="146224" y="29586"/>
                  <a:pt x="153094" y="31987"/>
                  <a:pt x="158118" y="36788"/>
                </a:cubicBezTo>
                <a:cubicBezTo>
                  <a:pt x="163215" y="41665"/>
                  <a:pt x="165764" y="48276"/>
                  <a:pt x="165764" y="56623"/>
                </a:cubicBezTo>
                <a:close/>
                <a:moveTo>
                  <a:pt x="238947" y="60612"/>
                </a:moveTo>
                <a:lnTo>
                  <a:pt x="223545" y="60612"/>
                </a:lnTo>
                <a:lnTo>
                  <a:pt x="223545" y="76458"/>
                </a:lnTo>
                <a:lnTo>
                  <a:pt x="236509" y="76458"/>
                </a:lnTo>
                <a:lnTo>
                  <a:pt x="236509" y="82220"/>
                </a:lnTo>
                <a:lnTo>
                  <a:pt x="199720" y="82220"/>
                </a:lnTo>
                <a:lnTo>
                  <a:pt x="199720" y="76458"/>
                </a:lnTo>
                <a:lnTo>
                  <a:pt x="212685" y="76458"/>
                </a:lnTo>
                <a:lnTo>
                  <a:pt x="212685" y="60612"/>
                </a:lnTo>
                <a:lnTo>
                  <a:pt x="177449" y="60612"/>
                </a:lnTo>
                <a:lnTo>
                  <a:pt x="177449" y="54740"/>
                </a:lnTo>
                <a:lnTo>
                  <a:pt x="212797" y="0"/>
                </a:lnTo>
                <a:lnTo>
                  <a:pt x="223545" y="0"/>
                </a:lnTo>
                <a:lnTo>
                  <a:pt x="223545" y="54851"/>
                </a:lnTo>
                <a:lnTo>
                  <a:pt x="238947" y="54851"/>
                </a:lnTo>
                <a:lnTo>
                  <a:pt x="238947" y="60612"/>
                </a:lnTo>
                <a:moveTo>
                  <a:pt x="212685" y="54851"/>
                </a:moveTo>
                <a:lnTo>
                  <a:pt x="212685" y="11858"/>
                </a:lnTo>
                <a:lnTo>
                  <a:pt x="185095" y="54851"/>
                </a:lnTo>
                <a:lnTo>
                  <a:pt x="212685" y="54851"/>
                </a:lnTo>
                <a:close/>
                <a:moveTo>
                  <a:pt x="294290" y="27702"/>
                </a:moveTo>
                <a:cubicBezTo>
                  <a:pt x="294290" y="20463"/>
                  <a:pt x="292923" y="14923"/>
                  <a:pt x="290190" y="11081"/>
                </a:cubicBezTo>
                <a:cubicBezTo>
                  <a:pt x="287383" y="7240"/>
                  <a:pt x="283468" y="5319"/>
                  <a:pt x="278444" y="5319"/>
                </a:cubicBezTo>
                <a:cubicBezTo>
                  <a:pt x="273421" y="5319"/>
                  <a:pt x="269506" y="7166"/>
                  <a:pt x="266700" y="10860"/>
                </a:cubicBezTo>
                <a:cubicBezTo>
                  <a:pt x="263966" y="14554"/>
                  <a:pt x="262599" y="19947"/>
                  <a:pt x="262599" y="27039"/>
                </a:cubicBezTo>
                <a:cubicBezTo>
                  <a:pt x="262599" y="34130"/>
                  <a:pt x="263966" y="39522"/>
                  <a:pt x="266700" y="43215"/>
                </a:cubicBezTo>
                <a:cubicBezTo>
                  <a:pt x="269506" y="46909"/>
                  <a:pt x="273422" y="48756"/>
                  <a:pt x="278446" y="48756"/>
                </a:cubicBezTo>
                <a:cubicBezTo>
                  <a:pt x="283543" y="48756"/>
                  <a:pt x="287457" y="46946"/>
                  <a:pt x="290190" y="43327"/>
                </a:cubicBezTo>
                <a:cubicBezTo>
                  <a:pt x="292923" y="39707"/>
                  <a:pt x="294290" y="34499"/>
                  <a:pt x="294290" y="27702"/>
                </a:cubicBezTo>
                <a:moveTo>
                  <a:pt x="307255" y="39338"/>
                </a:moveTo>
                <a:cubicBezTo>
                  <a:pt x="307255" y="53521"/>
                  <a:pt x="304337" y="64453"/>
                  <a:pt x="298502" y="72136"/>
                </a:cubicBezTo>
                <a:cubicBezTo>
                  <a:pt x="292740" y="79894"/>
                  <a:pt x="284576" y="83772"/>
                  <a:pt x="274012" y="83772"/>
                </a:cubicBezTo>
                <a:cubicBezTo>
                  <a:pt x="270910" y="83772"/>
                  <a:pt x="267919" y="83514"/>
                  <a:pt x="265037" y="82996"/>
                </a:cubicBezTo>
                <a:cubicBezTo>
                  <a:pt x="261713" y="82404"/>
                  <a:pt x="258500" y="81592"/>
                  <a:pt x="255397" y="80558"/>
                </a:cubicBezTo>
                <a:lnTo>
                  <a:pt x="255397" y="67150"/>
                </a:lnTo>
                <a:lnTo>
                  <a:pt x="261492" y="67150"/>
                </a:lnTo>
                <a:cubicBezTo>
                  <a:pt x="261935" y="70696"/>
                  <a:pt x="263338" y="73503"/>
                  <a:pt x="265702" y="75572"/>
                </a:cubicBezTo>
                <a:cubicBezTo>
                  <a:pt x="268066" y="77493"/>
                  <a:pt x="271206" y="78453"/>
                  <a:pt x="275121" y="78453"/>
                </a:cubicBezTo>
                <a:cubicBezTo>
                  <a:pt x="282213" y="78453"/>
                  <a:pt x="287420" y="75793"/>
                  <a:pt x="290744" y="70474"/>
                </a:cubicBezTo>
                <a:cubicBezTo>
                  <a:pt x="294143" y="65304"/>
                  <a:pt x="295916" y="57141"/>
                  <a:pt x="296064" y="45986"/>
                </a:cubicBezTo>
                <a:cubicBezTo>
                  <a:pt x="293626" y="48720"/>
                  <a:pt x="290818" y="50751"/>
                  <a:pt x="287642" y="52080"/>
                </a:cubicBezTo>
                <a:cubicBezTo>
                  <a:pt x="284540" y="53410"/>
                  <a:pt x="281031" y="54075"/>
                  <a:pt x="277115" y="54075"/>
                </a:cubicBezTo>
                <a:cubicBezTo>
                  <a:pt x="269137" y="54075"/>
                  <a:pt x="262821" y="51637"/>
                  <a:pt x="258168" y="46761"/>
                </a:cubicBezTo>
                <a:cubicBezTo>
                  <a:pt x="253514" y="42033"/>
                  <a:pt x="251186" y="35459"/>
                  <a:pt x="251186" y="27038"/>
                </a:cubicBezTo>
                <a:cubicBezTo>
                  <a:pt x="251186" y="18912"/>
                  <a:pt x="253698" y="12337"/>
                  <a:pt x="258721" y="7314"/>
                </a:cubicBezTo>
                <a:cubicBezTo>
                  <a:pt x="263670" y="2438"/>
                  <a:pt x="270393" y="0"/>
                  <a:pt x="278889" y="0"/>
                </a:cubicBezTo>
                <a:cubicBezTo>
                  <a:pt x="288048" y="0"/>
                  <a:pt x="295066" y="3399"/>
                  <a:pt x="299941" y="10196"/>
                </a:cubicBezTo>
                <a:cubicBezTo>
                  <a:pt x="304817" y="16991"/>
                  <a:pt x="307255" y="26706"/>
                  <a:pt x="307255" y="39338"/>
                </a:cubicBezTo>
                <a:close/>
                <a:moveTo>
                  <a:pt x="338884" y="69921"/>
                </a:moveTo>
                <a:cubicBezTo>
                  <a:pt x="338515" y="76052"/>
                  <a:pt x="337075" y="81334"/>
                  <a:pt x="334564" y="85766"/>
                </a:cubicBezTo>
                <a:cubicBezTo>
                  <a:pt x="331904" y="90198"/>
                  <a:pt x="327951" y="94039"/>
                  <a:pt x="322707" y="97290"/>
                </a:cubicBezTo>
                <a:lnTo>
                  <a:pt x="318385" y="92969"/>
                </a:lnTo>
                <a:cubicBezTo>
                  <a:pt x="321709" y="90457"/>
                  <a:pt x="324221" y="87539"/>
                  <a:pt x="325921" y="84215"/>
                </a:cubicBezTo>
                <a:cubicBezTo>
                  <a:pt x="327472" y="80817"/>
                  <a:pt x="328247" y="76717"/>
                  <a:pt x="328247" y="71915"/>
                </a:cubicBezTo>
                <a:lnTo>
                  <a:pt x="328247" y="69921"/>
                </a:lnTo>
                <a:lnTo>
                  <a:pt x="338884" y="69921"/>
                </a:lnTo>
                <a:close/>
                <a:moveTo>
                  <a:pt x="414425" y="60612"/>
                </a:moveTo>
                <a:lnTo>
                  <a:pt x="399024" y="60612"/>
                </a:lnTo>
                <a:lnTo>
                  <a:pt x="399024" y="76458"/>
                </a:lnTo>
                <a:lnTo>
                  <a:pt x="411987" y="76458"/>
                </a:lnTo>
                <a:lnTo>
                  <a:pt x="411987" y="82220"/>
                </a:lnTo>
                <a:lnTo>
                  <a:pt x="375199" y="82220"/>
                </a:lnTo>
                <a:lnTo>
                  <a:pt x="375199" y="76458"/>
                </a:lnTo>
                <a:lnTo>
                  <a:pt x="388164" y="76458"/>
                </a:lnTo>
                <a:lnTo>
                  <a:pt x="388164" y="60612"/>
                </a:lnTo>
                <a:lnTo>
                  <a:pt x="352927" y="60612"/>
                </a:lnTo>
                <a:lnTo>
                  <a:pt x="352927" y="54740"/>
                </a:lnTo>
                <a:lnTo>
                  <a:pt x="388275" y="0"/>
                </a:lnTo>
                <a:lnTo>
                  <a:pt x="399024" y="0"/>
                </a:lnTo>
                <a:lnTo>
                  <a:pt x="399024" y="54851"/>
                </a:lnTo>
                <a:lnTo>
                  <a:pt x="414425" y="54851"/>
                </a:lnTo>
                <a:lnTo>
                  <a:pt x="414425" y="60612"/>
                </a:lnTo>
                <a:moveTo>
                  <a:pt x="388164" y="54851"/>
                </a:moveTo>
                <a:lnTo>
                  <a:pt x="388164" y="11858"/>
                </a:lnTo>
                <a:lnTo>
                  <a:pt x="360573" y="54851"/>
                </a:lnTo>
                <a:lnTo>
                  <a:pt x="388164" y="54851"/>
                </a:lnTo>
                <a:close/>
                <a:moveTo>
                  <a:pt x="475531" y="11081"/>
                </a:moveTo>
                <a:cubicBezTo>
                  <a:pt x="480407" y="18395"/>
                  <a:pt x="482845" y="28663"/>
                  <a:pt x="482845" y="41886"/>
                </a:cubicBezTo>
                <a:cubicBezTo>
                  <a:pt x="482845" y="55109"/>
                  <a:pt x="480407" y="65378"/>
                  <a:pt x="475531" y="72691"/>
                </a:cubicBezTo>
                <a:cubicBezTo>
                  <a:pt x="470581" y="80078"/>
                  <a:pt x="463711" y="83772"/>
                  <a:pt x="454920" y="83772"/>
                </a:cubicBezTo>
                <a:cubicBezTo>
                  <a:pt x="446130" y="83772"/>
                  <a:pt x="439261" y="80078"/>
                  <a:pt x="434311" y="72691"/>
                </a:cubicBezTo>
                <a:cubicBezTo>
                  <a:pt x="429435" y="65378"/>
                  <a:pt x="426997" y="55109"/>
                  <a:pt x="426997" y="41886"/>
                </a:cubicBezTo>
                <a:cubicBezTo>
                  <a:pt x="426997" y="28663"/>
                  <a:pt x="429435" y="18395"/>
                  <a:pt x="434311" y="11081"/>
                </a:cubicBezTo>
                <a:cubicBezTo>
                  <a:pt x="439261" y="3694"/>
                  <a:pt x="446130" y="0"/>
                  <a:pt x="454920" y="0"/>
                </a:cubicBezTo>
                <a:cubicBezTo>
                  <a:pt x="463711" y="0"/>
                  <a:pt x="470581" y="3694"/>
                  <a:pt x="475531" y="11081"/>
                </a:cubicBezTo>
                <a:moveTo>
                  <a:pt x="467331" y="69367"/>
                </a:moveTo>
                <a:cubicBezTo>
                  <a:pt x="470064" y="63382"/>
                  <a:pt x="471431" y="54222"/>
                  <a:pt x="471431" y="41886"/>
                </a:cubicBezTo>
                <a:cubicBezTo>
                  <a:pt x="471431" y="29549"/>
                  <a:pt x="470064" y="20389"/>
                  <a:pt x="467331" y="14406"/>
                </a:cubicBezTo>
                <a:cubicBezTo>
                  <a:pt x="464598" y="8348"/>
                  <a:pt x="460462" y="5319"/>
                  <a:pt x="454920" y="5319"/>
                </a:cubicBezTo>
                <a:cubicBezTo>
                  <a:pt x="449380" y="5319"/>
                  <a:pt x="445243" y="8348"/>
                  <a:pt x="442510" y="14406"/>
                </a:cubicBezTo>
                <a:cubicBezTo>
                  <a:pt x="439777" y="20389"/>
                  <a:pt x="438411" y="29549"/>
                  <a:pt x="438411" y="41886"/>
                </a:cubicBezTo>
                <a:cubicBezTo>
                  <a:pt x="438411" y="54222"/>
                  <a:pt x="439777" y="63382"/>
                  <a:pt x="442510" y="69367"/>
                </a:cubicBezTo>
                <a:cubicBezTo>
                  <a:pt x="445243" y="75424"/>
                  <a:pt x="449380" y="78453"/>
                  <a:pt x="454920" y="78453"/>
                </a:cubicBezTo>
                <a:cubicBezTo>
                  <a:pt x="460462" y="78453"/>
                  <a:pt x="464598" y="75424"/>
                  <a:pt x="467331" y="69367"/>
                </a:cubicBezTo>
                <a:close/>
                <a:moveTo>
                  <a:pt x="551818" y="56623"/>
                </a:moveTo>
                <a:cubicBezTo>
                  <a:pt x="551818" y="65266"/>
                  <a:pt x="549270" y="71952"/>
                  <a:pt x="544172" y="76679"/>
                </a:cubicBezTo>
                <a:cubicBezTo>
                  <a:pt x="539001" y="81408"/>
                  <a:pt x="531835" y="83772"/>
                  <a:pt x="522676" y="83772"/>
                </a:cubicBezTo>
                <a:cubicBezTo>
                  <a:pt x="518982" y="83772"/>
                  <a:pt x="515177" y="83329"/>
                  <a:pt x="511261" y="82442"/>
                </a:cubicBezTo>
                <a:cubicBezTo>
                  <a:pt x="507199" y="81556"/>
                  <a:pt x="503210" y="80189"/>
                  <a:pt x="499295" y="78341"/>
                </a:cubicBezTo>
                <a:lnTo>
                  <a:pt x="499295" y="62607"/>
                </a:lnTo>
                <a:lnTo>
                  <a:pt x="505389" y="62607"/>
                </a:lnTo>
                <a:cubicBezTo>
                  <a:pt x="505759" y="67704"/>
                  <a:pt x="507384" y="71619"/>
                  <a:pt x="510265" y="74353"/>
                </a:cubicBezTo>
                <a:cubicBezTo>
                  <a:pt x="513220" y="77086"/>
                  <a:pt x="517356" y="78453"/>
                  <a:pt x="522676" y="78453"/>
                </a:cubicBezTo>
                <a:cubicBezTo>
                  <a:pt x="528437" y="78453"/>
                  <a:pt x="532795" y="76569"/>
                  <a:pt x="535751" y="72801"/>
                </a:cubicBezTo>
                <a:cubicBezTo>
                  <a:pt x="538853" y="69034"/>
                  <a:pt x="540404" y="63641"/>
                  <a:pt x="540404" y="56623"/>
                </a:cubicBezTo>
                <a:cubicBezTo>
                  <a:pt x="540404" y="49605"/>
                  <a:pt x="538889" y="44249"/>
                  <a:pt x="535861" y="40555"/>
                </a:cubicBezTo>
                <a:cubicBezTo>
                  <a:pt x="532832" y="36788"/>
                  <a:pt x="528437" y="34905"/>
                  <a:pt x="522676" y="34905"/>
                </a:cubicBezTo>
                <a:cubicBezTo>
                  <a:pt x="519425" y="34905"/>
                  <a:pt x="516544" y="35459"/>
                  <a:pt x="514032" y="36567"/>
                </a:cubicBezTo>
                <a:cubicBezTo>
                  <a:pt x="511521" y="37823"/>
                  <a:pt x="509341" y="39632"/>
                  <a:pt x="507494" y="41996"/>
                </a:cubicBezTo>
                <a:lnTo>
                  <a:pt x="502841" y="41996"/>
                </a:lnTo>
                <a:lnTo>
                  <a:pt x="502841" y="1441"/>
                </a:lnTo>
                <a:lnTo>
                  <a:pt x="545613" y="1441"/>
                </a:lnTo>
                <a:lnTo>
                  <a:pt x="545613" y="10305"/>
                </a:lnTo>
                <a:lnTo>
                  <a:pt x="508603" y="10305"/>
                </a:lnTo>
                <a:lnTo>
                  <a:pt x="508603" y="33464"/>
                </a:lnTo>
                <a:cubicBezTo>
                  <a:pt x="510597" y="32061"/>
                  <a:pt x="512776" y="31101"/>
                  <a:pt x="515140" y="30583"/>
                </a:cubicBezTo>
                <a:cubicBezTo>
                  <a:pt x="517726" y="29918"/>
                  <a:pt x="520533" y="29586"/>
                  <a:pt x="523562" y="29586"/>
                </a:cubicBezTo>
                <a:cubicBezTo>
                  <a:pt x="532278" y="29586"/>
                  <a:pt x="539149" y="31987"/>
                  <a:pt x="544172" y="36788"/>
                </a:cubicBezTo>
                <a:cubicBezTo>
                  <a:pt x="549270" y="41665"/>
                  <a:pt x="551818" y="48276"/>
                  <a:pt x="551818" y="56623"/>
                </a:cubicBezTo>
                <a:close/>
                <a:moveTo>
                  <a:pt x="623561" y="56735"/>
                </a:moveTo>
                <a:cubicBezTo>
                  <a:pt x="623561" y="64861"/>
                  <a:pt x="621049" y="71435"/>
                  <a:pt x="616026" y="76458"/>
                </a:cubicBezTo>
                <a:cubicBezTo>
                  <a:pt x="611077" y="81334"/>
                  <a:pt x="604354" y="83772"/>
                  <a:pt x="595859" y="83772"/>
                </a:cubicBezTo>
                <a:cubicBezTo>
                  <a:pt x="586699" y="83772"/>
                  <a:pt x="579681" y="80374"/>
                  <a:pt x="574805" y="73578"/>
                </a:cubicBezTo>
                <a:cubicBezTo>
                  <a:pt x="569930" y="66781"/>
                  <a:pt x="567492" y="57067"/>
                  <a:pt x="567492" y="44434"/>
                </a:cubicBezTo>
                <a:cubicBezTo>
                  <a:pt x="567492" y="30251"/>
                  <a:pt x="570410" y="19318"/>
                  <a:pt x="576245" y="11636"/>
                </a:cubicBezTo>
                <a:cubicBezTo>
                  <a:pt x="582008" y="3879"/>
                  <a:pt x="590171" y="0"/>
                  <a:pt x="600735" y="0"/>
                </a:cubicBezTo>
                <a:cubicBezTo>
                  <a:pt x="603837" y="0"/>
                  <a:pt x="606829" y="259"/>
                  <a:pt x="609710" y="776"/>
                </a:cubicBezTo>
                <a:cubicBezTo>
                  <a:pt x="613108" y="1367"/>
                  <a:pt x="616322" y="2179"/>
                  <a:pt x="619351" y="3214"/>
                </a:cubicBezTo>
                <a:lnTo>
                  <a:pt x="619351" y="16511"/>
                </a:lnTo>
                <a:lnTo>
                  <a:pt x="613255" y="16511"/>
                </a:lnTo>
                <a:cubicBezTo>
                  <a:pt x="612812" y="12817"/>
                  <a:pt x="611409" y="10047"/>
                  <a:pt x="609045" y="8200"/>
                </a:cubicBezTo>
                <a:cubicBezTo>
                  <a:pt x="606755" y="6280"/>
                  <a:pt x="603615" y="5319"/>
                  <a:pt x="599626" y="5319"/>
                </a:cubicBezTo>
                <a:cubicBezTo>
                  <a:pt x="592535" y="5319"/>
                  <a:pt x="587327" y="7979"/>
                  <a:pt x="584003" y="13298"/>
                </a:cubicBezTo>
                <a:cubicBezTo>
                  <a:pt x="580604" y="18469"/>
                  <a:pt x="578831" y="26631"/>
                  <a:pt x="578683" y="37786"/>
                </a:cubicBezTo>
                <a:cubicBezTo>
                  <a:pt x="581047" y="35052"/>
                  <a:pt x="583817" y="33021"/>
                  <a:pt x="586994" y="31692"/>
                </a:cubicBezTo>
                <a:cubicBezTo>
                  <a:pt x="590097" y="30362"/>
                  <a:pt x="593606" y="29697"/>
                  <a:pt x="597521" y="29697"/>
                </a:cubicBezTo>
                <a:cubicBezTo>
                  <a:pt x="605573" y="29697"/>
                  <a:pt x="611926" y="32135"/>
                  <a:pt x="616579" y="37010"/>
                </a:cubicBezTo>
                <a:cubicBezTo>
                  <a:pt x="621234" y="41812"/>
                  <a:pt x="623561" y="48387"/>
                  <a:pt x="623561" y="56735"/>
                </a:cubicBezTo>
                <a:moveTo>
                  <a:pt x="608048" y="72912"/>
                </a:moveTo>
                <a:cubicBezTo>
                  <a:pt x="610781" y="69218"/>
                  <a:pt x="612148" y="63826"/>
                  <a:pt x="612148" y="56735"/>
                </a:cubicBezTo>
                <a:cubicBezTo>
                  <a:pt x="612148" y="49642"/>
                  <a:pt x="610781" y="44249"/>
                  <a:pt x="608048" y="40555"/>
                </a:cubicBezTo>
                <a:cubicBezTo>
                  <a:pt x="605241" y="36863"/>
                  <a:pt x="601326" y="35016"/>
                  <a:pt x="596302" y="35016"/>
                </a:cubicBezTo>
                <a:cubicBezTo>
                  <a:pt x="591131" y="35016"/>
                  <a:pt x="587179" y="36826"/>
                  <a:pt x="584446" y="40446"/>
                </a:cubicBezTo>
                <a:cubicBezTo>
                  <a:pt x="581787" y="44065"/>
                  <a:pt x="580457" y="49273"/>
                  <a:pt x="580457" y="56070"/>
                </a:cubicBezTo>
                <a:cubicBezTo>
                  <a:pt x="580457" y="63235"/>
                  <a:pt x="581823" y="68775"/>
                  <a:pt x="584556" y="72691"/>
                </a:cubicBezTo>
                <a:cubicBezTo>
                  <a:pt x="587363" y="76532"/>
                  <a:pt x="591279" y="78453"/>
                  <a:pt x="596302" y="78453"/>
                </a:cubicBezTo>
                <a:cubicBezTo>
                  <a:pt x="601326" y="78453"/>
                  <a:pt x="605241" y="76606"/>
                  <a:pt x="608048" y="72912"/>
                </a:cubicBezTo>
                <a:close/>
                <a:moveTo>
                  <a:pt x="692533" y="60390"/>
                </a:moveTo>
                <a:cubicBezTo>
                  <a:pt x="692533" y="67852"/>
                  <a:pt x="690022" y="73652"/>
                  <a:pt x="684999" y="77789"/>
                </a:cubicBezTo>
                <a:cubicBezTo>
                  <a:pt x="679902" y="81778"/>
                  <a:pt x="672589" y="83772"/>
                  <a:pt x="663059" y="83772"/>
                </a:cubicBezTo>
                <a:cubicBezTo>
                  <a:pt x="658848" y="83772"/>
                  <a:pt x="654711" y="83329"/>
                  <a:pt x="650649" y="82442"/>
                </a:cubicBezTo>
                <a:cubicBezTo>
                  <a:pt x="646512" y="81556"/>
                  <a:pt x="642523" y="80189"/>
                  <a:pt x="638681" y="78341"/>
                </a:cubicBezTo>
                <a:lnTo>
                  <a:pt x="638681" y="62607"/>
                </a:lnTo>
                <a:lnTo>
                  <a:pt x="644775" y="62607"/>
                </a:lnTo>
                <a:cubicBezTo>
                  <a:pt x="645070" y="67704"/>
                  <a:pt x="646806" y="71656"/>
                  <a:pt x="649983" y="74463"/>
                </a:cubicBezTo>
                <a:cubicBezTo>
                  <a:pt x="653233" y="77123"/>
                  <a:pt x="657666" y="78453"/>
                  <a:pt x="663281" y="78453"/>
                </a:cubicBezTo>
                <a:cubicBezTo>
                  <a:pt x="668821" y="78453"/>
                  <a:pt x="673179" y="76828"/>
                  <a:pt x="676356" y="73577"/>
                </a:cubicBezTo>
                <a:cubicBezTo>
                  <a:pt x="679532" y="70475"/>
                  <a:pt x="681120" y="66116"/>
                  <a:pt x="681120" y="60502"/>
                </a:cubicBezTo>
                <a:cubicBezTo>
                  <a:pt x="681120" y="54149"/>
                  <a:pt x="679458" y="49347"/>
                  <a:pt x="676134" y="46096"/>
                </a:cubicBezTo>
                <a:cubicBezTo>
                  <a:pt x="672883" y="42847"/>
                  <a:pt x="668081" y="41222"/>
                  <a:pt x="661729" y="41222"/>
                </a:cubicBezTo>
                <a:lnTo>
                  <a:pt x="656632" y="41222"/>
                </a:lnTo>
                <a:lnTo>
                  <a:pt x="656632" y="35681"/>
                </a:lnTo>
                <a:lnTo>
                  <a:pt x="659290" y="35681"/>
                </a:lnTo>
                <a:cubicBezTo>
                  <a:pt x="665496" y="35681"/>
                  <a:pt x="670224" y="34351"/>
                  <a:pt x="673475" y="31692"/>
                </a:cubicBezTo>
                <a:cubicBezTo>
                  <a:pt x="676651" y="29180"/>
                  <a:pt x="678239" y="25264"/>
                  <a:pt x="678239" y="19946"/>
                </a:cubicBezTo>
                <a:cubicBezTo>
                  <a:pt x="678239" y="15292"/>
                  <a:pt x="676946" y="11672"/>
                  <a:pt x="674361" y="9086"/>
                </a:cubicBezTo>
                <a:cubicBezTo>
                  <a:pt x="671849" y="6575"/>
                  <a:pt x="668119" y="5319"/>
                  <a:pt x="663169" y="5319"/>
                </a:cubicBezTo>
                <a:cubicBezTo>
                  <a:pt x="658220" y="5319"/>
                  <a:pt x="654415" y="6501"/>
                  <a:pt x="651756" y="8865"/>
                </a:cubicBezTo>
                <a:cubicBezTo>
                  <a:pt x="649097" y="11081"/>
                  <a:pt x="647546" y="14479"/>
                  <a:pt x="647101" y="19059"/>
                </a:cubicBezTo>
                <a:lnTo>
                  <a:pt x="641008" y="19059"/>
                </a:lnTo>
                <a:lnTo>
                  <a:pt x="641008" y="4876"/>
                </a:lnTo>
                <a:cubicBezTo>
                  <a:pt x="645367" y="3251"/>
                  <a:pt x="649392" y="2069"/>
                  <a:pt x="653085" y="1331"/>
                </a:cubicBezTo>
                <a:cubicBezTo>
                  <a:pt x="657074" y="444"/>
                  <a:pt x="660731" y="0"/>
                  <a:pt x="664055" y="0"/>
                </a:cubicBezTo>
                <a:cubicBezTo>
                  <a:pt x="672033" y="0"/>
                  <a:pt x="678202" y="1699"/>
                  <a:pt x="682561" y="5098"/>
                </a:cubicBezTo>
                <a:cubicBezTo>
                  <a:pt x="686993" y="8496"/>
                  <a:pt x="689209" y="13224"/>
                  <a:pt x="689209" y="19282"/>
                </a:cubicBezTo>
                <a:cubicBezTo>
                  <a:pt x="689209" y="24157"/>
                  <a:pt x="687658" y="28220"/>
                  <a:pt x="684556" y="31471"/>
                </a:cubicBezTo>
                <a:cubicBezTo>
                  <a:pt x="681601" y="34721"/>
                  <a:pt x="677279" y="36937"/>
                  <a:pt x="671591" y="38119"/>
                </a:cubicBezTo>
                <a:cubicBezTo>
                  <a:pt x="678314" y="39153"/>
                  <a:pt x="683447" y="41590"/>
                  <a:pt x="686992" y="45432"/>
                </a:cubicBezTo>
                <a:cubicBezTo>
                  <a:pt x="690686" y="49199"/>
                  <a:pt x="692533" y="54185"/>
                  <a:pt x="692533" y="60390"/>
                </a:cubicBezTo>
                <a:close/>
                <a:moveTo>
                  <a:pt x="734024" y="55626"/>
                </a:moveTo>
                <a:cubicBezTo>
                  <a:pt x="734024" y="64934"/>
                  <a:pt x="731550" y="74390"/>
                  <a:pt x="726600" y="83994"/>
                </a:cubicBezTo>
                <a:cubicBezTo>
                  <a:pt x="723055" y="90790"/>
                  <a:pt x="716296" y="96699"/>
                  <a:pt x="706322" y="101722"/>
                </a:cubicBezTo>
                <a:lnTo>
                  <a:pt x="706322" y="95295"/>
                </a:lnTo>
                <a:cubicBezTo>
                  <a:pt x="711420" y="92709"/>
                  <a:pt x="715852" y="87760"/>
                  <a:pt x="719620" y="80446"/>
                </a:cubicBezTo>
                <a:cubicBezTo>
                  <a:pt x="720729" y="78378"/>
                  <a:pt x="721559" y="75885"/>
                  <a:pt x="722113" y="72968"/>
                </a:cubicBezTo>
                <a:cubicBezTo>
                  <a:pt x="722667" y="70050"/>
                  <a:pt x="723000" y="67446"/>
                  <a:pt x="723110" y="65157"/>
                </a:cubicBezTo>
                <a:cubicBezTo>
                  <a:pt x="723221" y="62866"/>
                  <a:pt x="723276" y="59689"/>
                  <a:pt x="723276" y="55626"/>
                </a:cubicBezTo>
                <a:lnTo>
                  <a:pt x="723276" y="47870"/>
                </a:lnTo>
                <a:cubicBezTo>
                  <a:pt x="723276" y="43806"/>
                  <a:pt x="723221" y="40630"/>
                  <a:pt x="723110" y="38341"/>
                </a:cubicBezTo>
                <a:cubicBezTo>
                  <a:pt x="723000" y="36050"/>
                  <a:pt x="722667" y="33446"/>
                  <a:pt x="722113" y="30529"/>
                </a:cubicBezTo>
                <a:cubicBezTo>
                  <a:pt x="721559" y="27611"/>
                  <a:pt x="720729" y="25117"/>
                  <a:pt x="719620" y="23049"/>
                </a:cubicBezTo>
                <a:cubicBezTo>
                  <a:pt x="715852" y="15736"/>
                  <a:pt x="711420" y="10786"/>
                  <a:pt x="706322" y="8200"/>
                </a:cubicBezTo>
                <a:lnTo>
                  <a:pt x="706322" y="1774"/>
                </a:lnTo>
                <a:cubicBezTo>
                  <a:pt x="716296" y="6796"/>
                  <a:pt x="723055" y="12706"/>
                  <a:pt x="726600" y="19503"/>
                </a:cubicBezTo>
                <a:cubicBezTo>
                  <a:pt x="731550" y="29106"/>
                  <a:pt x="734024" y="38561"/>
                  <a:pt x="734024" y="47870"/>
                </a:cubicBezTo>
                <a:lnTo>
                  <a:pt x="734024" y="556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0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3e60db6f24dfa"/>
          <a:stretch xmlns:a="http://schemas.openxmlformats.org/drawingml/2006/main"/>
        </p:blipFill>
        <p:spPr>
          <a:xfrm xmlns:a="http://schemas.openxmlformats.org/drawingml/2006/main">
            <a:off x="4832820" y="7895592"/>
            <a:ext cx="1149819" cy="514205"/>
          </a:xfrm>
          <a:prstGeom xmlns:a="http://schemas.openxmlformats.org/drawingml/2006/main" prst="rect">
            <a:avLst/>
          </a:prstGeom>
        </p:spPr>
      </p:pic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E5F85-9EA9-47C7-80DE-38A4499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68" y="5691488"/>
            <a:ext cx="3285915" cy="1359983"/>
          </a:xfrm>
          <a:custGeom xmlns:a="http://schemas.openxmlformats.org/drawingml/2006/main">
            <a:pathLst>
              <a:path w="3285915" h="1359983">
                <a:moveTo>
                  <a:pt x="0" y="0"/>
                </a:moveTo>
                <a:lnTo>
                  <a:pt x="3285915" y="0"/>
                </a:lnTo>
                <a:lnTo>
                  <a:pt x="3285915" y="1359983"/>
                </a:lnTo>
                <a:lnTo>
                  <a:pt x="0" y="13599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4F85E-AC44-4096-B286-0B11C107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201" y="5682458"/>
            <a:ext cx="3303739" cy="1377775"/>
          </a:xfrm>
          <a:custGeom xmlns:a="http://schemas.openxmlformats.org/drawingml/2006/main">
            <a:pathLst>
              <a:path w="3303739" h="1377775">
                <a:moveTo>
                  <a:pt x="0" y="1377775"/>
                </a:moveTo>
                <a:lnTo>
                  <a:pt x="3303739" y="1377775"/>
                </a:lnTo>
                <a:lnTo>
                  <a:pt x="3303739" y="0"/>
                </a:lnTo>
                <a:lnTo>
                  <a:pt x="0" y="0"/>
                </a:lnTo>
                <a:lnTo>
                  <a:pt x="0" y="1377775"/>
                </a:lnTo>
                <a:close/>
                <a:moveTo>
                  <a:pt x="3285994" y="1360030"/>
                </a:moveTo>
                <a:lnTo>
                  <a:pt x="17745" y="1360030"/>
                </a:lnTo>
                <a:lnTo>
                  <a:pt x="17745" y="17745"/>
                </a:lnTo>
                <a:lnTo>
                  <a:pt x="3285994" y="17745"/>
                </a:lnTo>
                <a:lnTo>
                  <a:pt x="3285994" y="1360030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44A05-501E-44D7-AD71-728FD52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215" y="5679500"/>
            <a:ext cx="3314386" cy="3314315"/>
          </a:xfrm>
          <a:custGeom xmlns:a="http://schemas.openxmlformats.org/drawingml/2006/main">
            <a:pathLst>
              <a:path w="3314386" h="3314315">
                <a:moveTo>
                  <a:pt x="0" y="3314315"/>
                </a:moveTo>
                <a:lnTo>
                  <a:pt x="3314386" y="3314315"/>
                </a:lnTo>
                <a:lnTo>
                  <a:pt x="3314386" y="0"/>
                </a:lnTo>
                <a:lnTo>
                  <a:pt x="0" y="0"/>
                </a:lnTo>
                <a:lnTo>
                  <a:pt x="0" y="3314315"/>
                </a:lnTo>
                <a:close/>
                <a:moveTo>
                  <a:pt x="3290726" y="3290655"/>
                </a:moveTo>
                <a:lnTo>
                  <a:pt x="23660" y="3290655"/>
                </a:lnTo>
                <a:lnTo>
                  <a:pt x="23660" y="23660"/>
                </a:lnTo>
                <a:lnTo>
                  <a:pt x="3290726" y="23660"/>
                </a:lnTo>
                <a:lnTo>
                  <a:pt x="3290726" y="3290655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Text II.4PairwiseASDif">
            <a:extLst xmlns:a="http://schemas.openxmlformats.org/drawingml/2006/main">
              <a:ext uri="{FF2B5EF4-FFF2-40B4-BE49-F238E27FC236}">
                <a16:creationId xmlns:a16="http://schemas.microsoft.com/office/drawing/2014/main" id="{424E1E4D-D537-49B0-BD7A-BF6C74D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710" y="5798879"/>
            <a:ext cx="1241323" cy="105084"/>
          </a:xfrm>
          <a:custGeom xmlns:a="http://schemas.openxmlformats.org/drawingml/2006/main">
            <a:pathLst>
              <a:path w="1241323" h="105084">
                <a:moveTo>
                  <a:pt x="449265" y="16081"/>
                </a:moveTo>
                <a:lnTo>
                  <a:pt x="461742" y="16081"/>
                </a:lnTo>
                <a:lnTo>
                  <a:pt x="461742" y="1802"/>
                </a:lnTo>
                <a:lnTo>
                  <a:pt x="449265" y="1802"/>
                </a:lnTo>
                <a:lnTo>
                  <a:pt x="449265" y="16081"/>
                </a:lnTo>
                <a:close/>
                <a:moveTo>
                  <a:pt x="184290" y="65851"/>
                </a:moveTo>
                <a:lnTo>
                  <a:pt x="171674" y="65851"/>
                </a:lnTo>
                <a:lnTo>
                  <a:pt x="171674" y="1386"/>
                </a:lnTo>
                <a:lnTo>
                  <a:pt x="155316" y="1386"/>
                </a:lnTo>
                <a:lnTo>
                  <a:pt x="111230" y="65920"/>
                </a:lnTo>
                <a:lnTo>
                  <a:pt x="111230" y="82903"/>
                </a:lnTo>
                <a:lnTo>
                  <a:pt x="152820" y="82903"/>
                </a:lnTo>
                <a:lnTo>
                  <a:pt x="152820" y="103421"/>
                </a:lnTo>
                <a:lnTo>
                  <a:pt x="171674" y="103421"/>
                </a:lnTo>
                <a:lnTo>
                  <a:pt x="171674" y="82903"/>
                </a:lnTo>
                <a:lnTo>
                  <a:pt x="184290" y="82903"/>
                </a:lnTo>
                <a:lnTo>
                  <a:pt x="184290" y="65851"/>
                </a:lnTo>
                <a:close/>
                <a:moveTo>
                  <a:pt x="129460" y="65851"/>
                </a:moveTo>
                <a:lnTo>
                  <a:pt x="152820" y="31162"/>
                </a:lnTo>
                <a:lnTo>
                  <a:pt x="152820" y="65851"/>
                </a:lnTo>
                <a:lnTo>
                  <a:pt x="129460" y="65851"/>
                </a:lnTo>
                <a:close/>
                <a:moveTo>
                  <a:pt x="20518" y="103421"/>
                </a:moveTo>
                <a:lnTo>
                  <a:pt x="20518" y="1802"/>
                </a:lnTo>
                <a:lnTo>
                  <a:pt x="0" y="1802"/>
                </a:lnTo>
                <a:lnTo>
                  <a:pt x="0" y="103421"/>
                </a:lnTo>
                <a:lnTo>
                  <a:pt x="20518" y="103421"/>
                </a:lnTo>
                <a:close/>
                <a:moveTo>
                  <a:pt x="59951" y="103421"/>
                </a:moveTo>
                <a:lnTo>
                  <a:pt x="59951" y="1802"/>
                </a:lnTo>
                <a:lnTo>
                  <a:pt x="39433" y="1802"/>
                </a:lnTo>
                <a:lnTo>
                  <a:pt x="39433" y="103421"/>
                </a:lnTo>
                <a:lnTo>
                  <a:pt x="59951" y="103421"/>
                </a:lnTo>
                <a:close/>
                <a:moveTo>
                  <a:pt x="318566" y="62092"/>
                </a:moveTo>
                <a:lnTo>
                  <a:pt x="320293" y="62045"/>
                </a:lnTo>
                <a:lnTo>
                  <a:pt x="321974" y="61968"/>
                </a:lnTo>
                <a:lnTo>
                  <a:pt x="323609" y="61858"/>
                </a:lnTo>
                <a:lnTo>
                  <a:pt x="325197" y="61718"/>
                </a:lnTo>
                <a:lnTo>
                  <a:pt x="326740" y="61547"/>
                </a:lnTo>
                <a:lnTo>
                  <a:pt x="328236" y="61344"/>
                </a:lnTo>
                <a:lnTo>
                  <a:pt x="329686" y="61110"/>
                </a:lnTo>
                <a:lnTo>
                  <a:pt x="331089" y="60845"/>
                </a:lnTo>
                <a:lnTo>
                  <a:pt x="332447" y="60549"/>
                </a:lnTo>
                <a:lnTo>
                  <a:pt x="333758" y="60222"/>
                </a:lnTo>
                <a:lnTo>
                  <a:pt x="335023" y="59864"/>
                </a:lnTo>
                <a:lnTo>
                  <a:pt x="336242" y="59474"/>
                </a:lnTo>
                <a:lnTo>
                  <a:pt x="337414" y="59053"/>
                </a:lnTo>
                <a:lnTo>
                  <a:pt x="338541" y="58601"/>
                </a:lnTo>
                <a:lnTo>
                  <a:pt x="339621" y="58118"/>
                </a:lnTo>
                <a:lnTo>
                  <a:pt x="340655" y="57604"/>
                </a:lnTo>
                <a:lnTo>
                  <a:pt x="341643" y="57058"/>
                </a:lnTo>
                <a:lnTo>
                  <a:pt x="342584" y="56482"/>
                </a:lnTo>
                <a:lnTo>
                  <a:pt x="343480" y="55874"/>
                </a:lnTo>
                <a:lnTo>
                  <a:pt x="344329" y="55235"/>
                </a:lnTo>
                <a:lnTo>
                  <a:pt x="345132" y="54565"/>
                </a:lnTo>
                <a:lnTo>
                  <a:pt x="345888" y="53864"/>
                </a:lnTo>
                <a:lnTo>
                  <a:pt x="346599" y="53131"/>
                </a:lnTo>
                <a:lnTo>
                  <a:pt x="347272" y="52376"/>
                </a:lnTo>
                <a:lnTo>
                  <a:pt x="347916" y="51607"/>
                </a:lnTo>
                <a:lnTo>
                  <a:pt x="348532" y="50825"/>
                </a:lnTo>
                <a:lnTo>
                  <a:pt x="349119" y="50028"/>
                </a:lnTo>
                <a:lnTo>
                  <a:pt x="349678" y="49218"/>
                </a:lnTo>
                <a:lnTo>
                  <a:pt x="350208" y="48394"/>
                </a:lnTo>
                <a:lnTo>
                  <a:pt x="350709" y="47556"/>
                </a:lnTo>
                <a:lnTo>
                  <a:pt x="351182" y="46704"/>
                </a:lnTo>
                <a:lnTo>
                  <a:pt x="351625" y="45838"/>
                </a:lnTo>
                <a:lnTo>
                  <a:pt x="352041" y="44959"/>
                </a:lnTo>
                <a:lnTo>
                  <a:pt x="352427" y="44066"/>
                </a:lnTo>
                <a:lnTo>
                  <a:pt x="352785" y="43158"/>
                </a:lnTo>
                <a:lnTo>
                  <a:pt x="353115" y="42237"/>
                </a:lnTo>
                <a:lnTo>
                  <a:pt x="353416" y="41302"/>
                </a:lnTo>
                <a:lnTo>
                  <a:pt x="353688" y="40354"/>
                </a:lnTo>
                <a:lnTo>
                  <a:pt x="353931" y="39391"/>
                </a:lnTo>
                <a:lnTo>
                  <a:pt x="354146" y="38415"/>
                </a:lnTo>
                <a:lnTo>
                  <a:pt x="354332" y="37425"/>
                </a:lnTo>
                <a:lnTo>
                  <a:pt x="354490" y="36420"/>
                </a:lnTo>
                <a:lnTo>
                  <a:pt x="354618" y="35403"/>
                </a:lnTo>
                <a:lnTo>
                  <a:pt x="354719" y="34371"/>
                </a:lnTo>
                <a:lnTo>
                  <a:pt x="354790" y="33325"/>
                </a:lnTo>
                <a:lnTo>
                  <a:pt x="354833" y="32266"/>
                </a:lnTo>
                <a:lnTo>
                  <a:pt x="354848" y="31193"/>
                </a:lnTo>
                <a:lnTo>
                  <a:pt x="354842" y="30565"/>
                </a:lnTo>
                <a:lnTo>
                  <a:pt x="354826" y="29942"/>
                </a:lnTo>
                <a:lnTo>
                  <a:pt x="354799" y="29323"/>
                </a:lnTo>
                <a:lnTo>
                  <a:pt x="354762" y="28709"/>
                </a:lnTo>
                <a:lnTo>
                  <a:pt x="354714" y="28099"/>
                </a:lnTo>
                <a:lnTo>
                  <a:pt x="354655" y="27493"/>
                </a:lnTo>
                <a:lnTo>
                  <a:pt x="354585" y="26891"/>
                </a:lnTo>
                <a:lnTo>
                  <a:pt x="354505" y="26294"/>
                </a:lnTo>
                <a:lnTo>
                  <a:pt x="354414" y="25701"/>
                </a:lnTo>
                <a:lnTo>
                  <a:pt x="354312" y="25113"/>
                </a:lnTo>
                <a:lnTo>
                  <a:pt x="354200" y="24529"/>
                </a:lnTo>
                <a:lnTo>
                  <a:pt x="354076" y="23949"/>
                </a:lnTo>
                <a:lnTo>
                  <a:pt x="353943" y="23373"/>
                </a:lnTo>
                <a:lnTo>
                  <a:pt x="353798" y="22802"/>
                </a:lnTo>
                <a:lnTo>
                  <a:pt x="353643" y="22235"/>
                </a:lnTo>
                <a:lnTo>
                  <a:pt x="353477" y="21673"/>
                </a:lnTo>
                <a:lnTo>
                  <a:pt x="353300" y="21115"/>
                </a:lnTo>
                <a:lnTo>
                  <a:pt x="353113" y="20561"/>
                </a:lnTo>
                <a:lnTo>
                  <a:pt x="352914" y="20012"/>
                </a:lnTo>
                <a:lnTo>
                  <a:pt x="352706" y="19466"/>
                </a:lnTo>
                <a:lnTo>
                  <a:pt x="352486" y="18926"/>
                </a:lnTo>
                <a:lnTo>
                  <a:pt x="352256" y="18389"/>
                </a:lnTo>
                <a:lnTo>
                  <a:pt x="352015" y="17857"/>
                </a:lnTo>
                <a:lnTo>
                  <a:pt x="351763" y="17329"/>
                </a:lnTo>
                <a:lnTo>
                  <a:pt x="351503" y="16808"/>
                </a:lnTo>
                <a:lnTo>
                  <a:pt x="351235" y="16297"/>
                </a:lnTo>
                <a:lnTo>
                  <a:pt x="350961" y="15796"/>
                </a:lnTo>
                <a:lnTo>
                  <a:pt x="350680" y="15305"/>
                </a:lnTo>
                <a:lnTo>
                  <a:pt x="350392" y="14823"/>
                </a:lnTo>
                <a:lnTo>
                  <a:pt x="350097" y="14351"/>
                </a:lnTo>
                <a:lnTo>
                  <a:pt x="349796" y="13888"/>
                </a:lnTo>
                <a:lnTo>
                  <a:pt x="349487" y="13436"/>
                </a:lnTo>
                <a:lnTo>
                  <a:pt x="349172" y="12993"/>
                </a:lnTo>
                <a:lnTo>
                  <a:pt x="348850" y="12560"/>
                </a:lnTo>
                <a:lnTo>
                  <a:pt x="348520" y="12137"/>
                </a:lnTo>
                <a:lnTo>
                  <a:pt x="348185" y="11723"/>
                </a:lnTo>
                <a:lnTo>
                  <a:pt x="347842" y="11319"/>
                </a:lnTo>
                <a:lnTo>
                  <a:pt x="347492" y="10925"/>
                </a:lnTo>
                <a:lnTo>
                  <a:pt x="347136" y="10541"/>
                </a:lnTo>
                <a:lnTo>
                  <a:pt x="346772" y="10166"/>
                </a:lnTo>
                <a:lnTo>
                  <a:pt x="346402" y="9802"/>
                </a:lnTo>
                <a:lnTo>
                  <a:pt x="346025" y="9447"/>
                </a:lnTo>
                <a:lnTo>
                  <a:pt x="345641" y="9101"/>
                </a:lnTo>
                <a:lnTo>
                  <a:pt x="345250" y="8766"/>
                </a:lnTo>
                <a:lnTo>
                  <a:pt x="344852" y="8440"/>
                </a:lnTo>
                <a:lnTo>
                  <a:pt x="344448" y="8124"/>
                </a:lnTo>
                <a:lnTo>
                  <a:pt x="344037" y="7817"/>
                </a:lnTo>
                <a:lnTo>
                  <a:pt x="343618" y="7521"/>
                </a:lnTo>
                <a:lnTo>
                  <a:pt x="343192" y="7233"/>
                </a:lnTo>
                <a:lnTo>
                  <a:pt x="342758" y="6953"/>
                </a:lnTo>
                <a:lnTo>
                  <a:pt x="342315" y="6681"/>
                </a:lnTo>
                <a:lnTo>
                  <a:pt x="341864" y="6417"/>
                </a:lnTo>
                <a:lnTo>
                  <a:pt x="341405" y="6160"/>
                </a:lnTo>
                <a:lnTo>
                  <a:pt x="340937" y="5911"/>
                </a:lnTo>
                <a:lnTo>
                  <a:pt x="340460" y="5671"/>
                </a:lnTo>
                <a:lnTo>
                  <a:pt x="339975" y="5438"/>
                </a:lnTo>
                <a:lnTo>
                  <a:pt x="339482" y="5212"/>
                </a:lnTo>
                <a:lnTo>
                  <a:pt x="338980" y="4995"/>
                </a:lnTo>
                <a:lnTo>
                  <a:pt x="338470" y="4785"/>
                </a:lnTo>
                <a:lnTo>
                  <a:pt x="337952" y="4584"/>
                </a:lnTo>
                <a:lnTo>
                  <a:pt x="337425" y="4390"/>
                </a:lnTo>
                <a:lnTo>
                  <a:pt x="336889" y="4204"/>
                </a:lnTo>
                <a:lnTo>
                  <a:pt x="336345" y="4025"/>
                </a:lnTo>
                <a:lnTo>
                  <a:pt x="335793" y="3855"/>
                </a:lnTo>
                <a:lnTo>
                  <a:pt x="335233" y="3692"/>
                </a:lnTo>
                <a:lnTo>
                  <a:pt x="334663" y="3537"/>
                </a:lnTo>
                <a:lnTo>
                  <a:pt x="334086" y="3390"/>
                </a:lnTo>
                <a:lnTo>
                  <a:pt x="333500" y="3251"/>
                </a:lnTo>
                <a:lnTo>
                  <a:pt x="332906" y="3120"/>
                </a:lnTo>
                <a:lnTo>
                  <a:pt x="332303" y="2996"/>
                </a:lnTo>
                <a:lnTo>
                  <a:pt x="331692" y="2881"/>
                </a:lnTo>
                <a:lnTo>
                  <a:pt x="331072" y="2773"/>
                </a:lnTo>
                <a:lnTo>
                  <a:pt x="330619" y="2693"/>
                </a:lnTo>
                <a:lnTo>
                  <a:pt x="330149" y="2618"/>
                </a:lnTo>
                <a:lnTo>
                  <a:pt x="329663" y="2545"/>
                </a:lnTo>
                <a:lnTo>
                  <a:pt x="329160" y="2476"/>
                </a:lnTo>
                <a:lnTo>
                  <a:pt x="328640" y="2410"/>
                </a:lnTo>
                <a:lnTo>
                  <a:pt x="328104" y="2348"/>
                </a:lnTo>
                <a:lnTo>
                  <a:pt x="327552" y="2289"/>
                </a:lnTo>
                <a:lnTo>
                  <a:pt x="326982" y="2234"/>
                </a:lnTo>
                <a:lnTo>
                  <a:pt x="326396" y="2181"/>
                </a:lnTo>
                <a:lnTo>
                  <a:pt x="325794" y="2132"/>
                </a:lnTo>
                <a:lnTo>
                  <a:pt x="325175" y="2087"/>
                </a:lnTo>
                <a:lnTo>
                  <a:pt x="324539" y="2045"/>
                </a:lnTo>
                <a:lnTo>
                  <a:pt x="323886" y="2006"/>
                </a:lnTo>
                <a:lnTo>
                  <a:pt x="323218" y="1971"/>
                </a:lnTo>
                <a:lnTo>
                  <a:pt x="322532" y="1939"/>
                </a:lnTo>
                <a:lnTo>
                  <a:pt x="321830" y="1910"/>
                </a:lnTo>
                <a:lnTo>
                  <a:pt x="321111" y="1885"/>
                </a:lnTo>
                <a:lnTo>
                  <a:pt x="320376" y="1863"/>
                </a:lnTo>
                <a:lnTo>
                  <a:pt x="319624" y="1844"/>
                </a:lnTo>
                <a:lnTo>
                  <a:pt x="318855" y="1829"/>
                </a:lnTo>
                <a:lnTo>
                  <a:pt x="318070" y="1817"/>
                </a:lnTo>
                <a:lnTo>
                  <a:pt x="317268" y="1809"/>
                </a:lnTo>
                <a:lnTo>
                  <a:pt x="316449" y="1804"/>
                </a:lnTo>
                <a:lnTo>
                  <a:pt x="315614" y="1802"/>
                </a:lnTo>
                <a:lnTo>
                  <a:pt x="277282" y="1802"/>
                </a:lnTo>
                <a:lnTo>
                  <a:pt x="277282" y="103421"/>
                </a:lnTo>
                <a:lnTo>
                  <a:pt x="290730" y="103421"/>
                </a:lnTo>
                <a:lnTo>
                  <a:pt x="290730" y="62108"/>
                </a:lnTo>
                <a:lnTo>
                  <a:pt x="316793" y="62108"/>
                </a:lnTo>
                <a:lnTo>
                  <a:pt x="318566" y="62092"/>
                </a:lnTo>
                <a:close/>
                <a:moveTo>
                  <a:pt x="318208" y="13870"/>
                </a:moveTo>
                <a:lnTo>
                  <a:pt x="318921" y="13877"/>
                </a:lnTo>
                <a:lnTo>
                  <a:pt x="319614" y="13888"/>
                </a:lnTo>
                <a:lnTo>
                  <a:pt x="320286" y="13902"/>
                </a:lnTo>
                <a:lnTo>
                  <a:pt x="320939" y="13919"/>
                </a:lnTo>
                <a:lnTo>
                  <a:pt x="321571" y="13940"/>
                </a:lnTo>
                <a:lnTo>
                  <a:pt x="322184" y="13963"/>
                </a:lnTo>
                <a:lnTo>
                  <a:pt x="322777" y="13989"/>
                </a:lnTo>
                <a:lnTo>
                  <a:pt x="323349" y="14019"/>
                </a:lnTo>
                <a:lnTo>
                  <a:pt x="323902" y="14052"/>
                </a:lnTo>
                <a:lnTo>
                  <a:pt x="324435" y="14088"/>
                </a:lnTo>
                <a:lnTo>
                  <a:pt x="324948" y="14126"/>
                </a:lnTo>
                <a:lnTo>
                  <a:pt x="325440" y="14168"/>
                </a:lnTo>
                <a:lnTo>
                  <a:pt x="325913" y="14214"/>
                </a:lnTo>
                <a:lnTo>
                  <a:pt x="326366" y="14262"/>
                </a:lnTo>
                <a:lnTo>
                  <a:pt x="326799" y="14313"/>
                </a:lnTo>
                <a:lnTo>
                  <a:pt x="327212" y="14368"/>
                </a:lnTo>
                <a:lnTo>
                  <a:pt x="327605" y="14425"/>
                </a:lnTo>
                <a:lnTo>
                  <a:pt x="327978" y="14486"/>
                </a:lnTo>
                <a:lnTo>
                  <a:pt x="328331" y="14550"/>
                </a:lnTo>
                <a:lnTo>
                  <a:pt x="328664" y="14617"/>
                </a:lnTo>
                <a:lnTo>
                  <a:pt x="328977" y="14687"/>
                </a:lnTo>
                <a:lnTo>
                  <a:pt x="329270" y="14760"/>
                </a:lnTo>
                <a:lnTo>
                  <a:pt x="329705" y="14886"/>
                </a:lnTo>
                <a:lnTo>
                  <a:pt x="330134" y="15023"/>
                </a:lnTo>
                <a:lnTo>
                  <a:pt x="330555" y="15171"/>
                </a:lnTo>
                <a:lnTo>
                  <a:pt x="330969" y="15329"/>
                </a:lnTo>
                <a:lnTo>
                  <a:pt x="331376" y="15498"/>
                </a:lnTo>
                <a:lnTo>
                  <a:pt x="331776" y="15678"/>
                </a:lnTo>
                <a:lnTo>
                  <a:pt x="332169" y="15868"/>
                </a:lnTo>
                <a:lnTo>
                  <a:pt x="332555" y="16069"/>
                </a:lnTo>
                <a:lnTo>
                  <a:pt x="332933" y="16281"/>
                </a:lnTo>
                <a:lnTo>
                  <a:pt x="333305" y="16503"/>
                </a:lnTo>
                <a:lnTo>
                  <a:pt x="333669" y="16736"/>
                </a:lnTo>
                <a:lnTo>
                  <a:pt x="334027" y="16979"/>
                </a:lnTo>
                <a:lnTo>
                  <a:pt x="334377" y="17234"/>
                </a:lnTo>
                <a:lnTo>
                  <a:pt x="334720" y="17499"/>
                </a:lnTo>
                <a:lnTo>
                  <a:pt x="335056" y="17774"/>
                </a:lnTo>
                <a:lnTo>
                  <a:pt x="335385" y="18060"/>
                </a:lnTo>
                <a:lnTo>
                  <a:pt x="335707" y="18357"/>
                </a:lnTo>
                <a:lnTo>
                  <a:pt x="336022" y="18665"/>
                </a:lnTo>
                <a:lnTo>
                  <a:pt x="336329" y="18983"/>
                </a:lnTo>
                <a:lnTo>
                  <a:pt x="336630" y="19312"/>
                </a:lnTo>
                <a:lnTo>
                  <a:pt x="336923" y="19652"/>
                </a:lnTo>
                <a:lnTo>
                  <a:pt x="337210" y="20002"/>
                </a:lnTo>
                <a:lnTo>
                  <a:pt x="337489" y="20363"/>
                </a:lnTo>
                <a:lnTo>
                  <a:pt x="337761" y="20734"/>
                </a:lnTo>
                <a:lnTo>
                  <a:pt x="338024" y="21114"/>
                </a:lnTo>
                <a:lnTo>
                  <a:pt x="338276" y="21501"/>
                </a:lnTo>
                <a:lnTo>
                  <a:pt x="338516" y="21894"/>
                </a:lnTo>
                <a:lnTo>
                  <a:pt x="338746" y="22293"/>
                </a:lnTo>
                <a:lnTo>
                  <a:pt x="338964" y="22698"/>
                </a:lnTo>
                <a:lnTo>
                  <a:pt x="339171" y="23110"/>
                </a:lnTo>
                <a:lnTo>
                  <a:pt x="339367" y="23528"/>
                </a:lnTo>
                <a:lnTo>
                  <a:pt x="339552" y="23953"/>
                </a:lnTo>
                <a:lnTo>
                  <a:pt x="339725" y="24384"/>
                </a:lnTo>
                <a:lnTo>
                  <a:pt x="339887" y="24821"/>
                </a:lnTo>
                <a:lnTo>
                  <a:pt x="340039" y="25265"/>
                </a:lnTo>
                <a:lnTo>
                  <a:pt x="340178" y="25715"/>
                </a:lnTo>
                <a:lnTo>
                  <a:pt x="340307" y="26171"/>
                </a:lnTo>
                <a:lnTo>
                  <a:pt x="340425" y="26634"/>
                </a:lnTo>
                <a:lnTo>
                  <a:pt x="340531" y="27103"/>
                </a:lnTo>
                <a:lnTo>
                  <a:pt x="340626" y="27578"/>
                </a:lnTo>
                <a:lnTo>
                  <a:pt x="340710" y="28060"/>
                </a:lnTo>
                <a:lnTo>
                  <a:pt x="340783" y="28548"/>
                </a:lnTo>
                <a:lnTo>
                  <a:pt x="340844" y="29043"/>
                </a:lnTo>
                <a:lnTo>
                  <a:pt x="340895" y="29544"/>
                </a:lnTo>
                <a:lnTo>
                  <a:pt x="340934" y="30051"/>
                </a:lnTo>
                <a:lnTo>
                  <a:pt x="340962" y="30564"/>
                </a:lnTo>
                <a:lnTo>
                  <a:pt x="340979" y="31084"/>
                </a:lnTo>
                <a:lnTo>
                  <a:pt x="340984" y="31611"/>
                </a:lnTo>
                <a:lnTo>
                  <a:pt x="340975" y="32334"/>
                </a:lnTo>
                <a:lnTo>
                  <a:pt x="340946" y="33045"/>
                </a:lnTo>
                <a:lnTo>
                  <a:pt x="340899" y="33741"/>
                </a:lnTo>
                <a:lnTo>
                  <a:pt x="340832" y="34424"/>
                </a:lnTo>
                <a:lnTo>
                  <a:pt x="340747" y="35093"/>
                </a:lnTo>
                <a:lnTo>
                  <a:pt x="340642" y="35749"/>
                </a:lnTo>
                <a:lnTo>
                  <a:pt x="340518" y="36391"/>
                </a:lnTo>
                <a:lnTo>
                  <a:pt x="340376" y="37019"/>
                </a:lnTo>
                <a:lnTo>
                  <a:pt x="340214" y="37634"/>
                </a:lnTo>
                <a:lnTo>
                  <a:pt x="340034" y="38235"/>
                </a:lnTo>
                <a:lnTo>
                  <a:pt x="339834" y="38822"/>
                </a:lnTo>
                <a:lnTo>
                  <a:pt x="339615" y="39396"/>
                </a:lnTo>
                <a:lnTo>
                  <a:pt x="339378" y="39956"/>
                </a:lnTo>
                <a:lnTo>
                  <a:pt x="339121" y="40502"/>
                </a:lnTo>
                <a:lnTo>
                  <a:pt x="338845" y="41035"/>
                </a:lnTo>
                <a:lnTo>
                  <a:pt x="338550" y="41554"/>
                </a:lnTo>
                <a:lnTo>
                  <a:pt x="338237" y="42059"/>
                </a:lnTo>
                <a:lnTo>
                  <a:pt x="337904" y="42551"/>
                </a:lnTo>
                <a:lnTo>
                  <a:pt x="337552" y="43029"/>
                </a:lnTo>
                <a:lnTo>
                  <a:pt x="337181" y="43493"/>
                </a:lnTo>
                <a:lnTo>
                  <a:pt x="336792" y="43944"/>
                </a:lnTo>
                <a:lnTo>
                  <a:pt x="336383" y="44381"/>
                </a:lnTo>
                <a:lnTo>
                  <a:pt x="335955" y="44804"/>
                </a:lnTo>
                <a:lnTo>
                  <a:pt x="335508" y="45214"/>
                </a:lnTo>
                <a:lnTo>
                  <a:pt x="335039" y="45608"/>
                </a:lnTo>
                <a:lnTo>
                  <a:pt x="334543" y="45986"/>
                </a:lnTo>
                <a:lnTo>
                  <a:pt x="334021" y="46347"/>
                </a:lnTo>
                <a:lnTo>
                  <a:pt x="333473" y="46691"/>
                </a:lnTo>
                <a:lnTo>
                  <a:pt x="332899" y="47018"/>
                </a:lnTo>
                <a:lnTo>
                  <a:pt x="332298" y="47328"/>
                </a:lnTo>
                <a:lnTo>
                  <a:pt x="331671" y="47622"/>
                </a:lnTo>
                <a:lnTo>
                  <a:pt x="331018" y="47899"/>
                </a:lnTo>
                <a:lnTo>
                  <a:pt x="330339" y="48159"/>
                </a:lnTo>
                <a:lnTo>
                  <a:pt x="329633" y="48402"/>
                </a:lnTo>
                <a:lnTo>
                  <a:pt x="328901" y="48629"/>
                </a:lnTo>
                <a:lnTo>
                  <a:pt x="328143" y="48838"/>
                </a:lnTo>
                <a:lnTo>
                  <a:pt x="327359" y="49031"/>
                </a:lnTo>
                <a:lnTo>
                  <a:pt x="326549" y="49208"/>
                </a:lnTo>
                <a:lnTo>
                  <a:pt x="325712" y="49367"/>
                </a:lnTo>
                <a:lnTo>
                  <a:pt x="324849" y="49510"/>
                </a:lnTo>
                <a:lnTo>
                  <a:pt x="323960" y="49636"/>
                </a:lnTo>
                <a:lnTo>
                  <a:pt x="323044" y="49745"/>
                </a:lnTo>
                <a:lnTo>
                  <a:pt x="322103" y="49837"/>
                </a:lnTo>
                <a:lnTo>
                  <a:pt x="321135" y="49912"/>
                </a:lnTo>
                <a:lnTo>
                  <a:pt x="320140" y="49971"/>
                </a:lnTo>
                <a:lnTo>
                  <a:pt x="319120" y="50013"/>
                </a:lnTo>
                <a:lnTo>
                  <a:pt x="318074" y="50038"/>
                </a:lnTo>
                <a:lnTo>
                  <a:pt x="317001" y="50047"/>
                </a:lnTo>
                <a:lnTo>
                  <a:pt x="290730" y="50047"/>
                </a:lnTo>
                <a:lnTo>
                  <a:pt x="290730" y="13863"/>
                </a:lnTo>
                <a:lnTo>
                  <a:pt x="316723" y="13863"/>
                </a:lnTo>
                <a:lnTo>
                  <a:pt x="317476" y="13865"/>
                </a:lnTo>
                <a:lnTo>
                  <a:pt x="318208" y="13870"/>
                </a:lnTo>
                <a:close/>
                <a:moveTo>
                  <a:pt x="517893" y="30662"/>
                </a:moveTo>
                <a:lnTo>
                  <a:pt x="517354" y="30404"/>
                </a:lnTo>
                <a:lnTo>
                  <a:pt x="516816" y="30160"/>
                </a:lnTo>
                <a:lnTo>
                  <a:pt x="516278" y="29929"/>
                </a:lnTo>
                <a:lnTo>
                  <a:pt x="515742" y="29713"/>
                </a:lnTo>
                <a:lnTo>
                  <a:pt x="515206" y="29511"/>
                </a:lnTo>
                <a:lnTo>
                  <a:pt x="514670" y="29322"/>
                </a:lnTo>
                <a:lnTo>
                  <a:pt x="514135" y="29148"/>
                </a:lnTo>
                <a:lnTo>
                  <a:pt x="513601" y="28987"/>
                </a:lnTo>
                <a:lnTo>
                  <a:pt x="513068" y="28841"/>
                </a:lnTo>
                <a:lnTo>
                  <a:pt x="512536" y="28708"/>
                </a:lnTo>
                <a:lnTo>
                  <a:pt x="512004" y="28589"/>
                </a:lnTo>
                <a:lnTo>
                  <a:pt x="511473" y="28485"/>
                </a:lnTo>
                <a:lnTo>
                  <a:pt x="510943" y="28394"/>
                </a:lnTo>
                <a:lnTo>
                  <a:pt x="510413" y="28317"/>
                </a:lnTo>
                <a:lnTo>
                  <a:pt x="509884" y="28254"/>
                </a:lnTo>
                <a:lnTo>
                  <a:pt x="509356" y="28205"/>
                </a:lnTo>
                <a:lnTo>
                  <a:pt x="508828" y="28170"/>
                </a:lnTo>
                <a:lnTo>
                  <a:pt x="508302" y="28150"/>
                </a:lnTo>
                <a:lnTo>
                  <a:pt x="507776" y="28143"/>
                </a:lnTo>
                <a:lnTo>
                  <a:pt x="507413" y="28147"/>
                </a:lnTo>
                <a:lnTo>
                  <a:pt x="507053" y="28160"/>
                </a:lnTo>
                <a:lnTo>
                  <a:pt x="506695" y="28182"/>
                </a:lnTo>
                <a:lnTo>
                  <a:pt x="506340" y="28212"/>
                </a:lnTo>
                <a:lnTo>
                  <a:pt x="505988" y="28251"/>
                </a:lnTo>
                <a:lnTo>
                  <a:pt x="505638" y="28299"/>
                </a:lnTo>
                <a:lnTo>
                  <a:pt x="505290" y="28355"/>
                </a:lnTo>
                <a:lnTo>
                  <a:pt x="504945" y="28420"/>
                </a:lnTo>
                <a:lnTo>
                  <a:pt x="504603" y="28493"/>
                </a:lnTo>
                <a:lnTo>
                  <a:pt x="504263" y="28576"/>
                </a:lnTo>
                <a:lnTo>
                  <a:pt x="503925" y="28667"/>
                </a:lnTo>
                <a:lnTo>
                  <a:pt x="503591" y="28766"/>
                </a:lnTo>
                <a:lnTo>
                  <a:pt x="503258" y="28875"/>
                </a:lnTo>
                <a:lnTo>
                  <a:pt x="502929" y="28992"/>
                </a:lnTo>
                <a:lnTo>
                  <a:pt x="502601" y="29117"/>
                </a:lnTo>
                <a:lnTo>
                  <a:pt x="502277" y="29252"/>
                </a:lnTo>
                <a:lnTo>
                  <a:pt x="501954" y="29395"/>
                </a:lnTo>
                <a:lnTo>
                  <a:pt x="501635" y="29546"/>
                </a:lnTo>
                <a:lnTo>
                  <a:pt x="501317" y="29707"/>
                </a:lnTo>
                <a:lnTo>
                  <a:pt x="501003" y="29875"/>
                </a:lnTo>
                <a:lnTo>
                  <a:pt x="500691" y="30053"/>
                </a:lnTo>
                <a:lnTo>
                  <a:pt x="500381" y="30239"/>
                </a:lnTo>
                <a:lnTo>
                  <a:pt x="500074" y="30434"/>
                </a:lnTo>
                <a:lnTo>
                  <a:pt x="499770" y="30638"/>
                </a:lnTo>
                <a:lnTo>
                  <a:pt x="499465" y="30855"/>
                </a:lnTo>
                <a:lnTo>
                  <a:pt x="499158" y="31091"/>
                </a:lnTo>
                <a:lnTo>
                  <a:pt x="498849" y="31345"/>
                </a:lnTo>
                <a:lnTo>
                  <a:pt x="498538" y="31618"/>
                </a:lnTo>
                <a:lnTo>
                  <a:pt x="498225" y="31909"/>
                </a:lnTo>
                <a:lnTo>
                  <a:pt x="497909" y="32219"/>
                </a:lnTo>
                <a:lnTo>
                  <a:pt x="497591" y="32548"/>
                </a:lnTo>
                <a:lnTo>
                  <a:pt x="497270" y="32895"/>
                </a:lnTo>
                <a:lnTo>
                  <a:pt x="496948" y="33260"/>
                </a:lnTo>
                <a:lnTo>
                  <a:pt x="496623" y="33644"/>
                </a:lnTo>
                <a:lnTo>
                  <a:pt x="496295" y="34047"/>
                </a:lnTo>
                <a:lnTo>
                  <a:pt x="495966" y="34468"/>
                </a:lnTo>
                <a:lnTo>
                  <a:pt x="495634" y="34907"/>
                </a:lnTo>
                <a:lnTo>
                  <a:pt x="495300" y="35365"/>
                </a:lnTo>
                <a:lnTo>
                  <a:pt x="494963" y="35842"/>
                </a:lnTo>
                <a:lnTo>
                  <a:pt x="494625" y="36337"/>
                </a:lnTo>
                <a:lnTo>
                  <a:pt x="494284" y="36851"/>
                </a:lnTo>
                <a:lnTo>
                  <a:pt x="493940" y="37383"/>
                </a:lnTo>
                <a:lnTo>
                  <a:pt x="493595" y="37934"/>
                </a:lnTo>
                <a:lnTo>
                  <a:pt x="493247" y="38503"/>
                </a:lnTo>
                <a:lnTo>
                  <a:pt x="492897" y="39091"/>
                </a:lnTo>
                <a:lnTo>
                  <a:pt x="492544" y="39698"/>
                </a:lnTo>
                <a:lnTo>
                  <a:pt x="492190" y="40323"/>
                </a:lnTo>
                <a:lnTo>
                  <a:pt x="491833" y="40966"/>
                </a:lnTo>
                <a:lnTo>
                  <a:pt x="491833" y="29806"/>
                </a:lnTo>
                <a:lnTo>
                  <a:pt x="480603" y="29806"/>
                </a:lnTo>
                <a:lnTo>
                  <a:pt x="480603" y="103421"/>
                </a:lnTo>
                <a:lnTo>
                  <a:pt x="493080" y="103421"/>
                </a:lnTo>
                <a:lnTo>
                  <a:pt x="493080" y="64880"/>
                </a:lnTo>
                <a:lnTo>
                  <a:pt x="493084" y="64224"/>
                </a:lnTo>
                <a:lnTo>
                  <a:pt x="493095" y="63572"/>
                </a:lnTo>
                <a:lnTo>
                  <a:pt x="493113" y="62924"/>
                </a:lnTo>
                <a:lnTo>
                  <a:pt x="493138" y="62281"/>
                </a:lnTo>
                <a:lnTo>
                  <a:pt x="493171" y="61642"/>
                </a:lnTo>
                <a:lnTo>
                  <a:pt x="493210" y="61007"/>
                </a:lnTo>
                <a:lnTo>
                  <a:pt x="493257" y="60377"/>
                </a:lnTo>
                <a:lnTo>
                  <a:pt x="493312" y="59751"/>
                </a:lnTo>
                <a:lnTo>
                  <a:pt x="493373" y="59129"/>
                </a:lnTo>
                <a:lnTo>
                  <a:pt x="493442" y="58512"/>
                </a:lnTo>
                <a:lnTo>
                  <a:pt x="493517" y="57899"/>
                </a:lnTo>
                <a:lnTo>
                  <a:pt x="493600" y="57290"/>
                </a:lnTo>
                <a:lnTo>
                  <a:pt x="493691" y="56686"/>
                </a:lnTo>
                <a:lnTo>
                  <a:pt x="493788" y="56086"/>
                </a:lnTo>
                <a:lnTo>
                  <a:pt x="493893" y="55490"/>
                </a:lnTo>
                <a:lnTo>
                  <a:pt x="494005" y="54899"/>
                </a:lnTo>
                <a:lnTo>
                  <a:pt x="494124" y="54312"/>
                </a:lnTo>
                <a:lnTo>
                  <a:pt x="494250" y="53729"/>
                </a:lnTo>
                <a:lnTo>
                  <a:pt x="494384" y="53151"/>
                </a:lnTo>
                <a:lnTo>
                  <a:pt x="494525" y="52577"/>
                </a:lnTo>
                <a:lnTo>
                  <a:pt x="494673" y="52007"/>
                </a:lnTo>
                <a:lnTo>
                  <a:pt x="494828" y="51442"/>
                </a:lnTo>
                <a:lnTo>
                  <a:pt x="494990" y="50881"/>
                </a:lnTo>
                <a:lnTo>
                  <a:pt x="495160" y="50324"/>
                </a:lnTo>
                <a:lnTo>
                  <a:pt x="495279" y="49963"/>
                </a:lnTo>
                <a:lnTo>
                  <a:pt x="495404" y="49609"/>
                </a:lnTo>
                <a:lnTo>
                  <a:pt x="495536" y="49262"/>
                </a:lnTo>
                <a:lnTo>
                  <a:pt x="495674" y="48921"/>
                </a:lnTo>
                <a:lnTo>
                  <a:pt x="495819" y="48587"/>
                </a:lnTo>
                <a:lnTo>
                  <a:pt x="495970" y="48260"/>
                </a:lnTo>
                <a:lnTo>
                  <a:pt x="496128" y="47939"/>
                </a:lnTo>
                <a:lnTo>
                  <a:pt x="496292" y="47624"/>
                </a:lnTo>
                <a:lnTo>
                  <a:pt x="496463" y="47317"/>
                </a:lnTo>
                <a:lnTo>
                  <a:pt x="496640" y="47016"/>
                </a:lnTo>
                <a:lnTo>
                  <a:pt x="496824" y="46721"/>
                </a:lnTo>
                <a:lnTo>
                  <a:pt x="497014" y="46434"/>
                </a:lnTo>
                <a:lnTo>
                  <a:pt x="497211" y="46152"/>
                </a:lnTo>
                <a:lnTo>
                  <a:pt x="497414" y="45878"/>
                </a:lnTo>
                <a:lnTo>
                  <a:pt x="497624" y="45610"/>
                </a:lnTo>
                <a:lnTo>
                  <a:pt x="497840" y="45349"/>
                </a:lnTo>
                <a:lnTo>
                  <a:pt x="498063" y="45094"/>
                </a:lnTo>
                <a:lnTo>
                  <a:pt x="498292" y="44846"/>
                </a:lnTo>
                <a:lnTo>
                  <a:pt x="498528" y="44604"/>
                </a:lnTo>
                <a:lnTo>
                  <a:pt x="498770" y="44369"/>
                </a:lnTo>
                <a:lnTo>
                  <a:pt x="499019" y="44141"/>
                </a:lnTo>
                <a:lnTo>
                  <a:pt x="499274" y="43920"/>
                </a:lnTo>
                <a:lnTo>
                  <a:pt x="499536" y="43705"/>
                </a:lnTo>
                <a:lnTo>
                  <a:pt x="499804" y="43496"/>
                </a:lnTo>
                <a:lnTo>
                  <a:pt x="500077" y="43295"/>
                </a:lnTo>
                <a:lnTo>
                  <a:pt x="500353" y="43103"/>
                </a:lnTo>
                <a:lnTo>
                  <a:pt x="500632" y="42919"/>
                </a:lnTo>
                <a:lnTo>
                  <a:pt x="500913" y="42744"/>
                </a:lnTo>
                <a:lnTo>
                  <a:pt x="501198" y="42578"/>
                </a:lnTo>
                <a:lnTo>
                  <a:pt x="501485" y="42420"/>
                </a:lnTo>
                <a:lnTo>
                  <a:pt x="501775" y="42270"/>
                </a:lnTo>
                <a:lnTo>
                  <a:pt x="502069" y="42129"/>
                </a:lnTo>
                <a:lnTo>
                  <a:pt x="502365" y="41997"/>
                </a:lnTo>
                <a:lnTo>
                  <a:pt x="502664" y="41873"/>
                </a:lnTo>
                <a:lnTo>
                  <a:pt x="502965" y="41757"/>
                </a:lnTo>
                <a:lnTo>
                  <a:pt x="503270" y="41651"/>
                </a:lnTo>
                <a:lnTo>
                  <a:pt x="503578" y="41552"/>
                </a:lnTo>
                <a:lnTo>
                  <a:pt x="503888" y="41463"/>
                </a:lnTo>
                <a:lnTo>
                  <a:pt x="504201" y="41382"/>
                </a:lnTo>
                <a:lnTo>
                  <a:pt x="504518" y="41309"/>
                </a:lnTo>
                <a:lnTo>
                  <a:pt x="504837" y="41245"/>
                </a:lnTo>
                <a:lnTo>
                  <a:pt x="505159" y="41189"/>
                </a:lnTo>
                <a:lnTo>
                  <a:pt x="505484" y="41142"/>
                </a:lnTo>
                <a:lnTo>
                  <a:pt x="505812" y="41104"/>
                </a:lnTo>
                <a:lnTo>
                  <a:pt x="506142" y="41074"/>
                </a:lnTo>
                <a:lnTo>
                  <a:pt x="506476" y="41053"/>
                </a:lnTo>
                <a:lnTo>
                  <a:pt x="506812" y="41040"/>
                </a:lnTo>
                <a:lnTo>
                  <a:pt x="507152" y="41035"/>
                </a:lnTo>
                <a:lnTo>
                  <a:pt x="507533" y="41040"/>
                </a:lnTo>
                <a:lnTo>
                  <a:pt x="507914" y="41054"/>
                </a:lnTo>
                <a:lnTo>
                  <a:pt x="508296" y="41078"/>
                </a:lnTo>
                <a:lnTo>
                  <a:pt x="508677" y="41110"/>
                </a:lnTo>
                <a:lnTo>
                  <a:pt x="509058" y="41152"/>
                </a:lnTo>
                <a:lnTo>
                  <a:pt x="509439" y="41204"/>
                </a:lnTo>
                <a:lnTo>
                  <a:pt x="509820" y="41265"/>
                </a:lnTo>
                <a:lnTo>
                  <a:pt x="510202" y="41335"/>
                </a:lnTo>
                <a:lnTo>
                  <a:pt x="510583" y="41414"/>
                </a:lnTo>
                <a:lnTo>
                  <a:pt x="510964" y="41503"/>
                </a:lnTo>
                <a:lnTo>
                  <a:pt x="511345" y="41602"/>
                </a:lnTo>
                <a:lnTo>
                  <a:pt x="511727" y="41709"/>
                </a:lnTo>
                <a:lnTo>
                  <a:pt x="512108" y="41826"/>
                </a:lnTo>
                <a:lnTo>
                  <a:pt x="512489" y="41952"/>
                </a:lnTo>
                <a:lnTo>
                  <a:pt x="512870" y="42088"/>
                </a:lnTo>
                <a:lnTo>
                  <a:pt x="513252" y="42233"/>
                </a:lnTo>
                <a:lnTo>
                  <a:pt x="513633" y="42388"/>
                </a:lnTo>
                <a:lnTo>
                  <a:pt x="514014" y="42551"/>
                </a:lnTo>
                <a:lnTo>
                  <a:pt x="514395" y="42724"/>
                </a:lnTo>
                <a:lnTo>
                  <a:pt x="514777" y="42907"/>
                </a:lnTo>
                <a:lnTo>
                  <a:pt x="515158" y="43099"/>
                </a:lnTo>
                <a:lnTo>
                  <a:pt x="515539" y="43300"/>
                </a:lnTo>
                <a:lnTo>
                  <a:pt x="515920" y="43510"/>
                </a:lnTo>
                <a:lnTo>
                  <a:pt x="516302" y="43730"/>
                </a:lnTo>
                <a:lnTo>
                  <a:pt x="520184" y="33281"/>
                </a:lnTo>
                <a:lnTo>
                  <a:pt x="541648" y="103421"/>
                </a:lnTo>
                <a:lnTo>
                  <a:pt x="554680" y="103421"/>
                </a:lnTo>
                <a:lnTo>
                  <a:pt x="569583" y="46789"/>
                </a:lnTo>
                <a:lnTo>
                  <a:pt x="572425" y="59311"/>
                </a:lnTo>
                <a:lnTo>
                  <a:pt x="584140" y="103421"/>
                </a:lnTo>
                <a:lnTo>
                  <a:pt x="597102" y="103421"/>
                </a:lnTo>
                <a:lnTo>
                  <a:pt x="620115" y="29806"/>
                </a:lnTo>
                <a:lnTo>
                  <a:pt x="607984" y="29806"/>
                </a:lnTo>
                <a:lnTo>
                  <a:pt x="595369" y="72364"/>
                </a:lnTo>
                <a:lnTo>
                  <a:pt x="591141" y="86577"/>
                </a:lnTo>
                <a:lnTo>
                  <a:pt x="587467" y="72497"/>
                </a:lnTo>
                <a:lnTo>
                  <a:pt x="576445" y="29806"/>
                </a:lnTo>
                <a:lnTo>
                  <a:pt x="563622" y="29806"/>
                </a:lnTo>
                <a:lnTo>
                  <a:pt x="551907" y="72936"/>
                </a:lnTo>
                <a:lnTo>
                  <a:pt x="551618" y="74080"/>
                </a:lnTo>
                <a:lnTo>
                  <a:pt x="551341" y="75179"/>
                </a:lnTo>
                <a:lnTo>
                  <a:pt x="551074" y="76233"/>
                </a:lnTo>
                <a:lnTo>
                  <a:pt x="550819" y="77243"/>
                </a:lnTo>
                <a:lnTo>
                  <a:pt x="550576" y="78209"/>
                </a:lnTo>
                <a:lnTo>
                  <a:pt x="550343" y="79130"/>
                </a:lnTo>
                <a:lnTo>
                  <a:pt x="550122" y="80007"/>
                </a:lnTo>
                <a:lnTo>
                  <a:pt x="549912" y="80839"/>
                </a:lnTo>
                <a:lnTo>
                  <a:pt x="549714" y="81626"/>
                </a:lnTo>
                <a:lnTo>
                  <a:pt x="549527" y="82369"/>
                </a:lnTo>
                <a:lnTo>
                  <a:pt x="549351" y="83068"/>
                </a:lnTo>
                <a:lnTo>
                  <a:pt x="549187" y="83722"/>
                </a:lnTo>
                <a:lnTo>
                  <a:pt x="549033" y="84332"/>
                </a:lnTo>
                <a:lnTo>
                  <a:pt x="548892" y="84897"/>
                </a:lnTo>
                <a:lnTo>
                  <a:pt x="548761" y="85418"/>
                </a:lnTo>
                <a:lnTo>
                  <a:pt x="548642" y="85894"/>
                </a:lnTo>
                <a:lnTo>
                  <a:pt x="548534" y="86325"/>
                </a:lnTo>
                <a:lnTo>
                  <a:pt x="548437" y="86713"/>
                </a:lnTo>
                <a:lnTo>
                  <a:pt x="548352" y="87055"/>
                </a:lnTo>
                <a:lnTo>
                  <a:pt x="548278" y="87354"/>
                </a:lnTo>
                <a:lnTo>
                  <a:pt x="548215" y="87607"/>
                </a:lnTo>
                <a:lnTo>
                  <a:pt x="548164" y="87817"/>
                </a:lnTo>
                <a:lnTo>
                  <a:pt x="548124" y="87981"/>
                </a:lnTo>
                <a:lnTo>
                  <a:pt x="548095" y="88102"/>
                </a:lnTo>
                <a:lnTo>
                  <a:pt x="543728" y="72291"/>
                </a:lnTo>
                <a:lnTo>
                  <a:pt x="532013" y="29806"/>
                </a:lnTo>
                <a:lnTo>
                  <a:pt x="519120" y="29806"/>
                </a:lnTo>
                <a:lnTo>
                  <a:pt x="519673" y="31613"/>
                </a:lnTo>
                <a:lnTo>
                  <a:pt x="519515" y="31521"/>
                </a:lnTo>
                <a:lnTo>
                  <a:pt x="518974" y="31221"/>
                </a:lnTo>
                <a:lnTo>
                  <a:pt x="518433" y="30935"/>
                </a:lnTo>
                <a:lnTo>
                  <a:pt x="517893" y="30662"/>
                </a:lnTo>
                <a:close/>
                <a:moveTo>
                  <a:pt x="418588" y="95867"/>
                </a:moveTo>
                <a:lnTo>
                  <a:pt x="418656" y="96289"/>
                </a:lnTo>
                <a:lnTo>
                  <a:pt x="418729" y="96707"/>
                </a:lnTo>
                <a:lnTo>
                  <a:pt x="418806" y="97120"/>
                </a:lnTo>
                <a:lnTo>
                  <a:pt x="418889" y="97528"/>
                </a:lnTo>
                <a:lnTo>
                  <a:pt x="418976" y="97931"/>
                </a:lnTo>
                <a:lnTo>
                  <a:pt x="419068" y="98330"/>
                </a:lnTo>
                <a:lnTo>
                  <a:pt x="419164" y="98724"/>
                </a:lnTo>
                <a:lnTo>
                  <a:pt x="419266" y="99113"/>
                </a:lnTo>
                <a:lnTo>
                  <a:pt x="419372" y="99498"/>
                </a:lnTo>
                <a:lnTo>
                  <a:pt x="419483" y="99878"/>
                </a:lnTo>
                <a:lnTo>
                  <a:pt x="419599" y="100253"/>
                </a:lnTo>
                <a:lnTo>
                  <a:pt x="419720" y="100624"/>
                </a:lnTo>
                <a:lnTo>
                  <a:pt x="419846" y="100990"/>
                </a:lnTo>
                <a:lnTo>
                  <a:pt x="419976" y="101351"/>
                </a:lnTo>
                <a:lnTo>
                  <a:pt x="420112" y="101708"/>
                </a:lnTo>
                <a:lnTo>
                  <a:pt x="420252" y="102060"/>
                </a:lnTo>
                <a:lnTo>
                  <a:pt x="420397" y="102407"/>
                </a:lnTo>
                <a:lnTo>
                  <a:pt x="420546" y="102749"/>
                </a:lnTo>
                <a:lnTo>
                  <a:pt x="420701" y="103087"/>
                </a:lnTo>
                <a:lnTo>
                  <a:pt x="420860" y="103421"/>
                </a:lnTo>
                <a:lnTo>
                  <a:pt x="433892" y="103421"/>
                </a:lnTo>
                <a:lnTo>
                  <a:pt x="433698" y="103066"/>
                </a:lnTo>
                <a:lnTo>
                  <a:pt x="433510" y="102710"/>
                </a:lnTo>
                <a:lnTo>
                  <a:pt x="433327" y="102353"/>
                </a:lnTo>
                <a:lnTo>
                  <a:pt x="433149" y="101995"/>
                </a:lnTo>
                <a:lnTo>
                  <a:pt x="432977" y="101635"/>
                </a:lnTo>
                <a:lnTo>
                  <a:pt x="432811" y="101274"/>
                </a:lnTo>
                <a:lnTo>
                  <a:pt x="432650" y="100911"/>
                </a:lnTo>
                <a:lnTo>
                  <a:pt x="432494" y="100548"/>
                </a:lnTo>
                <a:lnTo>
                  <a:pt x="432343" y="100183"/>
                </a:lnTo>
                <a:lnTo>
                  <a:pt x="432199" y="99816"/>
                </a:lnTo>
                <a:lnTo>
                  <a:pt x="432059" y="99449"/>
                </a:lnTo>
                <a:lnTo>
                  <a:pt x="431925" y="99080"/>
                </a:lnTo>
                <a:lnTo>
                  <a:pt x="431796" y="98709"/>
                </a:lnTo>
                <a:lnTo>
                  <a:pt x="431673" y="98338"/>
                </a:lnTo>
                <a:lnTo>
                  <a:pt x="431555" y="97965"/>
                </a:lnTo>
                <a:lnTo>
                  <a:pt x="431443" y="97590"/>
                </a:lnTo>
                <a:lnTo>
                  <a:pt x="431335" y="97215"/>
                </a:lnTo>
                <a:lnTo>
                  <a:pt x="431234" y="96838"/>
                </a:lnTo>
                <a:lnTo>
                  <a:pt x="431138" y="96459"/>
                </a:lnTo>
                <a:lnTo>
                  <a:pt x="431047" y="96080"/>
                </a:lnTo>
                <a:lnTo>
                  <a:pt x="430961" y="95699"/>
                </a:lnTo>
                <a:lnTo>
                  <a:pt x="430882" y="95316"/>
                </a:lnTo>
                <a:lnTo>
                  <a:pt x="430807" y="94933"/>
                </a:lnTo>
                <a:lnTo>
                  <a:pt x="430738" y="94548"/>
                </a:lnTo>
                <a:lnTo>
                  <a:pt x="430673" y="94140"/>
                </a:lnTo>
                <a:lnTo>
                  <a:pt x="430610" y="93688"/>
                </a:lnTo>
                <a:lnTo>
                  <a:pt x="430551" y="93192"/>
                </a:lnTo>
                <a:lnTo>
                  <a:pt x="430494" y="92652"/>
                </a:lnTo>
                <a:lnTo>
                  <a:pt x="430440" y="92068"/>
                </a:lnTo>
                <a:lnTo>
                  <a:pt x="430389" y="91439"/>
                </a:lnTo>
                <a:lnTo>
                  <a:pt x="430341" y="90767"/>
                </a:lnTo>
                <a:lnTo>
                  <a:pt x="430295" y="90050"/>
                </a:lnTo>
                <a:lnTo>
                  <a:pt x="430252" y="89289"/>
                </a:lnTo>
                <a:lnTo>
                  <a:pt x="430212" y="88484"/>
                </a:lnTo>
                <a:lnTo>
                  <a:pt x="430175" y="87634"/>
                </a:lnTo>
                <a:lnTo>
                  <a:pt x="430140" y="86741"/>
                </a:lnTo>
                <a:lnTo>
                  <a:pt x="430108" y="85803"/>
                </a:lnTo>
                <a:lnTo>
                  <a:pt x="430079" y="84821"/>
                </a:lnTo>
                <a:lnTo>
                  <a:pt x="430053" y="83795"/>
                </a:lnTo>
                <a:lnTo>
                  <a:pt x="430029" y="82725"/>
                </a:lnTo>
                <a:lnTo>
                  <a:pt x="430008" y="81610"/>
                </a:lnTo>
                <a:lnTo>
                  <a:pt x="429990" y="80452"/>
                </a:lnTo>
                <a:lnTo>
                  <a:pt x="429975" y="79249"/>
                </a:lnTo>
                <a:lnTo>
                  <a:pt x="429963" y="78002"/>
                </a:lnTo>
                <a:lnTo>
                  <a:pt x="429953" y="76711"/>
                </a:lnTo>
                <a:lnTo>
                  <a:pt x="429946" y="75376"/>
                </a:lnTo>
                <a:lnTo>
                  <a:pt x="429942" y="73996"/>
                </a:lnTo>
                <a:lnTo>
                  <a:pt x="429941" y="72572"/>
                </a:lnTo>
                <a:lnTo>
                  <a:pt x="429941" y="55984"/>
                </a:lnTo>
                <a:lnTo>
                  <a:pt x="429940" y="55302"/>
                </a:lnTo>
                <a:lnTo>
                  <a:pt x="429936" y="54637"/>
                </a:lnTo>
                <a:lnTo>
                  <a:pt x="429931" y="53990"/>
                </a:lnTo>
                <a:lnTo>
                  <a:pt x="429923" y="53361"/>
                </a:lnTo>
                <a:lnTo>
                  <a:pt x="429914" y="52749"/>
                </a:lnTo>
                <a:lnTo>
                  <a:pt x="429902" y="52155"/>
                </a:lnTo>
                <a:lnTo>
                  <a:pt x="429888" y="51579"/>
                </a:lnTo>
                <a:lnTo>
                  <a:pt x="429871" y="51021"/>
                </a:lnTo>
                <a:lnTo>
                  <a:pt x="429853" y="50480"/>
                </a:lnTo>
                <a:lnTo>
                  <a:pt x="429832" y="49957"/>
                </a:lnTo>
                <a:lnTo>
                  <a:pt x="429810" y="49451"/>
                </a:lnTo>
                <a:lnTo>
                  <a:pt x="429785" y="48964"/>
                </a:lnTo>
                <a:lnTo>
                  <a:pt x="429758" y="48494"/>
                </a:lnTo>
                <a:lnTo>
                  <a:pt x="429728" y="48041"/>
                </a:lnTo>
                <a:lnTo>
                  <a:pt x="429697" y="47606"/>
                </a:lnTo>
                <a:lnTo>
                  <a:pt x="429663" y="47190"/>
                </a:lnTo>
                <a:lnTo>
                  <a:pt x="429628" y="46790"/>
                </a:lnTo>
                <a:lnTo>
                  <a:pt x="429590" y="46409"/>
                </a:lnTo>
                <a:lnTo>
                  <a:pt x="429550" y="46045"/>
                </a:lnTo>
                <a:lnTo>
                  <a:pt x="429507" y="45698"/>
                </a:lnTo>
                <a:lnTo>
                  <a:pt x="429463" y="45370"/>
                </a:lnTo>
                <a:lnTo>
                  <a:pt x="429416" y="45059"/>
                </a:lnTo>
                <a:lnTo>
                  <a:pt x="429368" y="44766"/>
                </a:lnTo>
                <a:lnTo>
                  <a:pt x="429317" y="44490"/>
                </a:lnTo>
                <a:lnTo>
                  <a:pt x="429222" y="44064"/>
                </a:lnTo>
                <a:lnTo>
                  <a:pt x="429120" y="43645"/>
                </a:lnTo>
                <a:lnTo>
                  <a:pt x="429014" y="43231"/>
                </a:lnTo>
                <a:lnTo>
                  <a:pt x="428901" y="42824"/>
                </a:lnTo>
                <a:lnTo>
                  <a:pt x="428783" y="42422"/>
                </a:lnTo>
                <a:lnTo>
                  <a:pt x="428658" y="42027"/>
                </a:lnTo>
                <a:lnTo>
                  <a:pt x="428528" y="41638"/>
                </a:lnTo>
                <a:lnTo>
                  <a:pt x="428393" y="41255"/>
                </a:lnTo>
                <a:lnTo>
                  <a:pt x="428251" y="40879"/>
                </a:lnTo>
                <a:lnTo>
                  <a:pt x="428104" y="40508"/>
                </a:lnTo>
                <a:lnTo>
                  <a:pt x="427951" y="40144"/>
                </a:lnTo>
                <a:lnTo>
                  <a:pt x="427792" y="39786"/>
                </a:lnTo>
                <a:lnTo>
                  <a:pt x="427627" y="39434"/>
                </a:lnTo>
                <a:lnTo>
                  <a:pt x="427457" y="39088"/>
                </a:lnTo>
                <a:lnTo>
                  <a:pt x="427281" y="38748"/>
                </a:lnTo>
                <a:lnTo>
                  <a:pt x="427099" y="38415"/>
                </a:lnTo>
                <a:lnTo>
                  <a:pt x="426911" y="38087"/>
                </a:lnTo>
                <a:lnTo>
                  <a:pt x="426717" y="37766"/>
                </a:lnTo>
                <a:lnTo>
                  <a:pt x="426518" y="37451"/>
                </a:lnTo>
                <a:lnTo>
                  <a:pt x="426313" y="37142"/>
                </a:lnTo>
                <a:lnTo>
                  <a:pt x="426102" y="36840"/>
                </a:lnTo>
                <a:lnTo>
                  <a:pt x="425886" y="36543"/>
                </a:lnTo>
                <a:lnTo>
                  <a:pt x="425663" y="36253"/>
                </a:lnTo>
                <a:lnTo>
                  <a:pt x="425435" y="35969"/>
                </a:lnTo>
                <a:lnTo>
                  <a:pt x="425199" y="35690"/>
                </a:lnTo>
                <a:lnTo>
                  <a:pt x="424951" y="35414"/>
                </a:lnTo>
                <a:lnTo>
                  <a:pt x="424693" y="35143"/>
                </a:lnTo>
                <a:lnTo>
                  <a:pt x="424424" y="34876"/>
                </a:lnTo>
                <a:lnTo>
                  <a:pt x="424144" y="34613"/>
                </a:lnTo>
                <a:lnTo>
                  <a:pt x="423854" y="34353"/>
                </a:lnTo>
                <a:lnTo>
                  <a:pt x="423552" y="34098"/>
                </a:lnTo>
                <a:lnTo>
                  <a:pt x="423240" y="33847"/>
                </a:lnTo>
                <a:lnTo>
                  <a:pt x="422917" y="33599"/>
                </a:lnTo>
                <a:lnTo>
                  <a:pt x="422583" y="33356"/>
                </a:lnTo>
                <a:lnTo>
                  <a:pt x="422238" y="33117"/>
                </a:lnTo>
                <a:lnTo>
                  <a:pt x="421883" y="32882"/>
                </a:lnTo>
                <a:lnTo>
                  <a:pt x="421516" y="32650"/>
                </a:lnTo>
                <a:lnTo>
                  <a:pt x="421139" y="32423"/>
                </a:lnTo>
                <a:lnTo>
                  <a:pt x="420751" y="32200"/>
                </a:lnTo>
                <a:lnTo>
                  <a:pt x="420352" y="31980"/>
                </a:lnTo>
                <a:lnTo>
                  <a:pt x="419942" y="31765"/>
                </a:lnTo>
                <a:lnTo>
                  <a:pt x="419522" y="31554"/>
                </a:lnTo>
                <a:lnTo>
                  <a:pt x="419090" y="31346"/>
                </a:lnTo>
                <a:lnTo>
                  <a:pt x="418648" y="31143"/>
                </a:lnTo>
                <a:lnTo>
                  <a:pt x="418195" y="30944"/>
                </a:lnTo>
                <a:lnTo>
                  <a:pt x="417731" y="30748"/>
                </a:lnTo>
                <a:lnTo>
                  <a:pt x="417256" y="30557"/>
                </a:lnTo>
                <a:lnTo>
                  <a:pt x="416771" y="30369"/>
                </a:lnTo>
                <a:lnTo>
                  <a:pt x="416273" y="30188"/>
                </a:lnTo>
                <a:lnTo>
                  <a:pt x="415764" y="30014"/>
                </a:lnTo>
                <a:lnTo>
                  <a:pt x="415242" y="29847"/>
                </a:lnTo>
                <a:lnTo>
                  <a:pt x="414708" y="29689"/>
                </a:lnTo>
                <a:lnTo>
                  <a:pt x="414162" y="29538"/>
                </a:lnTo>
                <a:lnTo>
                  <a:pt x="413604" y="29395"/>
                </a:lnTo>
                <a:lnTo>
                  <a:pt x="413033" y="29260"/>
                </a:lnTo>
                <a:lnTo>
                  <a:pt x="412450" y="29132"/>
                </a:lnTo>
                <a:lnTo>
                  <a:pt x="411854" y="29012"/>
                </a:lnTo>
                <a:lnTo>
                  <a:pt x="411247" y="28900"/>
                </a:lnTo>
                <a:lnTo>
                  <a:pt x="410627" y="28796"/>
                </a:lnTo>
                <a:lnTo>
                  <a:pt x="409995" y="28699"/>
                </a:lnTo>
                <a:lnTo>
                  <a:pt x="409350" y="28610"/>
                </a:lnTo>
                <a:lnTo>
                  <a:pt x="408694" y="28529"/>
                </a:lnTo>
                <a:lnTo>
                  <a:pt x="408025" y="28456"/>
                </a:lnTo>
                <a:lnTo>
                  <a:pt x="407343" y="28390"/>
                </a:lnTo>
                <a:lnTo>
                  <a:pt x="406650" y="28332"/>
                </a:lnTo>
                <a:lnTo>
                  <a:pt x="405944" y="28282"/>
                </a:lnTo>
                <a:lnTo>
                  <a:pt x="405226" y="28239"/>
                </a:lnTo>
                <a:lnTo>
                  <a:pt x="404496" y="28204"/>
                </a:lnTo>
                <a:lnTo>
                  <a:pt x="403753" y="28177"/>
                </a:lnTo>
                <a:lnTo>
                  <a:pt x="402998" y="28158"/>
                </a:lnTo>
                <a:lnTo>
                  <a:pt x="402231" y="28146"/>
                </a:lnTo>
                <a:lnTo>
                  <a:pt x="401452" y="28143"/>
                </a:lnTo>
                <a:lnTo>
                  <a:pt x="400664" y="28147"/>
                </a:lnTo>
                <a:lnTo>
                  <a:pt x="399885" y="28161"/>
                </a:lnTo>
                <a:lnTo>
                  <a:pt x="399113" y="28183"/>
                </a:lnTo>
                <a:lnTo>
                  <a:pt x="398350" y="28215"/>
                </a:lnTo>
                <a:lnTo>
                  <a:pt x="397594" y="28256"/>
                </a:lnTo>
                <a:lnTo>
                  <a:pt x="396846" y="28306"/>
                </a:lnTo>
                <a:lnTo>
                  <a:pt x="396107" y="28364"/>
                </a:lnTo>
                <a:lnTo>
                  <a:pt x="395375" y="28432"/>
                </a:lnTo>
                <a:lnTo>
                  <a:pt x="394651" y="28509"/>
                </a:lnTo>
                <a:lnTo>
                  <a:pt x="393935" y="28595"/>
                </a:lnTo>
                <a:lnTo>
                  <a:pt x="393227" y="28690"/>
                </a:lnTo>
                <a:lnTo>
                  <a:pt x="392527" y="28795"/>
                </a:lnTo>
                <a:lnTo>
                  <a:pt x="391835" y="28908"/>
                </a:lnTo>
                <a:lnTo>
                  <a:pt x="391151" y="29030"/>
                </a:lnTo>
                <a:lnTo>
                  <a:pt x="390475" y="29161"/>
                </a:lnTo>
                <a:lnTo>
                  <a:pt x="389806" y="29302"/>
                </a:lnTo>
                <a:lnTo>
                  <a:pt x="389146" y="29451"/>
                </a:lnTo>
                <a:lnTo>
                  <a:pt x="388494" y="29610"/>
                </a:lnTo>
                <a:lnTo>
                  <a:pt x="387849" y="29777"/>
                </a:lnTo>
                <a:lnTo>
                  <a:pt x="387213" y="29954"/>
                </a:lnTo>
                <a:lnTo>
                  <a:pt x="386584" y="30139"/>
                </a:lnTo>
                <a:lnTo>
                  <a:pt x="385964" y="30334"/>
                </a:lnTo>
                <a:lnTo>
                  <a:pt x="385351" y="30538"/>
                </a:lnTo>
                <a:lnTo>
                  <a:pt x="384746" y="30751"/>
                </a:lnTo>
                <a:lnTo>
                  <a:pt x="384151" y="30972"/>
                </a:lnTo>
                <a:lnTo>
                  <a:pt x="383568" y="31200"/>
                </a:lnTo>
                <a:lnTo>
                  <a:pt x="382997" y="31437"/>
                </a:lnTo>
                <a:lnTo>
                  <a:pt x="382438" y="31681"/>
                </a:lnTo>
                <a:lnTo>
                  <a:pt x="381890" y="31933"/>
                </a:lnTo>
                <a:lnTo>
                  <a:pt x="381354" y="32193"/>
                </a:lnTo>
                <a:lnTo>
                  <a:pt x="380830" y="32460"/>
                </a:lnTo>
                <a:lnTo>
                  <a:pt x="380318" y="32735"/>
                </a:lnTo>
                <a:lnTo>
                  <a:pt x="379817" y="33018"/>
                </a:lnTo>
                <a:lnTo>
                  <a:pt x="379328" y="33309"/>
                </a:lnTo>
                <a:lnTo>
                  <a:pt x="378852" y="33607"/>
                </a:lnTo>
                <a:lnTo>
                  <a:pt x="378386" y="33913"/>
                </a:lnTo>
                <a:lnTo>
                  <a:pt x="377933" y="34227"/>
                </a:lnTo>
                <a:lnTo>
                  <a:pt x="377492" y="34549"/>
                </a:lnTo>
                <a:lnTo>
                  <a:pt x="377062" y="34878"/>
                </a:lnTo>
                <a:lnTo>
                  <a:pt x="376644" y="35215"/>
                </a:lnTo>
                <a:lnTo>
                  <a:pt x="376238" y="35560"/>
                </a:lnTo>
                <a:lnTo>
                  <a:pt x="375843" y="35912"/>
                </a:lnTo>
                <a:lnTo>
                  <a:pt x="375461" y="36272"/>
                </a:lnTo>
                <a:lnTo>
                  <a:pt x="375090" y="36640"/>
                </a:lnTo>
                <a:lnTo>
                  <a:pt x="374731" y="37016"/>
                </a:lnTo>
                <a:lnTo>
                  <a:pt x="374384" y="37399"/>
                </a:lnTo>
                <a:lnTo>
                  <a:pt x="374048" y="37790"/>
                </a:lnTo>
                <a:lnTo>
                  <a:pt x="373725" y="38189"/>
                </a:lnTo>
                <a:lnTo>
                  <a:pt x="373411" y="38597"/>
                </a:lnTo>
                <a:lnTo>
                  <a:pt x="373104" y="39016"/>
                </a:lnTo>
                <a:lnTo>
                  <a:pt x="372805" y="39445"/>
                </a:lnTo>
                <a:lnTo>
                  <a:pt x="372514" y="39884"/>
                </a:lnTo>
                <a:lnTo>
                  <a:pt x="372230" y="40334"/>
                </a:lnTo>
                <a:lnTo>
                  <a:pt x="371953" y="40794"/>
                </a:lnTo>
                <a:lnTo>
                  <a:pt x="371684" y="41265"/>
                </a:lnTo>
                <a:lnTo>
                  <a:pt x="371422" y="41747"/>
                </a:lnTo>
                <a:lnTo>
                  <a:pt x="371168" y="42239"/>
                </a:lnTo>
                <a:lnTo>
                  <a:pt x="370921" y="42741"/>
                </a:lnTo>
                <a:lnTo>
                  <a:pt x="370682" y="43254"/>
                </a:lnTo>
                <a:lnTo>
                  <a:pt x="370450" y="43778"/>
                </a:lnTo>
                <a:lnTo>
                  <a:pt x="370225" y="44312"/>
                </a:lnTo>
                <a:lnTo>
                  <a:pt x="370008" y="44856"/>
                </a:lnTo>
                <a:lnTo>
                  <a:pt x="369799" y="45411"/>
                </a:lnTo>
                <a:lnTo>
                  <a:pt x="369597" y="45977"/>
                </a:lnTo>
                <a:lnTo>
                  <a:pt x="369402" y="46553"/>
                </a:lnTo>
                <a:lnTo>
                  <a:pt x="369215" y="47139"/>
                </a:lnTo>
                <a:lnTo>
                  <a:pt x="369035" y="47736"/>
                </a:lnTo>
                <a:lnTo>
                  <a:pt x="368863" y="48344"/>
                </a:lnTo>
                <a:lnTo>
                  <a:pt x="368698" y="48962"/>
                </a:lnTo>
                <a:lnTo>
                  <a:pt x="368541" y="49590"/>
                </a:lnTo>
                <a:lnTo>
                  <a:pt x="368391" y="50229"/>
                </a:lnTo>
                <a:lnTo>
                  <a:pt x="368249" y="50878"/>
                </a:lnTo>
                <a:lnTo>
                  <a:pt x="380449" y="52542"/>
                </a:lnTo>
                <a:lnTo>
                  <a:pt x="380620" y="51898"/>
                </a:lnTo>
                <a:lnTo>
                  <a:pt x="380799" y="51270"/>
                </a:lnTo>
                <a:lnTo>
                  <a:pt x="380985" y="50658"/>
                </a:lnTo>
                <a:lnTo>
                  <a:pt x="381179" y="50063"/>
                </a:lnTo>
                <a:lnTo>
                  <a:pt x="381381" y="49484"/>
                </a:lnTo>
                <a:lnTo>
                  <a:pt x="381590" y="48922"/>
                </a:lnTo>
                <a:lnTo>
                  <a:pt x="381807" y="48377"/>
                </a:lnTo>
                <a:lnTo>
                  <a:pt x="382031" y="47848"/>
                </a:lnTo>
                <a:lnTo>
                  <a:pt x="382263" y="47335"/>
                </a:lnTo>
                <a:lnTo>
                  <a:pt x="382503" y="46839"/>
                </a:lnTo>
                <a:lnTo>
                  <a:pt x="382750" y="46359"/>
                </a:lnTo>
                <a:lnTo>
                  <a:pt x="383005" y="45896"/>
                </a:lnTo>
                <a:lnTo>
                  <a:pt x="383267" y="45450"/>
                </a:lnTo>
                <a:lnTo>
                  <a:pt x="383537" y="45020"/>
                </a:lnTo>
                <a:lnTo>
                  <a:pt x="383814" y="44606"/>
                </a:lnTo>
                <a:lnTo>
                  <a:pt x="384099" y="44209"/>
                </a:lnTo>
                <a:lnTo>
                  <a:pt x="384392" y="43828"/>
                </a:lnTo>
                <a:lnTo>
                  <a:pt x="384692" y="43464"/>
                </a:lnTo>
                <a:lnTo>
                  <a:pt x="385000" y="43116"/>
                </a:lnTo>
                <a:lnTo>
                  <a:pt x="385315" y="42785"/>
                </a:lnTo>
                <a:lnTo>
                  <a:pt x="385638" y="42470"/>
                </a:lnTo>
                <a:lnTo>
                  <a:pt x="385969" y="42172"/>
                </a:lnTo>
                <a:lnTo>
                  <a:pt x="386307" y="41890"/>
                </a:lnTo>
                <a:lnTo>
                  <a:pt x="386652" y="41625"/>
                </a:lnTo>
                <a:lnTo>
                  <a:pt x="387010" y="41373"/>
                </a:lnTo>
                <a:lnTo>
                  <a:pt x="387383" y="41132"/>
                </a:lnTo>
                <a:lnTo>
                  <a:pt x="387773" y="40902"/>
                </a:lnTo>
                <a:lnTo>
                  <a:pt x="388178" y="40682"/>
                </a:lnTo>
                <a:lnTo>
                  <a:pt x="388600" y="40473"/>
                </a:lnTo>
                <a:lnTo>
                  <a:pt x="389037" y="40275"/>
                </a:lnTo>
                <a:lnTo>
                  <a:pt x="389491" y="40088"/>
                </a:lnTo>
                <a:lnTo>
                  <a:pt x="389960" y="39911"/>
                </a:lnTo>
                <a:lnTo>
                  <a:pt x="390446" y="39745"/>
                </a:lnTo>
                <a:lnTo>
                  <a:pt x="390947" y="39590"/>
                </a:lnTo>
                <a:lnTo>
                  <a:pt x="391465" y="39445"/>
                </a:lnTo>
                <a:lnTo>
                  <a:pt x="391998" y="39311"/>
                </a:lnTo>
                <a:lnTo>
                  <a:pt x="392548" y="39188"/>
                </a:lnTo>
                <a:lnTo>
                  <a:pt x="393114" y="39076"/>
                </a:lnTo>
                <a:lnTo>
                  <a:pt x="393695" y="38974"/>
                </a:lnTo>
                <a:lnTo>
                  <a:pt x="394293" y="38883"/>
                </a:lnTo>
                <a:lnTo>
                  <a:pt x="394906" y="38802"/>
                </a:lnTo>
                <a:lnTo>
                  <a:pt x="395536" y="38733"/>
                </a:lnTo>
                <a:lnTo>
                  <a:pt x="396181" y="38674"/>
                </a:lnTo>
                <a:lnTo>
                  <a:pt x="396843" y="38626"/>
                </a:lnTo>
                <a:lnTo>
                  <a:pt x="397521" y="38588"/>
                </a:lnTo>
                <a:lnTo>
                  <a:pt x="398214" y="38562"/>
                </a:lnTo>
                <a:lnTo>
                  <a:pt x="398924" y="38545"/>
                </a:lnTo>
                <a:lnTo>
                  <a:pt x="399649" y="38540"/>
                </a:lnTo>
                <a:lnTo>
                  <a:pt x="400427" y="38547"/>
                </a:lnTo>
                <a:lnTo>
                  <a:pt x="401188" y="38569"/>
                </a:lnTo>
                <a:lnTo>
                  <a:pt x="401933" y="38606"/>
                </a:lnTo>
                <a:lnTo>
                  <a:pt x="402663" y="38657"/>
                </a:lnTo>
                <a:lnTo>
                  <a:pt x="403376" y="38723"/>
                </a:lnTo>
                <a:lnTo>
                  <a:pt x="404073" y="38803"/>
                </a:lnTo>
                <a:lnTo>
                  <a:pt x="404753" y="38898"/>
                </a:lnTo>
                <a:lnTo>
                  <a:pt x="405418" y="39008"/>
                </a:lnTo>
                <a:lnTo>
                  <a:pt x="406066" y="39133"/>
                </a:lnTo>
                <a:lnTo>
                  <a:pt x="406699" y="39272"/>
                </a:lnTo>
                <a:lnTo>
                  <a:pt x="407315" y="39425"/>
                </a:lnTo>
                <a:lnTo>
                  <a:pt x="407915" y="39593"/>
                </a:lnTo>
                <a:lnTo>
                  <a:pt x="408499" y="39776"/>
                </a:lnTo>
                <a:lnTo>
                  <a:pt x="409067" y="39974"/>
                </a:lnTo>
                <a:lnTo>
                  <a:pt x="409619" y="40186"/>
                </a:lnTo>
                <a:lnTo>
                  <a:pt x="410155" y="40413"/>
                </a:lnTo>
                <a:lnTo>
                  <a:pt x="410674" y="40654"/>
                </a:lnTo>
                <a:lnTo>
                  <a:pt x="411178" y="40910"/>
                </a:lnTo>
                <a:lnTo>
                  <a:pt x="411665" y="41181"/>
                </a:lnTo>
                <a:lnTo>
                  <a:pt x="412136" y="41466"/>
                </a:lnTo>
                <a:lnTo>
                  <a:pt x="412591" y="41766"/>
                </a:lnTo>
                <a:lnTo>
                  <a:pt x="413030" y="42080"/>
                </a:lnTo>
                <a:lnTo>
                  <a:pt x="413453" y="42409"/>
                </a:lnTo>
                <a:lnTo>
                  <a:pt x="413859" y="42753"/>
                </a:lnTo>
                <a:lnTo>
                  <a:pt x="414148" y="43020"/>
                </a:lnTo>
                <a:lnTo>
                  <a:pt x="414424" y="43302"/>
                </a:lnTo>
                <a:lnTo>
                  <a:pt x="414688" y="43600"/>
                </a:lnTo>
                <a:lnTo>
                  <a:pt x="414939" y="43913"/>
                </a:lnTo>
                <a:lnTo>
                  <a:pt x="415179" y="44242"/>
                </a:lnTo>
                <a:lnTo>
                  <a:pt x="415406" y="44587"/>
                </a:lnTo>
                <a:lnTo>
                  <a:pt x="415621" y="44947"/>
                </a:lnTo>
                <a:lnTo>
                  <a:pt x="415823" y="45323"/>
                </a:lnTo>
                <a:lnTo>
                  <a:pt x="416013" y="45714"/>
                </a:lnTo>
                <a:lnTo>
                  <a:pt x="416191" y="46121"/>
                </a:lnTo>
                <a:lnTo>
                  <a:pt x="416357" y="46544"/>
                </a:lnTo>
                <a:lnTo>
                  <a:pt x="416511" y="46982"/>
                </a:lnTo>
                <a:lnTo>
                  <a:pt x="416652" y="47436"/>
                </a:lnTo>
                <a:lnTo>
                  <a:pt x="416781" y="47905"/>
                </a:lnTo>
                <a:lnTo>
                  <a:pt x="416897" y="48390"/>
                </a:lnTo>
                <a:lnTo>
                  <a:pt x="417002" y="48891"/>
                </a:lnTo>
                <a:lnTo>
                  <a:pt x="417094" y="49407"/>
                </a:lnTo>
                <a:lnTo>
                  <a:pt x="417173" y="49938"/>
                </a:lnTo>
                <a:lnTo>
                  <a:pt x="417241" y="50486"/>
                </a:lnTo>
                <a:lnTo>
                  <a:pt x="417296" y="51049"/>
                </a:lnTo>
                <a:lnTo>
                  <a:pt x="417339" y="51627"/>
                </a:lnTo>
                <a:lnTo>
                  <a:pt x="417370" y="52221"/>
                </a:lnTo>
                <a:lnTo>
                  <a:pt x="417388" y="52831"/>
                </a:lnTo>
                <a:lnTo>
                  <a:pt x="417394" y="53456"/>
                </a:lnTo>
                <a:lnTo>
                  <a:pt x="417394" y="53517"/>
                </a:lnTo>
                <a:lnTo>
                  <a:pt x="417394" y="53584"/>
                </a:lnTo>
                <a:lnTo>
                  <a:pt x="417393" y="53658"/>
                </a:lnTo>
                <a:lnTo>
                  <a:pt x="417392" y="53738"/>
                </a:lnTo>
                <a:lnTo>
                  <a:pt x="417391" y="53825"/>
                </a:lnTo>
                <a:lnTo>
                  <a:pt x="417390" y="53918"/>
                </a:lnTo>
                <a:lnTo>
                  <a:pt x="417388" y="54018"/>
                </a:lnTo>
                <a:lnTo>
                  <a:pt x="417387" y="54124"/>
                </a:lnTo>
                <a:lnTo>
                  <a:pt x="417385" y="54236"/>
                </a:lnTo>
                <a:lnTo>
                  <a:pt x="417382" y="54355"/>
                </a:lnTo>
                <a:lnTo>
                  <a:pt x="417380" y="54481"/>
                </a:lnTo>
                <a:lnTo>
                  <a:pt x="417377" y="54613"/>
                </a:lnTo>
                <a:lnTo>
                  <a:pt x="417374" y="54751"/>
                </a:lnTo>
                <a:lnTo>
                  <a:pt x="417371" y="54896"/>
                </a:lnTo>
                <a:lnTo>
                  <a:pt x="417367" y="55048"/>
                </a:lnTo>
                <a:lnTo>
                  <a:pt x="417364" y="55205"/>
                </a:lnTo>
                <a:lnTo>
                  <a:pt x="417360" y="55370"/>
                </a:lnTo>
                <a:lnTo>
                  <a:pt x="417355" y="55541"/>
                </a:lnTo>
                <a:lnTo>
                  <a:pt x="417351" y="55718"/>
                </a:lnTo>
                <a:lnTo>
                  <a:pt x="417346" y="55902"/>
                </a:lnTo>
                <a:lnTo>
                  <a:pt x="417341" y="56092"/>
                </a:lnTo>
                <a:lnTo>
                  <a:pt x="417336" y="56288"/>
                </a:lnTo>
                <a:lnTo>
                  <a:pt x="417331" y="56491"/>
                </a:lnTo>
                <a:lnTo>
                  <a:pt x="417325" y="56701"/>
                </a:lnTo>
                <a:lnTo>
                  <a:pt x="416716" y="56908"/>
                </a:lnTo>
                <a:lnTo>
                  <a:pt x="416080" y="57112"/>
                </a:lnTo>
                <a:lnTo>
                  <a:pt x="415416" y="57314"/>
                </a:lnTo>
                <a:lnTo>
                  <a:pt x="414724" y="57514"/>
                </a:lnTo>
                <a:lnTo>
                  <a:pt x="414004" y="57711"/>
                </a:lnTo>
                <a:lnTo>
                  <a:pt x="413257" y="57905"/>
                </a:lnTo>
                <a:lnTo>
                  <a:pt x="412482" y="58098"/>
                </a:lnTo>
                <a:lnTo>
                  <a:pt x="411680" y="58288"/>
                </a:lnTo>
                <a:lnTo>
                  <a:pt x="410849" y="58475"/>
                </a:lnTo>
                <a:lnTo>
                  <a:pt x="409991" y="58660"/>
                </a:lnTo>
                <a:lnTo>
                  <a:pt x="409106" y="58843"/>
                </a:lnTo>
                <a:lnTo>
                  <a:pt x="408193" y="59023"/>
                </a:lnTo>
                <a:lnTo>
                  <a:pt x="407252" y="59201"/>
                </a:lnTo>
                <a:lnTo>
                  <a:pt x="406283" y="59376"/>
                </a:lnTo>
                <a:lnTo>
                  <a:pt x="405287" y="59550"/>
                </a:lnTo>
                <a:lnTo>
                  <a:pt x="404263" y="59720"/>
                </a:lnTo>
                <a:lnTo>
                  <a:pt x="403211" y="59888"/>
                </a:lnTo>
                <a:lnTo>
                  <a:pt x="402132" y="60054"/>
                </a:lnTo>
                <a:lnTo>
                  <a:pt x="401025" y="60218"/>
                </a:lnTo>
                <a:lnTo>
                  <a:pt x="399890" y="60379"/>
                </a:lnTo>
                <a:lnTo>
                  <a:pt x="398728" y="60537"/>
                </a:lnTo>
                <a:lnTo>
                  <a:pt x="397538" y="60694"/>
                </a:lnTo>
                <a:lnTo>
                  <a:pt x="396320" y="60847"/>
                </a:lnTo>
                <a:lnTo>
                  <a:pt x="395074" y="60999"/>
                </a:lnTo>
                <a:lnTo>
                  <a:pt x="394463" y="61074"/>
                </a:lnTo>
                <a:lnTo>
                  <a:pt x="393864" y="61149"/>
                </a:lnTo>
                <a:lnTo>
                  <a:pt x="393279" y="61225"/>
                </a:lnTo>
                <a:lnTo>
                  <a:pt x="392706" y="61301"/>
                </a:lnTo>
                <a:lnTo>
                  <a:pt x="392146" y="61377"/>
                </a:lnTo>
                <a:lnTo>
                  <a:pt x="391600" y="61454"/>
                </a:lnTo>
                <a:lnTo>
                  <a:pt x="391066" y="61530"/>
                </a:lnTo>
                <a:lnTo>
                  <a:pt x="390546" y="61607"/>
                </a:lnTo>
                <a:lnTo>
                  <a:pt x="390038" y="61684"/>
                </a:lnTo>
                <a:lnTo>
                  <a:pt x="389543" y="61762"/>
                </a:lnTo>
                <a:lnTo>
                  <a:pt x="389062" y="61839"/>
                </a:lnTo>
                <a:lnTo>
                  <a:pt x="388593" y="61917"/>
                </a:lnTo>
                <a:lnTo>
                  <a:pt x="388138" y="61995"/>
                </a:lnTo>
                <a:lnTo>
                  <a:pt x="387695" y="62074"/>
                </a:lnTo>
                <a:lnTo>
                  <a:pt x="387265" y="62152"/>
                </a:lnTo>
                <a:lnTo>
                  <a:pt x="386849" y="62231"/>
                </a:lnTo>
                <a:lnTo>
                  <a:pt x="386445" y="62310"/>
                </a:lnTo>
                <a:lnTo>
                  <a:pt x="386055" y="62389"/>
                </a:lnTo>
                <a:lnTo>
                  <a:pt x="385677" y="62469"/>
                </a:lnTo>
                <a:lnTo>
                  <a:pt x="385312" y="62549"/>
                </a:lnTo>
                <a:lnTo>
                  <a:pt x="384961" y="62629"/>
                </a:lnTo>
                <a:lnTo>
                  <a:pt x="384622" y="62709"/>
                </a:lnTo>
                <a:lnTo>
                  <a:pt x="384296" y="62789"/>
                </a:lnTo>
                <a:lnTo>
                  <a:pt x="383984" y="62870"/>
                </a:lnTo>
                <a:lnTo>
                  <a:pt x="383570" y="62988"/>
                </a:lnTo>
                <a:lnTo>
                  <a:pt x="383159" y="63110"/>
                </a:lnTo>
                <a:lnTo>
                  <a:pt x="382752" y="63237"/>
                </a:lnTo>
                <a:lnTo>
                  <a:pt x="382348" y="63369"/>
                </a:lnTo>
                <a:lnTo>
                  <a:pt x="381948" y="63505"/>
                </a:lnTo>
                <a:lnTo>
                  <a:pt x="381551" y="63646"/>
                </a:lnTo>
                <a:lnTo>
                  <a:pt x="381158" y="63791"/>
                </a:lnTo>
                <a:lnTo>
                  <a:pt x="380768" y="63941"/>
                </a:lnTo>
                <a:lnTo>
                  <a:pt x="380382" y="64095"/>
                </a:lnTo>
                <a:lnTo>
                  <a:pt x="379999" y="64254"/>
                </a:lnTo>
                <a:lnTo>
                  <a:pt x="379620" y="64418"/>
                </a:lnTo>
                <a:lnTo>
                  <a:pt x="379244" y="64586"/>
                </a:lnTo>
                <a:lnTo>
                  <a:pt x="378872" y="64759"/>
                </a:lnTo>
                <a:lnTo>
                  <a:pt x="378503" y="64936"/>
                </a:lnTo>
                <a:lnTo>
                  <a:pt x="378138" y="65118"/>
                </a:lnTo>
                <a:lnTo>
                  <a:pt x="377776" y="65304"/>
                </a:lnTo>
                <a:lnTo>
                  <a:pt x="377418" y="65495"/>
                </a:lnTo>
                <a:lnTo>
                  <a:pt x="377063" y="65691"/>
                </a:lnTo>
                <a:lnTo>
                  <a:pt x="376712" y="65891"/>
                </a:lnTo>
                <a:lnTo>
                  <a:pt x="376364" y="66095"/>
                </a:lnTo>
                <a:lnTo>
                  <a:pt x="376019" y="66305"/>
                </a:lnTo>
                <a:lnTo>
                  <a:pt x="375678" y="66519"/>
                </a:lnTo>
                <a:lnTo>
                  <a:pt x="375341" y="66737"/>
                </a:lnTo>
                <a:lnTo>
                  <a:pt x="375007" y="66960"/>
                </a:lnTo>
                <a:lnTo>
                  <a:pt x="374678" y="67188"/>
                </a:lnTo>
                <a:lnTo>
                  <a:pt x="374353" y="67423"/>
                </a:lnTo>
                <a:lnTo>
                  <a:pt x="374035" y="67663"/>
                </a:lnTo>
                <a:lnTo>
                  <a:pt x="373721" y="67910"/>
                </a:lnTo>
                <a:lnTo>
                  <a:pt x="373413" y="68163"/>
                </a:lnTo>
                <a:lnTo>
                  <a:pt x="373110" y="68422"/>
                </a:lnTo>
                <a:lnTo>
                  <a:pt x="372812" y="68687"/>
                </a:lnTo>
                <a:lnTo>
                  <a:pt x="372519" y="68959"/>
                </a:lnTo>
                <a:lnTo>
                  <a:pt x="372232" y="69236"/>
                </a:lnTo>
                <a:lnTo>
                  <a:pt x="371951" y="69520"/>
                </a:lnTo>
                <a:lnTo>
                  <a:pt x="371674" y="69809"/>
                </a:lnTo>
                <a:lnTo>
                  <a:pt x="371403" y="70105"/>
                </a:lnTo>
                <a:lnTo>
                  <a:pt x="371137" y="70407"/>
                </a:lnTo>
                <a:lnTo>
                  <a:pt x="370876" y="70715"/>
                </a:lnTo>
                <a:lnTo>
                  <a:pt x="370621" y="71030"/>
                </a:lnTo>
                <a:lnTo>
                  <a:pt x="370371" y="71350"/>
                </a:lnTo>
                <a:lnTo>
                  <a:pt x="370126" y="71677"/>
                </a:lnTo>
                <a:lnTo>
                  <a:pt x="369886" y="72009"/>
                </a:lnTo>
                <a:lnTo>
                  <a:pt x="369652" y="72348"/>
                </a:lnTo>
                <a:lnTo>
                  <a:pt x="369423" y="72693"/>
                </a:lnTo>
                <a:lnTo>
                  <a:pt x="369200" y="73044"/>
                </a:lnTo>
                <a:lnTo>
                  <a:pt x="368981" y="73401"/>
                </a:lnTo>
                <a:lnTo>
                  <a:pt x="368768" y="73765"/>
                </a:lnTo>
                <a:lnTo>
                  <a:pt x="368561" y="74134"/>
                </a:lnTo>
                <a:lnTo>
                  <a:pt x="368360" y="74508"/>
                </a:lnTo>
                <a:lnTo>
                  <a:pt x="368168" y="74886"/>
                </a:lnTo>
                <a:lnTo>
                  <a:pt x="367984" y="75267"/>
                </a:lnTo>
                <a:lnTo>
                  <a:pt x="367809" y="75651"/>
                </a:lnTo>
                <a:lnTo>
                  <a:pt x="367642" y="76038"/>
                </a:lnTo>
                <a:lnTo>
                  <a:pt x="367484" y="76428"/>
                </a:lnTo>
                <a:lnTo>
                  <a:pt x="367335" y="76822"/>
                </a:lnTo>
                <a:lnTo>
                  <a:pt x="367194" y="77219"/>
                </a:lnTo>
                <a:lnTo>
                  <a:pt x="367061" y="77619"/>
                </a:lnTo>
                <a:lnTo>
                  <a:pt x="366937" y="78022"/>
                </a:lnTo>
                <a:lnTo>
                  <a:pt x="366822" y="78429"/>
                </a:lnTo>
                <a:lnTo>
                  <a:pt x="366715" y="78839"/>
                </a:lnTo>
                <a:lnTo>
                  <a:pt x="366617" y="79252"/>
                </a:lnTo>
                <a:lnTo>
                  <a:pt x="366527" y="79669"/>
                </a:lnTo>
                <a:lnTo>
                  <a:pt x="366446" y="80088"/>
                </a:lnTo>
                <a:lnTo>
                  <a:pt x="366373" y="80511"/>
                </a:lnTo>
                <a:lnTo>
                  <a:pt x="366309" y="80938"/>
                </a:lnTo>
                <a:lnTo>
                  <a:pt x="366254" y="81367"/>
                </a:lnTo>
                <a:lnTo>
                  <a:pt x="366207" y="81800"/>
                </a:lnTo>
                <a:lnTo>
                  <a:pt x="366168" y="82236"/>
                </a:lnTo>
                <a:lnTo>
                  <a:pt x="366138" y="82675"/>
                </a:lnTo>
                <a:lnTo>
                  <a:pt x="366117" y="83117"/>
                </a:lnTo>
                <a:lnTo>
                  <a:pt x="366104" y="83563"/>
                </a:lnTo>
                <a:lnTo>
                  <a:pt x="366100" y="84012"/>
                </a:lnTo>
                <a:lnTo>
                  <a:pt x="366111" y="84774"/>
                </a:lnTo>
                <a:lnTo>
                  <a:pt x="366145" y="85525"/>
                </a:lnTo>
                <a:lnTo>
                  <a:pt x="366202" y="86265"/>
                </a:lnTo>
                <a:lnTo>
                  <a:pt x="366281" y="86993"/>
                </a:lnTo>
                <a:lnTo>
                  <a:pt x="366383" y="87710"/>
                </a:lnTo>
                <a:lnTo>
                  <a:pt x="366507" y="88416"/>
                </a:lnTo>
                <a:lnTo>
                  <a:pt x="366654" y="89110"/>
                </a:lnTo>
                <a:lnTo>
                  <a:pt x="366824" y="89792"/>
                </a:lnTo>
                <a:lnTo>
                  <a:pt x="367016" y="90463"/>
                </a:lnTo>
                <a:lnTo>
                  <a:pt x="367231" y="91123"/>
                </a:lnTo>
                <a:lnTo>
                  <a:pt x="367469" y="91771"/>
                </a:lnTo>
                <a:lnTo>
                  <a:pt x="367729" y="92408"/>
                </a:lnTo>
                <a:lnTo>
                  <a:pt x="368012" y="93033"/>
                </a:lnTo>
                <a:lnTo>
                  <a:pt x="368317" y="93647"/>
                </a:lnTo>
                <a:lnTo>
                  <a:pt x="368645" y="94250"/>
                </a:lnTo>
                <a:lnTo>
                  <a:pt x="368996" y="94841"/>
                </a:lnTo>
                <a:lnTo>
                  <a:pt x="369369" y="95420"/>
                </a:lnTo>
                <a:lnTo>
                  <a:pt x="369765" y="95988"/>
                </a:lnTo>
                <a:lnTo>
                  <a:pt x="370184" y="96545"/>
                </a:lnTo>
                <a:lnTo>
                  <a:pt x="370625" y="97091"/>
                </a:lnTo>
                <a:lnTo>
                  <a:pt x="371089" y="97624"/>
                </a:lnTo>
                <a:lnTo>
                  <a:pt x="371575" y="98147"/>
                </a:lnTo>
                <a:lnTo>
                  <a:pt x="372084" y="98658"/>
                </a:lnTo>
                <a:lnTo>
                  <a:pt x="372616" y="99158"/>
                </a:lnTo>
                <a:lnTo>
                  <a:pt x="373168" y="99641"/>
                </a:lnTo>
                <a:lnTo>
                  <a:pt x="373741" y="100104"/>
                </a:lnTo>
                <a:lnTo>
                  <a:pt x="374332" y="100547"/>
                </a:lnTo>
                <a:lnTo>
                  <a:pt x="374944" y="100968"/>
                </a:lnTo>
                <a:lnTo>
                  <a:pt x="375574" y="101370"/>
                </a:lnTo>
                <a:lnTo>
                  <a:pt x="376225" y="101750"/>
                </a:lnTo>
                <a:lnTo>
                  <a:pt x="376894" y="102111"/>
                </a:lnTo>
                <a:lnTo>
                  <a:pt x="377583" y="102450"/>
                </a:lnTo>
                <a:lnTo>
                  <a:pt x="378292" y="102769"/>
                </a:lnTo>
                <a:lnTo>
                  <a:pt x="379020" y="103067"/>
                </a:lnTo>
                <a:lnTo>
                  <a:pt x="379768" y="103345"/>
                </a:lnTo>
                <a:lnTo>
                  <a:pt x="380535" y="103602"/>
                </a:lnTo>
                <a:lnTo>
                  <a:pt x="381322" y="103839"/>
                </a:lnTo>
                <a:lnTo>
                  <a:pt x="382128" y="104055"/>
                </a:lnTo>
                <a:lnTo>
                  <a:pt x="382954" y="104251"/>
                </a:lnTo>
                <a:lnTo>
                  <a:pt x="383799" y="104426"/>
                </a:lnTo>
                <a:lnTo>
                  <a:pt x="384664" y="104580"/>
                </a:lnTo>
                <a:lnTo>
                  <a:pt x="385548" y="104714"/>
                </a:lnTo>
                <a:lnTo>
                  <a:pt x="386451" y="104827"/>
                </a:lnTo>
                <a:lnTo>
                  <a:pt x="387374" y="104919"/>
                </a:lnTo>
                <a:lnTo>
                  <a:pt x="388317" y="104992"/>
                </a:lnTo>
                <a:lnTo>
                  <a:pt x="389279" y="105043"/>
                </a:lnTo>
                <a:lnTo>
                  <a:pt x="390261" y="105074"/>
                </a:lnTo>
                <a:lnTo>
                  <a:pt x="391262" y="105084"/>
                </a:lnTo>
                <a:lnTo>
                  <a:pt x="391873" y="105080"/>
                </a:lnTo>
                <a:lnTo>
                  <a:pt x="392480" y="105067"/>
                </a:lnTo>
                <a:lnTo>
                  <a:pt x="393084" y="105045"/>
                </a:lnTo>
                <a:lnTo>
                  <a:pt x="393685" y="105015"/>
                </a:lnTo>
                <a:lnTo>
                  <a:pt x="394283" y="104977"/>
                </a:lnTo>
                <a:lnTo>
                  <a:pt x="394877" y="104930"/>
                </a:lnTo>
                <a:lnTo>
                  <a:pt x="395468" y="104874"/>
                </a:lnTo>
                <a:lnTo>
                  <a:pt x="396056" y="104809"/>
                </a:lnTo>
                <a:lnTo>
                  <a:pt x="396641" y="104737"/>
                </a:lnTo>
                <a:lnTo>
                  <a:pt x="397222" y="104655"/>
                </a:lnTo>
                <a:lnTo>
                  <a:pt x="397801" y="104565"/>
                </a:lnTo>
                <a:lnTo>
                  <a:pt x="398376" y="104466"/>
                </a:lnTo>
                <a:lnTo>
                  <a:pt x="398947" y="104359"/>
                </a:lnTo>
                <a:lnTo>
                  <a:pt x="399516" y="104243"/>
                </a:lnTo>
                <a:lnTo>
                  <a:pt x="400081" y="104119"/>
                </a:lnTo>
                <a:lnTo>
                  <a:pt x="400643" y="103986"/>
                </a:lnTo>
                <a:lnTo>
                  <a:pt x="401202" y="103844"/>
                </a:lnTo>
                <a:lnTo>
                  <a:pt x="401757" y="103694"/>
                </a:lnTo>
                <a:lnTo>
                  <a:pt x="402309" y="103535"/>
                </a:lnTo>
                <a:lnTo>
                  <a:pt x="402858" y="103368"/>
                </a:lnTo>
                <a:lnTo>
                  <a:pt x="403404" y="103192"/>
                </a:lnTo>
                <a:lnTo>
                  <a:pt x="403946" y="103007"/>
                </a:lnTo>
                <a:lnTo>
                  <a:pt x="404485" y="102814"/>
                </a:lnTo>
                <a:lnTo>
                  <a:pt x="405021" y="102613"/>
                </a:lnTo>
                <a:lnTo>
                  <a:pt x="405557" y="102400"/>
                </a:lnTo>
                <a:lnTo>
                  <a:pt x="406094" y="102176"/>
                </a:lnTo>
                <a:lnTo>
                  <a:pt x="406632" y="101939"/>
                </a:lnTo>
                <a:lnTo>
                  <a:pt x="407173" y="101690"/>
                </a:lnTo>
                <a:lnTo>
                  <a:pt x="407715" y="101428"/>
                </a:lnTo>
                <a:lnTo>
                  <a:pt x="408260" y="101155"/>
                </a:lnTo>
                <a:lnTo>
                  <a:pt x="408806" y="100869"/>
                </a:lnTo>
                <a:lnTo>
                  <a:pt x="409354" y="100571"/>
                </a:lnTo>
                <a:lnTo>
                  <a:pt x="409903" y="100260"/>
                </a:lnTo>
                <a:lnTo>
                  <a:pt x="410455" y="99938"/>
                </a:lnTo>
                <a:lnTo>
                  <a:pt x="411008" y="99603"/>
                </a:lnTo>
                <a:lnTo>
                  <a:pt x="411563" y="99256"/>
                </a:lnTo>
                <a:lnTo>
                  <a:pt x="412120" y="98896"/>
                </a:lnTo>
                <a:lnTo>
                  <a:pt x="412679" y="98524"/>
                </a:lnTo>
                <a:lnTo>
                  <a:pt x="413239" y="98140"/>
                </a:lnTo>
                <a:lnTo>
                  <a:pt x="413801" y="97744"/>
                </a:lnTo>
                <a:lnTo>
                  <a:pt x="414366" y="97335"/>
                </a:lnTo>
                <a:lnTo>
                  <a:pt x="414931" y="96915"/>
                </a:lnTo>
                <a:lnTo>
                  <a:pt x="415499" y="96482"/>
                </a:lnTo>
                <a:lnTo>
                  <a:pt x="416069" y="96036"/>
                </a:lnTo>
                <a:lnTo>
                  <a:pt x="416640" y="95579"/>
                </a:lnTo>
                <a:lnTo>
                  <a:pt x="417213" y="95109"/>
                </a:lnTo>
                <a:lnTo>
                  <a:pt x="417788" y="94627"/>
                </a:lnTo>
                <a:lnTo>
                  <a:pt x="418365" y="94132"/>
                </a:lnTo>
                <a:lnTo>
                  <a:pt x="418413" y="94573"/>
                </a:lnTo>
                <a:lnTo>
                  <a:pt x="418467" y="95009"/>
                </a:lnTo>
                <a:lnTo>
                  <a:pt x="418525" y="95440"/>
                </a:lnTo>
                <a:lnTo>
                  <a:pt x="418588" y="95867"/>
                </a:lnTo>
                <a:close/>
                <a:moveTo>
                  <a:pt x="417294" y="73084"/>
                </a:moveTo>
                <a:lnTo>
                  <a:pt x="417269" y="73719"/>
                </a:lnTo>
                <a:lnTo>
                  <a:pt x="417238" y="74340"/>
                </a:lnTo>
                <a:lnTo>
                  <a:pt x="417199" y="74948"/>
                </a:lnTo>
                <a:lnTo>
                  <a:pt x="417154" y="75541"/>
                </a:lnTo>
                <a:lnTo>
                  <a:pt x="417102" y="76121"/>
                </a:lnTo>
                <a:lnTo>
                  <a:pt x="417042" y="76687"/>
                </a:lnTo>
                <a:lnTo>
                  <a:pt x="416976" y="77238"/>
                </a:lnTo>
                <a:lnTo>
                  <a:pt x="416903" y="77776"/>
                </a:lnTo>
                <a:lnTo>
                  <a:pt x="416822" y="78300"/>
                </a:lnTo>
                <a:lnTo>
                  <a:pt x="416735" y="78810"/>
                </a:lnTo>
                <a:lnTo>
                  <a:pt x="416641" y="79307"/>
                </a:lnTo>
                <a:lnTo>
                  <a:pt x="416540" y="79789"/>
                </a:lnTo>
                <a:lnTo>
                  <a:pt x="416432" y="80257"/>
                </a:lnTo>
                <a:lnTo>
                  <a:pt x="416316" y="80712"/>
                </a:lnTo>
                <a:lnTo>
                  <a:pt x="416194" y="81153"/>
                </a:lnTo>
                <a:lnTo>
                  <a:pt x="416065" y="81579"/>
                </a:lnTo>
                <a:lnTo>
                  <a:pt x="415929" y="81992"/>
                </a:lnTo>
                <a:lnTo>
                  <a:pt x="415786" y="82391"/>
                </a:lnTo>
                <a:lnTo>
                  <a:pt x="415636" y="82776"/>
                </a:lnTo>
                <a:lnTo>
                  <a:pt x="415479" y="83148"/>
                </a:lnTo>
                <a:lnTo>
                  <a:pt x="415315" y="83505"/>
                </a:lnTo>
                <a:lnTo>
                  <a:pt x="415090" y="83955"/>
                </a:lnTo>
                <a:lnTo>
                  <a:pt x="414855" y="84397"/>
                </a:lnTo>
                <a:lnTo>
                  <a:pt x="414610" y="84831"/>
                </a:lnTo>
                <a:lnTo>
                  <a:pt x="414354" y="85257"/>
                </a:lnTo>
                <a:lnTo>
                  <a:pt x="414088" y="85675"/>
                </a:lnTo>
                <a:lnTo>
                  <a:pt x="413812" y="86085"/>
                </a:lnTo>
                <a:lnTo>
                  <a:pt x="413525" y="86487"/>
                </a:lnTo>
                <a:lnTo>
                  <a:pt x="413228" y="86881"/>
                </a:lnTo>
                <a:lnTo>
                  <a:pt x="412920" y="87267"/>
                </a:lnTo>
                <a:lnTo>
                  <a:pt x="412602" y="87645"/>
                </a:lnTo>
                <a:lnTo>
                  <a:pt x="412274" y="88015"/>
                </a:lnTo>
                <a:lnTo>
                  <a:pt x="411936" y="88377"/>
                </a:lnTo>
                <a:lnTo>
                  <a:pt x="411587" y="88731"/>
                </a:lnTo>
                <a:lnTo>
                  <a:pt x="411228" y="89077"/>
                </a:lnTo>
                <a:lnTo>
                  <a:pt x="410858" y="89415"/>
                </a:lnTo>
                <a:lnTo>
                  <a:pt x="410478" y="89745"/>
                </a:lnTo>
                <a:lnTo>
                  <a:pt x="410088" y="90067"/>
                </a:lnTo>
                <a:lnTo>
                  <a:pt x="409687" y="90382"/>
                </a:lnTo>
                <a:lnTo>
                  <a:pt x="409276" y="90688"/>
                </a:lnTo>
                <a:lnTo>
                  <a:pt x="408855" y="90986"/>
                </a:lnTo>
                <a:lnTo>
                  <a:pt x="408423" y="91276"/>
                </a:lnTo>
                <a:lnTo>
                  <a:pt x="407981" y="91558"/>
                </a:lnTo>
                <a:lnTo>
                  <a:pt x="407529" y="91832"/>
                </a:lnTo>
                <a:lnTo>
                  <a:pt x="407066" y="92098"/>
                </a:lnTo>
                <a:lnTo>
                  <a:pt x="406596" y="92355"/>
                </a:lnTo>
                <a:lnTo>
                  <a:pt x="406119" y="92600"/>
                </a:lnTo>
                <a:lnTo>
                  <a:pt x="405638" y="92835"/>
                </a:lnTo>
                <a:lnTo>
                  <a:pt x="405150" y="93058"/>
                </a:lnTo>
                <a:lnTo>
                  <a:pt x="404658" y="93271"/>
                </a:lnTo>
                <a:lnTo>
                  <a:pt x="404159" y="93473"/>
                </a:lnTo>
                <a:lnTo>
                  <a:pt x="403655" y="93664"/>
                </a:lnTo>
                <a:lnTo>
                  <a:pt x="403146" y="93844"/>
                </a:lnTo>
                <a:lnTo>
                  <a:pt x="402631" y="94013"/>
                </a:lnTo>
                <a:lnTo>
                  <a:pt x="402111" y="94172"/>
                </a:lnTo>
                <a:lnTo>
                  <a:pt x="401584" y="94319"/>
                </a:lnTo>
                <a:lnTo>
                  <a:pt x="401053" y="94455"/>
                </a:lnTo>
                <a:lnTo>
                  <a:pt x="400516" y="94581"/>
                </a:lnTo>
                <a:lnTo>
                  <a:pt x="399973" y="94695"/>
                </a:lnTo>
                <a:lnTo>
                  <a:pt x="399425" y="94799"/>
                </a:lnTo>
                <a:lnTo>
                  <a:pt x="398871" y="94892"/>
                </a:lnTo>
                <a:lnTo>
                  <a:pt x="398312" y="94974"/>
                </a:lnTo>
                <a:lnTo>
                  <a:pt x="397747" y="95045"/>
                </a:lnTo>
                <a:lnTo>
                  <a:pt x="397177" y="95105"/>
                </a:lnTo>
                <a:lnTo>
                  <a:pt x="396601" y="95154"/>
                </a:lnTo>
                <a:lnTo>
                  <a:pt x="396020" y="95192"/>
                </a:lnTo>
                <a:lnTo>
                  <a:pt x="395433" y="95219"/>
                </a:lnTo>
                <a:lnTo>
                  <a:pt x="394841" y="95236"/>
                </a:lnTo>
                <a:lnTo>
                  <a:pt x="394243" y="95241"/>
                </a:lnTo>
                <a:lnTo>
                  <a:pt x="393642" y="95235"/>
                </a:lnTo>
                <a:lnTo>
                  <a:pt x="393054" y="95218"/>
                </a:lnTo>
                <a:lnTo>
                  <a:pt x="392478" y="95189"/>
                </a:lnTo>
                <a:lnTo>
                  <a:pt x="391914" y="95149"/>
                </a:lnTo>
                <a:lnTo>
                  <a:pt x="391362" y="95097"/>
                </a:lnTo>
                <a:lnTo>
                  <a:pt x="390822" y="95034"/>
                </a:lnTo>
                <a:lnTo>
                  <a:pt x="390295" y="94960"/>
                </a:lnTo>
                <a:lnTo>
                  <a:pt x="389779" y="94873"/>
                </a:lnTo>
                <a:lnTo>
                  <a:pt x="389276" y="94776"/>
                </a:lnTo>
                <a:lnTo>
                  <a:pt x="388785" y="94667"/>
                </a:lnTo>
                <a:lnTo>
                  <a:pt x="388306" y="94546"/>
                </a:lnTo>
                <a:lnTo>
                  <a:pt x="387839" y="94414"/>
                </a:lnTo>
                <a:lnTo>
                  <a:pt x="387385" y="94270"/>
                </a:lnTo>
                <a:lnTo>
                  <a:pt x="386942" y="94115"/>
                </a:lnTo>
                <a:lnTo>
                  <a:pt x="386512" y="93948"/>
                </a:lnTo>
                <a:lnTo>
                  <a:pt x="386094" y="93770"/>
                </a:lnTo>
                <a:lnTo>
                  <a:pt x="385688" y="93580"/>
                </a:lnTo>
                <a:lnTo>
                  <a:pt x="385294" y="93379"/>
                </a:lnTo>
                <a:lnTo>
                  <a:pt x="384913" y="93167"/>
                </a:lnTo>
                <a:lnTo>
                  <a:pt x="384543" y="92943"/>
                </a:lnTo>
                <a:lnTo>
                  <a:pt x="384186" y="92707"/>
                </a:lnTo>
                <a:lnTo>
                  <a:pt x="383840" y="92460"/>
                </a:lnTo>
                <a:lnTo>
                  <a:pt x="383507" y="92201"/>
                </a:lnTo>
                <a:lnTo>
                  <a:pt x="383187" y="91931"/>
                </a:lnTo>
                <a:lnTo>
                  <a:pt x="382878" y="91652"/>
                </a:lnTo>
                <a:lnTo>
                  <a:pt x="382583" y="91368"/>
                </a:lnTo>
                <a:lnTo>
                  <a:pt x="382301" y="91077"/>
                </a:lnTo>
                <a:lnTo>
                  <a:pt x="382032" y="90781"/>
                </a:lnTo>
                <a:lnTo>
                  <a:pt x="381776" y="90479"/>
                </a:lnTo>
                <a:lnTo>
                  <a:pt x="381534" y="90172"/>
                </a:lnTo>
                <a:lnTo>
                  <a:pt x="381304" y="89858"/>
                </a:lnTo>
                <a:lnTo>
                  <a:pt x="381088" y="89539"/>
                </a:lnTo>
                <a:lnTo>
                  <a:pt x="380884" y="89215"/>
                </a:lnTo>
                <a:lnTo>
                  <a:pt x="380694" y="88884"/>
                </a:lnTo>
                <a:lnTo>
                  <a:pt x="380517" y="88548"/>
                </a:lnTo>
                <a:lnTo>
                  <a:pt x="380353" y="88205"/>
                </a:lnTo>
                <a:lnTo>
                  <a:pt x="380202" y="87858"/>
                </a:lnTo>
                <a:lnTo>
                  <a:pt x="380065" y="87504"/>
                </a:lnTo>
                <a:lnTo>
                  <a:pt x="379940" y="87145"/>
                </a:lnTo>
                <a:lnTo>
                  <a:pt x="379829" y="86780"/>
                </a:lnTo>
                <a:lnTo>
                  <a:pt x="379730" y="86409"/>
                </a:lnTo>
                <a:lnTo>
                  <a:pt x="379645" y="86032"/>
                </a:lnTo>
                <a:lnTo>
                  <a:pt x="379573" y="85650"/>
                </a:lnTo>
                <a:lnTo>
                  <a:pt x="379514" y="85262"/>
                </a:lnTo>
                <a:lnTo>
                  <a:pt x="379468" y="84868"/>
                </a:lnTo>
                <a:lnTo>
                  <a:pt x="379435" y="84469"/>
                </a:lnTo>
                <a:lnTo>
                  <a:pt x="379415" y="84063"/>
                </a:lnTo>
                <a:lnTo>
                  <a:pt x="379409" y="83652"/>
                </a:lnTo>
                <a:lnTo>
                  <a:pt x="379412" y="83383"/>
                </a:lnTo>
                <a:lnTo>
                  <a:pt x="379421" y="83116"/>
                </a:lnTo>
                <a:lnTo>
                  <a:pt x="379436" y="82851"/>
                </a:lnTo>
                <a:lnTo>
                  <a:pt x="379457" y="82588"/>
                </a:lnTo>
                <a:lnTo>
                  <a:pt x="379484" y="82327"/>
                </a:lnTo>
                <a:lnTo>
                  <a:pt x="379517" y="82068"/>
                </a:lnTo>
                <a:lnTo>
                  <a:pt x="379556" y="81811"/>
                </a:lnTo>
                <a:lnTo>
                  <a:pt x="379601" y="81556"/>
                </a:lnTo>
                <a:lnTo>
                  <a:pt x="379652" y="81303"/>
                </a:lnTo>
                <a:lnTo>
                  <a:pt x="379710" y="81052"/>
                </a:lnTo>
                <a:lnTo>
                  <a:pt x="379773" y="80803"/>
                </a:lnTo>
                <a:lnTo>
                  <a:pt x="379842" y="80556"/>
                </a:lnTo>
                <a:lnTo>
                  <a:pt x="379917" y="80312"/>
                </a:lnTo>
                <a:lnTo>
                  <a:pt x="379998" y="80069"/>
                </a:lnTo>
                <a:lnTo>
                  <a:pt x="380086" y="79828"/>
                </a:lnTo>
                <a:lnTo>
                  <a:pt x="380179" y="79590"/>
                </a:lnTo>
                <a:lnTo>
                  <a:pt x="380278" y="79353"/>
                </a:lnTo>
                <a:lnTo>
                  <a:pt x="380384" y="79118"/>
                </a:lnTo>
                <a:lnTo>
                  <a:pt x="380495" y="78886"/>
                </a:lnTo>
                <a:lnTo>
                  <a:pt x="380612" y="78655"/>
                </a:lnTo>
                <a:lnTo>
                  <a:pt x="380736" y="78427"/>
                </a:lnTo>
                <a:lnTo>
                  <a:pt x="380865" y="78201"/>
                </a:lnTo>
                <a:lnTo>
                  <a:pt x="381000" y="77976"/>
                </a:lnTo>
                <a:lnTo>
                  <a:pt x="381142" y="77754"/>
                </a:lnTo>
                <a:lnTo>
                  <a:pt x="381289" y="77535"/>
                </a:lnTo>
                <a:lnTo>
                  <a:pt x="381441" y="77320"/>
                </a:lnTo>
                <a:lnTo>
                  <a:pt x="381598" y="77110"/>
                </a:lnTo>
                <a:lnTo>
                  <a:pt x="381760" y="76904"/>
                </a:lnTo>
                <a:lnTo>
                  <a:pt x="381927" y="76703"/>
                </a:lnTo>
                <a:lnTo>
                  <a:pt x="382099" y="76506"/>
                </a:lnTo>
                <a:lnTo>
                  <a:pt x="382276" y="76313"/>
                </a:lnTo>
                <a:lnTo>
                  <a:pt x="382459" y="76125"/>
                </a:lnTo>
                <a:lnTo>
                  <a:pt x="382646" y="75941"/>
                </a:lnTo>
                <a:lnTo>
                  <a:pt x="382839" y="75762"/>
                </a:lnTo>
                <a:lnTo>
                  <a:pt x="383036" y="75587"/>
                </a:lnTo>
                <a:lnTo>
                  <a:pt x="383239" y="75417"/>
                </a:lnTo>
                <a:lnTo>
                  <a:pt x="383446" y="75251"/>
                </a:lnTo>
                <a:lnTo>
                  <a:pt x="383659" y="75090"/>
                </a:lnTo>
                <a:lnTo>
                  <a:pt x="383876" y="74933"/>
                </a:lnTo>
                <a:lnTo>
                  <a:pt x="384099" y="74780"/>
                </a:lnTo>
                <a:lnTo>
                  <a:pt x="384327" y="74632"/>
                </a:lnTo>
                <a:lnTo>
                  <a:pt x="384560" y="74488"/>
                </a:lnTo>
                <a:lnTo>
                  <a:pt x="384798" y="74349"/>
                </a:lnTo>
                <a:lnTo>
                  <a:pt x="385041" y="74214"/>
                </a:lnTo>
                <a:lnTo>
                  <a:pt x="385289" y="74083"/>
                </a:lnTo>
                <a:lnTo>
                  <a:pt x="385542" y="73957"/>
                </a:lnTo>
                <a:lnTo>
                  <a:pt x="385800" y="73836"/>
                </a:lnTo>
                <a:lnTo>
                  <a:pt x="386063" y="73718"/>
                </a:lnTo>
                <a:lnTo>
                  <a:pt x="386337" y="73604"/>
                </a:lnTo>
                <a:lnTo>
                  <a:pt x="386626" y="73490"/>
                </a:lnTo>
                <a:lnTo>
                  <a:pt x="386931" y="73378"/>
                </a:lnTo>
                <a:lnTo>
                  <a:pt x="387251" y="73266"/>
                </a:lnTo>
                <a:lnTo>
                  <a:pt x="387587" y="73155"/>
                </a:lnTo>
                <a:lnTo>
                  <a:pt x="387939" y="73046"/>
                </a:lnTo>
                <a:lnTo>
                  <a:pt x="388306" y="72937"/>
                </a:lnTo>
                <a:lnTo>
                  <a:pt x="388690" y="72829"/>
                </a:lnTo>
                <a:lnTo>
                  <a:pt x="389088" y="72722"/>
                </a:lnTo>
                <a:lnTo>
                  <a:pt x="389503" y="72617"/>
                </a:lnTo>
                <a:lnTo>
                  <a:pt x="389933" y="72512"/>
                </a:lnTo>
                <a:lnTo>
                  <a:pt x="390378" y="72408"/>
                </a:lnTo>
                <a:lnTo>
                  <a:pt x="390839" y="72305"/>
                </a:lnTo>
                <a:lnTo>
                  <a:pt x="391316" y="72203"/>
                </a:lnTo>
                <a:lnTo>
                  <a:pt x="391809" y="72102"/>
                </a:lnTo>
                <a:lnTo>
                  <a:pt x="392317" y="72002"/>
                </a:lnTo>
                <a:lnTo>
                  <a:pt x="392841" y="71903"/>
                </a:lnTo>
                <a:lnTo>
                  <a:pt x="393380" y="71805"/>
                </a:lnTo>
                <a:lnTo>
                  <a:pt x="393936" y="71707"/>
                </a:lnTo>
                <a:lnTo>
                  <a:pt x="394506" y="71611"/>
                </a:lnTo>
                <a:lnTo>
                  <a:pt x="395093" y="71516"/>
                </a:lnTo>
                <a:lnTo>
                  <a:pt x="395695" y="71422"/>
                </a:lnTo>
                <a:lnTo>
                  <a:pt x="396313" y="71328"/>
                </a:lnTo>
                <a:lnTo>
                  <a:pt x="396946" y="71236"/>
                </a:lnTo>
                <a:lnTo>
                  <a:pt x="398066" y="71073"/>
                </a:lnTo>
                <a:lnTo>
                  <a:pt x="399163" y="70908"/>
                </a:lnTo>
                <a:lnTo>
                  <a:pt x="400236" y="70740"/>
                </a:lnTo>
                <a:lnTo>
                  <a:pt x="401286" y="70569"/>
                </a:lnTo>
                <a:lnTo>
                  <a:pt x="402312" y="70395"/>
                </a:lnTo>
                <a:lnTo>
                  <a:pt x="403314" y="70218"/>
                </a:lnTo>
                <a:lnTo>
                  <a:pt x="404293" y="70038"/>
                </a:lnTo>
                <a:lnTo>
                  <a:pt x="405249" y="69856"/>
                </a:lnTo>
                <a:lnTo>
                  <a:pt x="406180" y="69670"/>
                </a:lnTo>
                <a:lnTo>
                  <a:pt x="407088" y="69482"/>
                </a:lnTo>
                <a:lnTo>
                  <a:pt x="407973" y="69291"/>
                </a:lnTo>
                <a:lnTo>
                  <a:pt x="408834" y="69097"/>
                </a:lnTo>
                <a:lnTo>
                  <a:pt x="409671" y="68900"/>
                </a:lnTo>
                <a:lnTo>
                  <a:pt x="410485" y="68700"/>
                </a:lnTo>
                <a:lnTo>
                  <a:pt x="411275" y="68497"/>
                </a:lnTo>
                <a:lnTo>
                  <a:pt x="412042" y="68292"/>
                </a:lnTo>
                <a:lnTo>
                  <a:pt x="412785" y="68083"/>
                </a:lnTo>
                <a:lnTo>
                  <a:pt x="413504" y="67872"/>
                </a:lnTo>
                <a:lnTo>
                  <a:pt x="414200" y="67658"/>
                </a:lnTo>
                <a:lnTo>
                  <a:pt x="414872" y="67441"/>
                </a:lnTo>
                <a:lnTo>
                  <a:pt x="415521" y="67221"/>
                </a:lnTo>
                <a:lnTo>
                  <a:pt x="416146" y="66998"/>
                </a:lnTo>
                <a:lnTo>
                  <a:pt x="416747" y="66773"/>
                </a:lnTo>
                <a:lnTo>
                  <a:pt x="417325" y="66544"/>
                </a:lnTo>
                <a:lnTo>
                  <a:pt x="417325" y="71095"/>
                </a:lnTo>
                <a:lnTo>
                  <a:pt x="417322" y="71772"/>
                </a:lnTo>
                <a:lnTo>
                  <a:pt x="417311" y="72435"/>
                </a:lnTo>
                <a:lnTo>
                  <a:pt x="417294" y="73084"/>
                </a:lnTo>
                <a:close/>
                <a:moveTo>
                  <a:pt x="461742" y="103421"/>
                </a:moveTo>
                <a:lnTo>
                  <a:pt x="461742" y="29806"/>
                </a:lnTo>
                <a:lnTo>
                  <a:pt x="449265" y="29806"/>
                </a:lnTo>
                <a:lnTo>
                  <a:pt x="449265" y="103421"/>
                </a:lnTo>
                <a:lnTo>
                  <a:pt x="461742" y="103421"/>
                </a:lnTo>
                <a:close/>
                <a:moveTo>
                  <a:pt x="79352" y="103421"/>
                </a:moveTo>
                <a:lnTo>
                  <a:pt x="98830" y="103421"/>
                </a:lnTo>
                <a:lnTo>
                  <a:pt x="98830" y="83873"/>
                </a:lnTo>
                <a:lnTo>
                  <a:pt x="79352" y="83873"/>
                </a:lnTo>
                <a:lnTo>
                  <a:pt x="79352" y="103421"/>
                </a:lnTo>
                <a:close/>
                <a:moveTo>
                  <a:pt x="630659" y="16081"/>
                </a:moveTo>
                <a:lnTo>
                  <a:pt x="643136" y="16081"/>
                </a:lnTo>
                <a:lnTo>
                  <a:pt x="643136" y="1802"/>
                </a:lnTo>
                <a:lnTo>
                  <a:pt x="630659" y="1802"/>
                </a:lnTo>
                <a:lnTo>
                  <a:pt x="630659" y="16081"/>
                </a:lnTo>
                <a:close/>
                <a:moveTo>
                  <a:pt x="1174841" y="16081"/>
                </a:moveTo>
                <a:lnTo>
                  <a:pt x="1187318" y="16081"/>
                </a:lnTo>
                <a:lnTo>
                  <a:pt x="1187318" y="1802"/>
                </a:lnTo>
                <a:lnTo>
                  <a:pt x="1174841" y="1802"/>
                </a:lnTo>
                <a:lnTo>
                  <a:pt x="1174841" y="16081"/>
                </a:lnTo>
                <a:close/>
                <a:moveTo>
                  <a:pt x="1221707" y="29806"/>
                </a:moveTo>
                <a:lnTo>
                  <a:pt x="1221707" y="23065"/>
                </a:lnTo>
                <a:lnTo>
                  <a:pt x="1221711" y="22522"/>
                </a:lnTo>
                <a:lnTo>
                  <a:pt x="1221723" y="21994"/>
                </a:lnTo>
                <a:lnTo>
                  <a:pt x="1221744" y="21480"/>
                </a:lnTo>
                <a:lnTo>
                  <a:pt x="1221772" y="20980"/>
                </a:lnTo>
                <a:lnTo>
                  <a:pt x="1221809" y="20495"/>
                </a:lnTo>
                <a:lnTo>
                  <a:pt x="1221854" y="20025"/>
                </a:lnTo>
                <a:lnTo>
                  <a:pt x="1221907" y="19570"/>
                </a:lnTo>
                <a:lnTo>
                  <a:pt x="1221969" y="19129"/>
                </a:lnTo>
                <a:lnTo>
                  <a:pt x="1222038" y="18702"/>
                </a:lnTo>
                <a:lnTo>
                  <a:pt x="1222116" y="18290"/>
                </a:lnTo>
                <a:lnTo>
                  <a:pt x="1222202" y="17893"/>
                </a:lnTo>
                <a:lnTo>
                  <a:pt x="1222296" y="17510"/>
                </a:lnTo>
                <a:lnTo>
                  <a:pt x="1222398" y="17142"/>
                </a:lnTo>
                <a:lnTo>
                  <a:pt x="1222509" y="16788"/>
                </a:lnTo>
                <a:lnTo>
                  <a:pt x="1222627" y="16449"/>
                </a:lnTo>
                <a:lnTo>
                  <a:pt x="1222754" y="16125"/>
                </a:lnTo>
                <a:lnTo>
                  <a:pt x="1222889" y="15815"/>
                </a:lnTo>
                <a:lnTo>
                  <a:pt x="1223033" y="15520"/>
                </a:lnTo>
                <a:lnTo>
                  <a:pt x="1223184" y="15239"/>
                </a:lnTo>
                <a:lnTo>
                  <a:pt x="1223343" y="14973"/>
                </a:lnTo>
                <a:lnTo>
                  <a:pt x="1223511" y="14721"/>
                </a:lnTo>
                <a:lnTo>
                  <a:pt x="1223687" y="14484"/>
                </a:lnTo>
                <a:lnTo>
                  <a:pt x="1223871" y="14262"/>
                </a:lnTo>
                <a:lnTo>
                  <a:pt x="1224064" y="14054"/>
                </a:lnTo>
                <a:lnTo>
                  <a:pt x="1224266" y="13857"/>
                </a:lnTo>
                <a:lnTo>
                  <a:pt x="1224479" y="13669"/>
                </a:lnTo>
                <a:lnTo>
                  <a:pt x="1224705" y="13489"/>
                </a:lnTo>
                <a:lnTo>
                  <a:pt x="1224942" y="13318"/>
                </a:lnTo>
                <a:lnTo>
                  <a:pt x="1225190" y="13155"/>
                </a:lnTo>
                <a:lnTo>
                  <a:pt x="1225450" y="13000"/>
                </a:lnTo>
                <a:lnTo>
                  <a:pt x="1225721" y="12854"/>
                </a:lnTo>
                <a:lnTo>
                  <a:pt x="1226004" y="12716"/>
                </a:lnTo>
                <a:lnTo>
                  <a:pt x="1226299" y="12586"/>
                </a:lnTo>
                <a:lnTo>
                  <a:pt x="1226605" y="12465"/>
                </a:lnTo>
                <a:lnTo>
                  <a:pt x="1226923" y="12352"/>
                </a:lnTo>
                <a:lnTo>
                  <a:pt x="1227252" y="12247"/>
                </a:lnTo>
                <a:lnTo>
                  <a:pt x="1227593" y="12151"/>
                </a:lnTo>
                <a:lnTo>
                  <a:pt x="1227945" y="12063"/>
                </a:lnTo>
                <a:lnTo>
                  <a:pt x="1228309" y="11984"/>
                </a:lnTo>
                <a:lnTo>
                  <a:pt x="1228685" y="11913"/>
                </a:lnTo>
                <a:lnTo>
                  <a:pt x="1229072" y="11850"/>
                </a:lnTo>
                <a:lnTo>
                  <a:pt x="1229470" y="11796"/>
                </a:lnTo>
                <a:lnTo>
                  <a:pt x="1229880" y="11750"/>
                </a:lnTo>
                <a:lnTo>
                  <a:pt x="1230302" y="11712"/>
                </a:lnTo>
                <a:lnTo>
                  <a:pt x="1230735" y="11683"/>
                </a:lnTo>
                <a:lnTo>
                  <a:pt x="1231180" y="11662"/>
                </a:lnTo>
                <a:lnTo>
                  <a:pt x="1231636" y="11649"/>
                </a:lnTo>
                <a:lnTo>
                  <a:pt x="1232104" y="11645"/>
                </a:lnTo>
                <a:lnTo>
                  <a:pt x="1232394" y="11646"/>
                </a:lnTo>
                <a:lnTo>
                  <a:pt x="1232685" y="11650"/>
                </a:lnTo>
                <a:lnTo>
                  <a:pt x="1232977" y="11656"/>
                </a:lnTo>
                <a:lnTo>
                  <a:pt x="1233271" y="11664"/>
                </a:lnTo>
                <a:lnTo>
                  <a:pt x="1233566" y="11675"/>
                </a:lnTo>
                <a:lnTo>
                  <a:pt x="1233863" y="11688"/>
                </a:lnTo>
                <a:lnTo>
                  <a:pt x="1234161" y="11704"/>
                </a:lnTo>
                <a:lnTo>
                  <a:pt x="1234461" y="11722"/>
                </a:lnTo>
                <a:lnTo>
                  <a:pt x="1234762" y="11742"/>
                </a:lnTo>
                <a:lnTo>
                  <a:pt x="1235065" y="11765"/>
                </a:lnTo>
                <a:lnTo>
                  <a:pt x="1235369" y="11790"/>
                </a:lnTo>
                <a:lnTo>
                  <a:pt x="1235674" y="11817"/>
                </a:lnTo>
                <a:lnTo>
                  <a:pt x="1235981" y="11847"/>
                </a:lnTo>
                <a:lnTo>
                  <a:pt x="1236289" y="11880"/>
                </a:lnTo>
                <a:lnTo>
                  <a:pt x="1236599" y="11914"/>
                </a:lnTo>
                <a:lnTo>
                  <a:pt x="1236910" y="11951"/>
                </a:lnTo>
                <a:lnTo>
                  <a:pt x="1237223" y="11991"/>
                </a:lnTo>
                <a:lnTo>
                  <a:pt x="1237537" y="12033"/>
                </a:lnTo>
                <a:lnTo>
                  <a:pt x="1237853" y="12077"/>
                </a:lnTo>
                <a:lnTo>
                  <a:pt x="1238170" y="12124"/>
                </a:lnTo>
                <a:lnTo>
                  <a:pt x="1238488" y="12173"/>
                </a:lnTo>
                <a:lnTo>
                  <a:pt x="1238808" y="12224"/>
                </a:lnTo>
                <a:lnTo>
                  <a:pt x="1239129" y="12278"/>
                </a:lnTo>
                <a:lnTo>
                  <a:pt x="1239452" y="12334"/>
                </a:lnTo>
                <a:lnTo>
                  <a:pt x="1241323" y="1393"/>
                </a:lnTo>
                <a:lnTo>
                  <a:pt x="1240794" y="1290"/>
                </a:lnTo>
                <a:lnTo>
                  <a:pt x="1240268" y="1193"/>
                </a:lnTo>
                <a:lnTo>
                  <a:pt x="1239746" y="1099"/>
                </a:lnTo>
                <a:lnTo>
                  <a:pt x="1239229" y="1010"/>
                </a:lnTo>
                <a:lnTo>
                  <a:pt x="1238714" y="925"/>
                </a:lnTo>
                <a:lnTo>
                  <a:pt x="1238204" y="844"/>
                </a:lnTo>
                <a:lnTo>
                  <a:pt x="1237698" y="768"/>
                </a:lnTo>
                <a:lnTo>
                  <a:pt x="1237195" y="696"/>
                </a:lnTo>
                <a:lnTo>
                  <a:pt x="1236697" y="629"/>
                </a:lnTo>
                <a:lnTo>
                  <a:pt x="1236202" y="565"/>
                </a:lnTo>
                <a:lnTo>
                  <a:pt x="1235711" y="507"/>
                </a:lnTo>
                <a:lnTo>
                  <a:pt x="1235224" y="452"/>
                </a:lnTo>
                <a:lnTo>
                  <a:pt x="1234740" y="402"/>
                </a:lnTo>
                <a:lnTo>
                  <a:pt x="1234261" y="356"/>
                </a:lnTo>
                <a:lnTo>
                  <a:pt x="1233785" y="315"/>
                </a:lnTo>
                <a:lnTo>
                  <a:pt x="1233314" y="278"/>
                </a:lnTo>
                <a:lnTo>
                  <a:pt x="1232846" y="245"/>
                </a:lnTo>
                <a:lnTo>
                  <a:pt x="1232382" y="217"/>
                </a:lnTo>
                <a:lnTo>
                  <a:pt x="1231921" y="193"/>
                </a:lnTo>
                <a:lnTo>
                  <a:pt x="1231465" y="173"/>
                </a:lnTo>
                <a:lnTo>
                  <a:pt x="1231013" y="158"/>
                </a:lnTo>
                <a:lnTo>
                  <a:pt x="1230564" y="147"/>
                </a:lnTo>
                <a:lnTo>
                  <a:pt x="1230119" y="141"/>
                </a:lnTo>
                <a:lnTo>
                  <a:pt x="1229678" y="139"/>
                </a:lnTo>
                <a:lnTo>
                  <a:pt x="1229003" y="144"/>
                </a:lnTo>
                <a:lnTo>
                  <a:pt x="1228340" y="160"/>
                </a:lnTo>
                <a:lnTo>
                  <a:pt x="1227690" y="186"/>
                </a:lnTo>
                <a:lnTo>
                  <a:pt x="1227053" y="222"/>
                </a:lnTo>
                <a:lnTo>
                  <a:pt x="1226428" y="269"/>
                </a:lnTo>
                <a:lnTo>
                  <a:pt x="1225816" y="327"/>
                </a:lnTo>
                <a:lnTo>
                  <a:pt x="1225217" y="395"/>
                </a:lnTo>
                <a:lnTo>
                  <a:pt x="1224630" y="473"/>
                </a:lnTo>
                <a:lnTo>
                  <a:pt x="1224055" y="562"/>
                </a:lnTo>
                <a:lnTo>
                  <a:pt x="1223494" y="661"/>
                </a:lnTo>
                <a:lnTo>
                  <a:pt x="1222945" y="771"/>
                </a:lnTo>
                <a:lnTo>
                  <a:pt x="1222409" y="891"/>
                </a:lnTo>
                <a:lnTo>
                  <a:pt x="1221885" y="1021"/>
                </a:lnTo>
                <a:lnTo>
                  <a:pt x="1221374" y="1162"/>
                </a:lnTo>
                <a:lnTo>
                  <a:pt x="1220876" y="1314"/>
                </a:lnTo>
                <a:lnTo>
                  <a:pt x="1220390" y="1476"/>
                </a:lnTo>
                <a:lnTo>
                  <a:pt x="1219917" y="1648"/>
                </a:lnTo>
                <a:lnTo>
                  <a:pt x="1219456" y="1831"/>
                </a:lnTo>
                <a:lnTo>
                  <a:pt x="1219008" y="2024"/>
                </a:lnTo>
                <a:lnTo>
                  <a:pt x="1218573" y="2228"/>
                </a:lnTo>
                <a:lnTo>
                  <a:pt x="1218151" y="2442"/>
                </a:lnTo>
                <a:lnTo>
                  <a:pt x="1217741" y="2667"/>
                </a:lnTo>
                <a:lnTo>
                  <a:pt x="1217343" y="2902"/>
                </a:lnTo>
                <a:lnTo>
                  <a:pt x="1216959" y="3147"/>
                </a:lnTo>
                <a:lnTo>
                  <a:pt x="1216585" y="3401"/>
                </a:lnTo>
                <a:lnTo>
                  <a:pt x="1216221" y="3662"/>
                </a:lnTo>
                <a:lnTo>
                  <a:pt x="1215866" y="3928"/>
                </a:lnTo>
                <a:lnTo>
                  <a:pt x="1215521" y="4201"/>
                </a:lnTo>
                <a:lnTo>
                  <a:pt x="1215186" y="4481"/>
                </a:lnTo>
                <a:lnTo>
                  <a:pt x="1214860" y="4766"/>
                </a:lnTo>
                <a:lnTo>
                  <a:pt x="1214543" y="5058"/>
                </a:lnTo>
                <a:lnTo>
                  <a:pt x="1214236" y="5357"/>
                </a:lnTo>
                <a:lnTo>
                  <a:pt x="1213938" y="5661"/>
                </a:lnTo>
                <a:lnTo>
                  <a:pt x="1213650" y="5972"/>
                </a:lnTo>
                <a:lnTo>
                  <a:pt x="1213372" y="6290"/>
                </a:lnTo>
                <a:lnTo>
                  <a:pt x="1213103" y="6614"/>
                </a:lnTo>
                <a:lnTo>
                  <a:pt x="1212843" y="6944"/>
                </a:lnTo>
                <a:lnTo>
                  <a:pt x="1212593" y="7280"/>
                </a:lnTo>
                <a:lnTo>
                  <a:pt x="1212353" y="7623"/>
                </a:lnTo>
                <a:lnTo>
                  <a:pt x="1212122" y="7973"/>
                </a:lnTo>
                <a:lnTo>
                  <a:pt x="1211900" y="8328"/>
                </a:lnTo>
                <a:lnTo>
                  <a:pt x="1211688" y="8690"/>
                </a:lnTo>
                <a:lnTo>
                  <a:pt x="1211486" y="9058"/>
                </a:lnTo>
                <a:lnTo>
                  <a:pt x="1211293" y="9433"/>
                </a:lnTo>
                <a:lnTo>
                  <a:pt x="1211109" y="9814"/>
                </a:lnTo>
                <a:lnTo>
                  <a:pt x="1210936" y="10202"/>
                </a:lnTo>
                <a:lnTo>
                  <a:pt x="1210771" y="10595"/>
                </a:lnTo>
                <a:lnTo>
                  <a:pt x="1210616" y="10995"/>
                </a:lnTo>
                <a:lnTo>
                  <a:pt x="1210509" y="11302"/>
                </a:lnTo>
                <a:lnTo>
                  <a:pt x="1210406" y="11621"/>
                </a:lnTo>
                <a:lnTo>
                  <a:pt x="1210307" y="11954"/>
                </a:lnTo>
                <a:lnTo>
                  <a:pt x="1210214" y="12300"/>
                </a:lnTo>
                <a:lnTo>
                  <a:pt x="1210125" y="12659"/>
                </a:lnTo>
                <a:lnTo>
                  <a:pt x="1210040" y="13031"/>
                </a:lnTo>
                <a:lnTo>
                  <a:pt x="1209960" y="13416"/>
                </a:lnTo>
                <a:lnTo>
                  <a:pt x="1209884" y="13815"/>
                </a:lnTo>
                <a:lnTo>
                  <a:pt x="1209814" y="14227"/>
                </a:lnTo>
                <a:lnTo>
                  <a:pt x="1209747" y="14652"/>
                </a:lnTo>
                <a:lnTo>
                  <a:pt x="1209686" y="15091"/>
                </a:lnTo>
                <a:lnTo>
                  <a:pt x="1209628" y="15542"/>
                </a:lnTo>
                <a:lnTo>
                  <a:pt x="1209576" y="16007"/>
                </a:lnTo>
                <a:lnTo>
                  <a:pt x="1209528" y="16485"/>
                </a:lnTo>
                <a:lnTo>
                  <a:pt x="1209484" y="16976"/>
                </a:lnTo>
                <a:lnTo>
                  <a:pt x="1209445" y="17480"/>
                </a:lnTo>
                <a:lnTo>
                  <a:pt x="1209411" y="17998"/>
                </a:lnTo>
                <a:lnTo>
                  <a:pt x="1209381" y="18529"/>
                </a:lnTo>
                <a:lnTo>
                  <a:pt x="1209356" y="19073"/>
                </a:lnTo>
                <a:lnTo>
                  <a:pt x="1209336" y="19630"/>
                </a:lnTo>
                <a:lnTo>
                  <a:pt x="1209320" y="20200"/>
                </a:lnTo>
                <a:lnTo>
                  <a:pt x="1209308" y="20784"/>
                </a:lnTo>
                <a:lnTo>
                  <a:pt x="1209301" y="21381"/>
                </a:lnTo>
                <a:lnTo>
                  <a:pt x="1209299" y="21991"/>
                </a:lnTo>
                <a:lnTo>
                  <a:pt x="1209299" y="29806"/>
                </a:lnTo>
                <a:lnTo>
                  <a:pt x="1198278" y="29806"/>
                </a:lnTo>
                <a:lnTo>
                  <a:pt x="1198278" y="39511"/>
                </a:lnTo>
                <a:lnTo>
                  <a:pt x="1209299" y="39511"/>
                </a:lnTo>
                <a:lnTo>
                  <a:pt x="1209299" y="103421"/>
                </a:lnTo>
                <a:lnTo>
                  <a:pt x="1221707" y="103421"/>
                </a:lnTo>
                <a:lnTo>
                  <a:pt x="1221707" y="39511"/>
                </a:lnTo>
                <a:lnTo>
                  <a:pt x="1236055" y="39511"/>
                </a:lnTo>
                <a:lnTo>
                  <a:pt x="1236055" y="29806"/>
                </a:lnTo>
                <a:lnTo>
                  <a:pt x="1221707" y="29806"/>
                </a:lnTo>
                <a:close/>
                <a:moveTo>
                  <a:pt x="935524" y="74857"/>
                </a:moveTo>
                <a:lnTo>
                  <a:pt x="935643" y="75666"/>
                </a:lnTo>
                <a:lnTo>
                  <a:pt x="935779" y="76467"/>
                </a:lnTo>
                <a:lnTo>
                  <a:pt x="935933" y="77261"/>
                </a:lnTo>
                <a:lnTo>
                  <a:pt x="936105" y="78048"/>
                </a:lnTo>
                <a:lnTo>
                  <a:pt x="936294" y="78827"/>
                </a:lnTo>
                <a:lnTo>
                  <a:pt x="936500" y="79599"/>
                </a:lnTo>
                <a:lnTo>
                  <a:pt x="936724" y="80364"/>
                </a:lnTo>
                <a:lnTo>
                  <a:pt x="936965" y="81121"/>
                </a:lnTo>
                <a:lnTo>
                  <a:pt x="937224" y="81871"/>
                </a:lnTo>
                <a:lnTo>
                  <a:pt x="937500" y="82614"/>
                </a:lnTo>
                <a:lnTo>
                  <a:pt x="937793" y="83349"/>
                </a:lnTo>
                <a:lnTo>
                  <a:pt x="938104" y="84077"/>
                </a:lnTo>
                <a:lnTo>
                  <a:pt x="938433" y="84798"/>
                </a:lnTo>
                <a:lnTo>
                  <a:pt x="938779" y="85511"/>
                </a:lnTo>
                <a:lnTo>
                  <a:pt x="939142" y="86217"/>
                </a:lnTo>
                <a:lnTo>
                  <a:pt x="939523" y="86916"/>
                </a:lnTo>
                <a:lnTo>
                  <a:pt x="939921" y="87607"/>
                </a:lnTo>
                <a:lnTo>
                  <a:pt x="940337" y="88291"/>
                </a:lnTo>
                <a:lnTo>
                  <a:pt x="940770" y="88968"/>
                </a:lnTo>
                <a:lnTo>
                  <a:pt x="941219" y="89634"/>
                </a:lnTo>
                <a:lnTo>
                  <a:pt x="941682" y="90286"/>
                </a:lnTo>
                <a:lnTo>
                  <a:pt x="942159" y="90923"/>
                </a:lnTo>
                <a:lnTo>
                  <a:pt x="942649" y="91547"/>
                </a:lnTo>
                <a:lnTo>
                  <a:pt x="943154" y="92157"/>
                </a:lnTo>
                <a:lnTo>
                  <a:pt x="943673" y="92752"/>
                </a:lnTo>
                <a:lnTo>
                  <a:pt x="944205" y="93334"/>
                </a:lnTo>
                <a:lnTo>
                  <a:pt x="944752" y="93901"/>
                </a:lnTo>
                <a:lnTo>
                  <a:pt x="945313" y="94454"/>
                </a:lnTo>
                <a:lnTo>
                  <a:pt x="945887" y="94993"/>
                </a:lnTo>
                <a:lnTo>
                  <a:pt x="946475" y="95519"/>
                </a:lnTo>
                <a:lnTo>
                  <a:pt x="947078" y="96030"/>
                </a:lnTo>
                <a:lnTo>
                  <a:pt x="947694" y="96527"/>
                </a:lnTo>
                <a:lnTo>
                  <a:pt x="948325" y="97009"/>
                </a:lnTo>
                <a:lnTo>
                  <a:pt x="948969" y="97478"/>
                </a:lnTo>
                <a:lnTo>
                  <a:pt x="949627" y="97933"/>
                </a:lnTo>
                <a:lnTo>
                  <a:pt x="950299" y="98374"/>
                </a:lnTo>
                <a:lnTo>
                  <a:pt x="950986" y="98800"/>
                </a:lnTo>
                <a:lnTo>
                  <a:pt x="951686" y="99213"/>
                </a:lnTo>
                <a:lnTo>
                  <a:pt x="952400" y="99611"/>
                </a:lnTo>
                <a:lnTo>
                  <a:pt x="953128" y="99995"/>
                </a:lnTo>
                <a:lnTo>
                  <a:pt x="953870" y="100366"/>
                </a:lnTo>
                <a:lnTo>
                  <a:pt x="954626" y="100722"/>
                </a:lnTo>
                <a:lnTo>
                  <a:pt x="955396" y="101064"/>
                </a:lnTo>
                <a:lnTo>
                  <a:pt x="956181" y="101392"/>
                </a:lnTo>
                <a:lnTo>
                  <a:pt x="956981" y="101706"/>
                </a:lnTo>
                <a:lnTo>
                  <a:pt x="957797" y="102006"/>
                </a:lnTo>
                <a:lnTo>
                  <a:pt x="958628" y="102292"/>
                </a:lnTo>
                <a:lnTo>
                  <a:pt x="959475" y="102564"/>
                </a:lnTo>
                <a:lnTo>
                  <a:pt x="960337" y="102823"/>
                </a:lnTo>
                <a:lnTo>
                  <a:pt x="961215" y="103067"/>
                </a:lnTo>
                <a:lnTo>
                  <a:pt x="962108" y="103297"/>
                </a:lnTo>
                <a:lnTo>
                  <a:pt x="963017" y="103514"/>
                </a:lnTo>
                <a:lnTo>
                  <a:pt x="963941" y="103716"/>
                </a:lnTo>
                <a:lnTo>
                  <a:pt x="964881" y="103905"/>
                </a:lnTo>
                <a:lnTo>
                  <a:pt x="965837" y="104079"/>
                </a:lnTo>
                <a:lnTo>
                  <a:pt x="966808" y="104240"/>
                </a:lnTo>
                <a:lnTo>
                  <a:pt x="967794" y="104386"/>
                </a:lnTo>
                <a:lnTo>
                  <a:pt x="968796" y="104519"/>
                </a:lnTo>
                <a:lnTo>
                  <a:pt x="969814" y="104637"/>
                </a:lnTo>
                <a:lnTo>
                  <a:pt x="970847" y="104742"/>
                </a:lnTo>
                <a:lnTo>
                  <a:pt x="971895" y="104833"/>
                </a:lnTo>
                <a:lnTo>
                  <a:pt x="972960" y="104910"/>
                </a:lnTo>
                <a:lnTo>
                  <a:pt x="974039" y="104972"/>
                </a:lnTo>
                <a:lnTo>
                  <a:pt x="975134" y="105021"/>
                </a:lnTo>
                <a:lnTo>
                  <a:pt x="976245" y="105056"/>
                </a:lnTo>
                <a:lnTo>
                  <a:pt x="977371" y="105077"/>
                </a:lnTo>
                <a:lnTo>
                  <a:pt x="978513" y="105084"/>
                </a:lnTo>
                <a:lnTo>
                  <a:pt x="979416" y="105077"/>
                </a:lnTo>
                <a:lnTo>
                  <a:pt x="980312" y="105056"/>
                </a:lnTo>
                <a:lnTo>
                  <a:pt x="981200" y="105022"/>
                </a:lnTo>
                <a:lnTo>
                  <a:pt x="982080" y="104974"/>
                </a:lnTo>
                <a:lnTo>
                  <a:pt x="982953" y="104911"/>
                </a:lnTo>
                <a:lnTo>
                  <a:pt x="983818" y="104836"/>
                </a:lnTo>
                <a:lnTo>
                  <a:pt x="984676" y="104746"/>
                </a:lnTo>
                <a:lnTo>
                  <a:pt x="985526" y="104642"/>
                </a:lnTo>
                <a:lnTo>
                  <a:pt x="986368" y="104525"/>
                </a:lnTo>
                <a:lnTo>
                  <a:pt x="987203" y="104394"/>
                </a:lnTo>
                <a:lnTo>
                  <a:pt x="988030" y="104249"/>
                </a:lnTo>
                <a:lnTo>
                  <a:pt x="988850" y="104090"/>
                </a:lnTo>
                <a:lnTo>
                  <a:pt x="989662" y="103917"/>
                </a:lnTo>
                <a:lnTo>
                  <a:pt x="990467" y="103731"/>
                </a:lnTo>
                <a:lnTo>
                  <a:pt x="991264" y="103531"/>
                </a:lnTo>
                <a:lnTo>
                  <a:pt x="992053" y="103317"/>
                </a:lnTo>
                <a:lnTo>
                  <a:pt x="992835" y="103089"/>
                </a:lnTo>
                <a:lnTo>
                  <a:pt x="993609" y="102847"/>
                </a:lnTo>
                <a:lnTo>
                  <a:pt x="994376" y="102592"/>
                </a:lnTo>
                <a:lnTo>
                  <a:pt x="995135" y="102322"/>
                </a:lnTo>
                <a:lnTo>
                  <a:pt x="995886" y="102039"/>
                </a:lnTo>
                <a:lnTo>
                  <a:pt x="996630" y="101742"/>
                </a:lnTo>
                <a:lnTo>
                  <a:pt x="997366" y="101432"/>
                </a:lnTo>
                <a:lnTo>
                  <a:pt x="998095" y="101107"/>
                </a:lnTo>
                <a:lnTo>
                  <a:pt x="998813" y="100770"/>
                </a:lnTo>
                <a:lnTo>
                  <a:pt x="999517" y="100422"/>
                </a:lnTo>
                <a:lnTo>
                  <a:pt x="1000206" y="100063"/>
                </a:lnTo>
                <a:lnTo>
                  <a:pt x="1000882" y="99692"/>
                </a:lnTo>
                <a:lnTo>
                  <a:pt x="1001544" y="99311"/>
                </a:lnTo>
                <a:lnTo>
                  <a:pt x="1002191" y="98919"/>
                </a:lnTo>
                <a:lnTo>
                  <a:pt x="1002825" y="98515"/>
                </a:lnTo>
                <a:lnTo>
                  <a:pt x="1003444" y="98101"/>
                </a:lnTo>
                <a:lnTo>
                  <a:pt x="1004049" y="97675"/>
                </a:lnTo>
                <a:lnTo>
                  <a:pt x="1004640" y="97239"/>
                </a:lnTo>
                <a:lnTo>
                  <a:pt x="1005217" y="96791"/>
                </a:lnTo>
                <a:lnTo>
                  <a:pt x="1005780" y="96333"/>
                </a:lnTo>
                <a:lnTo>
                  <a:pt x="1006329" y="95863"/>
                </a:lnTo>
                <a:lnTo>
                  <a:pt x="1006864" y="95383"/>
                </a:lnTo>
                <a:lnTo>
                  <a:pt x="1007385" y="94891"/>
                </a:lnTo>
                <a:lnTo>
                  <a:pt x="1007892" y="94388"/>
                </a:lnTo>
                <a:lnTo>
                  <a:pt x="1008384" y="93874"/>
                </a:lnTo>
                <a:lnTo>
                  <a:pt x="1008863" y="93350"/>
                </a:lnTo>
                <a:lnTo>
                  <a:pt x="1009327" y="92814"/>
                </a:lnTo>
                <a:lnTo>
                  <a:pt x="1009778" y="92267"/>
                </a:lnTo>
                <a:lnTo>
                  <a:pt x="1010214" y="91709"/>
                </a:lnTo>
                <a:lnTo>
                  <a:pt x="1010636" y="91140"/>
                </a:lnTo>
                <a:lnTo>
                  <a:pt x="1011044" y="90560"/>
                </a:lnTo>
                <a:lnTo>
                  <a:pt x="1011438" y="89969"/>
                </a:lnTo>
                <a:lnTo>
                  <a:pt x="1011817" y="89371"/>
                </a:lnTo>
                <a:lnTo>
                  <a:pt x="1012180" y="88769"/>
                </a:lnTo>
                <a:lnTo>
                  <a:pt x="1012527" y="88164"/>
                </a:lnTo>
                <a:lnTo>
                  <a:pt x="1012858" y="87556"/>
                </a:lnTo>
                <a:lnTo>
                  <a:pt x="1013172" y="86945"/>
                </a:lnTo>
                <a:lnTo>
                  <a:pt x="1013470" y="86331"/>
                </a:lnTo>
                <a:lnTo>
                  <a:pt x="1013753" y="85713"/>
                </a:lnTo>
                <a:lnTo>
                  <a:pt x="1014019" y="85092"/>
                </a:lnTo>
                <a:lnTo>
                  <a:pt x="1014269" y="84468"/>
                </a:lnTo>
                <a:lnTo>
                  <a:pt x="1014502" y="83840"/>
                </a:lnTo>
                <a:lnTo>
                  <a:pt x="1014720" y="83210"/>
                </a:lnTo>
                <a:lnTo>
                  <a:pt x="1014922" y="82576"/>
                </a:lnTo>
                <a:lnTo>
                  <a:pt x="1015107" y="81938"/>
                </a:lnTo>
                <a:lnTo>
                  <a:pt x="1015276" y="81298"/>
                </a:lnTo>
                <a:lnTo>
                  <a:pt x="1015430" y="80654"/>
                </a:lnTo>
                <a:lnTo>
                  <a:pt x="1015567" y="80007"/>
                </a:lnTo>
                <a:lnTo>
                  <a:pt x="1015688" y="79357"/>
                </a:lnTo>
                <a:lnTo>
                  <a:pt x="1015792" y="78704"/>
                </a:lnTo>
                <a:lnTo>
                  <a:pt x="1015881" y="78047"/>
                </a:lnTo>
                <a:lnTo>
                  <a:pt x="1015954" y="77387"/>
                </a:lnTo>
                <a:lnTo>
                  <a:pt x="1016010" y="76724"/>
                </a:lnTo>
                <a:lnTo>
                  <a:pt x="1016050" y="76057"/>
                </a:lnTo>
                <a:lnTo>
                  <a:pt x="1016075" y="75388"/>
                </a:lnTo>
                <a:lnTo>
                  <a:pt x="1016083" y="74715"/>
                </a:lnTo>
                <a:lnTo>
                  <a:pt x="1016075" y="74038"/>
                </a:lnTo>
                <a:lnTo>
                  <a:pt x="1016053" y="73368"/>
                </a:lnTo>
                <a:lnTo>
                  <a:pt x="1016017" y="72704"/>
                </a:lnTo>
                <a:lnTo>
                  <a:pt x="1015965" y="72047"/>
                </a:lnTo>
                <a:lnTo>
                  <a:pt x="1015899" y="71396"/>
                </a:lnTo>
                <a:lnTo>
                  <a:pt x="1015818" y="70753"/>
                </a:lnTo>
                <a:lnTo>
                  <a:pt x="1015723" y="70115"/>
                </a:lnTo>
                <a:lnTo>
                  <a:pt x="1015613" y="69485"/>
                </a:lnTo>
                <a:lnTo>
                  <a:pt x="1015488" y="68861"/>
                </a:lnTo>
                <a:lnTo>
                  <a:pt x="1015349" y="68243"/>
                </a:lnTo>
                <a:lnTo>
                  <a:pt x="1015194" y="67632"/>
                </a:lnTo>
                <a:lnTo>
                  <a:pt x="1015026" y="67028"/>
                </a:lnTo>
                <a:lnTo>
                  <a:pt x="1014842" y="66431"/>
                </a:lnTo>
                <a:lnTo>
                  <a:pt x="1014644" y="65840"/>
                </a:lnTo>
                <a:lnTo>
                  <a:pt x="1014431" y="65255"/>
                </a:lnTo>
                <a:lnTo>
                  <a:pt x="1014203" y="64677"/>
                </a:lnTo>
                <a:lnTo>
                  <a:pt x="1013961" y="64106"/>
                </a:lnTo>
                <a:lnTo>
                  <a:pt x="1013704" y="63541"/>
                </a:lnTo>
                <a:lnTo>
                  <a:pt x="1013433" y="62983"/>
                </a:lnTo>
                <a:lnTo>
                  <a:pt x="1013146" y="62432"/>
                </a:lnTo>
                <a:lnTo>
                  <a:pt x="1012845" y="61887"/>
                </a:lnTo>
                <a:lnTo>
                  <a:pt x="1012530" y="61349"/>
                </a:lnTo>
                <a:lnTo>
                  <a:pt x="1012199" y="60818"/>
                </a:lnTo>
                <a:lnTo>
                  <a:pt x="1011854" y="60293"/>
                </a:lnTo>
                <a:lnTo>
                  <a:pt x="1011494" y="59775"/>
                </a:lnTo>
                <a:lnTo>
                  <a:pt x="1011117" y="59264"/>
                </a:lnTo>
                <a:lnTo>
                  <a:pt x="1010725" y="58762"/>
                </a:lnTo>
                <a:lnTo>
                  <a:pt x="1010316" y="58266"/>
                </a:lnTo>
                <a:lnTo>
                  <a:pt x="1009891" y="57779"/>
                </a:lnTo>
                <a:lnTo>
                  <a:pt x="1009450" y="57299"/>
                </a:lnTo>
                <a:lnTo>
                  <a:pt x="1008993" y="56826"/>
                </a:lnTo>
                <a:lnTo>
                  <a:pt x="1008519" y="56361"/>
                </a:lnTo>
                <a:lnTo>
                  <a:pt x="1008030" y="55904"/>
                </a:lnTo>
                <a:lnTo>
                  <a:pt x="1007524" y="55454"/>
                </a:lnTo>
                <a:lnTo>
                  <a:pt x="1007003" y="55011"/>
                </a:lnTo>
                <a:lnTo>
                  <a:pt x="1006465" y="54577"/>
                </a:lnTo>
                <a:lnTo>
                  <a:pt x="1005911" y="54149"/>
                </a:lnTo>
                <a:lnTo>
                  <a:pt x="1005341" y="53730"/>
                </a:lnTo>
                <a:lnTo>
                  <a:pt x="1004755" y="53318"/>
                </a:lnTo>
                <a:lnTo>
                  <a:pt x="1004153" y="52913"/>
                </a:lnTo>
                <a:lnTo>
                  <a:pt x="1003534" y="52516"/>
                </a:lnTo>
                <a:lnTo>
                  <a:pt x="1002900" y="52127"/>
                </a:lnTo>
                <a:lnTo>
                  <a:pt x="1002249" y="51745"/>
                </a:lnTo>
                <a:lnTo>
                  <a:pt x="1001582" y="51371"/>
                </a:lnTo>
                <a:lnTo>
                  <a:pt x="1000899" y="51004"/>
                </a:lnTo>
                <a:lnTo>
                  <a:pt x="1000200" y="50645"/>
                </a:lnTo>
                <a:lnTo>
                  <a:pt x="999485" y="50293"/>
                </a:lnTo>
                <a:lnTo>
                  <a:pt x="998754" y="49949"/>
                </a:lnTo>
                <a:lnTo>
                  <a:pt x="998227" y="49717"/>
                </a:lnTo>
                <a:lnTo>
                  <a:pt x="997665" y="49482"/>
                </a:lnTo>
                <a:lnTo>
                  <a:pt x="997068" y="49243"/>
                </a:lnTo>
                <a:lnTo>
                  <a:pt x="996434" y="49001"/>
                </a:lnTo>
                <a:lnTo>
                  <a:pt x="995765" y="48756"/>
                </a:lnTo>
                <a:lnTo>
                  <a:pt x="995060" y="48508"/>
                </a:lnTo>
                <a:lnTo>
                  <a:pt x="994320" y="48256"/>
                </a:lnTo>
                <a:lnTo>
                  <a:pt x="993543" y="48002"/>
                </a:lnTo>
                <a:lnTo>
                  <a:pt x="992731" y="47744"/>
                </a:lnTo>
                <a:lnTo>
                  <a:pt x="991883" y="47482"/>
                </a:lnTo>
                <a:lnTo>
                  <a:pt x="991000" y="47218"/>
                </a:lnTo>
                <a:lnTo>
                  <a:pt x="990080" y="46950"/>
                </a:lnTo>
                <a:lnTo>
                  <a:pt x="989125" y="46679"/>
                </a:lnTo>
                <a:lnTo>
                  <a:pt x="988134" y="46405"/>
                </a:lnTo>
                <a:lnTo>
                  <a:pt x="987108" y="46128"/>
                </a:lnTo>
                <a:lnTo>
                  <a:pt x="986045" y="45847"/>
                </a:lnTo>
                <a:lnTo>
                  <a:pt x="984947" y="45563"/>
                </a:lnTo>
                <a:lnTo>
                  <a:pt x="983814" y="45276"/>
                </a:lnTo>
                <a:lnTo>
                  <a:pt x="982644" y="44986"/>
                </a:lnTo>
                <a:lnTo>
                  <a:pt x="981439" y="44692"/>
                </a:lnTo>
                <a:lnTo>
                  <a:pt x="980198" y="44395"/>
                </a:lnTo>
                <a:lnTo>
                  <a:pt x="978921" y="44095"/>
                </a:lnTo>
                <a:lnTo>
                  <a:pt x="977608" y="43792"/>
                </a:lnTo>
                <a:lnTo>
                  <a:pt x="976260" y="43485"/>
                </a:lnTo>
                <a:lnTo>
                  <a:pt x="974916" y="43177"/>
                </a:lnTo>
                <a:lnTo>
                  <a:pt x="973615" y="42870"/>
                </a:lnTo>
                <a:lnTo>
                  <a:pt x="972357" y="42563"/>
                </a:lnTo>
                <a:lnTo>
                  <a:pt x="971143" y="42257"/>
                </a:lnTo>
                <a:lnTo>
                  <a:pt x="969973" y="41951"/>
                </a:lnTo>
                <a:lnTo>
                  <a:pt x="968846" y="41646"/>
                </a:lnTo>
                <a:lnTo>
                  <a:pt x="967762" y="41342"/>
                </a:lnTo>
                <a:lnTo>
                  <a:pt x="966721" y="41038"/>
                </a:lnTo>
                <a:lnTo>
                  <a:pt x="965725" y="40735"/>
                </a:lnTo>
                <a:lnTo>
                  <a:pt x="964771" y="40432"/>
                </a:lnTo>
                <a:lnTo>
                  <a:pt x="963861" y="40130"/>
                </a:lnTo>
                <a:lnTo>
                  <a:pt x="962995" y="39829"/>
                </a:lnTo>
                <a:lnTo>
                  <a:pt x="962172" y="39528"/>
                </a:lnTo>
                <a:lnTo>
                  <a:pt x="961392" y="39228"/>
                </a:lnTo>
                <a:lnTo>
                  <a:pt x="960656" y="38928"/>
                </a:lnTo>
                <a:lnTo>
                  <a:pt x="959963" y="38629"/>
                </a:lnTo>
                <a:lnTo>
                  <a:pt x="959314" y="38331"/>
                </a:lnTo>
                <a:lnTo>
                  <a:pt x="958708" y="38033"/>
                </a:lnTo>
                <a:lnTo>
                  <a:pt x="958146" y="37736"/>
                </a:lnTo>
                <a:lnTo>
                  <a:pt x="957627" y="37439"/>
                </a:lnTo>
                <a:lnTo>
                  <a:pt x="957151" y="37143"/>
                </a:lnTo>
                <a:lnTo>
                  <a:pt x="956719" y="36848"/>
                </a:lnTo>
                <a:lnTo>
                  <a:pt x="956330" y="36553"/>
                </a:lnTo>
                <a:lnTo>
                  <a:pt x="955985" y="36259"/>
                </a:lnTo>
                <a:lnTo>
                  <a:pt x="955663" y="35962"/>
                </a:lnTo>
                <a:lnTo>
                  <a:pt x="955354" y="35658"/>
                </a:lnTo>
                <a:lnTo>
                  <a:pt x="955059" y="35347"/>
                </a:lnTo>
                <a:lnTo>
                  <a:pt x="954778" y="35030"/>
                </a:lnTo>
                <a:lnTo>
                  <a:pt x="954510" y="34706"/>
                </a:lnTo>
                <a:lnTo>
                  <a:pt x="954257" y="34375"/>
                </a:lnTo>
                <a:lnTo>
                  <a:pt x="954016" y="34037"/>
                </a:lnTo>
                <a:lnTo>
                  <a:pt x="953790" y="33693"/>
                </a:lnTo>
                <a:lnTo>
                  <a:pt x="953577" y="33342"/>
                </a:lnTo>
                <a:lnTo>
                  <a:pt x="953379" y="32985"/>
                </a:lnTo>
                <a:lnTo>
                  <a:pt x="953193" y="32620"/>
                </a:lnTo>
                <a:lnTo>
                  <a:pt x="953022" y="32249"/>
                </a:lnTo>
                <a:lnTo>
                  <a:pt x="952864" y="31871"/>
                </a:lnTo>
                <a:lnTo>
                  <a:pt x="952720" y="31487"/>
                </a:lnTo>
                <a:lnTo>
                  <a:pt x="952590" y="31095"/>
                </a:lnTo>
                <a:lnTo>
                  <a:pt x="952473" y="30697"/>
                </a:lnTo>
                <a:lnTo>
                  <a:pt x="952370" y="30293"/>
                </a:lnTo>
                <a:lnTo>
                  <a:pt x="952281" y="29881"/>
                </a:lnTo>
                <a:lnTo>
                  <a:pt x="952206" y="29463"/>
                </a:lnTo>
                <a:lnTo>
                  <a:pt x="952144" y="29038"/>
                </a:lnTo>
                <a:lnTo>
                  <a:pt x="952096" y="28607"/>
                </a:lnTo>
                <a:lnTo>
                  <a:pt x="952061" y="28168"/>
                </a:lnTo>
                <a:lnTo>
                  <a:pt x="952041" y="27723"/>
                </a:lnTo>
                <a:lnTo>
                  <a:pt x="952034" y="27272"/>
                </a:lnTo>
                <a:lnTo>
                  <a:pt x="952044" y="26751"/>
                </a:lnTo>
                <a:lnTo>
                  <a:pt x="952073" y="26236"/>
                </a:lnTo>
                <a:lnTo>
                  <a:pt x="952121" y="25727"/>
                </a:lnTo>
                <a:lnTo>
                  <a:pt x="952189" y="25225"/>
                </a:lnTo>
                <a:lnTo>
                  <a:pt x="952276" y="24729"/>
                </a:lnTo>
                <a:lnTo>
                  <a:pt x="952383" y="24240"/>
                </a:lnTo>
                <a:lnTo>
                  <a:pt x="952509" y="23757"/>
                </a:lnTo>
                <a:lnTo>
                  <a:pt x="952654" y="23281"/>
                </a:lnTo>
                <a:lnTo>
                  <a:pt x="952819" y="22810"/>
                </a:lnTo>
                <a:lnTo>
                  <a:pt x="953003" y="22346"/>
                </a:lnTo>
                <a:lnTo>
                  <a:pt x="953206" y="21889"/>
                </a:lnTo>
                <a:lnTo>
                  <a:pt x="953429" y="21438"/>
                </a:lnTo>
                <a:lnTo>
                  <a:pt x="953671" y="20993"/>
                </a:lnTo>
                <a:lnTo>
                  <a:pt x="953933" y="20555"/>
                </a:lnTo>
                <a:lnTo>
                  <a:pt x="954214" y="20123"/>
                </a:lnTo>
                <a:lnTo>
                  <a:pt x="954514" y="19697"/>
                </a:lnTo>
                <a:lnTo>
                  <a:pt x="954834" y="19278"/>
                </a:lnTo>
                <a:lnTo>
                  <a:pt x="955173" y="18865"/>
                </a:lnTo>
                <a:lnTo>
                  <a:pt x="955531" y="18458"/>
                </a:lnTo>
                <a:lnTo>
                  <a:pt x="955909" y="18058"/>
                </a:lnTo>
                <a:lnTo>
                  <a:pt x="956306" y="17664"/>
                </a:lnTo>
                <a:lnTo>
                  <a:pt x="956723" y="17277"/>
                </a:lnTo>
                <a:lnTo>
                  <a:pt x="957159" y="16896"/>
                </a:lnTo>
                <a:lnTo>
                  <a:pt x="957614" y="16521"/>
                </a:lnTo>
                <a:lnTo>
                  <a:pt x="958091" y="16157"/>
                </a:lnTo>
                <a:lnTo>
                  <a:pt x="958590" y="15809"/>
                </a:lnTo>
                <a:lnTo>
                  <a:pt x="959112" y="15476"/>
                </a:lnTo>
                <a:lnTo>
                  <a:pt x="959658" y="15158"/>
                </a:lnTo>
                <a:lnTo>
                  <a:pt x="960226" y="14856"/>
                </a:lnTo>
                <a:lnTo>
                  <a:pt x="960818" y="14570"/>
                </a:lnTo>
                <a:lnTo>
                  <a:pt x="961432" y="14299"/>
                </a:lnTo>
                <a:lnTo>
                  <a:pt x="962070" y="14043"/>
                </a:lnTo>
                <a:lnTo>
                  <a:pt x="962730" y="13803"/>
                </a:lnTo>
                <a:lnTo>
                  <a:pt x="963413" y="13579"/>
                </a:lnTo>
                <a:lnTo>
                  <a:pt x="964120" y="13370"/>
                </a:lnTo>
                <a:lnTo>
                  <a:pt x="964849" y="13176"/>
                </a:lnTo>
                <a:lnTo>
                  <a:pt x="965601" y="12998"/>
                </a:lnTo>
                <a:lnTo>
                  <a:pt x="966377" y="12835"/>
                </a:lnTo>
                <a:lnTo>
                  <a:pt x="967175" y="12688"/>
                </a:lnTo>
                <a:lnTo>
                  <a:pt x="967996" y="12557"/>
                </a:lnTo>
                <a:lnTo>
                  <a:pt x="968840" y="12441"/>
                </a:lnTo>
                <a:lnTo>
                  <a:pt x="969708" y="12340"/>
                </a:lnTo>
                <a:lnTo>
                  <a:pt x="970598" y="12255"/>
                </a:lnTo>
                <a:lnTo>
                  <a:pt x="971511" y="12185"/>
                </a:lnTo>
                <a:lnTo>
                  <a:pt x="972447" y="12131"/>
                </a:lnTo>
                <a:lnTo>
                  <a:pt x="973406" y="12092"/>
                </a:lnTo>
                <a:lnTo>
                  <a:pt x="974389" y="12069"/>
                </a:lnTo>
                <a:lnTo>
                  <a:pt x="975394" y="12061"/>
                </a:lnTo>
                <a:lnTo>
                  <a:pt x="976360" y="12070"/>
                </a:lnTo>
                <a:lnTo>
                  <a:pt x="977306" y="12095"/>
                </a:lnTo>
                <a:lnTo>
                  <a:pt x="978233" y="12137"/>
                </a:lnTo>
                <a:lnTo>
                  <a:pt x="979140" y="12196"/>
                </a:lnTo>
                <a:lnTo>
                  <a:pt x="980027" y="12272"/>
                </a:lnTo>
                <a:lnTo>
                  <a:pt x="980894" y="12365"/>
                </a:lnTo>
                <a:lnTo>
                  <a:pt x="981741" y="12475"/>
                </a:lnTo>
                <a:lnTo>
                  <a:pt x="982568" y="12602"/>
                </a:lnTo>
                <a:lnTo>
                  <a:pt x="983375" y="12746"/>
                </a:lnTo>
                <a:lnTo>
                  <a:pt x="984163" y="12906"/>
                </a:lnTo>
                <a:lnTo>
                  <a:pt x="984931" y="13084"/>
                </a:lnTo>
                <a:lnTo>
                  <a:pt x="985679" y="13278"/>
                </a:lnTo>
                <a:lnTo>
                  <a:pt x="986407" y="13490"/>
                </a:lnTo>
                <a:lnTo>
                  <a:pt x="987115" y="13718"/>
                </a:lnTo>
                <a:lnTo>
                  <a:pt x="987803" y="13963"/>
                </a:lnTo>
                <a:lnTo>
                  <a:pt x="988472" y="14225"/>
                </a:lnTo>
                <a:lnTo>
                  <a:pt x="989120" y="14504"/>
                </a:lnTo>
                <a:lnTo>
                  <a:pt x="989749" y="14800"/>
                </a:lnTo>
                <a:lnTo>
                  <a:pt x="990358" y="15113"/>
                </a:lnTo>
                <a:lnTo>
                  <a:pt x="990947" y="15443"/>
                </a:lnTo>
                <a:lnTo>
                  <a:pt x="991516" y="15789"/>
                </a:lnTo>
                <a:lnTo>
                  <a:pt x="992065" y="16153"/>
                </a:lnTo>
                <a:lnTo>
                  <a:pt x="992595" y="16533"/>
                </a:lnTo>
                <a:lnTo>
                  <a:pt x="993104" y="16931"/>
                </a:lnTo>
                <a:lnTo>
                  <a:pt x="993595" y="17344"/>
                </a:lnTo>
                <a:lnTo>
                  <a:pt x="994069" y="17774"/>
                </a:lnTo>
                <a:lnTo>
                  <a:pt x="994526" y="18220"/>
                </a:lnTo>
                <a:lnTo>
                  <a:pt x="994965" y="18683"/>
                </a:lnTo>
                <a:lnTo>
                  <a:pt x="995387" y="19161"/>
                </a:lnTo>
                <a:lnTo>
                  <a:pt x="995792" y="19656"/>
                </a:lnTo>
                <a:lnTo>
                  <a:pt x="996180" y="20167"/>
                </a:lnTo>
                <a:lnTo>
                  <a:pt x="996551" y="20694"/>
                </a:lnTo>
                <a:lnTo>
                  <a:pt x="996904" y="21237"/>
                </a:lnTo>
                <a:lnTo>
                  <a:pt x="997240" y="21797"/>
                </a:lnTo>
                <a:lnTo>
                  <a:pt x="997559" y="22372"/>
                </a:lnTo>
                <a:lnTo>
                  <a:pt x="997861" y="22964"/>
                </a:lnTo>
                <a:lnTo>
                  <a:pt x="998146" y="23573"/>
                </a:lnTo>
                <a:lnTo>
                  <a:pt x="998413" y="24197"/>
                </a:lnTo>
                <a:lnTo>
                  <a:pt x="998663" y="24837"/>
                </a:lnTo>
                <a:lnTo>
                  <a:pt x="998896" y="25494"/>
                </a:lnTo>
                <a:lnTo>
                  <a:pt x="999112" y="26167"/>
                </a:lnTo>
                <a:lnTo>
                  <a:pt x="999310" y="26856"/>
                </a:lnTo>
                <a:lnTo>
                  <a:pt x="999492" y="27561"/>
                </a:lnTo>
                <a:lnTo>
                  <a:pt x="999656" y="28283"/>
                </a:lnTo>
                <a:lnTo>
                  <a:pt x="999802" y="29021"/>
                </a:lnTo>
                <a:lnTo>
                  <a:pt x="999932" y="29775"/>
                </a:lnTo>
                <a:lnTo>
                  <a:pt x="1000045" y="30545"/>
                </a:lnTo>
                <a:lnTo>
                  <a:pt x="1000140" y="31331"/>
                </a:lnTo>
                <a:lnTo>
                  <a:pt x="1013033" y="30361"/>
                </a:lnTo>
                <a:lnTo>
                  <a:pt x="1012996" y="29619"/>
                </a:lnTo>
                <a:lnTo>
                  <a:pt x="1012945" y="28883"/>
                </a:lnTo>
                <a:lnTo>
                  <a:pt x="1012879" y="28154"/>
                </a:lnTo>
                <a:lnTo>
                  <a:pt x="1012798" y="27432"/>
                </a:lnTo>
                <a:lnTo>
                  <a:pt x="1012702" y="26716"/>
                </a:lnTo>
                <a:lnTo>
                  <a:pt x="1012591" y="26007"/>
                </a:lnTo>
                <a:lnTo>
                  <a:pt x="1012465" y="25304"/>
                </a:lnTo>
                <a:lnTo>
                  <a:pt x="1012324" y="24607"/>
                </a:lnTo>
                <a:lnTo>
                  <a:pt x="1012168" y="23918"/>
                </a:lnTo>
                <a:lnTo>
                  <a:pt x="1011998" y="23234"/>
                </a:lnTo>
                <a:lnTo>
                  <a:pt x="1011812" y="22557"/>
                </a:lnTo>
                <a:lnTo>
                  <a:pt x="1011612" y="21887"/>
                </a:lnTo>
                <a:lnTo>
                  <a:pt x="1011396" y="21223"/>
                </a:lnTo>
                <a:lnTo>
                  <a:pt x="1011166" y="20565"/>
                </a:lnTo>
                <a:lnTo>
                  <a:pt x="1010921" y="19914"/>
                </a:lnTo>
                <a:lnTo>
                  <a:pt x="1010661" y="19270"/>
                </a:lnTo>
                <a:lnTo>
                  <a:pt x="1010385" y="18632"/>
                </a:lnTo>
                <a:lnTo>
                  <a:pt x="1010095" y="18001"/>
                </a:lnTo>
                <a:lnTo>
                  <a:pt x="1009791" y="17376"/>
                </a:lnTo>
                <a:lnTo>
                  <a:pt x="1009471" y="16757"/>
                </a:lnTo>
                <a:lnTo>
                  <a:pt x="1009136" y="16145"/>
                </a:lnTo>
                <a:lnTo>
                  <a:pt x="1008786" y="15540"/>
                </a:lnTo>
                <a:lnTo>
                  <a:pt x="1008422" y="14941"/>
                </a:lnTo>
                <a:lnTo>
                  <a:pt x="1008042" y="14349"/>
                </a:lnTo>
                <a:lnTo>
                  <a:pt x="1007648" y="13765"/>
                </a:lnTo>
                <a:lnTo>
                  <a:pt x="1007240" y="13194"/>
                </a:lnTo>
                <a:lnTo>
                  <a:pt x="1006819" y="12635"/>
                </a:lnTo>
                <a:lnTo>
                  <a:pt x="1006383" y="12087"/>
                </a:lnTo>
                <a:lnTo>
                  <a:pt x="1005934" y="11552"/>
                </a:lnTo>
                <a:lnTo>
                  <a:pt x="1005471" y="11028"/>
                </a:lnTo>
                <a:lnTo>
                  <a:pt x="1004994" y="10516"/>
                </a:lnTo>
                <a:lnTo>
                  <a:pt x="1004503" y="10016"/>
                </a:lnTo>
                <a:lnTo>
                  <a:pt x="1003998" y="9528"/>
                </a:lnTo>
                <a:lnTo>
                  <a:pt x="1003480" y="9052"/>
                </a:lnTo>
                <a:lnTo>
                  <a:pt x="1002947" y="8588"/>
                </a:lnTo>
                <a:lnTo>
                  <a:pt x="1002401" y="8136"/>
                </a:lnTo>
                <a:lnTo>
                  <a:pt x="1001841" y="7696"/>
                </a:lnTo>
                <a:lnTo>
                  <a:pt x="1001267" y="7267"/>
                </a:lnTo>
                <a:lnTo>
                  <a:pt x="1000680" y="6851"/>
                </a:lnTo>
                <a:lnTo>
                  <a:pt x="1000078" y="6446"/>
                </a:lnTo>
                <a:lnTo>
                  <a:pt x="999463" y="6054"/>
                </a:lnTo>
                <a:lnTo>
                  <a:pt x="998834" y="5673"/>
                </a:lnTo>
                <a:lnTo>
                  <a:pt x="998191" y="5304"/>
                </a:lnTo>
                <a:lnTo>
                  <a:pt x="997534" y="4947"/>
                </a:lnTo>
                <a:lnTo>
                  <a:pt x="996863" y="4603"/>
                </a:lnTo>
                <a:lnTo>
                  <a:pt x="996178" y="4269"/>
                </a:lnTo>
                <a:lnTo>
                  <a:pt x="995480" y="3948"/>
                </a:lnTo>
                <a:lnTo>
                  <a:pt x="994768" y="3639"/>
                </a:lnTo>
                <a:lnTo>
                  <a:pt x="994044" y="3342"/>
                </a:lnTo>
                <a:lnTo>
                  <a:pt x="993311" y="3058"/>
                </a:lnTo>
                <a:lnTo>
                  <a:pt x="992569" y="2786"/>
                </a:lnTo>
                <a:lnTo>
                  <a:pt x="991817" y="2527"/>
                </a:lnTo>
                <a:lnTo>
                  <a:pt x="991056" y="2281"/>
                </a:lnTo>
                <a:lnTo>
                  <a:pt x="990286" y="2047"/>
                </a:lnTo>
                <a:lnTo>
                  <a:pt x="989507" y="1826"/>
                </a:lnTo>
                <a:lnTo>
                  <a:pt x="988718" y="1617"/>
                </a:lnTo>
                <a:lnTo>
                  <a:pt x="987920" y="1422"/>
                </a:lnTo>
                <a:lnTo>
                  <a:pt x="987113" y="1238"/>
                </a:lnTo>
                <a:lnTo>
                  <a:pt x="986296" y="1068"/>
                </a:lnTo>
                <a:lnTo>
                  <a:pt x="985471" y="910"/>
                </a:lnTo>
                <a:lnTo>
                  <a:pt x="984636" y="764"/>
                </a:lnTo>
                <a:lnTo>
                  <a:pt x="983791" y="632"/>
                </a:lnTo>
                <a:lnTo>
                  <a:pt x="982938" y="512"/>
                </a:lnTo>
                <a:lnTo>
                  <a:pt x="982075" y="404"/>
                </a:lnTo>
                <a:lnTo>
                  <a:pt x="981203" y="310"/>
                </a:lnTo>
                <a:lnTo>
                  <a:pt x="980322" y="227"/>
                </a:lnTo>
                <a:lnTo>
                  <a:pt x="979431" y="158"/>
                </a:lnTo>
                <a:lnTo>
                  <a:pt x="978531" y="101"/>
                </a:lnTo>
                <a:lnTo>
                  <a:pt x="977622" y="57"/>
                </a:lnTo>
                <a:lnTo>
                  <a:pt x="976704" y="25"/>
                </a:lnTo>
                <a:lnTo>
                  <a:pt x="975776" y="6"/>
                </a:lnTo>
                <a:lnTo>
                  <a:pt x="974839" y="0"/>
                </a:lnTo>
                <a:lnTo>
                  <a:pt x="973988" y="6"/>
                </a:lnTo>
                <a:lnTo>
                  <a:pt x="973142" y="24"/>
                </a:lnTo>
                <a:lnTo>
                  <a:pt x="972304" y="54"/>
                </a:lnTo>
                <a:lnTo>
                  <a:pt x="971472" y="96"/>
                </a:lnTo>
                <a:lnTo>
                  <a:pt x="970646" y="151"/>
                </a:lnTo>
                <a:lnTo>
                  <a:pt x="969827" y="217"/>
                </a:lnTo>
                <a:lnTo>
                  <a:pt x="969014" y="295"/>
                </a:lnTo>
                <a:lnTo>
                  <a:pt x="968208" y="386"/>
                </a:lnTo>
                <a:lnTo>
                  <a:pt x="967408" y="488"/>
                </a:lnTo>
                <a:lnTo>
                  <a:pt x="966615" y="603"/>
                </a:lnTo>
                <a:lnTo>
                  <a:pt x="965828" y="729"/>
                </a:lnTo>
                <a:lnTo>
                  <a:pt x="965048" y="868"/>
                </a:lnTo>
                <a:lnTo>
                  <a:pt x="964275" y="1019"/>
                </a:lnTo>
                <a:lnTo>
                  <a:pt x="963507" y="1182"/>
                </a:lnTo>
                <a:lnTo>
                  <a:pt x="962747" y="1356"/>
                </a:lnTo>
                <a:lnTo>
                  <a:pt x="961993" y="1543"/>
                </a:lnTo>
                <a:lnTo>
                  <a:pt x="961245" y="1742"/>
                </a:lnTo>
                <a:lnTo>
                  <a:pt x="960504" y="1953"/>
                </a:lnTo>
                <a:lnTo>
                  <a:pt x="959769" y="2176"/>
                </a:lnTo>
                <a:lnTo>
                  <a:pt x="959041" y="2411"/>
                </a:lnTo>
                <a:lnTo>
                  <a:pt x="958319" y="2658"/>
                </a:lnTo>
                <a:lnTo>
                  <a:pt x="957604" y="2918"/>
                </a:lnTo>
                <a:lnTo>
                  <a:pt x="956895" y="3189"/>
                </a:lnTo>
                <a:lnTo>
                  <a:pt x="956193" y="3472"/>
                </a:lnTo>
                <a:lnTo>
                  <a:pt x="955501" y="3767"/>
                </a:lnTo>
                <a:lnTo>
                  <a:pt x="954823" y="4073"/>
                </a:lnTo>
                <a:lnTo>
                  <a:pt x="954159" y="4391"/>
                </a:lnTo>
                <a:lnTo>
                  <a:pt x="953509" y="4719"/>
                </a:lnTo>
                <a:lnTo>
                  <a:pt x="952873" y="5059"/>
                </a:lnTo>
                <a:lnTo>
                  <a:pt x="952251" y="5410"/>
                </a:lnTo>
                <a:lnTo>
                  <a:pt x="951642" y="5773"/>
                </a:lnTo>
                <a:lnTo>
                  <a:pt x="951048" y="6146"/>
                </a:lnTo>
                <a:lnTo>
                  <a:pt x="950468" y="6531"/>
                </a:lnTo>
                <a:lnTo>
                  <a:pt x="949902" y="6927"/>
                </a:lnTo>
                <a:lnTo>
                  <a:pt x="949349" y="7334"/>
                </a:lnTo>
                <a:lnTo>
                  <a:pt x="948811" y="7752"/>
                </a:lnTo>
                <a:lnTo>
                  <a:pt x="948286" y="8182"/>
                </a:lnTo>
                <a:lnTo>
                  <a:pt x="947776" y="8622"/>
                </a:lnTo>
                <a:lnTo>
                  <a:pt x="947279" y="9074"/>
                </a:lnTo>
                <a:lnTo>
                  <a:pt x="946797" y="9538"/>
                </a:lnTo>
                <a:lnTo>
                  <a:pt x="946328" y="10012"/>
                </a:lnTo>
                <a:lnTo>
                  <a:pt x="945874" y="10498"/>
                </a:lnTo>
                <a:lnTo>
                  <a:pt x="945433" y="10994"/>
                </a:lnTo>
                <a:lnTo>
                  <a:pt x="945006" y="11502"/>
                </a:lnTo>
                <a:lnTo>
                  <a:pt x="944593" y="12022"/>
                </a:lnTo>
                <a:lnTo>
                  <a:pt x="944195" y="12552"/>
                </a:lnTo>
                <a:lnTo>
                  <a:pt x="943810" y="13094"/>
                </a:lnTo>
                <a:lnTo>
                  <a:pt x="943439" y="13647"/>
                </a:lnTo>
                <a:lnTo>
                  <a:pt x="943082" y="14207"/>
                </a:lnTo>
                <a:lnTo>
                  <a:pt x="942741" y="14771"/>
                </a:lnTo>
                <a:lnTo>
                  <a:pt x="942415" y="15338"/>
                </a:lnTo>
                <a:lnTo>
                  <a:pt x="942104" y="15909"/>
                </a:lnTo>
                <a:lnTo>
                  <a:pt x="941809" y="16483"/>
                </a:lnTo>
                <a:lnTo>
                  <a:pt x="941528" y="17061"/>
                </a:lnTo>
                <a:lnTo>
                  <a:pt x="941263" y="17642"/>
                </a:lnTo>
                <a:lnTo>
                  <a:pt x="941013" y="18227"/>
                </a:lnTo>
                <a:lnTo>
                  <a:pt x="940778" y="18815"/>
                </a:lnTo>
                <a:lnTo>
                  <a:pt x="940558" y="19407"/>
                </a:lnTo>
                <a:lnTo>
                  <a:pt x="940353" y="20002"/>
                </a:lnTo>
                <a:lnTo>
                  <a:pt x="940164" y="20601"/>
                </a:lnTo>
                <a:lnTo>
                  <a:pt x="939989" y="21203"/>
                </a:lnTo>
                <a:lnTo>
                  <a:pt x="939830" y="21809"/>
                </a:lnTo>
                <a:lnTo>
                  <a:pt x="939686" y="22418"/>
                </a:lnTo>
                <a:lnTo>
                  <a:pt x="939557" y="23030"/>
                </a:lnTo>
                <a:lnTo>
                  <a:pt x="939443" y="23647"/>
                </a:lnTo>
                <a:lnTo>
                  <a:pt x="939345" y="24266"/>
                </a:lnTo>
                <a:lnTo>
                  <a:pt x="939261" y="24890"/>
                </a:lnTo>
                <a:lnTo>
                  <a:pt x="939193" y="25516"/>
                </a:lnTo>
                <a:lnTo>
                  <a:pt x="939140" y="26147"/>
                </a:lnTo>
                <a:lnTo>
                  <a:pt x="939102" y="26780"/>
                </a:lnTo>
                <a:lnTo>
                  <a:pt x="939079" y="27417"/>
                </a:lnTo>
                <a:lnTo>
                  <a:pt x="939072" y="28058"/>
                </a:lnTo>
                <a:lnTo>
                  <a:pt x="939078" y="28640"/>
                </a:lnTo>
                <a:lnTo>
                  <a:pt x="939097" y="29218"/>
                </a:lnTo>
                <a:lnTo>
                  <a:pt x="939128" y="29790"/>
                </a:lnTo>
                <a:lnTo>
                  <a:pt x="939171" y="30358"/>
                </a:lnTo>
                <a:lnTo>
                  <a:pt x="939227" y="30922"/>
                </a:lnTo>
                <a:lnTo>
                  <a:pt x="939295" y="31480"/>
                </a:lnTo>
                <a:lnTo>
                  <a:pt x="939376" y="32034"/>
                </a:lnTo>
                <a:lnTo>
                  <a:pt x="939468" y="32584"/>
                </a:lnTo>
                <a:lnTo>
                  <a:pt x="939574" y="33128"/>
                </a:lnTo>
                <a:lnTo>
                  <a:pt x="939692" y="33668"/>
                </a:lnTo>
                <a:lnTo>
                  <a:pt x="939822" y="34203"/>
                </a:lnTo>
                <a:lnTo>
                  <a:pt x="939964" y="34734"/>
                </a:lnTo>
                <a:lnTo>
                  <a:pt x="940119" y="35259"/>
                </a:lnTo>
                <a:lnTo>
                  <a:pt x="940287" y="35780"/>
                </a:lnTo>
                <a:lnTo>
                  <a:pt x="940466" y="36297"/>
                </a:lnTo>
                <a:lnTo>
                  <a:pt x="940658" y="36808"/>
                </a:lnTo>
                <a:lnTo>
                  <a:pt x="940863" y="37315"/>
                </a:lnTo>
                <a:lnTo>
                  <a:pt x="941080" y="37818"/>
                </a:lnTo>
                <a:lnTo>
                  <a:pt x="941309" y="38315"/>
                </a:lnTo>
                <a:lnTo>
                  <a:pt x="941551" y="38808"/>
                </a:lnTo>
                <a:lnTo>
                  <a:pt x="941805" y="39296"/>
                </a:lnTo>
                <a:lnTo>
                  <a:pt x="942071" y="39779"/>
                </a:lnTo>
                <a:lnTo>
                  <a:pt x="942350" y="40258"/>
                </a:lnTo>
                <a:lnTo>
                  <a:pt x="942642" y="40732"/>
                </a:lnTo>
                <a:lnTo>
                  <a:pt x="942946" y="41201"/>
                </a:lnTo>
                <a:lnTo>
                  <a:pt x="943262" y="41663"/>
                </a:lnTo>
                <a:lnTo>
                  <a:pt x="943592" y="42118"/>
                </a:lnTo>
                <a:lnTo>
                  <a:pt x="943935" y="42568"/>
                </a:lnTo>
                <a:lnTo>
                  <a:pt x="944290" y="43011"/>
                </a:lnTo>
                <a:lnTo>
                  <a:pt x="944658" y="43447"/>
                </a:lnTo>
                <a:lnTo>
                  <a:pt x="945040" y="43877"/>
                </a:lnTo>
                <a:lnTo>
                  <a:pt x="945434" y="44301"/>
                </a:lnTo>
                <a:lnTo>
                  <a:pt x="945841" y="44718"/>
                </a:lnTo>
                <a:lnTo>
                  <a:pt x="946260" y="45129"/>
                </a:lnTo>
                <a:lnTo>
                  <a:pt x="946693" y="45534"/>
                </a:lnTo>
                <a:lnTo>
                  <a:pt x="947139" y="45932"/>
                </a:lnTo>
                <a:lnTo>
                  <a:pt x="947597" y="46324"/>
                </a:lnTo>
                <a:lnTo>
                  <a:pt x="948068" y="46709"/>
                </a:lnTo>
                <a:lnTo>
                  <a:pt x="948553" y="47088"/>
                </a:lnTo>
                <a:lnTo>
                  <a:pt x="949050" y="47461"/>
                </a:lnTo>
                <a:lnTo>
                  <a:pt x="949560" y="47827"/>
                </a:lnTo>
                <a:lnTo>
                  <a:pt x="950082" y="48187"/>
                </a:lnTo>
                <a:lnTo>
                  <a:pt x="950618" y="48540"/>
                </a:lnTo>
                <a:lnTo>
                  <a:pt x="951167" y="48887"/>
                </a:lnTo>
                <a:lnTo>
                  <a:pt x="951728" y="49228"/>
                </a:lnTo>
                <a:lnTo>
                  <a:pt x="952302" y="49562"/>
                </a:lnTo>
                <a:lnTo>
                  <a:pt x="952890" y="49890"/>
                </a:lnTo>
                <a:lnTo>
                  <a:pt x="953490" y="50211"/>
                </a:lnTo>
                <a:lnTo>
                  <a:pt x="953972" y="50461"/>
                </a:lnTo>
                <a:lnTo>
                  <a:pt x="954484" y="50712"/>
                </a:lnTo>
                <a:lnTo>
                  <a:pt x="955024" y="50964"/>
                </a:lnTo>
                <a:lnTo>
                  <a:pt x="955594" y="51217"/>
                </a:lnTo>
                <a:lnTo>
                  <a:pt x="956193" y="51472"/>
                </a:lnTo>
                <a:lnTo>
                  <a:pt x="956821" y="51728"/>
                </a:lnTo>
                <a:lnTo>
                  <a:pt x="957478" y="51985"/>
                </a:lnTo>
                <a:lnTo>
                  <a:pt x="958165" y="52243"/>
                </a:lnTo>
                <a:lnTo>
                  <a:pt x="958880" y="52503"/>
                </a:lnTo>
                <a:lnTo>
                  <a:pt x="959625" y="52764"/>
                </a:lnTo>
                <a:lnTo>
                  <a:pt x="960398" y="53026"/>
                </a:lnTo>
                <a:lnTo>
                  <a:pt x="961201" y="53290"/>
                </a:lnTo>
                <a:lnTo>
                  <a:pt x="962033" y="53555"/>
                </a:lnTo>
                <a:lnTo>
                  <a:pt x="962894" y="53821"/>
                </a:lnTo>
                <a:lnTo>
                  <a:pt x="963784" y="54088"/>
                </a:lnTo>
                <a:lnTo>
                  <a:pt x="964704" y="54357"/>
                </a:lnTo>
                <a:lnTo>
                  <a:pt x="965652" y="54627"/>
                </a:lnTo>
                <a:lnTo>
                  <a:pt x="966630" y="54898"/>
                </a:lnTo>
                <a:lnTo>
                  <a:pt x="967636" y="55170"/>
                </a:lnTo>
                <a:lnTo>
                  <a:pt x="968672" y="55444"/>
                </a:lnTo>
                <a:lnTo>
                  <a:pt x="969737" y="55719"/>
                </a:lnTo>
                <a:lnTo>
                  <a:pt x="970831" y="55995"/>
                </a:lnTo>
                <a:lnTo>
                  <a:pt x="971954" y="56273"/>
                </a:lnTo>
                <a:lnTo>
                  <a:pt x="973106" y="56552"/>
                </a:lnTo>
                <a:lnTo>
                  <a:pt x="974256" y="56828"/>
                </a:lnTo>
                <a:lnTo>
                  <a:pt x="975371" y="57098"/>
                </a:lnTo>
                <a:lnTo>
                  <a:pt x="976452" y="57362"/>
                </a:lnTo>
                <a:lnTo>
                  <a:pt x="977498" y="57620"/>
                </a:lnTo>
                <a:lnTo>
                  <a:pt x="978510" y="57872"/>
                </a:lnTo>
                <a:lnTo>
                  <a:pt x="979488" y="58118"/>
                </a:lnTo>
                <a:lnTo>
                  <a:pt x="980431" y="58358"/>
                </a:lnTo>
                <a:lnTo>
                  <a:pt x="981340" y="58591"/>
                </a:lnTo>
                <a:lnTo>
                  <a:pt x="982214" y="58819"/>
                </a:lnTo>
                <a:lnTo>
                  <a:pt x="983054" y="59040"/>
                </a:lnTo>
                <a:lnTo>
                  <a:pt x="983859" y="59255"/>
                </a:lnTo>
                <a:lnTo>
                  <a:pt x="984630" y="59464"/>
                </a:lnTo>
                <a:lnTo>
                  <a:pt x="985367" y="59667"/>
                </a:lnTo>
                <a:lnTo>
                  <a:pt x="986069" y="59864"/>
                </a:lnTo>
                <a:lnTo>
                  <a:pt x="986737" y="60054"/>
                </a:lnTo>
                <a:lnTo>
                  <a:pt x="987370" y="60239"/>
                </a:lnTo>
                <a:lnTo>
                  <a:pt x="987969" y="60417"/>
                </a:lnTo>
                <a:lnTo>
                  <a:pt x="988534" y="60590"/>
                </a:lnTo>
                <a:lnTo>
                  <a:pt x="989064" y="60756"/>
                </a:lnTo>
                <a:lnTo>
                  <a:pt x="989559" y="60916"/>
                </a:lnTo>
                <a:lnTo>
                  <a:pt x="990021" y="61070"/>
                </a:lnTo>
                <a:lnTo>
                  <a:pt x="990448" y="61218"/>
                </a:lnTo>
                <a:lnTo>
                  <a:pt x="990840" y="61359"/>
                </a:lnTo>
                <a:lnTo>
                  <a:pt x="991198" y="61495"/>
                </a:lnTo>
                <a:lnTo>
                  <a:pt x="991723" y="61699"/>
                </a:lnTo>
                <a:lnTo>
                  <a:pt x="992236" y="61906"/>
                </a:lnTo>
                <a:lnTo>
                  <a:pt x="992736" y="62118"/>
                </a:lnTo>
                <a:lnTo>
                  <a:pt x="993224" y="62333"/>
                </a:lnTo>
                <a:lnTo>
                  <a:pt x="993699" y="62553"/>
                </a:lnTo>
                <a:lnTo>
                  <a:pt x="994161" y="62776"/>
                </a:lnTo>
                <a:lnTo>
                  <a:pt x="994611" y="63004"/>
                </a:lnTo>
                <a:lnTo>
                  <a:pt x="995049" y="63235"/>
                </a:lnTo>
                <a:lnTo>
                  <a:pt x="995474" y="63470"/>
                </a:lnTo>
                <a:lnTo>
                  <a:pt x="995886" y="63710"/>
                </a:lnTo>
                <a:lnTo>
                  <a:pt x="996287" y="63953"/>
                </a:lnTo>
                <a:lnTo>
                  <a:pt x="996674" y="64200"/>
                </a:lnTo>
                <a:lnTo>
                  <a:pt x="997049" y="64451"/>
                </a:lnTo>
                <a:lnTo>
                  <a:pt x="997411" y="64706"/>
                </a:lnTo>
                <a:lnTo>
                  <a:pt x="997761" y="64964"/>
                </a:lnTo>
                <a:lnTo>
                  <a:pt x="998099" y="65227"/>
                </a:lnTo>
                <a:lnTo>
                  <a:pt x="998424" y="65494"/>
                </a:lnTo>
                <a:lnTo>
                  <a:pt x="998736" y="65765"/>
                </a:lnTo>
                <a:lnTo>
                  <a:pt x="999036" y="66039"/>
                </a:lnTo>
                <a:lnTo>
                  <a:pt x="999323" y="66318"/>
                </a:lnTo>
                <a:lnTo>
                  <a:pt x="999598" y="66600"/>
                </a:lnTo>
                <a:lnTo>
                  <a:pt x="999861" y="66887"/>
                </a:lnTo>
                <a:lnTo>
                  <a:pt x="1000110" y="67177"/>
                </a:lnTo>
                <a:lnTo>
                  <a:pt x="1000348" y="67471"/>
                </a:lnTo>
                <a:lnTo>
                  <a:pt x="1000574" y="67769"/>
                </a:lnTo>
                <a:lnTo>
                  <a:pt x="1000791" y="68072"/>
                </a:lnTo>
                <a:lnTo>
                  <a:pt x="1000998" y="68378"/>
                </a:lnTo>
                <a:lnTo>
                  <a:pt x="1001195" y="68689"/>
                </a:lnTo>
                <a:lnTo>
                  <a:pt x="1001383" y="69004"/>
                </a:lnTo>
                <a:lnTo>
                  <a:pt x="1001561" y="69323"/>
                </a:lnTo>
                <a:lnTo>
                  <a:pt x="1001729" y="69646"/>
                </a:lnTo>
                <a:lnTo>
                  <a:pt x="1001888" y="69974"/>
                </a:lnTo>
                <a:lnTo>
                  <a:pt x="1002037" y="70305"/>
                </a:lnTo>
                <a:lnTo>
                  <a:pt x="1002177" y="70641"/>
                </a:lnTo>
                <a:lnTo>
                  <a:pt x="1002307" y="70981"/>
                </a:lnTo>
                <a:lnTo>
                  <a:pt x="1002427" y="71326"/>
                </a:lnTo>
                <a:lnTo>
                  <a:pt x="1002538" y="71674"/>
                </a:lnTo>
                <a:lnTo>
                  <a:pt x="1002639" y="72027"/>
                </a:lnTo>
                <a:lnTo>
                  <a:pt x="1002731" y="72384"/>
                </a:lnTo>
                <a:lnTo>
                  <a:pt x="1002812" y="72745"/>
                </a:lnTo>
                <a:lnTo>
                  <a:pt x="1002885" y="73110"/>
                </a:lnTo>
                <a:lnTo>
                  <a:pt x="1002947" y="73480"/>
                </a:lnTo>
                <a:lnTo>
                  <a:pt x="1003000" y="73853"/>
                </a:lnTo>
                <a:lnTo>
                  <a:pt x="1003043" y="74231"/>
                </a:lnTo>
                <a:lnTo>
                  <a:pt x="1003077" y="74613"/>
                </a:lnTo>
                <a:lnTo>
                  <a:pt x="1003101" y="75000"/>
                </a:lnTo>
                <a:lnTo>
                  <a:pt x="1003116" y="75390"/>
                </a:lnTo>
                <a:lnTo>
                  <a:pt x="1003120" y="75785"/>
                </a:lnTo>
                <a:lnTo>
                  <a:pt x="1003115" y="76175"/>
                </a:lnTo>
                <a:lnTo>
                  <a:pt x="1003100" y="76562"/>
                </a:lnTo>
                <a:lnTo>
                  <a:pt x="1003076" y="76947"/>
                </a:lnTo>
                <a:lnTo>
                  <a:pt x="1003041" y="77329"/>
                </a:lnTo>
                <a:lnTo>
                  <a:pt x="1002996" y="77709"/>
                </a:lnTo>
                <a:lnTo>
                  <a:pt x="1002941" y="78087"/>
                </a:lnTo>
                <a:lnTo>
                  <a:pt x="1002876" y="78462"/>
                </a:lnTo>
                <a:lnTo>
                  <a:pt x="1002801" y="78834"/>
                </a:lnTo>
                <a:lnTo>
                  <a:pt x="1002716" y="79204"/>
                </a:lnTo>
                <a:lnTo>
                  <a:pt x="1002621" y="79572"/>
                </a:lnTo>
                <a:lnTo>
                  <a:pt x="1002516" y="79937"/>
                </a:lnTo>
                <a:lnTo>
                  <a:pt x="1002401" y="80300"/>
                </a:lnTo>
                <a:lnTo>
                  <a:pt x="1002276" y="80660"/>
                </a:lnTo>
                <a:lnTo>
                  <a:pt x="1002142" y="81018"/>
                </a:lnTo>
                <a:lnTo>
                  <a:pt x="1001997" y="81374"/>
                </a:lnTo>
                <a:lnTo>
                  <a:pt x="1001842" y="81727"/>
                </a:lnTo>
                <a:lnTo>
                  <a:pt x="1001677" y="82077"/>
                </a:lnTo>
                <a:lnTo>
                  <a:pt x="1001502" y="82425"/>
                </a:lnTo>
                <a:lnTo>
                  <a:pt x="1001318" y="82771"/>
                </a:lnTo>
                <a:lnTo>
                  <a:pt x="1001123" y="83114"/>
                </a:lnTo>
                <a:lnTo>
                  <a:pt x="1000918" y="83455"/>
                </a:lnTo>
                <a:lnTo>
                  <a:pt x="1000703" y="83793"/>
                </a:lnTo>
                <a:lnTo>
                  <a:pt x="1000479" y="84129"/>
                </a:lnTo>
                <a:lnTo>
                  <a:pt x="1000244" y="84462"/>
                </a:lnTo>
                <a:lnTo>
                  <a:pt x="999999" y="84792"/>
                </a:lnTo>
                <a:lnTo>
                  <a:pt x="999743" y="85115"/>
                </a:lnTo>
                <a:lnTo>
                  <a:pt x="999478" y="85432"/>
                </a:lnTo>
                <a:lnTo>
                  <a:pt x="999201" y="85744"/>
                </a:lnTo>
                <a:lnTo>
                  <a:pt x="998914" y="86049"/>
                </a:lnTo>
                <a:lnTo>
                  <a:pt x="998617" y="86349"/>
                </a:lnTo>
                <a:lnTo>
                  <a:pt x="998309" y="86643"/>
                </a:lnTo>
                <a:lnTo>
                  <a:pt x="997991" y="86931"/>
                </a:lnTo>
                <a:lnTo>
                  <a:pt x="997662" y="87213"/>
                </a:lnTo>
                <a:lnTo>
                  <a:pt x="997323" y="87489"/>
                </a:lnTo>
                <a:lnTo>
                  <a:pt x="996973" y="87759"/>
                </a:lnTo>
                <a:lnTo>
                  <a:pt x="996613" y="88024"/>
                </a:lnTo>
                <a:lnTo>
                  <a:pt x="996243" y="88282"/>
                </a:lnTo>
                <a:lnTo>
                  <a:pt x="995862" y="88535"/>
                </a:lnTo>
                <a:lnTo>
                  <a:pt x="995470" y="88781"/>
                </a:lnTo>
                <a:lnTo>
                  <a:pt x="995068" y="89022"/>
                </a:lnTo>
                <a:lnTo>
                  <a:pt x="994656" y="89257"/>
                </a:lnTo>
                <a:lnTo>
                  <a:pt x="994233" y="89486"/>
                </a:lnTo>
                <a:lnTo>
                  <a:pt x="993799" y="89709"/>
                </a:lnTo>
                <a:lnTo>
                  <a:pt x="993355" y="89926"/>
                </a:lnTo>
                <a:lnTo>
                  <a:pt x="992901" y="90137"/>
                </a:lnTo>
                <a:lnTo>
                  <a:pt x="992436" y="90343"/>
                </a:lnTo>
                <a:lnTo>
                  <a:pt x="991961" y="90542"/>
                </a:lnTo>
                <a:lnTo>
                  <a:pt x="991475" y="90736"/>
                </a:lnTo>
                <a:lnTo>
                  <a:pt x="990981" y="90922"/>
                </a:lnTo>
                <a:lnTo>
                  <a:pt x="990481" y="91101"/>
                </a:lnTo>
                <a:lnTo>
                  <a:pt x="989974" y="91272"/>
                </a:lnTo>
                <a:lnTo>
                  <a:pt x="989461" y="91434"/>
                </a:lnTo>
                <a:lnTo>
                  <a:pt x="988942" y="91589"/>
                </a:lnTo>
                <a:lnTo>
                  <a:pt x="988417" y="91736"/>
                </a:lnTo>
                <a:lnTo>
                  <a:pt x="987885" y="91875"/>
                </a:lnTo>
                <a:lnTo>
                  <a:pt x="987347" y="92006"/>
                </a:lnTo>
                <a:lnTo>
                  <a:pt x="986803" y="92129"/>
                </a:lnTo>
                <a:lnTo>
                  <a:pt x="986252" y="92245"/>
                </a:lnTo>
                <a:lnTo>
                  <a:pt x="985696" y="92352"/>
                </a:lnTo>
                <a:lnTo>
                  <a:pt x="985133" y="92451"/>
                </a:lnTo>
                <a:lnTo>
                  <a:pt x="984564" y="92542"/>
                </a:lnTo>
                <a:lnTo>
                  <a:pt x="983988" y="92626"/>
                </a:lnTo>
                <a:lnTo>
                  <a:pt x="983406" y="92701"/>
                </a:lnTo>
                <a:lnTo>
                  <a:pt x="982818" y="92769"/>
                </a:lnTo>
                <a:lnTo>
                  <a:pt x="982224" y="92828"/>
                </a:lnTo>
                <a:lnTo>
                  <a:pt x="981624" y="92880"/>
                </a:lnTo>
                <a:lnTo>
                  <a:pt x="981017" y="92924"/>
                </a:lnTo>
                <a:lnTo>
                  <a:pt x="980404" y="92959"/>
                </a:lnTo>
                <a:lnTo>
                  <a:pt x="979785" y="92987"/>
                </a:lnTo>
                <a:lnTo>
                  <a:pt x="979159" y="93007"/>
                </a:lnTo>
                <a:lnTo>
                  <a:pt x="978527" y="93019"/>
                </a:lnTo>
                <a:lnTo>
                  <a:pt x="977889" y="93023"/>
                </a:lnTo>
                <a:lnTo>
                  <a:pt x="977170" y="93018"/>
                </a:lnTo>
                <a:lnTo>
                  <a:pt x="976457" y="93002"/>
                </a:lnTo>
                <a:lnTo>
                  <a:pt x="975750" y="92976"/>
                </a:lnTo>
                <a:lnTo>
                  <a:pt x="975049" y="92939"/>
                </a:lnTo>
                <a:lnTo>
                  <a:pt x="974354" y="92892"/>
                </a:lnTo>
                <a:lnTo>
                  <a:pt x="973665" y="92835"/>
                </a:lnTo>
                <a:lnTo>
                  <a:pt x="972982" y="92766"/>
                </a:lnTo>
                <a:lnTo>
                  <a:pt x="972305" y="92688"/>
                </a:lnTo>
                <a:lnTo>
                  <a:pt x="971634" y="92599"/>
                </a:lnTo>
                <a:lnTo>
                  <a:pt x="970970" y="92500"/>
                </a:lnTo>
                <a:lnTo>
                  <a:pt x="970311" y="92390"/>
                </a:lnTo>
                <a:lnTo>
                  <a:pt x="969658" y="92269"/>
                </a:lnTo>
                <a:lnTo>
                  <a:pt x="969011" y="92138"/>
                </a:lnTo>
                <a:lnTo>
                  <a:pt x="968370" y="91997"/>
                </a:lnTo>
                <a:lnTo>
                  <a:pt x="967735" y="91845"/>
                </a:lnTo>
                <a:lnTo>
                  <a:pt x="967107" y="91683"/>
                </a:lnTo>
                <a:lnTo>
                  <a:pt x="966484" y="91510"/>
                </a:lnTo>
                <a:lnTo>
                  <a:pt x="965867" y="91327"/>
                </a:lnTo>
                <a:lnTo>
                  <a:pt x="965256" y="91133"/>
                </a:lnTo>
                <a:lnTo>
                  <a:pt x="964652" y="90929"/>
                </a:lnTo>
                <a:lnTo>
                  <a:pt x="964053" y="90714"/>
                </a:lnTo>
                <a:lnTo>
                  <a:pt x="963460" y="90489"/>
                </a:lnTo>
                <a:lnTo>
                  <a:pt x="962874" y="90254"/>
                </a:lnTo>
                <a:lnTo>
                  <a:pt x="962293" y="90008"/>
                </a:lnTo>
                <a:lnTo>
                  <a:pt x="961722" y="89753"/>
                </a:lnTo>
                <a:lnTo>
                  <a:pt x="961163" y="89492"/>
                </a:lnTo>
                <a:lnTo>
                  <a:pt x="960617" y="89225"/>
                </a:lnTo>
                <a:lnTo>
                  <a:pt x="960083" y="88951"/>
                </a:lnTo>
                <a:lnTo>
                  <a:pt x="959563" y="88670"/>
                </a:lnTo>
                <a:lnTo>
                  <a:pt x="959055" y="88383"/>
                </a:lnTo>
                <a:lnTo>
                  <a:pt x="958559" y="88090"/>
                </a:lnTo>
                <a:lnTo>
                  <a:pt x="958076" y="87790"/>
                </a:lnTo>
                <a:lnTo>
                  <a:pt x="957606" y="87483"/>
                </a:lnTo>
                <a:lnTo>
                  <a:pt x="957148" y="87170"/>
                </a:lnTo>
                <a:lnTo>
                  <a:pt x="956703" y="86851"/>
                </a:lnTo>
                <a:lnTo>
                  <a:pt x="956271" y="86525"/>
                </a:lnTo>
                <a:lnTo>
                  <a:pt x="955851" y="86192"/>
                </a:lnTo>
                <a:lnTo>
                  <a:pt x="955444" y="85853"/>
                </a:lnTo>
                <a:lnTo>
                  <a:pt x="955050" y="85508"/>
                </a:lnTo>
                <a:lnTo>
                  <a:pt x="954668" y="85156"/>
                </a:lnTo>
                <a:lnTo>
                  <a:pt x="954299" y="84797"/>
                </a:lnTo>
                <a:lnTo>
                  <a:pt x="953942" y="84432"/>
                </a:lnTo>
                <a:lnTo>
                  <a:pt x="953599" y="84061"/>
                </a:lnTo>
                <a:lnTo>
                  <a:pt x="953267" y="83683"/>
                </a:lnTo>
                <a:lnTo>
                  <a:pt x="952949" y="83298"/>
                </a:lnTo>
                <a:lnTo>
                  <a:pt x="952643" y="82907"/>
                </a:lnTo>
                <a:lnTo>
                  <a:pt x="952349" y="82510"/>
                </a:lnTo>
                <a:lnTo>
                  <a:pt x="952069" y="82106"/>
                </a:lnTo>
                <a:lnTo>
                  <a:pt x="951798" y="81694"/>
                </a:lnTo>
                <a:lnTo>
                  <a:pt x="951537" y="81272"/>
                </a:lnTo>
                <a:lnTo>
                  <a:pt x="951283" y="80841"/>
                </a:lnTo>
                <a:lnTo>
                  <a:pt x="951038" y="80401"/>
                </a:lnTo>
                <a:lnTo>
                  <a:pt x="950801" y="79951"/>
                </a:lnTo>
                <a:lnTo>
                  <a:pt x="950572" y="79491"/>
                </a:lnTo>
                <a:lnTo>
                  <a:pt x="950352" y="79022"/>
                </a:lnTo>
                <a:lnTo>
                  <a:pt x="950139" y="78544"/>
                </a:lnTo>
                <a:lnTo>
                  <a:pt x="949936" y="78055"/>
                </a:lnTo>
                <a:lnTo>
                  <a:pt x="949740" y="77558"/>
                </a:lnTo>
                <a:lnTo>
                  <a:pt x="949553" y="77051"/>
                </a:lnTo>
                <a:lnTo>
                  <a:pt x="949374" y="76534"/>
                </a:lnTo>
                <a:lnTo>
                  <a:pt x="949203" y="76008"/>
                </a:lnTo>
                <a:lnTo>
                  <a:pt x="949041" y="75473"/>
                </a:lnTo>
                <a:lnTo>
                  <a:pt x="948887" y="74928"/>
                </a:lnTo>
                <a:lnTo>
                  <a:pt x="948742" y="74373"/>
                </a:lnTo>
                <a:lnTo>
                  <a:pt x="948604" y="73809"/>
                </a:lnTo>
                <a:lnTo>
                  <a:pt x="948475" y="73235"/>
                </a:lnTo>
                <a:lnTo>
                  <a:pt x="948354" y="72652"/>
                </a:lnTo>
                <a:lnTo>
                  <a:pt x="948242" y="72060"/>
                </a:lnTo>
                <a:lnTo>
                  <a:pt x="948138" y="71457"/>
                </a:lnTo>
                <a:lnTo>
                  <a:pt x="948042" y="70846"/>
                </a:lnTo>
                <a:lnTo>
                  <a:pt x="947954" y="70225"/>
                </a:lnTo>
                <a:lnTo>
                  <a:pt x="947875" y="69594"/>
                </a:lnTo>
                <a:lnTo>
                  <a:pt x="935190" y="70703"/>
                </a:lnTo>
                <a:lnTo>
                  <a:pt x="935222" y="71548"/>
                </a:lnTo>
                <a:lnTo>
                  <a:pt x="935271" y="72387"/>
                </a:lnTo>
                <a:lnTo>
                  <a:pt x="935338" y="73217"/>
                </a:lnTo>
                <a:lnTo>
                  <a:pt x="935422" y="74041"/>
                </a:lnTo>
                <a:lnTo>
                  <a:pt x="935524" y="74857"/>
                </a:lnTo>
                <a:close/>
                <a:moveTo>
                  <a:pt x="913748" y="103421"/>
                </a:moveTo>
                <a:lnTo>
                  <a:pt x="929067" y="103421"/>
                </a:lnTo>
                <a:lnTo>
                  <a:pt x="887477" y="1802"/>
                </a:lnTo>
                <a:lnTo>
                  <a:pt x="872990" y="1802"/>
                </a:lnTo>
                <a:lnTo>
                  <a:pt x="833965" y="103421"/>
                </a:lnTo>
                <a:lnTo>
                  <a:pt x="848244" y="103421"/>
                </a:lnTo>
                <a:lnTo>
                  <a:pt x="859404" y="72644"/>
                </a:lnTo>
                <a:lnTo>
                  <a:pt x="901895" y="72644"/>
                </a:lnTo>
                <a:lnTo>
                  <a:pt x="913748" y="103421"/>
                </a:lnTo>
                <a:close/>
                <a:moveTo>
                  <a:pt x="875304" y="29470"/>
                </a:moveTo>
                <a:lnTo>
                  <a:pt x="875580" y="28663"/>
                </a:lnTo>
                <a:lnTo>
                  <a:pt x="875849" y="27855"/>
                </a:lnTo>
                <a:lnTo>
                  <a:pt x="876113" y="27047"/>
                </a:lnTo>
                <a:lnTo>
                  <a:pt x="876372" y="26237"/>
                </a:lnTo>
                <a:lnTo>
                  <a:pt x="876625" y="25427"/>
                </a:lnTo>
                <a:lnTo>
                  <a:pt x="876873" y="24615"/>
                </a:lnTo>
                <a:lnTo>
                  <a:pt x="877115" y="23803"/>
                </a:lnTo>
                <a:lnTo>
                  <a:pt x="877351" y="22990"/>
                </a:lnTo>
                <a:lnTo>
                  <a:pt x="877582" y="22176"/>
                </a:lnTo>
                <a:lnTo>
                  <a:pt x="877808" y="21361"/>
                </a:lnTo>
                <a:lnTo>
                  <a:pt x="878027" y="20545"/>
                </a:lnTo>
                <a:lnTo>
                  <a:pt x="878242" y="19729"/>
                </a:lnTo>
                <a:lnTo>
                  <a:pt x="878451" y="18911"/>
                </a:lnTo>
                <a:lnTo>
                  <a:pt x="878654" y="18092"/>
                </a:lnTo>
                <a:lnTo>
                  <a:pt x="878852" y="17273"/>
                </a:lnTo>
                <a:lnTo>
                  <a:pt x="879044" y="16453"/>
                </a:lnTo>
                <a:lnTo>
                  <a:pt x="879230" y="15632"/>
                </a:lnTo>
                <a:lnTo>
                  <a:pt x="879411" y="14810"/>
                </a:lnTo>
                <a:lnTo>
                  <a:pt x="879587" y="13987"/>
                </a:lnTo>
                <a:lnTo>
                  <a:pt x="879757" y="13163"/>
                </a:lnTo>
                <a:lnTo>
                  <a:pt x="879922" y="12338"/>
                </a:lnTo>
                <a:lnTo>
                  <a:pt x="880122" y="13044"/>
                </a:lnTo>
                <a:lnTo>
                  <a:pt x="880332" y="13766"/>
                </a:lnTo>
                <a:lnTo>
                  <a:pt x="880550" y="14503"/>
                </a:lnTo>
                <a:lnTo>
                  <a:pt x="880776" y="15255"/>
                </a:lnTo>
                <a:lnTo>
                  <a:pt x="881012" y="16022"/>
                </a:lnTo>
                <a:lnTo>
                  <a:pt x="881256" y="16805"/>
                </a:lnTo>
                <a:lnTo>
                  <a:pt x="881509" y="17603"/>
                </a:lnTo>
                <a:lnTo>
                  <a:pt x="881770" y="18417"/>
                </a:lnTo>
                <a:lnTo>
                  <a:pt x="882040" y="19246"/>
                </a:lnTo>
                <a:lnTo>
                  <a:pt x="882319" y="20090"/>
                </a:lnTo>
                <a:lnTo>
                  <a:pt x="882606" y="20950"/>
                </a:lnTo>
                <a:lnTo>
                  <a:pt x="882902" y="21825"/>
                </a:lnTo>
                <a:lnTo>
                  <a:pt x="883207" y="22715"/>
                </a:lnTo>
                <a:lnTo>
                  <a:pt x="883520" y="23621"/>
                </a:lnTo>
                <a:lnTo>
                  <a:pt x="883842" y="24542"/>
                </a:lnTo>
                <a:lnTo>
                  <a:pt x="884173" y="25479"/>
                </a:lnTo>
                <a:lnTo>
                  <a:pt x="884512" y="26431"/>
                </a:lnTo>
                <a:lnTo>
                  <a:pt x="884860" y="27398"/>
                </a:lnTo>
                <a:lnTo>
                  <a:pt x="885217" y="28380"/>
                </a:lnTo>
                <a:lnTo>
                  <a:pt x="885582" y="29378"/>
                </a:lnTo>
                <a:lnTo>
                  <a:pt x="885956" y="30391"/>
                </a:lnTo>
                <a:lnTo>
                  <a:pt x="886339" y="31420"/>
                </a:lnTo>
                <a:lnTo>
                  <a:pt x="886731" y="32464"/>
                </a:lnTo>
                <a:lnTo>
                  <a:pt x="887131" y="33523"/>
                </a:lnTo>
                <a:lnTo>
                  <a:pt x="897736" y="61692"/>
                </a:lnTo>
                <a:lnTo>
                  <a:pt x="863286" y="61692"/>
                </a:lnTo>
                <a:lnTo>
                  <a:pt x="874446" y="31886"/>
                </a:lnTo>
                <a:lnTo>
                  <a:pt x="874737" y="31081"/>
                </a:lnTo>
                <a:lnTo>
                  <a:pt x="875024" y="30276"/>
                </a:lnTo>
                <a:lnTo>
                  <a:pt x="875304" y="29470"/>
                </a:lnTo>
                <a:close/>
                <a:moveTo>
                  <a:pt x="1113522" y="103372"/>
                </a:moveTo>
                <a:lnTo>
                  <a:pt x="1114257" y="103345"/>
                </a:lnTo>
                <a:lnTo>
                  <a:pt x="1114985" y="103312"/>
                </a:lnTo>
                <a:lnTo>
                  <a:pt x="1115705" y="103273"/>
                </a:lnTo>
                <a:lnTo>
                  <a:pt x="1116419" y="103228"/>
                </a:lnTo>
                <a:lnTo>
                  <a:pt x="1117124" y="103177"/>
                </a:lnTo>
                <a:lnTo>
                  <a:pt x="1117823" y="103120"/>
                </a:lnTo>
                <a:lnTo>
                  <a:pt x="1118514" y="103056"/>
                </a:lnTo>
                <a:lnTo>
                  <a:pt x="1119198" y="102987"/>
                </a:lnTo>
                <a:lnTo>
                  <a:pt x="1119875" y="102912"/>
                </a:lnTo>
                <a:lnTo>
                  <a:pt x="1120544" y="102831"/>
                </a:lnTo>
                <a:lnTo>
                  <a:pt x="1121205" y="102744"/>
                </a:lnTo>
                <a:lnTo>
                  <a:pt x="1121860" y="102650"/>
                </a:lnTo>
                <a:lnTo>
                  <a:pt x="1122507" y="102551"/>
                </a:lnTo>
                <a:lnTo>
                  <a:pt x="1123147" y="102446"/>
                </a:lnTo>
                <a:lnTo>
                  <a:pt x="1123779" y="102334"/>
                </a:lnTo>
                <a:lnTo>
                  <a:pt x="1124404" y="102217"/>
                </a:lnTo>
                <a:lnTo>
                  <a:pt x="1125022" y="102094"/>
                </a:lnTo>
                <a:lnTo>
                  <a:pt x="1125633" y="101964"/>
                </a:lnTo>
                <a:lnTo>
                  <a:pt x="1126236" y="101829"/>
                </a:lnTo>
                <a:lnTo>
                  <a:pt x="1126832" y="101688"/>
                </a:lnTo>
                <a:lnTo>
                  <a:pt x="1127420" y="101540"/>
                </a:lnTo>
                <a:lnTo>
                  <a:pt x="1128001" y="101387"/>
                </a:lnTo>
                <a:lnTo>
                  <a:pt x="1128575" y="101229"/>
                </a:lnTo>
                <a:lnTo>
                  <a:pt x="1129142" y="101065"/>
                </a:lnTo>
                <a:lnTo>
                  <a:pt x="1129702" y="100895"/>
                </a:lnTo>
                <a:lnTo>
                  <a:pt x="1130254" y="100719"/>
                </a:lnTo>
                <a:lnTo>
                  <a:pt x="1130799" y="100538"/>
                </a:lnTo>
                <a:lnTo>
                  <a:pt x="1131337" y="100351"/>
                </a:lnTo>
                <a:lnTo>
                  <a:pt x="1131868" y="100159"/>
                </a:lnTo>
                <a:lnTo>
                  <a:pt x="1132391" y="99961"/>
                </a:lnTo>
                <a:lnTo>
                  <a:pt x="1132908" y="99757"/>
                </a:lnTo>
                <a:lnTo>
                  <a:pt x="1133417" y="99547"/>
                </a:lnTo>
                <a:lnTo>
                  <a:pt x="1133918" y="99332"/>
                </a:lnTo>
                <a:lnTo>
                  <a:pt x="1134413" y="99112"/>
                </a:lnTo>
                <a:lnTo>
                  <a:pt x="1134900" y="98885"/>
                </a:lnTo>
                <a:lnTo>
                  <a:pt x="1135381" y="98653"/>
                </a:lnTo>
                <a:lnTo>
                  <a:pt x="1135854" y="98415"/>
                </a:lnTo>
                <a:lnTo>
                  <a:pt x="1136319" y="98172"/>
                </a:lnTo>
                <a:lnTo>
                  <a:pt x="1136778" y="97923"/>
                </a:lnTo>
                <a:lnTo>
                  <a:pt x="1137229" y="97668"/>
                </a:lnTo>
                <a:lnTo>
                  <a:pt x="1137673" y="97408"/>
                </a:lnTo>
                <a:lnTo>
                  <a:pt x="1138110" y="97142"/>
                </a:lnTo>
                <a:lnTo>
                  <a:pt x="1138540" y="96870"/>
                </a:lnTo>
                <a:lnTo>
                  <a:pt x="1138962" y="96593"/>
                </a:lnTo>
                <a:lnTo>
                  <a:pt x="1139379" y="96308"/>
                </a:lnTo>
                <a:lnTo>
                  <a:pt x="1139794" y="96015"/>
                </a:lnTo>
                <a:lnTo>
                  <a:pt x="1140206" y="95713"/>
                </a:lnTo>
                <a:lnTo>
                  <a:pt x="1140615" y="95403"/>
                </a:lnTo>
                <a:lnTo>
                  <a:pt x="1141021" y="95084"/>
                </a:lnTo>
                <a:lnTo>
                  <a:pt x="1141425" y="94756"/>
                </a:lnTo>
                <a:lnTo>
                  <a:pt x="1141826" y="94419"/>
                </a:lnTo>
                <a:lnTo>
                  <a:pt x="1142224" y="94074"/>
                </a:lnTo>
                <a:lnTo>
                  <a:pt x="1142619" y="93721"/>
                </a:lnTo>
                <a:lnTo>
                  <a:pt x="1143011" y="93358"/>
                </a:lnTo>
                <a:lnTo>
                  <a:pt x="1143401" y="92987"/>
                </a:lnTo>
                <a:lnTo>
                  <a:pt x="1143788" y="92607"/>
                </a:lnTo>
                <a:lnTo>
                  <a:pt x="1144172" y="92219"/>
                </a:lnTo>
                <a:lnTo>
                  <a:pt x="1144554" y="91822"/>
                </a:lnTo>
                <a:lnTo>
                  <a:pt x="1144932" y="91416"/>
                </a:lnTo>
                <a:lnTo>
                  <a:pt x="1145308" y="91001"/>
                </a:lnTo>
                <a:lnTo>
                  <a:pt x="1145681" y="90578"/>
                </a:lnTo>
                <a:lnTo>
                  <a:pt x="1146052" y="90146"/>
                </a:lnTo>
                <a:lnTo>
                  <a:pt x="1146419" y="89706"/>
                </a:lnTo>
                <a:lnTo>
                  <a:pt x="1146784" y="89257"/>
                </a:lnTo>
                <a:lnTo>
                  <a:pt x="1147146" y="88799"/>
                </a:lnTo>
                <a:lnTo>
                  <a:pt x="1147505" y="88333"/>
                </a:lnTo>
                <a:lnTo>
                  <a:pt x="1147862" y="87857"/>
                </a:lnTo>
                <a:lnTo>
                  <a:pt x="1148216" y="87374"/>
                </a:lnTo>
                <a:lnTo>
                  <a:pt x="1148565" y="86880"/>
                </a:lnTo>
                <a:lnTo>
                  <a:pt x="1148910" y="86376"/>
                </a:lnTo>
                <a:lnTo>
                  <a:pt x="1149249" y="85861"/>
                </a:lnTo>
                <a:lnTo>
                  <a:pt x="1149583" y="85336"/>
                </a:lnTo>
                <a:lnTo>
                  <a:pt x="1149911" y="84799"/>
                </a:lnTo>
                <a:lnTo>
                  <a:pt x="1150235" y="84252"/>
                </a:lnTo>
                <a:lnTo>
                  <a:pt x="1150553" y="83695"/>
                </a:lnTo>
                <a:lnTo>
                  <a:pt x="1150865" y="83126"/>
                </a:lnTo>
                <a:lnTo>
                  <a:pt x="1151173" y="82547"/>
                </a:lnTo>
                <a:lnTo>
                  <a:pt x="1151475" y="81957"/>
                </a:lnTo>
                <a:lnTo>
                  <a:pt x="1151771" y="81357"/>
                </a:lnTo>
                <a:lnTo>
                  <a:pt x="1152063" y="80745"/>
                </a:lnTo>
                <a:lnTo>
                  <a:pt x="1152349" y="80123"/>
                </a:lnTo>
                <a:lnTo>
                  <a:pt x="1152630" y="79491"/>
                </a:lnTo>
                <a:lnTo>
                  <a:pt x="1152905" y="78847"/>
                </a:lnTo>
                <a:lnTo>
                  <a:pt x="1153176" y="78193"/>
                </a:lnTo>
                <a:lnTo>
                  <a:pt x="1153441" y="77528"/>
                </a:lnTo>
                <a:lnTo>
                  <a:pt x="1153700" y="76853"/>
                </a:lnTo>
                <a:lnTo>
                  <a:pt x="1153955" y="76166"/>
                </a:lnTo>
                <a:lnTo>
                  <a:pt x="1154204" y="75470"/>
                </a:lnTo>
                <a:lnTo>
                  <a:pt x="1154448" y="74762"/>
                </a:lnTo>
                <a:lnTo>
                  <a:pt x="1154686" y="74043"/>
                </a:lnTo>
                <a:lnTo>
                  <a:pt x="1154919" y="73314"/>
                </a:lnTo>
                <a:lnTo>
                  <a:pt x="1155147" y="72575"/>
                </a:lnTo>
                <a:lnTo>
                  <a:pt x="1155368" y="71825"/>
                </a:lnTo>
                <a:lnTo>
                  <a:pt x="1155579" y="71066"/>
                </a:lnTo>
                <a:lnTo>
                  <a:pt x="1155781" y="70298"/>
                </a:lnTo>
                <a:lnTo>
                  <a:pt x="1155973" y="69521"/>
                </a:lnTo>
                <a:lnTo>
                  <a:pt x="1156156" y="68734"/>
                </a:lnTo>
                <a:lnTo>
                  <a:pt x="1156330" y="67939"/>
                </a:lnTo>
                <a:lnTo>
                  <a:pt x="1156494" y="67134"/>
                </a:lnTo>
                <a:lnTo>
                  <a:pt x="1156649" y="66321"/>
                </a:lnTo>
                <a:lnTo>
                  <a:pt x="1156795" y="65498"/>
                </a:lnTo>
                <a:lnTo>
                  <a:pt x="1156931" y="64666"/>
                </a:lnTo>
                <a:lnTo>
                  <a:pt x="1157058" y="63825"/>
                </a:lnTo>
                <a:lnTo>
                  <a:pt x="1157175" y="62974"/>
                </a:lnTo>
                <a:lnTo>
                  <a:pt x="1157283" y="62115"/>
                </a:lnTo>
                <a:lnTo>
                  <a:pt x="1157381" y="61246"/>
                </a:lnTo>
                <a:lnTo>
                  <a:pt x="1157471" y="60368"/>
                </a:lnTo>
                <a:lnTo>
                  <a:pt x="1157550" y="59481"/>
                </a:lnTo>
                <a:lnTo>
                  <a:pt x="1157621" y="58585"/>
                </a:lnTo>
                <a:lnTo>
                  <a:pt x="1157682" y="57680"/>
                </a:lnTo>
                <a:lnTo>
                  <a:pt x="1157733" y="56766"/>
                </a:lnTo>
                <a:lnTo>
                  <a:pt x="1157776" y="55842"/>
                </a:lnTo>
                <a:lnTo>
                  <a:pt x="1157808" y="54910"/>
                </a:lnTo>
                <a:lnTo>
                  <a:pt x="1157832" y="53968"/>
                </a:lnTo>
                <a:lnTo>
                  <a:pt x="1157846" y="53017"/>
                </a:lnTo>
                <a:lnTo>
                  <a:pt x="1157851" y="52057"/>
                </a:lnTo>
                <a:lnTo>
                  <a:pt x="1157844" y="50930"/>
                </a:lnTo>
                <a:lnTo>
                  <a:pt x="1157823" y="49813"/>
                </a:lnTo>
                <a:lnTo>
                  <a:pt x="1157788" y="48707"/>
                </a:lnTo>
                <a:lnTo>
                  <a:pt x="1157740" y="47612"/>
                </a:lnTo>
                <a:lnTo>
                  <a:pt x="1157678" y="46527"/>
                </a:lnTo>
                <a:lnTo>
                  <a:pt x="1157602" y="45452"/>
                </a:lnTo>
                <a:lnTo>
                  <a:pt x="1157512" y="44388"/>
                </a:lnTo>
                <a:lnTo>
                  <a:pt x="1157408" y="43334"/>
                </a:lnTo>
                <a:lnTo>
                  <a:pt x="1157290" y="42291"/>
                </a:lnTo>
                <a:lnTo>
                  <a:pt x="1157159" y="41259"/>
                </a:lnTo>
                <a:lnTo>
                  <a:pt x="1157013" y="40236"/>
                </a:lnTo>
                <a:lnTo>
                  <a:pt x="1156854" y="39225"/>
                </a:lnTo>
                <a:lnTo>
                  <a:pt x="1156681" y="38223"/>
                </a:lnTo>
                <a:lnTo>
                  <a:pt x="1156494" y="37232"/>
                </a:lnTo>
                <a:lnTo>
                  <a:pt x="1156294" y="36252"/>
                </a:lnTo>
                <a:lnTo>
                  <a:pt x="1156079" y="35282"/>
                </a:lnTo>
                <a:lnTo>
                  <a:pt x="1155851" y="34323"/>
                </a:lnTo>
                <a:lnTo>
                  <a:pt x="1155609" y="33374"/>
                </a:lnTo>
                <a:lnTo>
                  <a:pt x="1155353" y="32435"/>
                </a:lnTo>
                <a:lnTo>
                  <a:pt x="1155083" y="31507"/>
                </a:lnTo>
                <a:lnTo>
                  <a:pt x="1154799" y="30590"/>
                </a:lnTo>
                <a:lnTo>
                  <a:pt x="1154502" y="29683"/>
                </a:lnTo>
                <a:lnTo>
                  <a:pt x="1154190" y="28786"/>
                </a:lnTo>
                <a:lnTo>
                  <a:pt x="1153865" y="27900"/>
                </a:lnTo>
                <a:lnTo>
                  <a:pt x="1153526" y="27026"/>
                </a:lnTo>
                <a:lnTo>
                  <a:pt x="1153173" y="26164"/>
                </a:lnTo>
                <a:lnTo>
                  <a:pt x="1152805" y="25316"/>
                </a:lnTo>
                <a:lnTo>
                  <a:pt x="1152424" y="24481"/>
                </a:lnTo>
                <a:lnTo>
                  <a:pt x="1152028" y="23659"/>
                </a:lnTo>
                <a:lnTo>
                  <a:pt x="1151619" y="22851"/>
                </a:lnTo>
                <a:lnTo>
                  <a:pt x="1151195" y="22055"/>
                </a:lnTo>
                <a:lnTo>
                  <a:pt x="1150757" y="21273"/>
                </a:lnTo>
                <a:lnTo>
                  <a:pt x="1150306" y="20503"/>
                </a:lnTo>
                <a:lnTo>
                  <a:pt x="1149840" y="19747"/>
                </a:lnTo>
                <a:lnTo>
                  <a:pt x="1149360" y="19004"/>
                </a:lnTo>
                <a:lnTo>
                  <a:pt x="1148866" y="18274"/>
                </a:lnTo>
                <a:lnTo>
                  <a:pt x="1148357" y="17557"/>
                </a:lnTo>
                <a:lnTo>
                  <a:pt x="1147835" y="16853"/>
                </a:lnTo>
                <a:lnTo>
                  <a:pt x="1147299" y="16162"/>
                </a:lnTo>
                <a:lnTo>
                  <a:pt x="1146749" y="15485"/>
                </a:lnTo>
                <a:lnTo>
                  <a:pt x="1146184" y="14820"/>
                </a:lnTo>
                <a:lnTo>
                  <a:pt x="1145606" y="14169"/>
                </a:lnTo>
                <a:lnTo>
                  <a:pt x="1145013" y="13531"/>
                </a:lnTo>
                <a:lnTo>
                  <a:pt x="1144406" y="12905"/>
                </a:lnTo>
                <a:lnTo>
                  <a:pt x="1143785" y="12293"/>
                </a:lnTo>
                <a:lnTo>
                  <a:pt x="1143151" y="11695"/>
                </a:lnTo>
                <a:lnTo>
                  <a:pt x="1142502" y="11109"/>
                </a:lnTo>
                <a:lnTo>
                  <a:pt x="1141839" y="10536"/>
                </a:lnTo>
                <a:lnTo>
                  <a:pt x="1141320" y="10103"/>
                </a:lnTo>
                <a:lnTo>
                  <a:pt x="1140793" y="9681"/>
                </a:lnTo>
                <a:lnTo>
                  <a:pt x="1140256" y="9270"/>
                </a:lnTo>
                <a:lnTo>
                  <a:pt x="1139711" y="8871"/>
                </a:lnTo>
                <a:lnTo>
                  <a:pt x="1139157" y="8483"/>
                </a:lnTo>
                <a:lnTo>
                  <a:pt x="1138594" y="8106"/>
                </a:lnTo>
                <a:lnTo>
                  <a:pt x="1138022" y="7740"/>
                </a:lnTo>
                <a:lnTo>
                  <a:pt x="1137441" y="7386"/>
                </a:lnTo>
                <a:lnTo>
                  <a:pt x="1136851" y="7043"/>
                </a:lnTo>
                <a:lnTo>
                  <a:pt x="1136252" y="6712"/>
                </a:lnTo>
                <a:lnTo>
                  <a:pt x="1135645" y="6391"/>
                </a:lnTo>
                <a:lnTo>
                  <a:pt x="1135028" y="6083"/>
                </a:lnTo>
                <a:lnTo>
                  <a:pt x="1134403" y="5785"/>
                </a:lnTo>
                <a:lnTo>
                  <a:pt x="1133768" y="5499"/>
                </a:lnTo>
                <a:lnTo>
                  <a:pt x="1133125" y="5224"/>
                </a:lnTo>
                <a:lnTo>
                  <a:pt x="1132473" y="4960"/>
                </a:lnTo>
                <a:lnTo>
                  <a:pt x="1131812" y="4708"/>
                </a:lnTo>
                <a:lnTo>
                  <a:pt x="1131142" y="4467"/>
                </a:lnTo>
                <a:lnTo>
                  <a:pt x="1130463" y="4237"/>
                </a:lnTo>
                <a:lnTo>
                  <a:pt x="1129776" y="4018"/>
                </a:lnTo>
                <a:lnTo>
                  <a:pt x="1129079" y="3811"/>
                </a:lnTo>
                <a:lnTo>
                  <a:pt x="1128373" y="3616"/>
                </a:lnTo>
                <a:lnTo>
                  <a:pt x="1127659" y="3431"/>
                </a:lnTo>
                <a:lnTo>
                  <a:pt x="1126935" y="3258"/>
                </a:lnTo>
                <a:lnTo>
                  <a:pt x="1126406" y="3139"/>
                </a:lnTo>
                <a:lnTo>
                  <a:pt x="1125857" y="3025"/>
                </a:lnTo>
                <a:lnTo>
                  <a:pt x="1125288" y="2917"/>
                </a:lnTo>
                <a:lnTo>
                  <a:pt x="1124700" y="2813"/>
                </a:lnTo>
                <a:lnTo>
                  <a:pt x="1124092" y="2715"/>
                </a:lnTo>
                <a:lnTo>
                  <a:pt x="1123465" y="2621"/>
                </a:lnTo>
                <a:lnTo>
                  <a:pt x="1122819" y="2533"/>
                </a:lnTo>
                <a:lnTo>
                  <a:pt x="1122153" y="2449"/>
                </a:lnTo>
                <a:lnTo>
                  <a:pt x="1121467" y="2371"/>
                </a:lnTo>
                <a:lnTo>
                  <a:pt x="1120762" y="2298"/>
                </a:lnTo>
                <a:lnTo>
                  <a:pt x="1120037" y="2229"/>
                </a:lnTo>
                <a:lnTo>
                  <a:pt x="1119293" y="2166"/>
                </a:lnTo>
                <a:lnTo>
                  <a:pt x="1118530" y="2108"/>
                </a:lnTo>
                <a:lnTo>
                  <a:pt x="1117747" y="2055"/>
                </a:lnTo>
                <a:lnTo>
                  <a:pt x="1116944" y="2007"/>
                </a:lnTo>
                <a:lnTo>
                  <a:pt x="1116122" y="1964"/>
                </a:lnTo>
                <a:lnTo>
                  <a:pt x="1115281" y="1926"/>
                </a:lnTo>
                <a:lnTo>
                  <a:pt x="1114419" y="1893"/>
                </a:lnTo>
                <a:lnTo>
                  <a:pt x="1113539" y="1865"/>
                </a:lnTo>
                <a:lnTo>
                  <a:pt x="1112639" y="1843"/>
                </a:lnTo>
                <a:lnTo>
                  <a:pt x="1111719" y="1825"/>
                </a:lnTo>
                <a:lnTo>
                  <a:pt x="1110780" y="1812"/>
                </a:lnTo>
                <a:lnTo>
                  <a:pt x="1109822" y="1805"/>
                </a:lnTo>
                <a:lnTo>
                  <a:pt x="1108844" y="1802"/>
                </a:lnTo>
                <a:lnTo>
                  <a:pt x="1073839" y="1802"/>
                </a:lnTo>
                <a:lnTo>
                  <a:pt x="1073839" y="103421"/>
                </a:lnTo>
                <a:lnTo>
                  <a:pt x="1110507" y="103421"/>
                </a:lnTo>
                <a:lnTo>
                  <a:pt x="1111272" y="103418"/>
                </a:lnTo>
                <a:lnTo>
                  <a:pt x="1112029" y="103408"/>
                </a:lnTo>
                <a:lnTo>
                  <a:pt x="1112779" y="103393"/>
                </a:lnTo>
                <a:lnTo>
                  <a:pt x="1113522" y="103372"/>
                </a:lnTo>
                <a:close/>
                <a:moveTo>
                  <a:pt x="1111531" y="13896"/>
                </a:moveTo>
                <a:lnTo>
                  <a:pt x="1112450" y="13921"/>
                </a:lnTo>
                <a:lnTo>
                  <a:pt x="1113347" y="13953"/>
                </a:lnTo>
                <a:lnTo>
                  <a:pt x="1114220" y="13993"/>
                </a:lnTo>
                <a:lnTo>
                  <a:pt x="1115071" y="14040"/>
                </a:lnTo>
                <a:lnTo>
                  <a:pt x="1115899" y="14094"/>
                </a:lnTo>
                <a:lnTo>
                  <a:pt x="1116704" y="14155"/>
                </a:lnTo>
                <a:lnTo>
                  <a:pt x="1117486" y="14224"/>
                </a:lnTo>
                <a:lnTo>
                  <a:pt x="1118245" y="14299"/>
                </a:lnTo>
                <a:lnTo>
                  <a:pt x="1118981" y="14382"/>
                </a:lnTo>
                <a:lnTo>
                  <a:pt x="1119695" y="14472"/>
                </a:lnTo>
                <a:lnTo>
                  <a:pt x="1120386" y="14569"/>
                </a:lnTo>
                <a:lnTo>
                  <a:pt x="1121053" y="14674"/>
                </a:lnTo>
                <a:lnTo>
                  <a:pt x="1121698" y="14786"/>
                </a:lnTo>
                <a:lnTo>
                  <a:pt x="1122320" y="14905"/>
                </a:lnTo>
                <a:lnTo>
                  <a:pt x="1122919" y="15031"/>
                </a:lnTo>
                <a:lnTo>
                  <a:pt x="1123496" y="15164"/>
                </a:lnTo>
                <a:lnTo>
                  <a:pt x="1124049" y="15304"/>
                </a:lnTo>
                <a:lnTo>
                  <a:pt x="1124580" y="15452"/>
                </a:lnTo>
                <a:lnTo>
                  <a:pt x="1125088" y="15607"/>
                </a:lnTo>
                <a:lnTo>
                  <a:pt x="1125572" y="15769"/>
                </a:lnTo>
                <a:lnTo>
                  <a:pt x="1126034" y="15939"/>
                </a:lnTo>
                <a:lnTo>
                  <a:pt x="1126654" y="16191"/>
                </a:lnTo>
                <a:lnTo>
                  <a:pt x="1127266" y="16462"/>
                </a:lnTo>
                <a:lnTo>
                  <a:pt x="1127871" y="16753"/>
                </a:lnTo>
                <a:lnTo>
                  <a:pt x="1128467" y="17064"/>
                </a:lnTo>
                <a:lnTo>
                  <a:pt x="1129056" y="17394"/>
                </a:lnTo>
                <a:lnTo>
                  <a:pt x="1129637" y="17744"/>
                </a:lnTo>
                <a:lnTo>
                  <a:pt x="1130210" y="18114"/>
                </a:lnTo>
                <a:lnTo>
                  <a:pt x="1130775" y="18503"/>
                </a:lnTo>
                <a:lnTo>
                  <a:pt x="1131332" y="18912"/>
                </a:lnTo>
                <a:lnTo>
                  <a:pt x="1131882" y="19340"/>
                </a:lnTo>
                <a:lnTo>
                  <a:pt x="1132423" y="19788"/>
                </a:lnTo>
                <a:lnTo>
                  <a:pt x="1132957" y="20255"/>
                </a:lnTo>
                <a:lnTo>
                  <a:pt x="1133483" y="20742"/>
                </a:lnTo>
                <a:lnTo>
                  <a:pt x="1134002" y="21249"/>
                </a:lnTo>
                <a:lnTo>
                  <a:pt x="1134512" y="21775"/>
                </a:lnTo>
                <a:lnTo>
                  <a:pt x="1135015" y="22320"/>
                </a:lnTo>
                <a:lnTo>
                  <a:pt x="1135510" y="22886"/>
                </a:lnTo>
                <a:lnTo>
                  <a:pt x="1135996" y="23471"/>
                </a:lnTo>
                <a:lnTo>
                  <a:pt x="1136476" y="24075"/>
                </a:lnTo>
                <a:lnTo>
                  <a:pt x="1136947" y="24699"/>
                </a:lnTo>
                <a:lnTo>
                  <a:pt x="1137410" y="25343"/>
                </a:lnTo>
                <a:lnTo>
                  <a:pt x="1137866" y="26006"/>
                </a:lnTo>
                <a:lnTo>
                  <a:pt x="1138314" y="26689"/>
                </a:lnTo>
                <a:lnTo>
                  <a:pt x="1138754" y="27391"/>
                </a:lnTo>
                <a:lnTo>
                  <a:pt x="1139181" y="28116"/>
                </a:lnTo>
                <a:lnTo>
                  <a:pt x="1139590" y="28866"/>
                </a:lnTo>
                <a:lnTo>
                  <a:pt x="1139981" y="29642"/>
                </a:lnTo>
                <a:lnTo>
                  <a:pt x="1140353" y="30444"/>
                </a:lnTo>
                <a:lnTo>
                  <a:pt x="1140707" y="31271"/>
                </a:lnTo>
                <a:lnTo>
                  <a:pt x="1141044" y="32124"/>
                </a:lnTo>
                <a:lnTo>
                  <a:pt x="1141362" y="33003"/>
                </a:lnTo>
                <a:lnTo>
                  <a:pt x="1141661" y="33907"/>
                </a:lnTo>
                <a:lnTo>
                  <a:pt x="1141943" y="34836"/>
                </a:lnTo>
                <a:lnTo>
                  <a:pt x="1142207" y="35792"/>
                </a:lnTo>
                <a:lnTo>
                  <a:pt x="1142452" y="36772"/>
                </a:lnTo>
                <a:lnTo>
                  <a:pt x="1142679" y="37779"/>
                </a:lnTo>
                <a:lnTo>
                  <a:pt x="1142888" y="38811"/>
                </a:lnTo>
                <a:lnTo>
                  <a:pt x="1143079" y="39868"/>
                </a:lnTo>
                <a:lnTo>
                  <a:pt x="1143251" y="40951"/>
                </a:lnTo>
                <a:lnTo>
                  <a:pt x="1143406" y="42060"/>
                </a:lnTo>
                <a:lnTo>
                  <a:pt x="1143542" y="43194"/>
                </a:lnTo>
                <a:lnTo>
                  <a:pt x="1143660" y="44354"/>
                </a:lnTo>
                <a:lnTo>
                  <a:pt x="1143760" y="45540"/>
                </a:lnTo>
                <a:lnTo>
                  <a:pt x="1143842" y="46751"/>
                </a:lnTo>
                <a:lnTo>
                  <a:pt x="1143906" y="47988"/>
                </a:lnTo>
                <a:lnTo>
                  <a:pt x="1143951" y="49250"/>
                </a:lnTo>
                <a:lnTo>
                  <a:pt x="1143978" y="50538"/>
                </a:lnTo>
                <a:lnTo>
                  <a:pt x="1143987" y="51851"/>
                </a:lnTo>
                <a:lnTo>
                  <a:pt x="1143983" y="52802"/>
                </a:lnTo>
                <a:lnTo>
                  <a:pt x="1143969" y="53741"/>
                </a:lnTo>
                <a:lnTo>
                  <a:pt x="1143946" y="54669"/>
                </a:lnTo>
                <a:lnTo>
                  <a:pt x="1143913" y="55584"/>
                </a:lnTo>
                <a:lnTo>
                  <a:pt x="1143872" y="56488"/>
                </a:lnTo>
                <a:lnTo>
                  <a:pt x="1143821" y="57380"/>
                </a:lnTo>
                <a:lnTo>
                  <a:pt x="1143760" y="58259"/>
                </a:lnTo>
                <a:lnTo>
                  <a:pt x="1143691" y="59127"/>
                </a:lnTo>
                <a:lnTo>
                  <a:pt x="1143612" y="59983"/>
                </a:lnTo>
                <a:lnTo>
                  <a:pt x="1143524" y="60828"/>
                </a:lnTo>
                <a:lnTo>
                  <a:pt x="1143427" y="61660"/>
                </a:lnTo>
                <a:lnTo>
                  <a:pt x="1143320" y="62480"/>
                </a:lnTo>
                <a:lnTo>
                  <a:pt x="1143204" y="63289"/>
                </a:lnTo>
                <a:lnTo>
                  <a:pt x="1143079" y="64086"/>
                </a:lnTo>
                <a:lnTo>
                  <a:pt x="1142945" y="64870"/>
                </a:lnTo>
                <a:lnTo>
                  <a:pt x="1142801" y="65643"/>
                </a:lnTo>
                <a:lnTo>
                  <a:pt x="1142648" y="66404"/>
                </a:lnTo>
                <a:lnTo>
                  <a:pt x="1142486" y="67153"/>
                </a:lnTo>
                <a:lnTo>
                  <a:pt x="1142315" y="67890"/>
                </a:lnTo>
                <a:lnTo>
                  <a:pt x="1142134" y="68616"/>
                </a:lnTo>
                <a:lnTo>
                  <a:pt x="1141944" y="69329"/>
                </a:lnTo>
                <a:lnTo>
                  <a:pt x="1141745" y="70031"/>
                </a:lnTo>
                <a:lnTo>
                  <a:pt x="1141536" y="70721"/>
                </a:lnTo>
                <a:lnTo>
                  <a:pt x="1141319" y="71398"/>
                </a:lnTo>
                <a:lnTo>
                  <a:pt x="1141093" y="72064"/>
                </a:lnTo>
                <a:lnTo>
                  <a:pt x="1140859" y="72719"/>
                </a:lnTo>
                <a:lnTo>
                  <a:pt x="1140619" y="73362"/>
                </a:lnTo>
                <a:lnTo>
                  <a:pt x="1140370" y="73994"/>
                </a:lnTo>
                <a:lnTo>
                  <a:pt x="1140115" y="74614"/>
                </a:lnTo>
                <a:lnTo>
                  <a:pt x="1139852" y="75223"/>
                </a:lnTo>
                <a:lnTo>
                  <a:pt x="1139582" y="75821"/>
                </a:lnTo>
                <a:lnTo>
                  <a:pt x="1139305" y="76407"/>
                </a:lnTo>
                <a:lnTo>
                  <a:pt x="1139020" y="76981"/>
                </a:lnTo>
                <a:lnTo>
                  <a:pt x="1138728" y="77545"/>
                </a:lnTo>
                <a:lnTo>
                  <a:pt x="1138428" y="78097"/>
                </a:lnTo>
                <a:lnTo>
                  <a:pt x="1138121" y="78637"/>
                </a:lnTo>
                <a:lnTo>
                  <a:pt x="1137807" y="79166"/>
                </a:lnTo>
                <a:lnTo>
                  <a:pt x="1137486" y="79684"/>
                </a:lnTo>
                <a:lnTo>
                  <a:pt x="1137157" y="80190"/>
                </a:lnTo>
                <a:lnTo>
                  <a:pt x="1136821" y="80685"/>
                </a:lnTo>
                <a:lnTo>
                  <a:pt x="1136477" y="81168"/>
                </a:lnTo>
                <a:lnTo>
                  <a:pt x="1136126" y="81640"/>
                </a:lnTo>
                <a:lnTo>
                  <a:pt x="1135768" y="82101"/>
                </a:lnTo>
                <a:lnTo>
                  <a:pt x="1135403" y="82550"/>
                </a:lnTo>
                <a:lnTo>
                  <a:pt x="1135030" y="82988"/>
                </a:lnTo>
                <a:lnTo>
                  <a:pt x="1134650" y="83414"/>
                </a:lnTo>
                <a:lnTo>
                  <a:pt x="1134262" y="83829"/>
                </a:lnTo>
                <a:lnTo>
                  <a:pt x="1133867" y="84233"/>
                </a:lnTo>
                <a:lnTo>
                  <a:pt x="1133580" y="84513"/>
                </a:lnTo>
                <a:lnTo>
                  <a:pt x="1133285" y="84787"/>
                </a:lnTo>
                <a:lnTo>
                  <a:pt x="1132982" y="85057"/>
                </a:lnTo>
                <a:lnTo>
                  <a:pt x="1132670" y="85321"/>
                </a:lnTo>
                <a:lnTo>
                  <a:pt x="1132351" y="85579"/>
                </a:lnTo>
                <a:lnTo>
                  <a:pt x="1132024" y="85833"/>
                </a:lnTo>
                <a:lnTo>
                  <a:pt x="1131688" y="86081"/>
                </a:lnTo>
                <a:lnTo>
                  <a:pt x="1131345" y="86324"/>
                </a:lnTo>
                <a:lnTo>
                  <a:pt x="1130993" y="86561"/>
                </a:lnTo>
                <a:lnTo>
                  <a:pt x="1130634" y="86794"/>
                </a:lnTo>
                <a:lnTo>
                  <a:pt x="1130266" y="87021"/>
                </a:lnTo>
                <a:lnTo>
                  <a:pt x="1129890" y="87243"/>
                </a:lnTo>
                <a:lnTo>
                  <a:pt x="1129506" y="87459"/>
                </a:lnTo>
                <a:lnTo>
                  <a:pt x="1129114" y="87670"/>
                </a:lnTo>
                <a:lnTo>
                  <a:pt x="1128714" y="87876"/>
                </a:lnTo>
                <a:lnTo>
                  <a:pt x="1128306" y="88077"/>
                </a:lnTo>
                <a:lnTo>
                  <a:pt x="1127890" y="88272"/>
                </a:lnTo>
                <a:lnTo>
                  <a:pt x="1127466" y="88462"/>
                </a:lnTo>
                <a:lnTo>
                  <a:pt x="1127034" y="88647"/>
                </a:lnTo>
                <a:lnTo>
                  <a:pt x="1126594" y="88827"/>
                </a:lnTo>
                <a:lnTo>
                  <a:pt x="1126145" y="89001"/>
                </a:lnTo>
                <a:lnTo>
                  <a:pt x="1125689" y="89170"/>
                </a:lnTo>
                <a:lnTo>
                  <a:pt x="1125225" y="89334"/>
                </a:lnTo>
                <a:lnTo>
                  <a:pt x="1124752" y="89492"/>
                </a:lnTo>
                <a:lnTo>
                  <a:pt x="1124268" y="89645"/>
                </a:lnTo>
                <a:lnTo>
                  <a:pt x="1123769" y="89790"/>
                </a:lnTo>
                <a:lnTo>
                  <a:pt x="1123255" y="89930"/>
                </a:lnTo>
                <a:lnTo>
                  <a:pt x="1122725" y="90063"/>
                </a:lnTo>
                <a:lnTo>
                  <a:pt x="1122181" y="90189"/>
                </a:lnTo>
                <a:lnTo>
                  <a:pt x="1121622" y="90309"/>
                </a:lnTo>
                <a:lnTo>
                  <a:pt x="1121048" y="90423"/>
                </a:lnTo>
                <a:lnTo>
                  <a:pt x="1120458" y="90530"/>
                </a:lnTo>
                <a:lnTo>
                  <a:pt x="1119854" y="90630"/>
                </a:lnTo>
                <a:lnTo>
                  <a:pt x="1119234" y="90724"/>
                </a:lnTo>
                <a:lnTo>
                  <a:pt x="1118600" y="90812"/>
                </a:lnTo>
                <a:lnTo>
                  <a:pt x="1117950" y="90893"/>
                </a:lnTo>
                <a:lnTo>
                  <a:pt x="1117286" y="90967"/>
                </a:lnTo>
                <a:lnTo>
                  <a:pt x="1116606" y="91035"/>
                </a:lnTo>
                <a:lnTo>
                  <a:pt x="1115911" y="91097"/>
                </a:lnTo>
                <a:lnTo>
                  <a:pt x="1115202" y="91152"/>
                </a:lnTo>
                <a:lnTo>
                  <a:pt x="1114477" y="91201"/>
                </a:lnTo>
                <a:lnTo>
                  <a:pt x="1113737" y="91243"/>
                </a:lnTo>
                <a:lnTo>
                  <a:pt x="1112982" y="91278"/>
                </a:lnTo>
                <a:lnTo>
                  <a:pt x="1112212" y="91308"/>
                </a:lnTo>
                <a:lnTo>
                  <a:pt x="1111428" y="91330"/>
                </a:lnTo>
                <a:lnTo>
                  <a:pt x="1110628" y="91346"/>
                </a:lnTo>
                <a:lnTo>
                  <a:pt x="1109813" y="91356"/>
                </a:lnTo>
                <a:lnTo>
                  <a:pt x="1108982" y="91359"/>
                </a:lnTo>
                <a:lnTo>
                  <a:pt x="1087286" y="91359"/>
                </a:lnTo>
                <a:lnTo>
                  <a:pt x="1087286" y="13863"/>
                </a:lnTo>
                <a:lnTo>
                  <a:pt x="1108636" y="13863"/>
                </a:lnTo>
                <a:lnTo>
                  <a:pt x="1109624" y="13867"/>
                </a:lnTo>
                <a:lnTo>
                  <a:pt x="1110589" y="13878"/>
                </a:lnTo>
                <a:lnTo>
                  <a:pt x="1111531" y="13896"/>
                </a:lnTo>
                <a:close/>
                <a:moveTo>
                  <a:pt x="658248" y="86023"/>
                </a:moveTo>
                <a:lnTo>
                  <a:pt x="658525" y="86892"/>
                </a:lnTo>
                <a:lnTo>
                  <a:pt x="658821" y="87741"/>
                </a:lnTo>
                <a:lnTo>
                  <a:pt x="659136" y="88569"/>
                </a:lnTo>
                <a:lnTo>
                  <a:pt x="659470" y="89378"/>
                </a:lnTo>
                <a:lnTo>
                  <a:pt x="659823" y="90167"/>
                </a:lnTo>
                <a:lnTo>
                  <a:pt x="660195" y="90936"/>
                </a:lnTo>
                <a:lnTo>
                  <a:pt x="660585" y="91684"/>
                </a:lnTo>
                <a:lnTo>
                  <a:pt x="660995" y="92413"/>
                </a:lnTo>
                <a:lnTo>
                  <a:pt x="661423" y="93122"/>
                </a:lnTo>
                <a:lnTo>
                  <a:pt x="661870" y="93810"/>
                </a:lnTo>
                <a:lnTo>
                  <a:pt x="662336" y="94479"/>
                </a:lnTo>
                <a:lnTo>
                  <a:pt x="662822" y="95127"/>
                </a:lnTo>
                <a:lnTo>
                  <a:pt x="663325" y="95756"/>
                </a:lnTo>
                <a:lnTo>
                  <a:pt x="663848" y="96364"/>
                </a:lnTo>
                <a:lnTo>
                  <a:pt x="664390" y="96952"/>
                </a:lnTo>
                <a:lnTo>
                  <a:pt x="664951" y="97521"/>
                </a:lnTo>
                <a:lnTo>
                  <a:pt x="665530" y="98069"/>
                </a:lnTo>
                <a:lnTo>
                  <a:pt x="666128" y="98597"/>
                </a:lnTo>
                <a:lnTo>
                  <a:pt x="666746" y="99106"/>
                </a:lnTo>
                <a:lnTo>
                  <a:pt x="667384" y="99593"/>
                </a:lnTo>
                <a:lnTo>
                  <a:pt x="668047" y="100060"/>
                </a:lnTo>
                <a:lnTo>
                  <a:pt x="668733" y="100507"/>
                </a:lnTo>
                <a:lnTo>
                  <a:pt x="669442" y="100932"/>
                </a:lnTo>
                <a:lnTo>
                  <a:pt x="670176" y="101337"/>
                </a:lnTo>
                <a:lnTo>
                  <a:pt x="670933" y="101721"/>
                </a:lnTo>
                <a:lnTo>
                  <a:pt x="671714" y="102084"/>
                </a:lnTo>
                <a:lnTo>
                  <a:pt x="672518" y="102427"/>
                </a:lnTo>
                <a:lnTo>
                  <a:pt x="673347" y="102749"/>
                </a:lnTo>
                <a:lnTo>
                  <a:pt x="674199" y="103050"/>
                </a:lnTo>
                <a:lnTo>
                  <a:pt x="675074" y="103330"/>
                </a:lnTo>
                <a:lnTo>
                  <a:pt x="675974" y="103589"/>
                </a:lnTo>
                <a:lnTo>
                  <a:pt x="676897" y="103828"/>
                </a:lnTo>
                <a:lnTo>
                  <a:pt x="677843" y="104046"/>
                </a:lnTo>
                <a:lnTo>
                  <a:pt x="678814" y="104243"/>
                </a:lnTo>
                <a:lnTo>
                  <a:pt x="679808" y="104420"/>
                </a:lnTo>
                <a:lnTo>
                  <a:pt x="680826" y="104576"/>
                </a:lnTo>
                <a:lnTo>
                  <a:pt x="681868" y="104710"/>
                </a:lnTo>
                <a:lnTo>
                  <a:pt x="682933" y="104825"/>
                </a:lnTo>
                <a:lnTo>
                  <a:pt x="684022" y="104918"/>
                </a:lnTo>
                <a:lnTo>
                  <a:pt x="685135" y="104991"/>
                </a:lnTo>
                <a:lnTo>
                  <a:pt x="686271" y="105043"/>
                </a:lnTo>
                <a:lnTo>
                  <a:pt x="687431" y="105074"/>
                </a:lnTo>
                <a:lnTo>
                  <a:pt x="688615" y="105084"/>
                </a:lnTo>
                <a:lnTo>
                  <a:pt x="689334" y="105079"/>
                </a:lnTo>
                <a:lnTo>
                  <a:pt x="690047" y="105063"/>
                </a:lnTo>
                <a:lnTo>
                  <a:pt x="690753" y="105037"/>
                </a:lnTo>
                <a:lnTo>
                  <a:pt x="691453" y="105000"/>
                </a:lnTo>
                <a:lnTo>
                  <a:pt x="692147" y="104953"/>
                </a:lnTo>
                <a:lnTo>
                  <a:pt x="692835" y="104896"/>
                </a:lnTo>
                <a:lnTo>
                  <a:pt x="693516" y="104828"/>
                </a:lnTo>
                <a:lnTo>
                  <a:pt x="694191" y="104749"/>
                </a:lnTo>
                <a:lnTo>
                  <a:pt x="694860" y="104660"/>
                </a:lnTo>
                <a:lnTo>
                  <a:pt x="695523" y="104561"/>
                </a:lnTo>
                <a:lnTo>
                  <a:pt x="696179" y="104451"/>
                </a:lnTo>
                <a:lnTo>
                  <a:pt x="696829" y="104330"/>
                </a:lnTo>
                <a:lnTo>
                  <a:pt x="697473" y="104199"/>
                </a:lnTo>
                <a:lnTo>
                  <a:pt x="698111" y="104058"/>
                </a:lnTo>
                <a:lnTo>
                  <a:pt x="698742" y="103906"/>
                </a:lnTo>
                <a:lnTo>
                  <a:pt x="699367" y="103744"/>
                </a:lnTo>
                <a:lnTo>
                  <a:pt x="699986" y="103571"/>
                </a:lnTo>
                <a:lnTo>
                  <a:pt x="700598" y="103388"/>
                </a:lnTo>
                <a:lnTo>
                  <a:pt x="701205" y="103194"/>
                </a:lnTo>
                <a:lnTo>
                  <a:pt x="701805" y="102990"/>
                </a:lnTo>
                <a:lnTo>
                  <a:pt x="702398" y="102776"/>
                </a:lnTo>
                <a:lnTo>
                  <a:pt x="702986" y="102550"/>
                </a:lnTo>
                <a:lnTo>
                  <a:pt x="703567" y="102315"/>
                </a:lnTo>
                <a:lnTo>
                  <a:pt x="704142" y="102069"/>
                </a:lnTo>
                <a:lnTo>
                  <a:pt x="704708" y="101813"/>
                </a:lnTo>
                <a:lnTo>
                  <a:pt x="705263" y="101549"/>
                </a:lnTo>
                <a:lnTo>
                  <a:pt x="705807" y="101276"/>
                </a:lnTo>
                <a:lnTo>
                  <a:pt x="706340" y="100994"/>
                </a:lnTo>
                <a:lnTo>
                  <a:pt x="706862" y="100704"/>
                </a:lnTo>
                <a:lnTo>
                  <a:pt x="707372" y="100405"/>
                </a:lnTo>
                <a:lnTo>
                  <a:pt x="707871" y="100098"/>
                </a:lnTo>
                <a:lnTo>
                  <a:pt x="708359" y="99781"/>
                </a:lnTo>
                <a:lnTo>
                  <a:pt x="708836" y="99456"/>
                </a:lnTo>
                <a:lnTo>
                  <a:pt x="709301" y="99123"/>
                </a:lnTo>
                <a:lnTo>
                  <a:pt x="709756" y="98781"/>
                </a:lnTo>
                <a:lnTo>
                  <a:pt x="710199" y="98430"/>
                </a:lnTo>
                <a:lnTo>
                  <a:pt x="710631" y="98070"/>
                </a:lnTo>
                <a:lnTo>
                  <a:pt x="711051" y="97702"/>
                </a:lnTo>
                <a:lnTo>
                  <a:pt x="711461" y="97325"/>
                </a:lnTo>
                <a:lnTo>
                  <a:pt x="711859" y="96939"/>
                </a:lnTo>
                <a:lnTo>
                  <a:pt x="712247" y="96545"/>
                </a:lnTo>
                <a:lnTo>
                  <a:pt x="712623" y="96142"/>
                </a:lnTo>
                <a:lnTo>
                  <a:pt x="712987" y="95731"/>
                </a:lnTo>
                <a:lnTo>
                  <a:pt x="713341" y="95310"/>
                </a:lnTo>
                <a:lnTo>
                  <a:pt x="713683" y="94882"/>
                </a:lnTo>
                <a:lnTo>
                  <a:pt x="714015" y="94444"/>
                </a:lnTo>
                <a:lnTo>
                  <a:pt x="714335" y="93998"/>
                </a:lnTo>
                <a:lnTo>
                  <a:pt x="714644" y="93543"/>
                </a:lnTo>
                <a:lnTo>
                  <a:pt x="714941" y="93082"/>
                </a:lnTo>
                <a:lnTo>
                  <a:pt x="715225" y="92619"/>
                </a:lnTo>
                <a:lnTo>
                  <a:pt x="715497" y="92154"/>
                </a:lnTo>
                <a:lnTo>
                  <a:pt x="715756" y="91686"/>
                </a:lnTo>
                <a:lnTo>
                  <a:pt x="716002" y="91215"/>
                </a:lnTo>
                <a:lnTo>
                  <a:pt x="716236" y="90742"/>
                </a:lnTo>
                <a:lnTo>
                  <a:pt x="716457" y="90266"/>
                </a:lnTo>
                <a:lnTo>
                  <a:pt x="716665" y="89788"/>
                </a:lnTo>
                <a:lnTo>
                  <a:pt x="716861" y="89308"/>
                </a:lnTo>
                <a:lnTo>
                  <a:pt x="717044" y="88824"/>
                </a:lnTo>
                <a:lnTo>
                  <a:pt x="717215" y="88339"/>
                </a:lnTo>
                <a:lnTo>
                  <a:pt x="717373" y="87850"/>
                </a:lnTo>
                <a:lnTo>
                  <a:pt x="717518" y="87359"/>
                </a:lnTo>
                <a:lnTo>
                  <a:pt x="717651" y="86866"/>
                </a:lnTo>
                <a:lnTo>
                  <a:pt x="717771" y="86370"/>
                </a:lnTo>
                <a:lnTo>
                  <a:pt x="717878" y="85872"/>
                </a:lnTo>
                <a:lnTo>
                  <a:pt x="717973" y="85371"/>
                </a:lnTo>
                <a:lnTo>
                  <a:pt x="718055" y="84867"/>
                </a:lnTo>
                <a:lnTo>
                  <a:pt x="718125" y="84361"/>
                </a:lnTo>
                <a:lnTo>
                  <a:pt x="718182" y="83853"/>
                </a:lnTo>
                <a:lnTo>
                  <a:pt x="718226" y="83342"/>
                </a:lnTo>
                <a:lnTo>
                  <a:pt x="718257" y="82828"/>
                </a:lnTo>
                <a:lnTo>
                  <a:pt x="718276" y="82312"/>
                </a:lnTo>
                <a:lnTo>
                  <a:pt x="718283" y="81794"/>
                </a:lnTo>
                <a:lnTo>
                  <a:pt x="718278" y="81266"/>
                </a:lnTo>
                <a:lnTo>
                  <a:pt x="718262" y="80745"/>
                </a:lnTo>
                <a:lnTo>
                  <a:pt x="718236" y="80232"/>
                </a:lnTo>
                <a:lnTo>
                  <a:pt x="718200" y="79726"/>
                </a:lnTo>
                <a:lnTo>
                  <a:pt x="718153" y="79227"/>
                </a:lnTo>
                <a:lnTo>
                  <a:pt x="718096" y="78735"/>
                </a:lnTo>
                <a:lnTo>
                  <a:pt x="718029" y="78251"/>
                </a:lnTo>
                <a:lnTo>
                  <a:pt x="717952" y="77773"/>
                </a:lnTo>
                <a:lnTo>
                  <a:pt x="717864" y="77303"/>
                </a:lnTo>
                <a:lnTo>
                  <a:pt x="717765" y="76840"/>
                </a:lnTo>
                <a:lnTo>
                  <a:pt x="717657" y="76385"/>
                </a:lnTo>
                <a:lnTo>
                  <a:pt x="717538" y="75936"/>
                </a:lnTo>
                <a:lnTo>
                  <a:pt x="717408" y="75495"/>
                </a:lnTo>
                <a:lnTo>
                  <a:pt x="717269" y="75061"/>
                </a:lnTo>
                <a:lnTo>
                  <a:pt x="717118" y="74635"/>
                </a:lnTo>
                <a:lnTo>
                  <a:pt x="716958" y="74215"/>
                </a:lnTo>
                <a:lnTo>
                  <a:pt x="716787" y="73803"/>
                </a:lnTo>
                <a:lnTo>
                  <a:pt x="716606" y="73398"/>
                </a:lnTo>
                <a:lnTo>
                  <a:pt x="716415" y="73000"/>
                </a:lnTo>
                <a:lnTo>
                  <a:pt x="716213" y="72609"/>
                </a:lnTo>
                <a:lnTo>
                  <a:pt x="716001" y="72226"/>
                </a:lnTo>
                <a:lnTo>
                  <a:pt x="715778" y="71850"/>
                </a:lnTo>
                <a:lnTo>
                  <a:pt x="715545" y="71481"/>
                </a:lnTo>
                <a:lnTo>
                  <a:pt x="715302" y="71119"/>
                </a:lnTo>
                <a:lnTo>
                  <a:pt x="715050" y="70764"/>
                </a:lnTo>
                <a:lnTo>
                  <a:pt x="714790" y="70417"/>
                </a:lnTo>
                <a:lnTo>
                  <a:pt x="714522" y="70076"/>
                </a:lnTo>
                <a:lnTo>
                  <a:pt x="714246" y="69743"/>
                </a:lnTo>
                <a:lnTo>
                  <a:pt x="713962" y="69417"/>
                </a:lnTo>
                <a:lnTo>
                  <a:pt x="713671" y="69098"/>
                </a:lnTo>
                <a:lnTo>
                  <a:pt x="713372" y="68786"/>
                </a:lnTo>
                <a:lnTo>
                  <a:pt x="713065" y="68481"/>
                </a:lnTo>
                <a:lnTo>
                  <a:pt x="712750" y="68183"/>
                </a:lnTo>
                <a:lnTo>
                  <a:pt x="712427" y="67893"/>
                </a:lnTo>
                <a:lnTo>
                  <a:pt x="712097" y="67609"/>
                </a:lnTo>
                <a:lnTo>
                  <a:pt x="711758" y="67333"/>
                </a:lnTo>
                <a:lnTo>
                  <a:pt x="711412" y="67063"/>
                </a:lnTo>
                <a:lnTo>
                  <a:pt x="711058" y="66801"/>
                </a:lnTo>
                <a:lnTo>
                  <a:pt x="710696" y="66546"/>
                </a:lnTo>
                <a:lnTo>
                  <a:pt x="710327" y="66298"/>
                </a:lnTo>
                <a:lnTo>
                  <a:pt x="709949" y="66057"/>
                </a:lnTo>
                <a:lnTo>
                  <a:pt x="709564" y="65823"/>
                </a:lnTo>
                <a:lnTo>
                  <a:pt x="709171" y="65596"/>
                </a:lnTo>
                <a:lnTo>
                  <a:pt x="708770" y="65376"/>
                </a:lnTo>
                <a:lnTo>
                  <a:pt x="708361" y="65164"/>
                </a:lnTo>
                <a:lnTo>
                  <a:pt x="707945" y="64958"/>
                </a:lnTo>
                <a:lnTo>
                  <a:pt x="707520" y="64760"/>
                </a:lnTo>
                <a:lnTo>
                  <a:pt x="707088" y="64569"/>
                </a:lnTo>
                <a:lnTo>
                  <a:pt x="706638" y="64379"/>
                </a:lnTo>
                <a:lnTo>
                  <a:pt x="706160" y="64184"/>
                </a:lnTo>
                <a:lnTo>
                  <a:pt x="705655" y="63985"/>
                </a:lnTo>
                <a:lnTo>
                  <a:pt x="705121" y="63782"/>
                </a:lnTo>
                <a:lnTo>
                  <a:pt x="704560" y="63574"/>
                </a:lnTo>
                <a:lnTo>
                  <a:pt x="703971" y="63362"/>
                </a:lnTo>
                <a:lnTo>
                  <a:pt x="703354" y="63145"/>
                </a:lnTo>
                <a:lnTo>
                  <a:pt x="702710" y="62924"/>
                </a:lnTo>
                <a:lnTo>
                  <a:pt x="702037" y="62699"/>
                </a:lnTo>
                <a:lnTo>
                  <a:pt x="701337" y="62469"/>
                </a:lnTo>
                <a:lnTo>
                  <a:pt x="700609" y="62234"/>
                </a:lnTo>
                <a:lnTo>
                  <a:pt x="699853" y="61995"/>
                </a:lnTo>
                <a:lnTo>
                  <a:pt x="699070" y="61752"/>
                </a:lnTo>
                <a:lnTo>
                  <a:pt x="698258" y="61504"/>
                </a:lnTo>
                <a:lnTo>
                  <a:pt x="697419" y="61252"/>
                </a:lnTo>
                <a:lnTo>
                  <a:pt x="696552" y="60995"/>
                </a:lnTo>
                <a:lnTo>
                  <a:pt x="695657" y="60734"/>
                </a:lnTo>
                <a:lnTo>
                  <a:pt x="694735" y="60468"/>
                </a:lnTo>
                <a:lnTo>
                  <a:pt x="693784" y="60198"/>
                </a:lnTo>
                <a:lnTo>
                  <a:pt x="692806" y="59923"/>
                </a:lnTo>
                <a:lnTo>
                  <a:pt x="691800" y="59644"/>
                </a:lnTo>
                <a:lnTo>
                  <a:pt x="690766" y="59361"/>
                </a:lnTo>
                <a:lnTo>
                  <a:pt x="689705" y="59073"/>
                </a:lnTo>
                <a:lnTo>
                  <a:pt x="688615" y="58781"/>
                </a:lnTo>
                <a:lnTo>
                  <a:pt x="687865" y="58576"/>
                </a:lnTo>
                <a:lnTo>
                  <a:pt x="687141" y="58377"/>
                </a:lnTo>
                <a:lnTo>
                  <a:pt x="686441" y="58185"/>
                </a:lnTo>
                <a:lnTo>
                  <a:pt x="685767" y="57999"/>
                </a:lnTo>
                <a:lnTo>
                  <a:pt x="685119" y="57819"/>
                </a:lnTo>
                <a:lnTo>
                  <a:pt x="684495" y="57645"/>
                </a:lnTo>
                <a:lnTo>
                  <a:pt x="683897" y="57478"/>
                </a:lnTo>
                <a:lnTo>
                  <a:pt x="683324" y="57317"/>
                </a:lnTo>
                <a:lnTo>
                  <a:pt x="682776" y="57162"/>
                </a:lnTo>
                <a:lnTo>
                  <a:pt x="682254" y="57014"/>
                </a:lnTo>
                <a:lnTo>
                  <a:pt x="681757" y="56872"/>
                </a:lnTo>
                <a:lnTo>
                  <a:pt x="681285" y="56736"/>
                </a:lnTo>
                <a:lnTo>
                  <a:pt x="680838" y="56606"/>
                </a:lnTo>
                <a:lnTo>
                  <a:pt x="680417" y="56483"/>
                </a:lnTo>
                <a:lnTo>
                  <a:pt x="680021" y="56365"/>
                </a:lnTo>
                <a:lnTo>
                  <a:pt x="679650" y="56254"/>
                </a:lnTo>
                <a:lnTo>
                  <a:pt x="679305" y="56150"/>
                </a:lnTo>
                <a:lnTo>
                  <a:pt x="678985" y="56051"/>
                </a:lnTo>
                <a:lnTo>
                  <a:pt x="678690" y="55959"/>
                </a:lnTo>
                <a:lnTo>
                  <a:pt x="678420" y="55873"/>
                </a:lnTo>
                <a:lnTo>
                  <a:pt x="678175" y="55793"/>
                </a:lnTo>
                <a:lnTo>
                  <a:pt x="677956" y="55720"/>
                </a:lnTo>
                <a:lnTo>
                  <a:pt x="677762" y="55653"/>
                </a:lnTo>
                <a:lnTo>
                  <a:pt x="677594" y="55592"/>
                </a:lnTo>
                <a:lnTo>
                  <a:pt x="677325" y="55481"/>
                </a:lnTo>
                <a:lnTo>
                  <a:pt x="677063" y="55368"/>
                </a:lnTo>
                <a:lnTo>
                  <a:pt x="676806" y="55252"/>
                </a:lnTo>
                <a:lnTo>
                  <a:pt x="676556" y="55134"/>
                </a:lnTo>
                <a:lnTo>
                  <a:pt x="676312" y="55013"/>
                </a:lnTo>
                <a:lnTo>
                  <a:pt x="676073" y="54890"/>
                </a:lnTo>
                <a:lnTo>
                  <a:pt x="675841" y="54765"/>
                </a:lnTo>
                <a:lnTo>
                  <a:pt x="675614" y="54637"/>
                </a:lnTo>
                <a:lnTo>
                  <a:pt x="675394" y="54507"/>
                </a:lnTo>
                <a:lnTo>
                  <a:pt x="675180" y="54374"/>
                </a:lnTo>
                <a:lnTo>
                  <a:pt x="674971" y="54239"/>
                </a:lnTo>
                <a:lnTo>
                  <a:pt x="674769" y="54102"/>
                </a:lnTo>
                <a:lnTo>
                  <a:pt x="674573" y="53962"/>
                </a:lnTo>
                <a:lnTo>
                  <a:pt x="674383" y="53820"/>
                </a:lnTo>
                <a:lnTo>
                  <a:pt x="674198" y="53675"/>
                </a:lnTo>
                <a:lnTo>
                  <a:pt x="674020" y="53528"/>
                </a:lnTo>
                <a:lnTo>
                  <a:pt x="673848" y="53378"/>
                </a:lnTo>
                <a:lnTo>
                  <a:pt x="673682" y="53227"/>
                </a:lnTo>
                <a:lnTo>
                  <a:pt x="673522" y="53072"/>
                </a:lnTo>
                <a:lnTo>
                  <a:pt x="673367" y="52916"/>
                </a:lnTo>
                <a:lnTo>
                  <a:pt x="673219" y="52757"/>
                </a:lnTo>
                <a:lnTo>
                  <a:pt x="673077" y="52595"/>
                </a:lnTo>
                <a:lnTo>
                  <a:pt x="672941" y="52431"/>
                </a:lnTo>
                <a:lnTo>
                  <a:pt x="672811" y="52265"/>
                </a:lnTo>
                <a:lnTo>
                  <a:pt x="672687" y="52102"/>
                </a:lnTo>
                <a:lnTo>
                  <a:pt x="672567" y="51938"/>
                </a:lnTo>
                <a:lnTo>
                  <a:pt x="672454" y="51772"/>
                </a:lnTo>
                <a:lnTo>
                  <a:pt x="672345" y="51604"/>
                </a:lnTo>
                <a:lnTo>
                  <a:pt x="672242" y="51435"/>
                </a:lnTo>
                <a:lnTo>
                  <a:pt x="672144" y="51264"/>
                </a:lnTo>
                <a:lnTo>
                  <a:pt x="672051" y="51091"/>
                </a:lnTo>
                <a:lnTo>
                  <a:pt x="671964" y="50917"/>
                </a:lnTo>
                <a:lnTo>
                  <a:pt x="671882" y="50741"/>
                </a:lnTo>
                <a:lnTo>
                  <a:pt x="671805" y="50563"/>
                </a:lnTo>
                <a:lnTo>
                  <a:pt x="671733" y="50384"/>
                </a:lnTo>
                <a:lnTo>
                  <a:pt x="671667" y="50203"/>
                </a:lnTo>
                <a:lnTo>
                  <a:pt x="671606" y="50020"/>
                </a:lnTo>
                <a:lnTo>
                  <a:pt x="671551" y="49835"/>
                </a:lnTo>
                <a:lnTo>
                  <a:pt x="671500" y="49649"/>
                </a:lnTo>
                <a:lnTo>
                  <a:pt x="671455" y="49461"/>
                </a:lnTo>
                <a:lnTo>
                  <a:pt x="671416" y="49272"/>
                </a:lnTo>
                <a:lnTo>
                  <a:pt x="671381" y="49081"/>
                </a:lnTo>
                <a:lnTo>
                  <a:pt x="671352" y="48888"/>
                </a:lnTo>
                <a:lnTo>
                  <a:pt x="671328" y="48693"/>
                </a:lnTo>
                <a:lnTo>
                  <a:pt x="671310" y="48497"/>
                </a:lnTo>
                <a:lnTo>
                  <a:pt x="671297" y="48299"/>
                </a:lnTo>
                <a:lnTo>
                  <a:pt x="671289" y="48099"/>
                </a:lnTo>
                <a:lnTo>
                  <a:pt x="671286" y="47898"/>
                </a:lnTo>
                <a:lnTo>
                  <a:pt x="671292" y="47582"/>
                </a:lnTo>
                <a:lnTo>
                  <a:pt x="671312" y="47269"/>
                </a:lnTo>
                <a:lnTo>
                  <a:pt x="671343" y="46960"/>
                </a:lnTo>
                <a:lnTo>
                  <a:pt x="671388" y="46654"/>
                </a:lnTo>
                <a:lnTo>
                  <a:pt x="671445" y="46351"/>
                </a:lnTo>
                <a:lnTo>
                  <a:pt x="671516" y="46052"/>
                </a:lnTo>
                <a:lnTo>
                  <a:pt x="671599" y="45756"/>
                </a:lnTo>
                <a:lnTo>
                  <a:pt x="671694" y="45464"/>
                </a:lnTo>
                <a:lnTo>
                  <a:pt x="671803" y="45175"/>
                </a:lnTo>
                <a:lnTo>
                  <a:pt x="671924" y="44889"/>
                </a:lnTo>
                <a:lnTo>
                  <a:pt x="672058" y="44607"/>
                </a:lnTo>
                <a:lnTo>
                  <a:pt x="672204" y="44328"/>
                </a:lnTo>
                <a:lnTo>
                  <a:pt x="672364" y="44052"/>
                </a:lnTo>
                <a:lnTo>
                  <a:pt x="672536" y="43780"/>
                </a:lnTo>
                <a:lnTo>
                  <a:pt x="672721" y="43511"/>
                </a:lnTo>
                <a:lnTo>
                  <a:pt x="672919" y="43246"/>
                </a:lnTo>
                <a:lnTo>
                  <a:pt x="673129" y="42984"/>
                </a:lnTo>
                <a:lnTo>
                  <a:pt x="673353" y="42725"/>
                </a:lnTo>
                <a:lnTo>
                  <a:pt x="673589" y="42470"/>
                </a:lnTo>
                <a:lnTo>
                  <a:pt x="673837" y="42218"/>
                </a:lnTo>
                <a:lnTo>
                  <a:pt x="674099" y="41969"/>
                </a:lnTo>
                <a:lnTo>
                  <a:pt x="674373" y="41724"/>
                </a:lnTo>
                <a:lnTo>
                  <a:pt x="674660" y="41482"/>
                </a:lnTo>
                <a:lnTo>
                  <a:pt x="674960" y="41243"/>
                </a:lnTo>
                <a:lnTo>
                  <a:pt x="675274" y="41012"/>
                </a:lnTo>
                <a:lnTo>
                  <a:pt x="675606" y="40790"/>
                </a:lnTo>
                <a:lnTo>
                  <a:pt x="675955" y="40577"/>
                </a:lnTo>
                <a:lnTo>
                  <a:pt x="676321" y="40375"/>
                </a:lnTo>
                <a:lnTo>
                  <a:pt x="676704" y="40183"/>
                </a:lnTo>
                <a:lnTo>
                  <a:pt x="677104" y="40000"/>
                </a:lnTo>
                <a:lnTo>
                  <a:pt x="677522" y="39827"/>
                </a:lnTo>
                <a:lnTo>
                  <a:pt x="677956" y="39665"/>
                </a:lnTo>
                <a:lnTo>
                  <a:pt x="678407" y="39512"/>
                </a:lnTo>
                <a:lnTo>
                  <a:pt x="678876" y="39369"/>
                </a:lnTo>
                <a:lnTo>
                  <a:pt x="679361" y="39235"/>
                </a:lnTo>
                <a:lnTo>
                  <a:pt x="679864" y="39112"/>
                </a:lnTo>
                <a:lnTo>
                  <a:pt x="680384" y="38998"/>
                </a:lnTo>
                <a:lnTo>
                  <a:pt x="680921" y="38895"/>
                </a:lnTo>
                <a:lnTo>
                  <a:pt x="681474" y="38801"/>
                </a:lnTo>
                <a:lnTo>
                  <a:pt x="682046" y="38717"/>
                </a:lnTo>
                <a:lnTo>
                  <a:pt x="682634" y="38643"/>
                </a:lnTo>
                <a:lnTo>
                  <a:pt x="683239" y="38579"/>
                </a:lnTo>
                <a:lnTo>
                  <a:pt x="683861" y="38525"/>
                </a:lnTo>
                <a:lnTo>
                  <a:pt x="684500" y="38480"/>
                </a:lnTo>
                <a:lnTo>
                  <a:pt x="685157" y="38446"/>
                </a:lnTo>
                <a:lnTo>
                  <a:pt x="685830" y="38421"/>
                </a:lnTo>
                <a:lnTo>
                  <a:pt x="686521" y="38406"/>
                </a:lnTo>
                <a:lnTo>
                  <a:pt x="687229" y="38401"/>
                </a:lnTo>
                <a:lnTo>
                  <a:pt x="687830" y="38407"/>
                </a:lnTo>
                <a:lnTo>
                  <a:pt x="688419" y="38424"/>
                </a:lnTo>
                <a:lnTo>
                  <a:pt x="688997" y="38451"/>
                </a:lnTo>
                <a:lnTo>
                  <a:pt x="689563" y="38490"/>
                </a:lnTo>
                <a:lnTo>
                  <a:pt x="690119" y="38540"/>
                </a:lnTo>
                <a:lnTo>
                  <a:pt x="690662" y="38601"/>
                </a:lnTo>
                <a:lnTo>
                  <a:pt x="691194" y="38673"/>
                </a:lnTo>
                <a:lnTo>
                  <a:pt x="691715" y="38756"/>
                </a:lnTo>
                <a:lnTo>
                  <a:pt x="692225" y="38850"/>
                </a:lnTo>
                <a:lnTo>
                  <a:pt x="692722" y="38955"/>
                </a:lnTo>
                <a:lnTo>
                  <a:pt x="693209" y="39071"/>
                </a:lnTo>
                <a:lnTo>
                  <a:pt x="693684" y="39199"/>
                </a:lnTo>
                <a:lnTo>
                  <a:pt x="694148" y="39337"/>
                </a:lnTo>
                <a:lnTo>
                  <a:pt x="694600" y="39486"/>
                </a:lnTo>
                <a:lnTo>
                  <a:pt x="695041" y="39647"/>
                </a:lnTo>
                <a:lnTo>
                  <a:pt x="695470" y="39819"/>
                </a:lnTo>
                <a:lnTo>
                  <a:pt x="695888" y="40001"/>
                </a:lnTo>
                <a:lnTo>
                  <a:pt x="696294" y="40195"/>
                </a:lnTo>
                <a:lnTo>
                  <a:pt x="696689" y="40400"/>
                </a:lnTo>
                <a:lnTo>
                  <a:pt x="697073" y="40616"/>
                </a:lnTo>
                <a:lnTo>
                  <a:pt x="697445" y="40843"/>
                </a:lnTo>
                <a:lnTo>
                  <a:pt x="697806" y="41081"/>
                </a:lnTo>
                <a:lnTo>
                  <a:pt x="698155" y="41330"/>
                </a:lnTo>
                <a:lnTo>
                  <a:pt x="698493" y="41590"/>
                </a:lnTo>
                <a:lnTo>
                  <a:pt x="698819" y="41860"/>
                </a:lnTo>
                <a:lnTo>
                  <a:pt x="699135" y="42139"/>
                </a:lnTo>
                <a:lnTo>
                  <a:pt x="699440" y="42426"/>
                </a:lnTo>
                <a:lnTo>
                  <a:pt x="699734" y="42722"/>
                </a:lnTo>
                <a:lnTo>
                  <a:pt x="700017" y="43027"/>
                </a:lnTo>
                <a:lnTo>
                  <a:pt x="700289" y="43340"/>
                </a:lnTo>
                <a:lnTo>
                  <a:pt x="700550" y="43662"/>
                </a:lnTo>
                <a:lnTo>
                  <a:pt x="700800" y="43993"/>
                </a:lnTo>
                <a:lnTo>
                  <a:pt x="701039" y="44332"/>
                </a:lnTo>
                <a:lnTo>
                  <a:pt x="701267" y="44680"/>
                </a:lnTo>
                <a:lnTo>
                  <a:pt x="701484" y="45037"/>
                </a:lnTo>
                <a:lnTo>
                  <a:pt x="701690" y="45402"/>
                </a:lnTo>
                <a:lnTo>
                  <a:pt x="701885" y="45776"/>
                </a:lnTo>
                <a:lnTo>
                  <a:pt x="702070" y="46159"/>
                </a:lnTo>
                <a:lnTo>
                  <a:pt x="702243" y="46550"/>
                </a:lnTo>
                <a:lnTo>
                  <a:pt x="702405" y="46951"/>
                </a:lnTo>
                <a:lnTo>
                  <a:pt x="702557" y="47359"/>
                </a:lnTo>
                <a:lnTo>
                  <a:pt x="702697" y="47777"/>
                </a:lnTo>
                <a:lnTo>
                  <a:pt x="702827" y="48203"/>
                </a:lnTo>
                <a:lnTo>
                  <a:pt x="702945" y="48637"/>
                </a:lnTo>
                <a:lnTo>
                  <a:pt x="703053" y="49081"/>
                </a:lnTo>
                <a:lnTo>
                  <a:pt x="703150" y="49533"/>
                </a:lnTo>
                <a:lnTo>
                  <a:pt x="703236" y="49993"/>
                </a:lnTo>
                <a:lnTo>
                  <a:pt x="703310" y="50463"/>
                </a:lnTo>
                <a:lnTo>
                  <a:pt x="715510" y="48799"/>
                </a:lnTo>
                <a:lnTo>
                  <a:pt x="715409" y="48209"/>
                </a:lnTo>
                <a:lnTo>
                  <a:pt x="715300" y="47629"/>
                </a:lnTo>
                <a:lnTo>
                  <a:pt x="715185" y="47059"/>
                </a:lnTo>
                <a:lnTo>
                  <a:pt x="715063" y="46499"/>
                </a:lnTo>
                <a:lnTo>
                  <a:pt x="714935" y="45949"/>
                </a:lnTo>
                <a:lnTo>
                  <a:pt x="714800" y="45409"/>
                </a:lnTo>
                <a:lnTo>
                  <a:pt x="714658" y="44879"/>
                </a:lnTo>
                <a:lnTo>
                  <a:pt x="714509" y="44359"/>
                </a:lnTo>
                <a:lnTo>
                  <a:pt x="714353" y="43849"/>
                </a:lnTo>
                <a:lnTo>
                  <a:pt x="714191" y="43349"/>
                </a:lnTo>
                <a:lnTo>
                  <a:pt x="714022" y="42859"/>
                </a:lnTo>
                <a:lnTo>
                  <a:pt x="713846" y="42378"/>
                </a:lnTo>
                <a:lnTo>
                  <a:pt x="713664" y="41908"/>
                </a:lnTo>
                <a:lnTo>
                  <a:pt x="713475" y="41448"/>
                </a:lnTo>
                <a:lnTo>
                  <a:pt x="713279" y="40998"/>
                </a:lnTo>
                <a:lnTo>
                  <a:pt x="713076" y="40558"/>
                </a:lnTo>
                <a:lnTo>
                  <a:pt x="712867" y="40128"/>
                </a:lnTo>
                <a:lnTo>
                  <a:pt x="712651" y="39708"/>
                </a:lnTo>
                <a:lnTo>
                  <a:pt x="712428" y="39297"/>
                </a:lnTo>
                <a:lnTo>
                  <a:pt x="712198" y="38897"/>
                </a:lnTo>
                <a:lnTo>
                  <a:pt x="711962" y="38507"/>
                </a:lnTo>
                <a:lnTo>
                  <a:pt x="711719" y="38127"/>
                </a:lnTo>
                <a:lnTo>
                  <a:pt x="711469" y="37757"/>
                </a:lnTo>
                <a:lnTo>
                  <a:pt x="711212" y="37396"/>
                </a:lnTo>
                <a:lnTo>
                  <a:pt x="710947" y="37044"/>
                </a:lnTo>
                <a:lnTo>
                  <a:pt x="710669" y="36698"/>
                </a:lnTo>
                <a:lnTo>
                  <a:pt x="710379" y="36358"/>
                </a:lnTo>
                <a:lnTo>
                  <a:pt x="710077" y="36024"/>
                </a:lnTo>
                <a:lnTo>
                  <a:pt x="709764" y="35697"/>
                </a:lnTo>
                <a:lnTo>
                  <a:pt x="709438" y="35375"/>
                </a:lnTo>
                <a:lnTo>
                  <a:pt x="709101" y="35060"/>
                </a:lnTo>
                <a:lnTo>
                  <a:pt x="708752" y="34751"/>
                </a:lnTo>
                <a:lnTo>
                  <a:pt x="708390" y="34448"/>
                </a:lnTo>
                <a:lnTo>
                  <a:pt x="708017" y="34151"/>
                </a:lnTo>
                <a:lnTo>
                  <a:pt x="707632" y="33860"/>
                </a:lnTo>
                <a:lnTo>
                  <a:pt x="707235" y="33575"/>
                </a:lnTo>
                <a:lnTo>
                  <a:pt x="706827" y="33297"/>
                </a:lnTo>
                <a:lnTo>
                  <a:pt x="706406" y="33024"/>
                </a:lnTo>
                <a:lnTo>
                  <a:pt x="705973" y="32758"/>
                </a:lnTo>
                <a:lnTo>
                  <a:pt x="705528" y="32498"/>
                </a:lnTo>
                <a:lnTo>
                  <a:pt x="705072" y="32244"/>
                </a:lnTo>
                <a:lnTo>
                  <a:pt x="704604" y="31996"/>
                </a:lnTo>
                <a:lnTo>
                  <a:pt x="704123" y="31754"/>
                </a:lnTo>
                <a:lnTo>
                  <a:pt x="703631" y="31519"/>
                </a:lnTo>
                <a:lnTo>
                  <a:pt x="703127" y="31289"/>
                </a:lnTo>
                <a:lnTo>
                  <a:pt x="702611" y="31066"/>
                </a:lnTo>
                <a:lnTo>
                  <a:pt x="702083" y="30849"/>
                </a:lnTo>
                <a:lnTo>
                  <a:pt x="701543" y="30638"/>
                </a:lnTo>
                <a:lnTo>
                  <a:pt x="700993" y="30434"/>
                </a:lnTo>
                <a:lnTo>
                  <a:pt x="700436" y="30239"/>
                </a:lnTo>
                <a:lnTo>
                  <a:pt x="699872" y="30053"/>
                </a:lnTo>
                <a:lnTo>
                  <a:pt x="699301" y="29875"/>
                </a:lnTo>
                <a:lnTo>
                  <a:pt x="698722" y="29707"/>
                </a:lnTo>
                <a:lnTo>
                  <a:pt x="698135" y="29546"/>
                </a:lnTo>
                <a:lnTo>
                  <a:pt x="697542" y="29395"/>
                </a:lnTo>
                <a:lnTo>
                  <a:pt x="696941" y="29252"/>
                </a:lnTo>
                <a:lnTo>
                  <a:pt x="696333" y="29117"/>
                </a:lnTo>
                <a:lnTo>
                  <a:pt x="695717" y="28992"/>
                </a:lnTo>
                <a:lnTo>
                  <a:pt x="695094" y="28875"/>
                </a:lnTo>
                <a:lnTo>
                  <a:pt x="694464" y="28766"/>
                </a:lnTo>
                <a:lnTo>
                  <a:pt x="693826" y="28667"/>
                </a:lnTo>
                <a:lnTo>
                  <a:pt x="693181" y="28576"/>
                </a:lnTo>
                <a:lnTo>
                  <a:pt x="692529" y="28493"/>
                </a:lnTo>
                <a:lnTo>
                  <a:pt x="691869" y="28420"/>
                </a:lnTo>
                <a:lnTo>
                  <a:pt x="691202" y="28355"/>
                </a:lnTo>
                <a:lnTo>
                  <a:pt x="690528" y="28299"/>
                </a:lnTo>
                <a:lnTo>
                  <a:pt x="689846" y="28251"/>
                </a:lnTo>
                <a:lnTo>
                  <a:pt x="689157" y="28212"/>
                </a:lnTo>
                <a:lnTo>
                  <a:pt x="688461" y="28182"/>
                </a:lnTo>
                <a:lnTo>
                  <a:pt x="687757" y="28160"/>
                </a:lnTo>
                <a:lnTo>
                  <a:pt x="687046" y="28147"/>
                </a:lnTo>
                <a:lnTo>
                  <a:pt x="686328" y="28143"/>
                </a:lnTo>
                <a:lnTo>
                  <a:pt x="685850" y="28145"/>
                </a:lnTo>
                <a:lnTo>
                  <a:pt x="685374" y="28153"/>
                </a:lnTo>
                <a:lnTo>
                  <a:pt x="684901" y="28166"/>
                </a:lnTo>
                <a:lnTo>
                  <a:pt x="684430" y="28184"/>
                </a:lnTo>
                <a:lnTo>
                  <a:pt x="683962" y="28207"/>
                </a:lnTo>
                <a:lnTo>
                  <a:pt x="683497" y="28236"/>
                </a:lnTo>
                <a:lnTo>
                  <a:pt x="683034" y="28269"/>
                </a:lnTo>
                <a:lnTo>
                  <a:pt x="682573" y="28308"/>
                </a:lnTo>
                <a:lnTo>
                  <a:pt x="682115" y="28352"/>
                </a:lnTo>
                <a:lnTo>
                  <a:pt x="681660" y="28401"/>
                </a:lnTo>
                <a:lnTo>
                  <a:pt x="681207" y="28456"/>
                </a:lnTo>
                <a:lnTo>
                  <a:pt x="680756" y="28515"/>
                </a:lnTo>
                <a:lnTo>
                  <a:pt x="680309" y="28580"/>
                </a:lnTo>
                <a:lnTo>
                  <a:pt x="679863" y="28650"/>
                </a:lnTo>
                <a:lnTo>
                  <a:pt x="679420" y="28725"/>
                </a:lnTo>
                <a:lnTo>
                  <a:pt x="678980" y="28805"/>
                </a:lnTo>
                <a:lnTo>
                  <a:pt x="678542" y="28890"/>
                </a:lnTo>
                <a:lnTo>
                  <a:pt x="678107" y="28981"/>
                </a:lnTo>
                <a:lnTo>
                  <a:pt x="677675" y="29077"/>
                </a:lnTo>
                <a:lnTo>
                  <a:pt x="677244" y="29178"/>
                </a:lnTo>
                <a:lnTo>
                  <a:pt x="676817" y="29284"/>
                </a:lnTo>
                <a:lnTo>
                  <a:pt x="676392" y="29395"/>
                </a:lnTo>
                <a:lnTo>
                  <a:pt x="675969" y="29511"/>
                </a:lnTo>
                <a:lnTo>
                  <a:pt x="675549" y="29633"/>
                </a:lnTo>
                <a:lnTo>
                  <a:pt x="675134" y="29758"/>
                </a:lnTo>
                <a:lnTo>
                  <a:pt x="674726" y="29886"/>
                </a:lnTo>
                <a:lnTo>
                  <a:pt x="674326" y="30016"/>
                </a:lnTo>
                <a:lnTo>
                  <a:pt x="673933" y="30148"/>
                </a:lnTo>
                <a:lnTo>
                  <a:pt x="673547" y="30282"/>
                </a:lnTo>
                <a:lnTo>
                  <a:pt x="673168" y="30419"/>
                </a:lnTo>
                <a:lnTo>
                  <a:pt x="672797" y="30558"/>
                </a:lnTo>
                <a:lnTo>
                  <a:pt x="672434" y="30700"/>
                </a:lnTo>
                <a:lnTo>
                  <a:pt x="672077" y="30843"/>
                </a:lnTo>
                <a:lnTo>
                  <a:pt x="671728" y="30989"/>
                </a:lnTo>
                <a:lnTo>
                  <a:pt x="671386" y="31137"/>
                </a:lnTo>
                <a:lnTo>
                  <a:pt x="671052" y="31288"/>
                </a:lnTo>
                <a:lnTo>
                  <a:pt x="670725" y="31441"/>
                </a:lnTo>
                <a:lnTo>
                  <a:pt x="670405" y="31596"/>
                </a:lnTo>
                <a:lnTo>
                  <a:pt x="670093" y="31753"/>
                </a:lnTo>
                <a:lnTo>
                  <a:pt x="669788" y="31913"/>
                </a:lnTo>
                <a:lnTo>
                  <a:pt x="669490" y="32075"/>
                </a:lnTo>
                <a:lnTo>
                  <a:pt x="669200" y="32239"/>
                </a:lnTo>
                <a:lnTo>
                  <a:pt x="668917" y="32405"/>
                </a:lnTo>
                <a:lnTo>
                  <a:pt x="668641" y="32574"/>
                </a:lnTo>
                <a:lnTo>
                  <a:pt x="668373" y="32745"/>
                </a:lnTo>
                <a:lnTo>
                  <a:pt x="668112" y="32918"/>
                </a:lnTo>
                <a:lnTo>
                  <a:pt x="667859" y="33094"/>
                </a:lnTo>
                <a:lnTo>
                  <a:pt x="667612" y="33272"/>
                </a:lnTo>
                <a:lnTo>
                  <a:pt x="667292" y="33506"/>
                </a:lnTo>
                <a:lnTo>
                  <a:pt x="666977" y="33744"/>
                </a:lnTo>
                <a:lnTo>
                  <a:pt x="666667" y="33987"/>
                </a:lnTo>
                <a:lnTo>
                  <a:pt x="666364" y="34236"/>
                </a:lnTo>
                <a:lnTo>
                  <a:pt x="666066" y="34489"/>
                </a:lnTo>
                <a:lnTo>
                  <a:pt x="665773" y="34747"/>
                </a:lnTo>
                <a:lnTo>
                  <a:pt x="665486" y="35010"/>
                </a:lnTo>
                <a:lnTo>
                  <a:pt x="665205" y="35278"/>
                </a:lnTo>
                <a:lnTo>
                  <a:pt x="664930" y="35551"/>
                </a:lnTo>
                <a:lnTo>
                  <a:pt x="664660" y="35829"/>
                </a:lnTo>
                <a:lnTo>
                  <a:pt x="664396" y="36112"/>
                </a:lnTo>
                <a:lnTo>
                  <a:pt x="664138" y="36400"/>
                </a:lnTo>
                <a:lnTo>
                  <a:pt x="663885" y="36693"/>
                </a:lnTo>
                <a:lnTo>
                  <a:pt x="663638" y="36990"/>
                </a:lnTo>
                <a:lnTo>
                  <a:pt x="663396" y="37293"/>
                </a:lnTo>
                <a:lnTo>
                  <a:pt x="663161" y="37600"/>
                </a:lnTo>
                <a:lnTo>
                  <a:pt x="662930" y="37913"/>
                </a:lnTo>
                <a:lnTo>
                  <a:pt x="662706" y="38230"/>
                </a:lnTo>
                <a:lnTo>
                  <a:pt x="662487" y="38553"/>
                </a:lnTo>
                <a:lnTo>
                  <a:pt x="662274" y="38880"/>
                </a:lnTo>
                <a:lnTo>
                  <a:pt x="662066" y="39212"/>
                </a:lnTo>
                <a:lnTo>
                  <a:pt x="661864" y="39549"/>
                </a:lnTo>
                <a:lnTo>
                  <a:pt x="661668" y="39891"/>
                </a:lnTo>
                <a:lnTo>
                  <a:pt x="661478" y="40238"/>
                </a:lnTo>
                <a:lnTo>
                  <a:pt x="661294" y="40589"/>
                </a:lnTo>
                <a:lnTo>
                  <a:pt x="661118" y="40942"/>
                </a:lnTo>
                <a:lnTo>
                  <a:pt x="660950" y="41298"/>
                </a:lnTo>
                <a:lnTo>
                  <a:pt x="660789" y="41656"/>
                </a:lnTo>
                <a:lnTo>
                  <a:pt x="660637" y="42017"/>
                </a:lnTo>
                <a:lnTo>
                  <a:pt x="660492" y="42381"/>
                </a:lnTo>
                <a:lnTo>
                  <a:pt x="660355" y="42747"/>
                </a:lnTo>
                <a:lnTo>
                  <a:pt x="660226" y="43115"/>
                </a:lnTo>
                <a:lnTo>
                  <a:pt x="660105" y="43486"/>
                </a:lnTo>
                <a:lnTo>
                  <a:pt x="659991" y="43859"/>
                </a:lnTo>
                <a:lnTo>
                  <a:pt x="659886" y="44235"/>
                </a:lnTo>
                <a:lnTo>
                  <a:pt x="659788" y="44614"/>
                </a:lnTo>
                <a:lnTo>
                  <a:pt x="659698" y="44995"/>
                </a:lnTo>
                <a:lnTo>
                  <a:pt x="659616" y="45379"/>
                </a:lnTo>
                <a:lnTo>
                  <a:pt x="659542" y="45765"/>
                </a:lnTo>
                <a:lnTo>
                  <a:pt x="659475" y="46153"/>
                </a:lnTo>
                <a:lnTo>
                  <a:pt x="659417" y="46545"/>
                </a:lnTo>
                <a:lnTo>
                  <a:pt x="659366" y="46938"/>
                </a:lnTo>
                <a:lnTo>
                  <a:pt x="659323" y="47334"/>
                </a:lnTo>
                <a:lnTo>
                  <a:pt x="659287" y="47733"/>
                </a:lnTo>
                <a:lnTo>
                  <a:pt x="659260" y="48134"/>
                </a:lnTo>
                <a:lnTo>
                  <a:pt x="659241" y="48538"/>
                </a:lnTo>
                <a:lnTo>
                  <a:pt x="659229" y="48945"/>
                </a:lnTo>
                <a:lnTo>
                  <a:pt x="659225" y="49353"/>
                </a:lnTo>
                <a:lnTo>
                  <a:pt x="659230" y="49802"/>
                </a:lnTo>
                <a:lnTo>
                  <a:pt x="659244" y="50248"/>
                </a:lnTo>
                <a:lnTo>
                  <a:pt x="659268" y="50691"/>
                </a:lnTo>
                <a:lnTo>
                  <a:pt x="659301" y="51130"/>
                </a:lnTo>
                <a:lnTo>
                  <a:pt x="659344" y="51566"/>
                </a:lnTo>
                <a:lnTo>
                  <a:pt x="659396" y="51998"/>
                </a:lnTo>
                <a:lnTo>
                  <a:pt x="659458" y="52428"/>
                </a:lnTo>
                <a:lnTo>
                  <a:pt x="659529" y="52854"/>
                </a:lnTo>
                <a:lnTo>
                  <a:pt x="659610" y="53277"/>
                </a:lnTo>
                <a:lnTo>
                  <a:pt x="659700" y="53697"/>
                </a:lnTo>
                <a:lnTo>
                  <a:pt x="659800" y="54113"/>
                </a:lnTo>
                <a:lnTo>
                  <a:pt x="659909" y="54526"/>
                </a:lnTo>
                <a:lnTo>
                  <a:pt x="660028" y="54936"/>
                </a:lnTo>
                <a:lnTo>
                  <a:pt x="660157" y="55343"/>
                </a:lnTo>
                <a:lnTo>
                  <a:pt x="660294" y="55746"/>
                </a:lnTo>
                <a:lnTo>
                  <a:pt x="660442" y="56147"/>
                </a:lnTo>
                <a:lnTo>
                  <a:pt x="660599" y="56543"/>
                </a:lnTo>
                <a:lnTo>
                  <a:pt x="660765" y="56937"/>
                </a:lnTo>
                <a:lnTo>
                  <a:pt x="660941" y="57328"/>
                </a:lnTo>
                <a:lnTo>
                  <a:pt x="661126" y="57715"/>
                </a:lnTo>
                <a:lnTo>
                  <a:pt x="661321" y="58099"/>
                </a:lnTo>
                <a:lnTo>
                  <a:pt x="661526" y="58479"/>
                </a:lnTo>
                <a:lnTo>
                  <a:pt x="661740" y="58857"/>
                </a:lnTo>
                <a:lnTo>
                  <a:pt x="661963" y="59231"/>
                </a:lnTo>
                <a:lnTo>
                  <a:pt x="662196" y="59600"/>
                </a:lnTo>
                <a:lnTo>
                  <a:pt x="662437" y="59963"/>
                </a:lnTo>
                <a:lnTo>
                  <a:pt x="662688" y="60319"/>
                </a:lnTo>
                <a:lnTo>
                  <a:pt x="662947" y="60668"/>
                </a:lnTo>
                <a:lnTo>
                  <a:pt x="663215" y="61010"/>
                </a:lnTo>
                <a:lnTo>
                  <a:pt x="663492" y="61345"/>
                </a:lnTo>
                <a:lnTo>
                  <a:pt x="663778" y="61674"/>
                </a:lnTo>
                <a:lnTo>
                  <a:pt x="664073" y="61996"/>
                </a:lnTo>
                <a:lnTo>
                  <a:pt x="664377" y="62311"/>
                </a:lnTo>
                <a:lnTo>
                  <a:pt x="664690" y="62620"/>
                </a:lnTo>
                <a:lnTo>
                  <a:pt x="665012" y="62922"/>
                </a:lnTo>
                <a:lnTo>
                  <a:pt x="665342" y="63217"/>
                </a:lnTo>
                <a:lnTo>
                  <a:pt x="665682" y="63505"/>
                </a:lnTo>
                <a:lnTo>
                  <a:pt x="666030" y="63787"/>
                </a:lnTo>
                <a:lnTo>
                  <a:pt x="666387" y="64062"/>
                </a:lnTo>
                <a:lnTo>
                  <a:pt x="666753" y="64330"/>
                </a:lnTo>
                <a:lnTo>
                  <a:pt x="667129" y="64591"/>
                </a:lnTo>
                <a:lnTo>
                  <a:pt x="667513" y="64846"/>
                </a:lnTo>
                <a:lnTo>
                  <a:pt x="667906" y="65094"/>
                </a:lnTo>
                <a:lnTo>
                  <a:pt x="668307" y="65335"/>
                </a:lnTo>
                <a:lnTo>
                  <a:pt x="668718" y="65569"/>
                </a:lnTo>
                <a:lnTo>
                  <a:pt x="669138" y="65797"/>
                </a:lnTo>
                <a:lnTo>
                  <a:pt x="669566" y="66018"/>
                </a:lnTo>
                <a:lnTo>
                  <a:pt x="670004" y="66232"/>
                </a:lnTo>
                <a:lnTo>
                  <a:pt x="670460" y="66445"/>
                </a:lnTo>
                <a:lnTo>
                  <a:pt x="670946" y="66660"/>
                </a:lnTo>
                <a:lnTo>
                  <a:pt x="671461" y="66879"/>
                </a:lnTo>
                <a:lnTo>
                  <a:pt x="672005" y="67101"/>
                </a:lnTo>
                <a:lnTo>
                  <a:pt x="672579" y="67327"/>
                </a:lnTo>
                <a:lnTo>
                  <a:pt x="673181" y="67556"/>
                </a:lnTo>
                <a:lnTo>
                  <a:pt x="673813" y="67788"/>
                </a:lnTo>
                <a:lnTo>
                  <a:pt x="674475" y="68023"/>
                </a:lnTo>
                <a:lnTo>
                  <a:pt x="675165" y="68261"/>
                </a:lnTo>
                <a:lnTo>
                  <a:pt x="675885" y="68503"/>
                </a:lnTo>
                <a:lnTo>
                  <a:pt x="676634" y="68748"/>
                </a:lnTo>
                <a:lnTo>
                  <a:pt x="677412" y="68996"/>
                </a:lnTo>
                <a:lnTo>
                  <a:pt x="678219" y="69248"/>
                </a:lnTo>
                <a:lnTo>
                  <a:pt x="679056" y="69502"/>
                </a:lnTo>
                <a:lnTo>
                  <a:pt x="679922" y="69760"/>
                </a:lnTo>
                <a:lnTo>
                  <a:pt x="680817" y="70021"/>
                </a:lnTo>
                <a:lnTo>
                  <a:pt x="681741" y="70286"/>
                </a:lnTo>
                <a:lnTo>
                  <a:pt x="682695" y="70554"/>
                </a:lnTo>
                <a:lnTo>
                  <a:pt x="683678" y="70825"/>
                </a:lnTo>
                <a:lnTo>
                  <a:pt x="684690" y="71099"/>
                </a:lnTo>
                <a:lnTo>
                  <a:pt x="685732" y="71376"/>
                </a:lnTo>
                <a:lnTo>
                  <a:pt x="686802" y="71657"/>
                </a:lnTo>
                <a:lnTo>
                  <a:pt x="687902" y="71941"/>
                </a:lnTo>
                <a:lnTo>
                  <a:pt x="689031" y="72228"/>
                </a:lnTo>
                <a:lnTo>
                  <a:pt x="689867" y="72440"/>
                </a:lnTo>
                <a:lnTo>
                  <a:pt x="690676" y="72649"/>
                </a:lnTo>
                <a:lnTo>
                  <a:pt x="691459" y="72855"/>
                </a:lnTo>
                <a:lnTo>
                  <a:pt x="692216" y="73058"/>
                </a:lnTo>
                <a:lnTo>
                  <a:pt x="692946" y="73258"/>
                </a:lnTo>
                <a:lnTo>
                  <a:pt x="693649" y="73454"/>
                </a:lnTo>
                <a:lnTo>
                  <a:pt x="694326" y="73647"/>
                </a:lnTo>
                <a:lnTo>
                  <a:pt x="694977" y="73838"/>
                </a:lnTo>
                <a:lnTo>
                  <a:pt x="695601" y="74025"/>
                </a:lnTo>
                <a:lnTo>
                  <a:pt x="696199" y="74209"/>
                </a:lnTo>
                <a:lnTo>
                  <a:pt x="696770" y="74390"/>
                </a:lnTo>
                <a:lnTo>
                  <a:pt x="697314" y="74567"/>
                </a:lnTo>
                <a:lnTo>
                  <a:pt x="697833" y="74742"/>
                </a:lnTo>
                <a:lnTo>
                  <a:pt x="698324" y="74914"/>
                </a:lnTo>
                <a:lnTo>
                  <a:pt x="698790" y="75082"/>
                </a:lnTo>
                <a:lnTo>
                  <a:pt x="699228" y="75247"/>
                </a:lnTo>
                <a:lnTo>
                  <a:pt x="699641" y="75409"/>
                </a:lnTo>
                <a:lnTo>
                  <a:pt x="700026" y="75568"/>
                </a:lnTo>
                <a:lnTo>
                  <a:pt x="700386" y="75724"/>
                </a:lnTo>
                <a:lnTo>
                  <a:pt x="700719" y="75877"/>
                </a:lnTo>
                <a:lnTo>
                  <a:pt x="701025" y="76026"/>
                </a:lnTo>
                <a:lnTo>
                  <a:pt x="701305" y="76173"/>
                </a:lnTo>
                <a:lnTo>
                  <a:pt x="701558" y="76316"/>
                </a:lnTo>
                <a:lnTo>
                  <a:pt x="701785" y="76456"/>
                </a:lnTo>
                <a:lnTo>
                  <a:pt x="702085" y="76662"/>
                </a:lnTo>
                <a:lnTo>
                  <a:pt x="702372" y="76873"/>
                </a:lnTo>
                <a:lnTo>
                  <a:pt x="702646" y="77091"/>
                </a:lnTo>
                <a:lnTo>
                  <a:pt x="702908" y="77315"/>
                </a:lnTo>
                <a:lnTo>
                  <a:pt x="703157" y="77545"/>
                </a:lnTo>
                <a:lnTo>
                  <a:pt x="703393" y="77782"/>
                </a:lnTo>
                <a:lnTo>
                  <a:pt x="703616" y="78025"/>
                </a:lnTo>
                <a:lnTo>
                  <a:pt x="703826" y="78274"/>
                </a:lnTo>
                <a:lnTo>
                  <a:pt x="704024" y="78529"/>
                </a:lnTo>
                <a:lnTo>
                  <a:pt x="704209" y="78791"/>
                </a:lnTo>
                <a:lnTo>
                  <a:pt x="704381" y="79059"/>
                </a:lnTo>
                <a:lnTo>
                  <a:pt x="704541" y="79333"/>
                </a:lnTo>
                <a:lnTo>
                  <a:pt x="704687" y="79613"/>
                </a:lnTo>
                <a:lnTo>
                  <a:pt x="704821" y="79900"/>
                </a:lnTo>
                <a:lnTo>
                  <a:pt x="704943" y="80193"/>
                </a:lnTo>
                <a:lnTo>
                  <a:pt x="705051" y="80492"/>
                </a:lnTo>
                <a:lnTo>
                  <a:pt x="705147" y="80798"/>
                </a:lnTo>
                <a:lnTo>
                  <a:pt x="705230" y="81109"/>
                </a:lnTo>
                <a:lnTo>
                  <a:pt x="705300" y="81427"/>
                </a:lnTo>
                <a:lnTo>
                  <a:pt x="705357" y="81751"/>
                </a:lnTo>
                <a:lnTo>
                  <a:pt x="705402" y="82082"/>
                </a:lnTo>
                <a:lnTo>
                  <a:pt x="705434" y="82419"/>
                </a:lnTo>
                <a:lnTo>
                  <a:pt x="705453" y="82761"/>
                </a:lnTo>
                <a:lnTo>
                  <a:pt x="705459" y="83111"/>
                </a:lnTo>
                <a:lnTo>
                  <a:pt x="705452" y="83501"/>
                </a:lnTo>
                <a:lnTo>
                  <a:pt x="705430" y="83888"/>
                </a:lnTo>
                <a:lnTo>
                  <a:pt x="705394" y="84270"/>
                </a:lnTo>
                <a:lnTo>
                  <a:pt x="705344" y="84648"/>
                </a:lnTo>
                <a:lnTo>
                  <a:pt x="705279" y="85022"/>
                </a:lnTo>
                <a:lnTo>
                  <a:pt x="705199" y="85392"/>
                </a:lnTo>
                <a:lnTo>
                  <a:pt x="705105" y="85757"/>
                </a:lnTo>
                <a:lnTo>
                  <a:pt x="704997" y="86118"/>
                </a:lnTo>
                <a:lnTo>
                  <a:pt x="704874" y="86475"/>
                </a:lnTo>
                <a:lnTo>
                  <a:pt x="704737" y="86828"/>
                </a:lnTo>
                <a:lnTo>
                  <a:pt x="704585" y="87177"/>
                </a:lnTo>
                <a:lnTo>
                  <a:pt x="704419" y="87521"/>
                </a:lnTo>
                <a:lnTo>
                  <a:pt x="704239" y="87861"/>
                </a:lnTo>
                <a:lnTo>
                  <a:pt x="704044" y="88197"/>
                </a:lnTo>
                <a:lnTo>
                  <a:pt x="703835" y="88529"/>
                </a:lnTo>
                <a:lnTo>
                  <a:pt x="703611" y="88856"/>
                </a:lnTo>
                <a:lnTo>
                  <a:pt x="703372" y="89180"/>
                </a:lnTo>
                <a:lnTo>
                  <a:pt x="703120" y="89499"/>
                </a:lnTo>
                <a:lnTo>
                  <a:pt x="702853" y="89814"/>
                </a:lnTo>
                <a:lnTo>
                  <a:pt x="702571" y="90124"/>
                </a:lnTo>
                <a:lnTo>
                  <a:pt x="702275" y="90431"/>
                </a:lnTo>
                <a:lnTo>
                  <a:pt x="701964" y="90733"/>
                </a:lnTo>
                <a:lnTo>
                  <a:pt x="701640" y="91031"/>
                </a:lnTo>
                <a:lnTo>
                  <a:pt x="701300" y="91325"/>
                </a:lnTo>
                <a:lnTo>
                  <a:pt x="700946" y="91610"/>
                </a:lnTo>
                <a:lnTo>
                  <a:pt x="700576" y="91884"/>
                </a:lnTo>
                <a:lnTo>
                  <a:pt x="700191" y="92145"/>
                </a:lnTo>
                <a:lnTo>
                  <a:pt x="699791" y="92394"/>
                </a:lnTo>
                <a:lnTo>
                  <a:pt x="699375" y="92631"/>
                </a:lnTo>
                <a:lnTo>
                  <a:pt x="698943" y="92856"/>
                </a:lnTo>
                <a:lnTo>
                  <a:pt x="698497" y="93069"/>
                </a:lnTo>
                <a:lnTo>
                  <a:pt x="698035" y="93269"/>
                </a:lnTo>
                <a:lnTo>
                  <a:pt x="697557" y="93458"/>
                </a:lnTo>
                <a:lnTo>
                  <a:pt x="697064" y="93634"/>
                </a:lnTo>
                <a:lnTo>
                  <a:pt x="696556" y="93798"/>
                </a:lnTo>
                <a:lnTo>
                  <a:pt x="696032" y="93950"/>
                </a:lnTo>
                <a:lnTo>
                  <a:pt x="695493" y="94090"/>
                </a:lnTo>
                <a:lnTo>
                  <a:pt x="694938" y="94218"/>
                </a:lnTo>
                <a:lnTo>
                  <a:pt x="694368" y="94333"/>
                </a:lnTo>
                <a:lnTo>
                  <a:pt x="693783" y="94436"/>
                </a:lnTo>
                <a:lnTo>
                  <a:pt x="693182" y="94527"/>
                </a:lnTo>
                <a:lnTo>
                  <a:pt x="692566" y="94606"/>
                </a:lnTo>
                <a:lnTo>
                  <a:pt x="691935" y="94673"/>
                </a:lnTo>
                <a:lnTo>
                  <a:pt x="691288" y="94728"/>
                </a:lnTo>
                <a:lnTo>
                  <a:pt x="690625" y="94771"/>
                </a:lnTo>
                <a:lnTo>
                  <a:pt x="689948" y="94801"/>
                </a:lnTo>
                <a:lnTo>
                  <a:pt x="689254" y="94819"/>
                </a:lnTo>
                <a:lnTo>
                  <a:pt x="688546" y="94825"/>
                </a:lnTo>
                <a:lnTo>
                  <a:pt x="687842" y="94818"/>
                </a:lnTo>
                <a:lnTo>
                  <a:pt x="687151" y="94798"/>
                </a:lnTo>
                <a:lnTo>
                  <a:pt x="686473" y="94763"/>
                </a:lnTo>
                <a:lnTo>
                  <a:pt x="685809" y="94715"/>
                </a:lnTo>
                <a:lnTo>
                  <a:pt x="685157" y="94653"/>
                </a:lnTo>
                <a:lnTo>
                  <a:pt x="684519" y="94577"/>
                </a:lnTo>
                <a:lnTo>
                  <a:pt x="683894" y="94488"/>
                </a:lnTo>
                <a:lnTo>
                  <a:pt x="683282" y="94384"/>
                </a:lnTo>
                <a:lnTo>
                  <a:pt x="682683" y="94267"/>
                </a:lnTo>
                <a:lnTo>
                  <a:pt x="682097" y="94136"/>
                </a:lnTo>
                <a:lnTo>
                  <a:pt x="681524" y="93992"/>
                </a:lnTo>
                <a:lnTo>
                  <a:pt x="680964" y="93833"/>
                </a:lnTo>
                <a:lnTo>
                  <a:pt x="680418" y="93661"/>
                </a:lnTo>
                <a:lnTo>
                  <a:pt x="679884" y="93475"/>
                </a:lnTo>
                <a:lnTo>
                  <a:pt x="679364" y="93275"/>
                </a:lnTo>
                <a:lnTo>
                  <a:pt x="678857" y="93062"/>
                </a:lnTo>
                <a:lnTo>
                  <a:pt x="678363" y="92834"/>
                </a:lnTo>
                <a:lnTo>
                  <a:pt x="677882" y="92593"/>
                </a:lnTo>
                <a:lnTo>
                  <a:pt x="677414" y="92338"/>
                </a:lnTo>
                <a:lnTo>
                  <a:pt x="676959" y="92069"/>
                </a:lnTo>
                <a:lnTo>
                  <a:pt x="676518" y="91787"/>
                </a:lnTo>
                <a:lnTo>
                  <a:pt x="676089" y="91491"/>
                </a:lnTo>
                <a:lnTo>
                  <a:pt x="675674" y="91181"/>
                </a:lnTo>
                <a:lnTo>
                  <a:pt x="675272" y="90857"/>
                </a:lnTo>
                <a:lnTo>
                  <a:pt x="674882" y="90520"/>
                </a:lnTo>
                <a:lnTo>
                  <a:pt x="674506" y="90171"/>
                </a:lnTo>
                <a:lnTo>
                  <a:pt x="674143" y="89810"/>
                </a:lnTo>
                <a:lnTo>
                  <a:pt x="673792" y="89437"/>
                </a:lnTo>
                <a:lnTo>
                  <a:pt x="673454" y="89051"/>
                </a:lnTo>
                <a:lnTo>
                  <a:pt x="673129" y="88654"/>
                </a:lnTo>
                <a:lnTo>
                  <a:pt x="672817" y="88245"/>
                </a:lnTo>
                <a:lnTo>
                  <a:pt x="672518" y="87823"/>
                </a:lnTo>
                <a:lnTo>
                  <a:pt x="672232" y="87390"/>
                </a:lnTo>
                <a:lnTo>
                  <a:pt x="671959" y="86944"/>
                </a:lnTo>
                <a:lnTo>
                  <a:pt x="671698" y="86486"/>
                </a:lnTo>
                <a:lnTo>
                  <a:pt x="671451" y="86017"/>
                </a:lnTo>
                <a:lnTo>
                  <a:pt x="671216" y="85535"/>
                </a:lnTo>
                <a:lnTo>
                  <a:pt x="670994" y="85041"/>
                </a:lnTo>
                <a:lnTo>
                  <a:pt x="670785" y="84535"/>
                </a:lnTo>
                <a:lnTo>
                  <a:pt x="670589" y="84017"/>
                </a:lnTo>
                <a:lnTo>
                  <a:pt x="670406" y="83486"/>
                </a:lnTo>
                <a:lnTo>
                  <a:pt x="670235" y="82944"/>
                </a:lnTo>
                <a:lnTo>
                  <a:pt x="670078" y="82390"/>
                </a:lnTo>
                <a:lnTo>
                  <a:pt x="669933" y="81823"/>
                </a:lnTo>
                <a:lnTo>
                  <a:pt x="669802" y="81245"/>
                </a:lnTo>
                <a:lnTo>
                  <a:pt x="669683" y="80654"/>
                </a:lnTo>
                <a:lnTo>
                  <a:pt x="669577" y="80052"/>
                </a:lnTo>
                <a:lnTo>
                  <a:pt x="669484" y="79437"/>
                </a:lnTo>
                <a:lnTo>
                  <a:pt x="657145" y="81378"/>
                </a:lnTo>
                <a:lnTo>
                  <a:pt x="657328" y="82347"/>
                </a:lnTo>
                <a:lnTo>
                  <a:pt x="657530" y="83296"/>
                </a:lnTo>
                <a:lnTo>
                  <a:pt x="657750" y="84225"/>
                </a:lnTo>
                <a:lnTo>
                  <a:pt x="657990" y="85134"/>
                </a:lnTo>
                <a:lnTo>
                  <a:pt x="658248" y="86023"/>
                </a:lnTo>
                <a:close/>
                <a:moveTo>
                  <a:pt x="782507" y="82113"/>
                </a:moveTo>
                <a:lnTo>
                  <a:pt x="782238" y="82710"/>
                </a:lnTo>
                <a:lnTo>
                  <a:pt x="781963" y="83291"/>
                </a:lnTo>
                <a:lnTo>
                  <a:pt x="781681" y="83858"/>
                </a:lnTo>
                <a:lnTo>
                  <a:pt x="781392" y="84410"/>
                </a:lnTo>
                <a:lnTo>
                  <a:pt x="781096" y="84946"/>
                </a:lnTo>
                <a:lnTo>
                  <a:pt x="780792" y="85468"/>
                </a:lnTo>
                <a:lnTo>
                  <a:pt x="780482" y="85974"/>
                </a:lnTo>
                <a:lnTo>
                  <a:pt x="780165" y="86466"/>
                </a:lnTo>
                <a:lnTo>
                  <a:pt x="779841" y="86942"/>
                </a:lnTo>
                <a:lnTo>
                  <a:pt x="779510" y="87403"/>
                </a:lnTo>
                <a:lnTo>
                  <a:pt x="779172" y="87849"/>
                </a:lnTo>
                <a:lnTo>
                  <a:pt x="778827" y="88281"/>
                </a:lnTo>
                <a:lnTo>
                  <a:pt x="778475" y="88697"/>
                </a:lnTo>
                <a:lnTo>
                  <a:pt x="778116" y="89098"/>
                </a:lnTo>
                <a:lnTo>
                  <a:pt x="777750" y="89484"/>
                </a:lnTo>
                <a:lnTo>
                  <a:pt x="777377" y="89855"/>
                </a:lnTo>
                <a:lnTo>
                  <a:pt x="776997" y="90211"/>
                </a:lnTo>
                <a:lnTo>
                  <a:pt x="776610" y="90552"/>
                </a:lnTo>
                <a:lnTo>
                  <a:pt x="776216" y="90877"/>
                </a:lnTo>
                <a:lnTo>
                  <a:pt x="775816" y="91188"/>
                </a:lnTo>
                <a:lnTo>
                  <a:pt x="775408" y="91485"/>
                </a:lnTo>
                <a:lnTo>
                  <a:pt x="774993" y="91769"/>
                </a:lnTo>
                <a:lnTo>
                  <a:pt x="774571" y="92041"/>
                </a:lnTo>
                <a:lnTo>
                  <a:pt x="774142" y="92300"/>
                </a:lnTo>
                <a:lnTo>
                  <a:pt x="773707" y="92546"/>
                </a:lnTo>
                <a:lnTo>
                  <a:pt x="773264" y="92779"/>
                </a:lnTo>
                <a:lnTo>
                  <a:pt x="772814" y="93000"/>
                </a:lnTo>
                <a:lnTo>
                  <a:pt x="772357" y="93209"/>
                </a:lnTo>
                <a:lnTo>
                  <a:pt x="771894" y="93405"/>
                </a:lnTo>
                <a:lnTo>
                  <a:pt x="771423" y="93588"/>
                </a:lnTo>
                <a:lnTo>
                  <a:pt x="770946" y="93758"/>
                </a:lnTo>
                <a:lnTo>
                  <a:pt x="770461" y="93916"/>
                </a:lnTo>
                <a:lnTo>
                  <a:pt x="769969" y="94061"/>
                </a:lnTo>
                <a:lnTo>
                  <a:pt x="769471" y="94194"/>
                </a:lnTo>
                <a:lnTo>
                  <a:pt x="768965" y="94314"/>
                </a:lnTo>
                <a:lnTo>
                  <a:pt x="768453" y="94421"/>
                </a:lnTo>
                <a:lnTo>
                  <a:pt x="767933" y="94516"/>
                </a:lnTo>
                <a:lnTo>
                  <a:pt x="767407" y="94598"/>
                </a:lnTo>
                <a:lnTo>
                  <a:pt x="766873" y="94667"/>
                </a:lnTo>
                <a:lnTo>
                  <a:pt x="766333" y="94724"/>
                </a:lnTo>
                <a:lnTo>
                  <a:pt x="765785" y="94768"/>
                </a:lnTo>
                <a:lnTo>
                  <a:pt x="765231" y="94800"/>
                </a:lnTo>
                <a:lnTo>
                  <a:pt x="764669" y="94819"/>
                </a:lnTo>
                <a:lnTo>
                  <a:pt x="764101" y="94825"/>
                </a:lnTo>
                <a:lnTo>
                  <a:pt x="763338" y="94814"/>
                </a:lnTo>
                <a:lnTo>
                  <a:pt x="762586" y="94780"/>
                </a:lnTo>
                <a:lnTo>
                  <a:pt x="761844" y="94724"/>
                </a:lnTo>
                <a:lnTo>
                  <a:pt x="761113" y="94646"/>
                </a:lnTo>
                <a:lnTo>
                  <a:pt x="760392" y="94545"/>
                </a:lnTo>
                <a:lnTo>
                  <a:pt x="759682" y="94421"/>
                </a:lnTo>
                <a:lnTo>
                  <a:pt x="758983" y="94275"/>
                </a:lnTo>
                <a:lnTo>
                  <a:pt x="758294" y="94107"/>
                </a:lnTo>
                <a:lnTo>
                  <a:pt x="757616" y="93916"/>
                </a:lnTo>
                <a:lnTo>
                  <a:pt x="756948" y="93703"/>
                </a:lnTo>
                <a:lnTo>
                  <a:pt x="756291" y="93467"/>
                </a:lnTo>
                <a:lnTo>
                  <a:pt x="755644" y="93209"/>
                </a:lnTo>
                <a:lnTo>
                  <a:pt x="755009" y="92929"/>
                </a:lnTo>
                <a:lnTo>
                  <a:pt x="754383" y="92626"/>
                </a:lnTo>
                <a:lnTo>
                  <a:pt x="753769" y="92300"/>
                </a:lnTo>
                <a:lnTo>
                  <a:pt x="753164" y="91952"/>
                </a:lnTo>
                <a:lnTo>
                  <a:pt x="752571" y="91582"/>
                </a:lnTo>
                <a:lnTo>
                  <a:pt x="751988" y="91189"/>
                </a:lnTo>
                <a:lnTo>
                  <a:pt x="751416" y="90774"/>
                </a:lnTo>
                <a:lnTo>
                  <a:pt x="750854" y="90337"/>
                </a:lnTo>
                <a:lnTo>
                  <a:pt x="750303" y="89876"/>
                </a:lnTo>
                <a:lnTo>
                  <a:pt x="749762" y="89394"/>
                </a:lnTo>
                <a:lnTo>
                  <a:pt x="749232" y="88889"/>
                </a:lnTo>
                <a:lnTo>
                  <a:pt x="748713" y="88361"/>
                </a:lnTo>
                <a:lnTo>
                  <a:pt x="748208" y="87813"/>
                </a:lnTo>
                <a:lnTo>
                  <a:pt x="747723" y="87245"/>
                </a:lnTo>
                <a:lnTo>
                  <a:pt x="747256" y="86656"/>
                </a:lnTo>
                <a:lnTo>
                  <a:pt x="746808" y="86048"/>
                </a:lnTo>
                <a:lnTo>
                  <a:pt x="746380" y="85421"/>
                </a:lnTo>
                <a:lnTo>
                  <a:pt x="745970" y="84773"/>
                </a:lnTo>
                <a:lnTo>
                  <a:pt x="745580" y="84106"/>
                </a:lnTo>
                <a:lnTo>
                  <a:pt x="745208" y="83419"/>
                </a:lnTo>
                <a:lnTo>
                  <a:pt x="744856" y="82712"/>
                </a:lnTo>
                <a:lnTo>
                  <a:pt x="744522" y="81985"/>
                </a:lnTo>
                <a:lnTo>
                  <a:pt x="744208" y="81239"/>
                </a:lnTo>
                <a:lnTo>
                  <a:pt x="743913" y="80472"/>
                </a:lnTo>
                <a:lnTo>
                  <a:pt x="743636" y="79686"/>
                </a:lnTo>
                <a:lnTo>
                  <a:pt x="743379" y="78880"/>
                </a:lnTo>
                <a:lnTo>
                  <a:pt x="743140" y="78055"/>
                </a:lnTo>
                <a:lnTo>
                  <a:pt x="742921" y="77209"/>
                </a:lnTo>
                <a:lnTo>
                  <a:pt x="742721" y="76344"/>
                </a:lnTo>
                <a:lnTo>
                  <a:pt x="742539" y="75459"/>
                </a:lnTo>
                <a:lnTo>
                  <a:pt x="742377" y="74554"/>
                </a:lnTo>
                <a:lnTo>
                  <a:pt x="742234" y="73629"/>
                </a:lnTo>
                <a:lnTo>
                  <a:pt x="742109" y="72685"/>
                </a:lnTo>
                <a:lnTo>
                  <a:pt x="742004" y="71721"/>
                </a:lnTo>
                <a:lnTo>
                  <a:pt x="741918" y="70736"/>
                </a:lnTo>
                <a:lnTo>
                  <a:pt x="741850" y="69733"/>
                </a:lnTo>
                <a:lnTo>
                  <a:pt x="796749" y="69733"/>
                </a:lnTo>
                <a:lnTo>
                  <a:pt x="796755" y="69550"/>
                </a:lnTo>
                <a:lnTo>
                  <a:pt x="796760" y="69371"/>
                </a:lnTo>
                <a:lnTo>
                  <a:pt x="796765" y="69196"/>
                </a:lnTo>
                <a:lnTo>
                  <a:pt x="796770" y="69025"/>
                </a:lnTo>
                <a:lnTo>
                  <a:pt x="796775" y="68858"/>
                </a:lnTo>
                <a:lnTo>
                  <a:pt x="796780" y="68695"/>
                </a:lnTo>
                <a:lnTo>
                  <a:pt x="796784" y="68535"/>
                </a:lnTo>
                <a:lnTo>
                  <a:pt x="796788" y="68380"/>
                </a:lnTo>
                <a:lnTo>
                  <a:pt x="796791" y="68228"/>
                </a:lnTo>
                <a:lnTo>
                  <a:pt x="796795" y="68080"/>
                </a:lnTo>
                <a:lnTo>
                  <a:pt x="796798" y="67936"/>
                </a:lnTo>
                <a:lnTo>
                  <a:pt x="796801" y="67796"/>
                </a:lnTo>
                <a:lnTo>
                  <a:pt x="796804" y="67659"/>
                </a:lnTo>
                <a:lnTo>
                  <a:pt x="796807" y="67526"/>
                </a:lnTo>
                <a:lnTo>
                  <a:pt x="796809" y="67398"/>
                </a:lnTo>
                <a:lnTo>
                  <a:pt x="796811" y="67273"/>
                </a:lnTo>
                <a:lnTo>
                  <a:pt x="796813" y="67152"/>
                </a:lnTo>
                <a:lnTo>
                  <a:pt x="796814" y="67035"/>
                </a:lnTo>
                <a:lnTo>
                  <a:pt x="796816" y="66921"/>
                </a:lnTo>
                <a:lnTo>
                  <a:pt x="796817" y="66812"/>
                </a:lnTo>
                <a:lnTo>
                  <a:pt x="796817" y="66706"/>
                </a:lnTo>
                <a:lnTo>
                  <a:pt x="796818" y="66604"/>
                </a:lnTo>
                <a:lnTo>
                  <a:pt x="796818" y="66506"/>
                </a:lnTo>
                <a:lnTo>
                  <a:pt x="796819" y="66412"/>
                </a:lnTo>
                <a:lnTo>
                  <a:pt x="796802" y="64909"/>
                </a:lnTo>
                <a:lnTo>
                  <a:pt x="796754" y="63435"/>
                </a:lnTo>
                <a:lnTo>
                  <a:pt x="796672" y="61990"/>
                </a:lnTo>
                <a:lnTo>
                  <a:pt x="796559" y="60572"/>
                </a:lnTo>
                <a:lnTo>
                  <a:pt x="796412" y="59183"/>
                </a:lnTo>
                <a:lnTo>
                  <a:pt x="796234" y="57822"/>
                </a:lnTo>
                <a:lnTo>
                  <a:pt x="796023" y="56490"/>
                </a:lnTo>
                <a:lnTo>
                  <a:pt x="795779" y="55186"/>
                </a:lnTo>
                <a:lnTo>
                  <a:pt x="795503" y="53910"/>
                </a:lnTo>
                <a:lnTo>
                  <a:pt x="795194" y="52663"/>
                </a:lnTo>
                <a:lnTo>
                  <a:pt x="794853" y="51444"/>
                </a:lnTo>
                <a:lnTo>
                  <a:pt x="794479" y="50254"/>
                </a:lnTo>
                <a:lnTo>
                  <a:pt x="794073" y="49091"/>
                </a:lnTo>
                <a:lnTo>
                  <a:pt x="793634" y="47957"/>
                </a:lnTo>
                <a:lnTo>
                  <a:pt x="793163" y="46852"/>
                </a:lnTo>
                <a:lnTo>
                  <a:pt x="792660" y="45775"/>
                </a:lnTo>
                <a:lnTo>
                  <a:pt x="792123" y="44726"/>
                </a:lnTo>
                <a:lnTo>
                  <a:pt x="791555" y="43706"/>
                </a:lnTo>
                <a:lnTo>
                  <a:pt x="790954" y="42713"/>
                </a:lnTo>
                <a:lnTo>
                  <a:pt x="790320" y="41750"/>
                </a:lnTo>
                <a:lnTo>
                  <a:pt x="789654" y="40814"/>
                </a:lnTo>
                <a:lnTo>
                  <a:pt x="788955" y="39907"/>
                </a:lnTo>
                <a:lnTo>
                  <a:pt x="788224" y="39029"/>
                </a:lnTo>
                <a:lnTo>
                  <a:pt x="787461" y="38178"/>
                </a:lnTo>
                <a:lnTo>
                  <a:pt x="786672" y="37359"/>
                </a:lnTo>
                <a:lnTo>
                  <a:pt x="785864" y="36575"/>
                </a:lnTo>
                <a:lnTo>
                  <a:pt x="785037" y="35826"/>
                </a:lnTo>
                <a:lnTo>
                  <a:pt x="784191" y="35112"/>
                </a:lnTo>
                <a:lnTo>
                  <a:pt x="783327" y="34432"/>
                </a:lnTo>
                <a:lnTo>
                  <a:pt x="782444" y="33788"/>
                </a:lnTo>
                <a:lnTo>
                  <a:pt x="781542" y="33178"/>
                </a:lnTo>
                <a:lnTo>
                  <a:pt x="780622" y="32603"/>
                </a:lnTo>
                <a:lnTo>
                  <a:pt x="779682" y="32063"/>
                </a:lnTo>
                <a:lnTo>
                  <a:pt x="778724" y="31558"/>
                </a:lnTo>
                <a:lnTo>
                  <a:pt x="777747" y="31087"/>
                </a:lnTo>
                <a:lnTo>
                  <a:pt x="776751" y="30652"/>
                </a:lnTo>
                <a:lnTo>
                  <a:pt x="775737" y="30251"/>
                </a:lnTo>
                <a:lnTo>
                  <a:pt x="774704" y="29885"/>
                </a:lnTo>
                <a:lnTo>
                  <a:pt x="773652" y="29554"/>
                </a:lnTo>
                <a:lnTo>
                  <a:pt x="772581" y="29258"/>
                </a:lnTo>
                <a:lnTo>
                  <a:pt x="771491" y="28996"/>
                </a:lnTo>
                <a:lnTo>
                  <a:pt x="770383" y="28770"/>
                </a:lnTo>
                <a:lnTo>
                  <a:pt x="769256" y="28578"/>
                </a:lnTo>
                <a:lnTo>
                  <a:pt x="768110" y="28421"/>
                </a:lnTo>
                <a:lnTo>
                  <a:pt x="766945" y="28299"/>
                </a:lnTo>
                <a:lnTo>
                  <a:pt x="765762" y="28212"/>
                </a:lnTo>
                <a:lnTo>
                  <a:pt x="764560" y="28160"/>
                </a:lnTo>
                <a:lnTo>
                  <a:pt x="763339" y="28143"/>
                </a:lnTo>
                <a:lnTo>
                  <a:pt x="762078" y="28160"/>
                </a:lnTo>
                <a:lnTo>
                  <a:pt x="760836" y="28214"/>
                </a:lnTo>
                <a:lnTo>
                  <a:pt x="759615" y="28303"/>
                </a:lnTo>
                <a:lnTo>
                  <a:pt x="758413" y="28428"/>
                </a:lnTo>
                <a:lnTo>
                  <a:pt x="757231" y="28588"/>
                </a:lnTo>
                <a:lnTo>
                  <a:pt x="756069" y="28784"/>
                </a:lnTo>
                <a:lnTo>
                  <a:pt x="754926" y="29015"/>
                </a:lnTo>
                <a:lnTo>
                  <a:pt x="753804" y="29282"/>
                </a:lnTo>
                <a:lnTo>
                  <a:pt x="752701" y="29585"/>
                </a:lnTo>
                <a:lnTo>
                  <a:pt x="751617" y="29924"/>
                </a:lnTo>
                <a:lnTo>
                  <a:pt x="750554" y="30298"/>
                </a:lnTo>
                <a:lnTo>
                  <a:pt x="749510" y="30707"/>
                </a:lnTo>
                <a:lnTo>
                  <a:pt x="748486" y="31153"/>
                </a:lnTo>
                <a:lnTo>
                  <a:pt x="747481" y="31633"/>
                </a:lnTo>
                <a:lnTo>
                  <a:pt x="746497" y="32150"/>
                </a:lnTo>
                <a:lnTo>
                  <a:pt x="745532" y="32702"/>
                </a:lnTo>
                <a:lnTo>
                  <a:pt x="744587" y="33290"/>
                </a:lnTo>
                <a:lnTo>
                  <a:pt x="743661" y="33913"/>
                </a:lnTo>
                <a:lnTo>
                  <a:pt x="742756" y="34572"/>
                </a:lnTo>
                <a:lnTo>
                  <a:pt x="741870" y="35267"/>
                </a:lnTo>
                <a:lnTo>
                  <a:pt x="741003" y="35997"/>
                </a:lnTo>
                <a:lnTo>
                  <a:pt x="740157" y="36763"/>
                </a:lnTo>
                <a:lnTo>
                  <a:pt x="739330" y="37564"/>
                </a:lnTo>
                <a:lnTo>
                  <a:pt x="738523" y="38401"/>
                </a:lnTo>
                <a:lnTo>
                  <a:pt x="737743" y="39271"/>
                </a:lnTo>
                <a:lnTo>
                  <a:pt x="736995" y="40169"/>
                </a:lnTo>
                <a:lnTo>
                  <a:pt x="736281" y="41096"/>
                </a:lnTo>
                <a:lnTo>
                  <a:pt x="735600" y="42052"/>
                </a:lnTo>
                <a:lnTo>
                  <a:pt x="734953" y="43037"/>
                </a:lnTo>
                <a:lnTo>
                  <a:pt x="734338" y="44051"/>
                </a:lnTo>
                <a:lnTo>
                  <a:pt x="733757" y="45093"/>
                </a:lnTo>
                <a:lnTo>
                  <a:pt x="733209" y="46165"/>
                </a:lnTo>
                <a:lnTo>
                  <a:pt x="732694" y="47265"/>
                </a:lnTo>
                <a:lnTo>
                  <a:pt x="732213" y="48395"/>
                </a:lnTo>
                <a:lnTo>
                  <a:pt x="731764" y="49553"/>
                </a:lnTo>
                <a:lnTo>
                  <a:pt x="731349" y="50740"/>
                </a:lnTo>
                <a:lnTo>
                  <a:pt x="730967" y="51956"/>
                </a:lnTo>
                <a:lnTo>
                  <a:pt x="730618" y="53201"/>
                </a:lnTo>
                <a:lnTo>
                  <a:pt x="730303" y="54474"/>
                </a:lnTo>
                <a:lnTo>
                  <a:pt x="730020" y="55777"/>
                </a:lnTo>
                <a:lnTo>
                  <a:pt x="729771" y="57108"/>
                </a:lnTo>
                <a:lnTo>
                  <a:pt x="729555" y="58469"/>
                </a:lnTo>
                <a:lnTo>
                  <a:pt x="729373" y="59858"/>
                </a:lnTo>
                <a:lnTo>
                  <a:pt x="729223" y="61276"/>
                </a:lnTo>
                <a:lnTo>
                  <a:pt x="729107" y="62723"/>
                </a:lnTo>
                <a:lnTo>
                  <a:pt x="729024" y="64199"/>
                </a:lnTo>
                <a:lnTo>
                  <a:pt x="728974" y="65704"/>
                </a:lnTo>
                <a:lnTo>
                  <a:pt x="728958" y="67237"/>
                </a:lnTo>
                <a:lnTo>
                  <a:pt x="728974" y="68719"/>
                </a:lnTo>
                <a:lnTo>
                  <a:pt x="729023" y="70174"/>
                </a:lnTo>
                <a:lnTo>
                  <a:pt x="729105" y="71600"/>
                </a:lnTo>
                <a:lnTo>
                  <a:pt x="729220" y="72999"/>
                </a:lnTo>
                <a:lnTo>
                  <a:pt x="729368" y="74370"/>
                </a:lnTo>
                <a:lnTo>
                  <a:pt x="729549" y="75713"/>
                </a:lnTo>
                <a:lnTo>
                  <a:pt x="729762" y="77029"/>
                </a:lnTo>
                <a:lnTo>
                  <a:pt x="730009" y="78316"/>
                </a:lnTo>
                <a:lnTo>
                  <a:pt x="730288" y="79576"/>
                </a:lnTo>
                <a:lnTo>
                  <a:pt x="730600" y="80808"/>
                </a:lnTo>
                <a:lnTo>
                  <a:pt x="730945" y="82012"/>
                </a:lnTo>
                <a:lnTo>
                  <a:pt x="731323" y="83189"/>
                </a:lnTo>
                <a:lnTo>
                  <a:pt x="731734" y="84337"/>
                </a:lnTo>
                <a:lnTo>
                  <a:pt x="732177" y="85458"/>
                </a:lnTo>
                <a:lnTo>
                  <a:pt x="732654" y="86551"/>
                </a:lnTo>
                <a:lnTo>
                  <a:pt x="733163" y="87616"/>
                </a:lnTo>
                <a:lnTo>
                  <a:pt x="733705" y="88654"/>
                </a:lnTo>
                <a:lnTo>
                  <a:pt x="734280" y="89663"/>
                </a:lnTo>
                <a:lnTo>
                  <a:pt x="734888" y="90645"/>
                </a:lnTo>
                <a:lnTo>
                  <a:pt x="735528" y="91599"/>
                </a:lnTo>
                <a:lnTo>
                  <a:pt x="736202" y="92525"/>
                </a:lnTo>
                <a:lnTo>
                  <a:pt x="736908" y="93424"/>
                </a:lnTo>
                <a:lnTo>
                  <a:pt x="737647" y="94294"/>
                </a:lnTo>
                <a:lnTo>
                  <a:pt x="738419" y="95137"/>
                </a:lnTo>
                <a:lnTo>
                  <a:pt x="739219" y="95949"/>
                </a:lnTo>
                <a:lnTo>
                  <a:pt x="740043" y="96726"/>
                </a:lnTo>
                <a:lnTo>
                  <a:pt x="740889" y="97468"/>
                </a:lnTo>
                <a:lnTo>
                  <a:pt x="741759" y="98177"/>
                </a:lnTo>
                <a:lnTo>
                  <a:pt x="742652" y="98850"/>
                </a:lnTo>
                <a:lnTo>
                  <a:pt x="743568" y="99489"/>
                </a:lnTo>
                <a:lnTo>
                  <a:pt x="744508" y="100093"/>
                </a:lnTo>
                <a:lnTo>
                  <a:pt x="745470" y="100663"/>
                </a:lnTo>
                <a:lnTo>
                  <a:pt x="746456" y="101199"/>
                </a:lnTo>
                <a:lnTo>
                  <a:pt x="747465" y="101699"/>
                </a:lnTo>
                <a:lnTo>
                  <a:pt x="748498" y="102166"/>
                </a:lnTo>
                <a:lnTo>
                  <a:pt x="749553" y="102597"/>
                </a:lnTo>
                <a:lnTo>
                  <a:pt x="750632" y="102995"/>
                </a:lnTo>
                <a:lnTo>
                  <a:pt x="751734" y="103357"/>
                </a:lnTo>
                <a:lnTo>
                  <a:pt x="752859" y="103685"/>
                </a:lnTo>
                <a:lnTo>
                  <a:pt x="754008" y="103979"/>
                </a:lnTo>
                <a:lnTo>
                  <a:pt x="755180" y="104238"/>
                </a:lnTo>
                <a:lnTo>
                  <a:pt x="756374" y="104462"/>
                </a:lnTo>
                <a:lnTo>
                  <a:pt x="757593" y="104652"/>
                </a:lnTo>
                <a:lnTo>
                  <a:pt x="758834" y="104808"/>
                </a:lnTo>
                <a:lnTo>
                  <a:pt x="760099" y="104929"/>
                </a:lnTo>
                <a:lnTo>
                  <a:pt x="761386" y="105015"/>
                </a:lnTo>
                <a:lnTo>
                  <a:pt x="762697" y="105067"/>
                </a:lnTo>
                <a:lnTo>
                  <a:pt x="764032" y="105084"/>
                </a:lnTo>
                <a:lnTo>
                  <a:pt x="765092" y="105073"/>
                </a:lnTo>
                <a:lnTo>
                  <a:pt x="766137" y="105041"/>
                </a:lnTo>
                <a:lnTo>
                  <a:pt x="767166" y="104986"/>
                </a:lnTo>
                <a:lnTo>
                  <a:pt x="768179" y="104910"/>
                </a:lnTo>
                <a:lnTo>
                  <a:pt x="769176" y="104813"/>
                </a:lnTo>
                <a:lnTo>
                  <a:pt x="770158" y="104693"/>
                </a:lnTo>
                <a:lnTo>
                  <a:pt x="771123" y="104552"/>
                </a:lnTo>
                <a:lnTo>
                  <a:pt x="772073" y="104389"/>
                </a:lnTo>
                <a:lnTo>
                  <a:pt x="773006" y="104204"/>
                </a:lnTo>
                <a:lnTo>
                  <a:pt x="773924" y="103998"/>
                </a:lnTo>
                <a:lnTo>
                  <a:pt x="774826" y="103770"/>
                </a:lnTo>
                <a:lnTo>
                  <a:pt x="775712" y="103520"/>
                </a:lnTo>
                <a:lnTo>
                  <a:pt x="776582" y="103249"/>
                </a:lnTo>
                <a:lnTo>
                  <a:pt x="777436" y="102955"/>
                </a:lnTo>
                <a:lnTo>
                  <a:pt x="778274" y="102640"/>
                </a:lnTo>
                <a:lnTo>
                  <a:pt x="779097" y="102304"/>
                </a:lnTo>
                <a:lnTo>
                  <a:pt x="779903" y="101945"/>
                </a:lnTo>
                <a:lnTo>
                  <a:pt x="780694" y="101565"/>
                </a:lnTo>
                <a:lnTo>
                  <a:pt x="781469" y="101163"/>
                </a:lnTo>
                <a:lnTo>
                  <a:pt x="782227" y="100740"/>
                </a:lnTo>
                <a:lnTo>
                  <a:pt x="782970" y="100294"/>
                </a:lnTo>
                <a:lnTo>
                  <a:pt x="783697" y="99827"/>
                </a:lnTo>
                <a:lnTo>
                  <a:pt x="784409" y="99339"/>
                </a:lnTo>
                <a:lnTo>
                  <a:pt x="785104" y="98828"/>
                </a:lnTo>
                <a:lnTo>
                  <a:pt x="785782" y="98298"/>
                </a:lnTo>
                <a:lnTo>
                  <a:pt x="786443" y="97750"/>
                </a:lnTo>
                <a:lnTo>
                  <a:pt x="787085" y="97185"/>
                </a:lnTo>
                <a:lnTo>
                  <a:pt x="787709" y="96601"/>
                </a:lnTo>
                <a:lnTo>
                  <a:pt x="788315" y="96001"/>
                </a:lnTo>
                <a:lnTo>
                  <a:pt x="788903" y="95382"/>
                </a:lnTo>
                <a:lnTo>
                  <a:pt x="789474" y="94746"/>
                </a:lnTo>
                <a:lnTo>
                  <a:pt x="790026" y="94093"/>
                </a:lnTo>
                <a:lnTo>
                  <a:pt x="790559" y="93421"/>
                </a:lnTo>
                <a:lnTo>
                  <a:pt x="791075" y="92733"/>
                </a:lnTo>
                <a:lnTo>
                  <a:pt x="791573" y="92026"/>
                </a:lnTo>
                <a:lnTo>
                  <a:pt x="792053" y="91302"/>
                </a:lnTo>
                <a:lnTo>
                  <a:pt x="792515" y="90560"/>
                </a:lnTo>
                <a:lnTo>
                  <a:pt x="792958" y="89801"/>
                </a:lnTo>
                <a:lnTo>
                  <a:pt x="793384" y="89024"/>
                </a:lnTo>
                <a:lnTo>
                  <a:pt x="793792" y="88230"/>
                </a:lnTo>
                <a:lnTo>
                  <a:pt x="794181" y="87417"/>
                </a:lnTo>
                <a:lnTo>
                  <a:pt x="794553" y="86588"/>
                </a:lnTo>
                <a:lnTo>
                  <a:pt x="794906" y="85740"/>
                </a:lnTo>
                <a:lnTo>
                  <a:pt x="795242" y="84875"/>
                </a:lnTo>
                <a:lnTo>
                  <a:pt x="795559" y="83993"/>
                </a:lnTo>
                <a:lnTo>
                  <a:pt x="795858" y="83092"/>
                </a:lnTo>
                <a:lnTo>
                  <a:pt x="796139" y="82175"/>
                </a:lnTo>
                <a:lnTo>
                  <a:pt x="796403" y="81239"/>
                </a:lnTo>
                <a:lnTo>
                  <a:pt x="783510" y="79576"/>
                </a:lnTo>
                <a:lnTo>
                  <a:pt x="783269" y="80233"/>
                </a:lnTo>
                <a:lnTo>
                  <a:pt x="783022" y="80874"/>
                </a:lnTo>
                <a:lnTo>
                  <a:pt x="782768" y="81501"/>
                </a:lnTo>
                <a:lnTo>
                  <a:pt x="782507" y="82113"/>
                </a:lnTo>
                <a:close/>
                <a:moveTo>
                  <a:pt x="742897" y="56380"/>
                </a:moveTo>
                <a:lnTo>
                  <a:pt x="743031" y="55641"/>
                </a:lnTo>
                <a:lnTo>
                  <a:pt x="743183" y="54914"/>
                </a:lnTo>
                <a:lnTo>
                  <a:pt x="743353" y="54201"/>
                </a:lnTo>
                <a:lnTo>
                  <a:pt x="743541" y="53502"/>
                </a:lnTo>
                <a:lnTo>
                  <a:pt x="743747" y="52816"/>
                </a:lnTo>
                <a:lnTo>
                  <a:pt x="743972" y="52143"/>
                </a:lnTo>
                <a:lnTo>
                  <a:pt x="744215" y="51484"/>
                </a:lnTo>
                <a:lnTo>
                  <a:pt x="744476" y="50838"/>
                </a:lnTo>
                <a:lnTo>
                  <a:pt x="744755" y="50206"/>
                </a:lnTo>
                <a:lnTo>
                  <a:pt x="745052" y="49587"/>
                </a:lnTo>
                <a:lnTo>
                  <a:pt x="745368" y="48982"/>
                </a:lnTo>
                <a:lnTo>
                  <a:pt x="745701" y="48390"/>
                </a:lnTo>
                <a:lnTo>
                  <a:pt x="746053" y="47811"/>
                </a:lnTo>
                <a:lnTo>
                  <a:pt x="746423" y="47246"/>
                </a:lnTo>
                <a:lnTo>
                  <a:pt x="746811" y="46694"/>
                </a:lnTo>
                <a:lnTo>
                  <a:pt x="747218" y="46156"/>
                </a:lnTo>
                <a:lnTo>
                  <a:pt x="747642" y="45631"/>
                </a:lnTo>
                <a:lnTo>
                  <a:pt x="748085" y="45120"/>
                </a:lnTo>
                <a:lnTo>
                  <a:pt x="748546" y="44622"/>
                </a:lnTo>
                <a:lnTo>
                  <a:pt x="749025" y="44137"/>
                </a:lnTo>
                <a:lnTo>
                  <a:pt x="749518" y="43669"/>
                </a:lnTo>
                <a:lnTo>
                  <a:pt x="750020" y="43221"/>
                </a:lnTo>
                <a:lnTo>
                  <a:pt x="750532" y="42793"/>
                </a:lnTo>
                <a:lnTo>
                  <a:pt x="751053" y="42385"/>
                </a:lnTo>
                <a:lnTo>
                  <a:pt x="751584" y="41996"/>
                </a:lnTo>
                <a:lnTo>
                  <a:pt x="752124" y="41628"/>
                </a:lnTo>
                <a:lnTo>
                  <a:pt x="752674" y="41279"/>
                </a:lnTo>
                <a:lnTo>
                  <a:pt x="753234" y="40951"/>
                </a:lnTo>
                <a:lnTo>
                  <a:pt x="753803" y="40642"/>
                </a:lnTo>
                <a:lnTo>
                  <a:pt x="754381" y="40353"/>
                </a:lnTo>
                <a:lnTo>
                  <a:pt x="754969" y="40084"/>
                </a:lnTo>
                <a:lnTo>
                  <a:pt x="755566" y="39835"/>
                </a:lnTo>
                <a:lnTo>
                  <a:pt x="756173" y="39606"/>
                </a:lnTo>
                <a:lnTo>
                  <a:pt x="756790" y="39397"/>
                </a:lnTo>
                <a:lnTo>
                  <a:pt x="757416" y="39208"/>
                </a:lnTo>
                <a:lnTo>
                  <a:pt x="758051" y="39039"/>
                </a:lnTo>
                <a:lnTo>
                  <a:pt x="758696" y="38889"/>
                </a:lnTo>
                <a:lnTo>
                  <a:pt x="759351" y="38760"/>
                </a:lnTo>
                <a:lnTo>
                  <a:pt x="760015" y="38650"/>
                </a:lnTo>
                <a:lnTo>
                  <a:pt x="760688" y="38561"/>
                </a:lnTo>
                <a:lnTo>
                  <a:pt x="761371" y="38491"/>
                </a:lnTo>
                <a:lnTo>
                  <a:pt x="762064" y="38441"/>
                </a:lnTo>
                <a:lnTo>
                  <a:pt x="762766" y="38411"/>
                </a:lnTo>
                <a:lnTo>
                  <a:pt x="763477" y="38401"/>
                </a:lnTo>
                <a:lnTo>
                  <a:pt x="764262" y="38414"/>
                </a:lnTo>
                <a:lnTo>
                  <a:pt x="765035" y="38451"/>
                </a:lnTo>
                <a:lnTo>
                  <a:pt x="765796" y="38514"/>
                </a:lnTo>
                <a:lnTo>
                  <a:pt x="766544" y="38601"/>
                </a:lnTo>
                <a:lnTo>
                  <a:pt x="767281" y="38713"/>
                </a:lnTo>
                <a:lnTo>
                  <a:pt x="768004" y="38851"/>
                </a:lnTo>
                <a:lnTo>
                  <a:pt x="768716" y="39013"/>
                </a:lnTo>
                <a:lnTo>
                  <a:pt x="769415" y="39200"/>
                </a:lnTo>
                <a:lnTo>
                  <a:pt x="770102" y="39412"/>
                </a:lnTo>
                <a:lnTo>
                  <a:pt x="770777" y="39649"/>
                </a:lnTo>
                <a:lnTo>
                  <a:pt x="771440" y="39911"/>
                </a:lnTo>
                <a:lnTo>
                  <a:pt x="772090" y="40198"/>
                </a:lnTo>
                <a:lnTo>
                  <a:pt x="772728" y="40510"/>
                </a:lnTo>
                <a:lnTo>
                  <a:pt x="773353" y="40846"/>
                </a:lnTo>
                <a:lnTo>
                  <a:pt x="773967" y="41208"/>
                </a:lnTo>
                <a:lnTo>
                  <a:pt x="774568" y="41595"/>
                </a:lnTo>
                <a:lnTo>
                  <a:pt x="775157" y="42006"/>
                </a:lnTo>
                <a:lnTo>
                  <a:pt x="775733" y="42443"/>
                </a:lnTo>
                <a:lnTo>
                  <a:pt x="776298" y="42905"/>
                </a:lnTo>
                <a:lnTo>
                  <a:pt x="776850" y="43391"/>
                </a:lnTo>
                <a:lnTo>
                  <a:pt x="777389" y="43903"/>
                </a:lnTo>
                <a:lnTo>
                  <a:pt x="777917" y="44439"/>
                </a:lnTo>
                <a:lnTo>
                  <a:pt x="778432" y="45000"/>
                </a:lnTo>
                <a:lnTo>
                  <a:pt x="778935" y="45587"/>
                </a:lnTo>
                <a:lnTo>
                  <a:pt x="779253" y="45980"/>
                </a:lnTo>
                <a:lnTo>
                  <a:pt x="779561" y="46390"/>
                </a:lnTo>
                <a:lnTo>
                  <a:pt x="779858" y="46816"/>
                </a:lnTo>
                <a:lnTo>
                  <a:pt x="780144" y="47258"/>
                </a:lnTo>
                <a:lnTo>
                  <a:pt x="780420" y="47716"/>
                </a:lnTo>
                <a:lnTo>
                  <a:pt x="780685" y="48190"/>
                </a:lnTo>
                <a:lnTo>
                  <a:pt x="780940" y="48681"/>
                </a:lnTo>
                <a:lnTo>
                  <a:pt x="781184" y="49187"/>
                </a:lnTo>
                <a:lnTo>
                  <a:pt x="781417" y="49709"/>
                </a:lnTo>
                <a:lnTo>
                  <a:pt x="781640" y="50248"/>
                </a:lnTo>
                <a:lnTo>
                  <a:pt x="781852" y="50802"/>
                </a:lnTo>
                <a:lnTo>
                  <a:pt x="782054" y="51373"/>
                </a:lnTo>
                <a:lnTo>
                  <a:pt x="782245" y="51960"/>
                </a:lnTo>
                <a:lnTo>
                  <a:pt x="782426" y="52562"/>
                </a:lnTo>
                <a:lnTo>
                  <a:pt x="782596" y="53181"/>
                </a:lnTo>
                <a:lnTo>
                  <a:pt x="782755" y="53816"/>
                </a:lnTo>
                <a:lnTo>
                  <a:pt x="782904" y="54467"/>
                </a:lnTo>
                <a:lnTo>
                  <a:pt x="783042" y="55134"/>
                </a:lnTo>
                <a:lnTo>
                  <a:pt x="783169" y="55817"/>
                </a:lnTo>
                <a:lnTo>
                  <a:pt x="783286" y="56516"/>
                </a:lnTo>
                <a:lnTo>
                  <a:pt x="783393" y="57232"/>
                </a:lnTo>
                <a:lnTo>
                  <a:pt x="783489" y="57963"/>
                </a:lnTo>
                <a:lnTo>
                  <a:pt x="783574" y="58710"/>
                </a:lnTo>
                <a:lnTo>
                  <a:pt x="783648" y="59474"/>
                </a:lnTo>
                <a:lnTo>
                  <a:pt x="742544" y="59474"/>
                </a:lnTo>
                <a:lnTo>
                  <a:pt x="742605" y="58680"/>
                </a:lnTo>
                <a:lnTo>
                  <a:pt x="742684" y="57900"/>
                </a:lnTo>
                <a:lnTo>
                  <a:pt x="742781" y="57134"/>
                </a:lnTo>
                <a:lnTo>
                  <a:pt x="742897" y="56380"/>
                </a:lnTo>
                <a:close/>
                <a:moveTo>
                  <a:pt x="643136" y="103421"/>
                </a:moveTo>
                <a:lnTo>
                  <a:pt x="643136" y="29806"/>
                </a:lnTo>
                <a:lnTo>
                  <a:pt x="630659" y="29806"/>
                </a:lnTo>
                <a:lnTo>
                  <a:pt x="630659" y="103421"/>
                </a:lnTo>
                <a:lnTo>
                  <a:pt x="643136" y="103421"/>
                </a:lnTo>
                <a:close/>
                <a:moveTo>
                  <a:pt x="1187318" y="103421"/>
                </a:moveTo>
                <a:lnTo>
                  <a:pt x="1187318" y="29806"/>
                </a:lnTo>
                <a:lnTo>
                  <a:pt x="1174841" y="29806"/>
                </a:lnTo>
                <a:lnTo>
                  <a:pt x="1174841" y="103421"/>
                </a:lnTo>
                <a:lnTo>
                  <a:pt x="1187318" y="1034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Text ference">
            <a:extLst xmlns:a="http://schemas.openxmlformats.org/drawingml/2006/main">
              <a:ext uri="{FF2B5EF4-FFF2-40B4-BE49-F238E27FC236}">
                <a16:creationId xmlns:a16="http://schemas.microsoft.com/office/drawing/2014/main" id="{DDB6CF0E-80AC-43A7-B97A-B7B89494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662" y="5799018"/>
            <a:ext cx="466077" cy="104945"/>
          </a:xfrm>
          <a:custGeom xmlns:a="http://schemas.openxmlformats.org/drawingml/2006/main">
            <a:pathLst>
              <a:path w="466077" h="104945">
                <a:moveTo>
                  <a:pt x="11021" y="103282"/>
                </a:moveTo>
                <a:lnTo>
                  <a:pt x="11021" y="39372"/>
                </a:lnTo>
                <a:lnTo>
                  <a:pt x="0" y="39372"/>
                </a:lnTo>
                <a:lnTo>
                  <a:pt x="0" y="29668"/>
                </a:lnTo>
                <a:lnTo>
                  <a:pt x="11021" y="29668"/>
                </a:lnTo>
                <a:lnTo>
                  <a:pt x="11021" y="21852"/>
                </a:lnTo>
                <a:cubicBezTo>
                  <a:pt x="11021" y="16919"/>
                  <a:pt x="11460" y="13254"/>
                  <a:pt x="12338" y="10857"/>
                </a:cubicBezTo>
                <a:cubicBezTo>
                  <a:pt x="13540" y="7631"/>
                  <a:pt x="15654" y="5015"/>
                  <a:pt x="18681" y="3009"/>
                </a:cubicBezTo>
                <a:cubicBezTo>
                  <a:pt x="21708" y="1003"/>
                  <a:pt x="25948" y="0"/>
                  <a:pt x="31400" y="0"/>
                </a:cubicBezTo>
                <a:cubicBezTo>
                  <a:pt x="34913" y="0"/>
                  <a:pt x="38794" y="418"/>
                  <a:pt x="43046" y="1254"/>
                </a:cubicBezTo>
                <a:lnTo>
                  <a:pt x="41174" y="12195"/>
                </a:lnTo>
                <a:cubicBezTo>
                  <a:pt x="38586" y="11736"/>
                  <a:pt x="36137" y="11507"/>
                  <a:pt x="33827" y="11507"/>
                </a:cubicBezTo>
                <a:cubicBezTo>
                  <a:pt x="30037" y="11507"/>
                  <a:pt x="27357" y="12309"/>
                  <a:pt x="25786" y="13915"/>
                </a:cubicBezTo>
                <a:cubicBezTo>
                  <a:pt x="24215" y="15520"/>
                  <a:pt x="23429" y="18523"/>
                  <a:pt x="23429" y="22926"/>
                </a:cubicBezTo>
                <a:lnTo>
                  <a:pt x="23429" y="29668"/>
                </a:lnTo>
                <a:lnTo>
                  <a:pt x="37778" y="29668"/>
                </a:lnTo>
                <a:lnTo>
                  <a:pt x="37778" y="39372"/>
                </a:lnTo>
                <a:lnTo>
                  <a:pt x="23429" y="39372"/>
                </a:lnTo>
                <a:lnTo>
                  <a:pt x="23429" y="103282"/>
                </a:lnTo>
                <a:lnTo>
                  <a:pt x="11021" y="103282"/>
                </a:lnTo>
                <a:close/>
                <a:moveTo>
                  <a:pt x="97867" y="79437"/>
                </a:moveTo>
                <a:lnTo>
                  <a:pt x="110760" y="81101"/>
                </a:lnTo>
                <a:cubicBezTo>
                  <a:pt x="108727" y="88655"/>
                  <a:pt x="104960" y="94518"/>
                  <a:pt x="99461" y="98690"/>
                </a:cubicBezTo>
                <a:cubicBezTo>
                  <a:pt x="93962" y="102860"/>
                  <a:pt x="86938" y="104945"/>
                  <a:pt x="78389" y="104945"/>
                </a:cubicBezTo>
                <a:cubicBezTo>
                  <a:pt x="67622" y="104945"/>
                  <a:pt x="59084" y="101630"/>
                  <a:pt x="52776" y="94999"/>
                </a:cubicBezTo>
                <a:cubicBezTo>
                  <a:pt x="46469" y="88367"/>
                  <a:pt x="43315" y="79067"/>
                  <a:pt x="43315" y="67099"/>
                </a:cubicBezTo>
                <a:cubicBezTo>
                  <a:pt x="43315" y="54714"/>
                  <a:pt x="46503" y="45102"/>
                  <a:pt x="52880" y="38263"/>
                </a:cubicBezTo>
                <a:cubicBezTo>
                  <a:pt x="59258" y="31424"/>
                  <a:pt x="67529" y="28004"/>
                  <a:pt x="77696" y="28004"/>
                </a:cubicBezTo>
                <a:cubicBezTo>
                  <a:pt x="87539" y="28004"/>
                  <a:pt x="95579" y="31349"/>
                  <a:pt x="101818" y="38040"/>
                </a:cubicBezTo>
                <a:cubicBezTo>
                  <a:pt x="108056" y="44729"/>
                  <a:pt x="111176" y="54140"/>
                  <a:pt x="111176" y="66273"/>
                </a:cubicBezTo>
                <a:cubicBezTo>
                  <a:pt x="111176" y="67011"/>
                  <a:pt x="111153" y="68118"/>
                  <a:pt x="111106" y="69594"/>
                </a:cubicBezTo>
                <a:lnTo>
                  <a:pt x="56208" y="69594"/>
                </a:lnTo>
                <a:cubicBezTo>
                  <a:pt x="56670" y="77704"/>
                  <a:pt x="58957" y="83914"/>
                  <a:pt x="63070" y="88223"/>
                </a:cubicBezTo>
                <a:cubicBezTo>
                  <a:pt x="67183" y="92532"/>
                  <a:pt x="72312" y="94687"/>
                  <a:pt x="78458" y="94687"/>
                </a:cubicBezTo>
                <a:cubicBezTo>
                  <a:pt x="83033" y="94687"/>
                  <a:pt x="86938" y="93474"/>
                  <a:pt x="90173" y="91050"/>
                </a:cubicBezTo>
                <a:cubicBezTo>
                  <a:pt x="93408" y="88624"/>
                  <a:pt x="95972" y="84753"/>
                  <a:pt x="97867" y="79437"/>
                </a:cubicBezTo>
                <a:moveTo>
                  <a:pt x="56901" y="59335"/>
                </a:moveTo>
                <a:lnTo>
                  <a:pt x="98006" y="59335"/>
                </a:lnTo>
                <a:cubicBezTo>
                  <a:pt x="97451" y="53163"/>
                  <a:pt x="95880" y="48534"/>
                  <a:pt x="93292" y="45448"/>
                </a:cubicBezTo>
                <a:cubicBezTo>
                  <a:pt x="89318" y="40658"/>
                  <a:pt x="84165" y="38263"/>
                  <a:pt x="77834" y="38263"/>
                </a:cubicBezTo>
                <a:cubicBezTo>
                  <a:pt x="72104" y="38263"/>
                  <a:pt x="67287" y="40175"/>
                  <a:pt x="63382" y="43999"/>
                </a:cubicBezTo>
                <a:cubicBezTo>
                  <a:pt x="59477" y="47821"/>
                  <a:pt x="57317" y="52933"/>
                  <a:pt x="56901" y="59335"/>
                </a:cubicBezTo>
                <a:close/>
                <a:moveTo>
                  <a:pt x="126202" y="103282"/>
                </a:moveTo>
                <a:lnTo>
                  <a:pt x="126202" y="29668"/>
                </a:lnTo>
                <a:lnTo>
                  <a:pt x="137432" y="29668"/>
                </a:lnTo>
                <a:lnTo>
                  <a:pt x="137432" y="40828"/>
                </a:lnTo>
                <a:cubicBezTo>
                  <a:pt x="140297" y="35606"/>
                  <a:pt x="142942" y="32163"/>
                  <a:pt x="145368" y="30499"/>
                </a:cubicBezTo>
                <a:cubicBezTo>
                  <a:pt x="147794" y="28836"/>
                  <a:pt x="150463" y="28004"/>
                  <a:pt x="153374" y="28004"/>
                </a:cubicBezTo>
                <a:cubicBezTo>
                  <a:pt x="157580" y="28004"/>
                  <a:pt x="161854" y="29344"/>
                  <a:pt x="166198" y="32024"/>
                </a:cubicBezTo>
                <a:lnTo>
                  <a:pt x="161900" y="43592"/>
                </a:lnTo>
                <a:cubicBezTo>
                  <a:pt x="158850" y="41795"/>
                  <a:pt x="155801" y="40897"/>
                  <a:pt x="152751" y="40897"/>
                </a:cubicBezTo>
                <a:cubicBezTo>
                  <a:pt x="150024" y="40897"/>
                  <a:pt x="147575" y="41717"/>
                  <a:pt x="145403" y="43358"/>
                </a:cubicBezTo>
                <a:cubicBezTo>
                  <a:pt x="143231" y="44998"/>
                  <a:pt x="141683" y="47274"/>
                  <a:pt x="140759" y="50185"/>
                </a:cubicBezTo>
                <a:cubicBezTo>
                  <a:pt x="139372" y="54622"/>
                  <a:pt x="138679" y="59474"/>
                  <a:pt x="138679" y="64742"/>
                </a:cubicBezTo>
                <a:lnTo>
                  <a:pt x="138679" y="103282"/>
                </a:lnTo>
                <a:lnTo>
                  <a:pt x="126202" y="103282"/>
                </a:lnTo>
                <a:close/>
                <a:moveTo>
                  <a:pt x="224054" y="79437"/>
                </a:moveTo>
                <a:lnTo>
                  <a:pt x="236947" y="81101"/>
                </a:lnTo>
                <a:cubicBezTo>
                  <a:pt x="234914" y="88655"/>
                  <a:pt x="231148" y="94518"/>
                  <a:pt x="225648" y="98690"/>
                </a:cubicBezTo>
                <a:cubicBezTo>
                  <a:pt x="220149" y="102860"/>
                  <a:pt x="213125" y="104945"/>
                  <a:pt x="204576" y="104945"/>
                </a:cubicBezTo>
                <a:cubicBezTo>
                  <a:pt x="193809" y="104945"/>
                  <a:pt x="185271" y="101630"/>
                  <a:pt x="178964" y="94999"/>
                </a:cubicBezTo>
                <a:cubicBezTo>
                  <a:pt x="172656" y="88367"/>
                  <a:pt x="169502" y="79067"/>
                  <a:pt x="169502" y="67099"/>
                </a:cubicBezTo>
                <a:cubicBezTo>
                  <a:pt x="169502" y="54714"/>
                  <a:pt x="172690" y="45102"/>
                  <a:pt x="179068" y="38263"/>
                </a:cubicBezTo>
                <a:cubicBezTo>
                  <a:pt x="185445" y="31424"/>
                  <a:pt x="193716" y="28004"/>
                  <a:pt x="203883" y="28004"/>
                </a:cubicBezTo>
                <a:cubicBezTo>
                  <a:pt x="213726" y="28004"/>
                  <a:pt x="221767" y="31349"/>
                  <a:pt x="228005" y="38040"/>
                </a:cubicBezTo>
                <a:cubicBezTo>
                  <a:pt x="234244" y="44729"/>
                  <a:pt x="237363" y="54140"/>
                  <a:pt x="237363" y="66273"/>
                </a:cubicBezTo>
                <a:cubicBezTo>
                  <a:pt x="237363" y="67011"/>
                  <a:pt x="237340" y="68118"/>
                  <a:pt x="237294" y="69594"/>
                </a:cubicBezTo>
                <a:lnTo>
                  <a:pt x="182395" y="69594"/>
                </a:lnTo>
                <a:cubicBezTo>
                  <a:pt x="182857" y="77704"/>
                  <a:pt x="185144" y="83914"/>
                  <a:pt x="189257" y="88223"/>
                </a:cubicBezTo>
                <a:cubicBezTo>
                  <a:pt x="193370" y="92532"/>
                  <a:pt x="198499" y="94687"/>
                  <a:pt x="204645" y="94687"/>
                </a:cubicBezTo>
                <a:cubicBezTo>
                  <a:pt x="209220" y="94687"/>
                  <a:pt x="213125" y="93474"/>
                  <a:pt x="216360" y="91050"/>
                </a:cubicBezTo>
                <a:cubicBezTo>
                  <a:pt x="219595" y="88624"/>
                  <a:pt x="222159" y="84753"/>
                  <a:pt x="224054" y="79437"/>
                </a:cubicBezTo>
                <a:moveTo>
                  <a:pt x="183088" y="59335"/>
                </a:moveTo>
                <a:lnTo>
                  <a:pt x="224193" y="59335"/>
                </a:lnTo>
                <a:cubicBezTo>
                  <a:pt x="223638" y="53163"/>
                  <a:pt x="222067" y="48534"/>
                  <a:pt x="219479" y="45448"/>
                </a:cubicBezTo>
                <a:cubicBezTo>
                  <a:pt x="215505" y="40658"/>
                  <a:pt x="210353" y="38263"/>
                  <a:pt x="204022" y="38263"/>
                </a:cubicBezTo>
                <a:cubicBezTo>
                  <a:pt x="198291" y="38263"/>
                  <a:pt x="193474" y="40175"/>
                  <a:pt x="189569" y="43999"/>
                </a:cubicBezTo>
                <a:cubicBezTo>
                  <a:pt x="185664" y="47821"/>
                  <a:pt x="183504" y="52933"/>
                  <a:pt x="183088" y="59335"/>
                </a:cubicBezTo>
                <a:close/>
                <a:moveTo>
                  <a:pt x="252528" y="103282"/>
                </a:moveTo>
                <a:lnTo>
                  <a:pt x="252528" y="29668"/>
                </a:lnTo>
                <a:lnTo>
                  <a:pt x="263757" y="29668"/>
                </a:lnTo>
                <a:lnTo>
                  <a:pt x="263757" y="40134"/>
                </a:lnTo>
                <a:cubicBezTo>
                  <a:pt x="269164" y="32047"/>
                  <a:pt x="276974" y="28004"/>
                  <a:pt x="287187" y="28004"/>
                </a:cubicBezTo>
                <a:cubicBezTo>
                  <a:pt x="291623" y="28004"/>
                  <a:pt x="295701" y="28801"/>
                  <a:pt x="299421" y="30395"/>
                </a:cubicBezTo>
                <a:cubicBezTo>
                  <a:pt x="303141" y="31990"/>
                  <a:pt x="305925" y="34081"/>
                  <a:pt x="307774" y="36669"/>
                </a:cubicBezTo>
                <a:cubicBezTo>
                  <a:pt x="309622" y="39256"/>
                  <a:pt x="310916" y="42329"/>
                  <a:pt x="311655" y="45888"/>
                </a:cubicBezTo>
                <a:cubicBezTo>
                  <a:pt x="312117" y="48198"/>
                  <a:pt x="312348" y="52242"/>
                  <a:pt x="312348" y="58018"/>
                </a:cubicBezTo>
                <a:lnTo>
                  <a:pt x="312348" y="103282"/>
                </a:lnTo>
                <a:lnTo>
                  <a:pt x="299871" y="103282"/>
                </a:lnTo>
                <a:lnTo>
                  <a:pt x="299871" y="58503"/>
                </a:lnTo>
                <a:cubicBezTo>
                  <a:pt x="299871" y="53420"/>
                  <a:pt x="299386" y="49619"/>
                  <a:pt x="298416" y="47101"/>
                </a:cubicBezTo>
                <a:cubicBezTo>
                  <a:pt x="297445" y="44582"/>
                  <a:pt x="295724" y="42572"/>
                  <a:pt x="293252" y="41070"/>
                </a:cubicBezTo>
                <a:cubicBezTo>
                  <a:pt x="290779" y="39568"/>
                  <a:pt x="287880" y="38817"/>
                  <a:pt x="284552" y="38817"/>
                </a:cubicBezTo>
                <a:cubicBezTo>
                  <a:pt x="279238" y="38817"/>
                  <a:pt x="274652" y="40504"/>
                  <a:pt x="270793" y="43877"/>
                </a:cubicBezTo>
                <a:cubicBezTo>
                  <a:pt x="266934" y="47251"/>
                  <a:pt x="265005" y="53651"/>
                  <a:pt x="265005" y="63078"/>
                </a:cubicBezTo>
                <a:lnTo>
                  <a:pt x="265005" y="103282"/>
                </a:lnTo>
                <a:lnTo>
                  <a:pt x="252528" y="103282"/>
                </a:lnTo>
                <a:close/>
                <a:moveTo>
                  <a:pt x="379431" y="76248"/>
                </a:moveTo>
                <a:lnTo>
                  <a:pt x="391700" y="77912"/>
                </a:lnTo>
                <a:cubicBezTo>
                  <a:pt x="390360" y="86369"/>
                  <a:pt x="386929" y="92988"/>
                  <a:pt x="381407" y="97771"/>
                </a:cubicBezTo>
                <a:cubicBezTo>
                  <a:pt x="375885" y="102554"/>
                  <a:pt x="369103" y="104945"/>
                  <a:pt x="361062" y="104945"/>
                </a:cubicBezTo>
                <a:cubicBezTo>
                  <a:pt x="350988" y="104945"/>
                  <a:pt x="342890" y="101653"/>
                  <a:pt x="336767" y="95068"/>
                </a:cubicBezTo>
                <a:cubicBezTo>
                  <a:pt x="330644" y="88483"/>
                  <a:pt x="327582" y="79044"/>
                  <a:pt x="327582" y="66752"/>
                </a:cubicBezTo>
                <a:cubicBezTo>
                  <a:pt x="327582" y="58804"/>
                  <a:pt x="328899" y="51849"/>
                  <a:pt x="331533" y="45888"/>
                </a:cubicBezTo>
                <a:cubicBezTo>
                  <a:pt x="334168" y="39926"/>
                  <a:pt x="338176" y="35455"/>
                  <a:pt x="343560" y="32475"/>
                </a:cubicBezTo>
                <a:cubicBezTo>
                  <a:pt x="348944" y="29494"/>
                  <a:pt x="354801" y="28004"/>
                  <a:pt x="361132" y="28004"/>
                </a:cubicBezTo>
                <a:cubicBezTo>
                  <a:pt x="369126" y="28004"/>
                  <a:pt x="375665" y="30014"/>
                  <a:pt x="380748" y="34035"/>
                </a:cubicBezTo>
                <a:cubicBezTo>
                  <a:pt x="385832" y="38053"/>
                  <a:pt x="389089" y="43761"/>
                  <a:pt x="390522" y="51156"/>
                </a:cubicBezTo>
                <a:lnTo>
                  <a:pt x="378392" y="53097"/>
                </a:lnTo>
                <a:cubicBezTo>
                  <a:pt x="377236" y="48175"/>
                  <a:pt x="375191" y="44472"/>
                  <a:pt x="372257" y="41989"/>
                </a:cubicBezTo>
                <a:cubicBezTo>
                  <a:pt x="369323" y="39505"/>
                  <a:pt x="365776" y="38263"/>
                  <a:pt x="361617" y="38263"/>
                </a:cubicBezTo>
                <a:cubicBezTo>
                  <a:pt x="355332" y="38263"/>
                  <a:pt x="350226" y="40516"/>
                  <a:pt x="346298" y="45021"/>
                </a:cubicBezTo>
                <a:cubicBezTo>
                  <a:pt x="342370" y="49527"/>
                  <a:pt x="340406" y="56655"/>
                  <a:pt x="340406" y="66405"/>
                </a:cubicBezTo>
                <a:cubicBezTo>
                  <a:pt x="340406" y="76295"/>
                  <a:pt x="342301" y="83480"/>
                  <a:pt x="346090" y="87963"/>
                </a:cubicBezTo>
                <a:cubicBezTo>
                  <a:pt x="349879" y="92445"/>
                  <a:pt x="354824" y="94687"/>
                  <a:pt x="360924" y="94687"/>
                </a:cubicBezTo>
                <a:cubicBezTo>
                  <a:pt x="365822" y="94687"/>
                  <a:pt x="369912" y="93179"/>
                  <a:pt x="373193" y="90164"/>
                </a:cubicBezTo>
                <a:cubicBezTo>
                  <a:pt x="376474" y="87148"/>
                  <a:pt x="378553" y="82510"/>
                  <a:pt x="379431" y="76248"/>
                </a:cubicBezTo>
                <a:close/>
                <a:moveTo>
                  <a:pt x="452768" y="79437"/>
                </a:moveTo>
                <a:lnTo>
                  <a:pt x="465661" y="81101"/>
                </a:lnTo>
                <a:cubicBezTo>
                  <a:pt x="463628" y="88655"/>
                  <a:pt x="459862" y="94518"/>
                  <a:pt x="454363" y="98690"/>
                </a:cubicBezTo>
                <a:cubicBezTo>
                  <a:pt x="448864" y="102860"/>
                  <a:pt x="441839" y="104945"/>
                  <a:pt x="433290" y="104945"/>
                </a:cubicBezTo>
                <a:cubicBezTo>
                  <a:pt x="422523" y="104945"/>
                  <a:pt x="413986" y="101630"/>
                  <a:pt x="407678" y="94999"/>
                </a:cubicBezTo>
                <a:cubicBezTo>
                  <a:pt x="401370" y="88367"/>
                  <a:pt x="398216" y="79067"/>
                  <a:pt x="398216" y="67099"/>
                </a:cubicBezTo>
                <a:cubicBezTo>
                  <a:pt x="398216" y="54714"/>
                  <a:pt x="401405" y="45102"/>
                  <a:pt x="407782" y="38263"/>
                </a:cubicBezTo>
                <a:cubicBezTo>
                  <a:pt x="414159" y="31424"/>
                  <a:pt x="422431" y="28004"/>
                  <a:pt x="432597" y="28004"/>
                </a:cubicBezTo>
                <a:cubicBezTo>
                  <a:pt x="442440" y="28004"/>
                  <a:pt x="450481" y="31349"/>
                  <a:pt x="456719" y="38040"/>
                </a:cubicBezTo>
                <a:cubicBezTo>
                  <a:pt x="462958" y="44729"/>
                  <a:pt x="466077" y="54140"/>
                  <a:pt x="466077" y="66273"/>
                </a:cubicBezTo>
                <a:cubicBezTo>
                  <a:pt x="466077" y="67011"/>
                  <a:pt x="466054" y="68118"/>
                  <a:pt x="466008" y="69594"/>
                </a:cubicBezTo>
                <a:lnTo>
                  <a:pt x="411109" y="69594"/>
                </a:lnTo>
                <a:cubicBezTo>
                  <a:pt x="411571" y="77704"/>
                  <a:pt x="413859" y="83914"/>
                  <a:pt x="417971" y="88223"/>
                </a:cubicBezTo>
                <a:cubicBezTo>
                  <a:pt x="422084" y="92532"/>
                  <a:pt x="427214" y="94687"/>
                  <a:pt x="433360" y="94687"/>
                </a:cubicBezTo>
                <a:cubicBezTo>
                  <a:pt x="437935" y="94687"/>
                  <a:pt x="441839" y="93474"/>
                  <a:pt x="445074" y="91050"/>
                </a:cubicBezTo>
                <a:cubicBezTo>
                  <a:pt x="448309" y="88624"/>
                  <a:pt x="450874" y="84753"/>
                  <a:pt x="452768" y="79437"/>
                </a:cubicBezTo>
                <a:moveTo>
                  <a:pt x="411802" y="59335"/>
                </a:moveTo>
                <a:lnTo>
                  <a:pt x="452907" y="59335"/>
                </a:lnTo>
                <a:cubicBezTo>
                  <a:pt x="452353" y="53163"/>
                  <a:pt x="450781" y="48534"/>
                  <a:pt x="448194" y="45448"/>
                </a:cubicBezTo>
                <a:cubicBezTo>
                  <a:pt x="444219" y="40658"/>
                  <a:pt x="439067" y="38263"/>
                  <a:pt x="432736" y="38263"/>
                </a:cubicBezTo>
                <a:cubicBezTo>
                  <a:pt x="427006" y="38263"/>
                  <a:pt x="422188" y="40175"/>
                  <a:pt x="418283" y="43999"/>
                </a:cubicBezTo>
                <a:cubicBezTo>
                  <a:pt x="414379" y="47821"/>
                  <a:pt x="412218" y="52933"/>
                  <a:pt x="411802" y="593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Text �">
            <a:extLst xmlns:a="http://schemas.openxmlformats.org/drawingml/2006/main">
              <a:ext uri="{FF2B5EF4-FFF2-40B4-BE49-F238E27FC236}">
                <a16:creationId xmlns:a16="http://schemas.microsoft.com/office/drawing/2014/main" id="{8F7E159D-71E5-41E0-9954-BC069330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520" y="6114109"/>
            <a:ext cx="86725" cy="80780"/>
          </a:xfrm>
          <a:custGeom xmlns:a="http://schemas.openxmlformats.org/drawingml/2006/main">
            <a:pathLst>
              <a:path w="86725" h="80780">
                <a:moveTo>
                  <a:pt x="71803" y="40224"/>
                </a:moveTo>
                <a:cubicBezTo>
                  <a:pt x="73946" y="28995"/>
                  <a:pt x="72801" y="20463"/>
                  <a:pt x="68369" y="14627"/>
                </a:cubicBezTo>
                <a:cubicBezTo>
                  <a:pt x="63936" y="8717"/>
                  <a:pt x="56474" y="5762"/>
                  <a:pt x="45985" y="5762"/>
                </a:cubicBezTo>
                <a:lnTo>
                  <a:pt x="35902" y="5762"/>
                </a:lnTo>
                <a:lnTo>
                  <a:pt x="22383" y="75017"/>
                </a:lnTo>
                <a:lnTo>
                  <a:pt x="32467" y="75017"/>
                </a:lnTo>
                <a:cubicBezTo>
                  <a:pt x="43031" y="75017"/>
                  <a:pt x="51674" y="72026"/>
                  <a:pt x="58395" y="66043"/>
                </a:cubicBezTo>
                <a:cubicBezTo>
                  <a:pt x="65265" y="59985"/>
                  <a:pt x="69735" y="51379"/>
                  <a:pt x="71803" y="40224"/>
                </a:cubicBezTo>
                <a:moveTo>
                  <a:pt x="84214" y="40334"/>
                </a:moveTo>
                <a:cubicBezTo>
                  <a:pt x="81777" y="53041"/>
                  <a:pt x="75941" y="62977"/>
                  <a:pt x="66707" y="70143"/>
                </a:cubicBezTo>
                <a:cubicBezTo>
                  <a:pt x="57621" y="77234"/>
                  <a:pt x="46096" y="80780"/>
                  <a:pt x="32134" y="80780"/>
                </a:cubicBezTo>
                <a:lnTo>
                  <a:pt x="0" y="80780"/>
                </a:lnTo>
                <a:lnTo>
                  <a:pt x="1107" y="75017"/>
                </a:lnTo>
                <a:lnTo>
                  <a:pt x="11413" y="75017"/>
                </a:lnTo>
                <a:lnTo>
                  <a:pt x="24931" y="5762"/>
                </a:lnTo>
                <a:lnTo>
                  <a:pt x="14627" y="5762"/>
                </a:lnTo>
                <a:lnTo>
                  <a:pt x="15735" y="0"/>
                </a:lnTo>
                <a:lnTo>
                  <a:pt x="47868" y="0"/>
                </a:lnTo>
                <a:cubicBezTo>
                  <a:pt x="61756" y="0"/>
                  <a:pt x="71914" y="3546"/>
                  <a:pt x="78340" y="10639"/>
                </a:cubicBezTo>
                <a:cubicBezTo>
                  <a:pt x="84767" y="17730"/>
                  <a:pt x="86725" y="27628"/>
                  <a:pt x="84214" y="40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CB571807-D907-4320-903B-E0512F3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460" y="6157726"/>
            <a:ext cx="108705" cy="70311"/>
          </a:xfrm>
          <a:custGeom xmlns:a="http://schemas.openxmlformats.org/drawingml/2006/main">
            <a:pathLst>
              <a:path w="108705" h="70311">
                <a:moveTo>
                  <a:pt x="25190" y="0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10672" y="4629"/>
                </a:lnTo>
                <a:lnTo>
                  <a:pt x="4944" y="4629"/>
                </a:lnTo>
                <a:lnTo>
                  <a:pt x="5807" y="0"/>
                </a:lnTo>
                <a:lnTo>
                  <a:pt x="25190" y="0"/>
                </a:lnTo>
                <a:close/>
                <a:moveTo>
                  <a:pt x="51433" y="50929"/>
                </a:moveTo>
                <a:cubicBezTo>
                  <a:pt x="51171" y="55323"/>
                  <a:pt x="50046" y="59064"/>
                  <a:pt x="48059" y="62150"/>
                </a:cubicBezTo>
                <a:cubicBezTo>
                  <a:pt x="46018" y="65237"/>
                  <a:pt x="42958" y="67957"/>
                  <a:pt x="38877" y="70311"/>
                </a:cubicBezTo>
                <a:lnTo>
                  <a:pt x="35503" y="67251"/>
                </a:lnTo>
                <a:cubicBezTo>
                  <a:pt x="38119" y="65472"/>
                  <a:pt x="40054" y="63406"/>
                  <a:pt x="41309" y="61052"/>
                </a:cubicBezTo>
                <a:cubicBezTo>
                  <a:pt x="42565" y="58645"/>
                  <a:pt x="43192" y="55741"/>
                  <a:pt x="43192" y="52341"/>
                </a:cubicBezTo>
                <a:lnTo>
                  <a:pt x="43192" y="50929"/>
                </a:lnTo>
                <a:lnTo>
                  <a:pt x="51433" y="50929"/>
                </a:lnTo>
                <a:close/>
                <a:moveTo>
                  <a:pt x="108705" y="18441"/>
                </a:moveTo>
                <a:lnTo>
                  <a:pt x="106351" y="30604"/>
                </a:lnTo>
                <a:lnTo>
                  <a:pt x="102036" y="30604"/>
                </a:lnTo>
                <a:cubicBezTo>
                  <a:pt x="102088" y="30238"/>
                  <a:pt x="102114" y="29741"/>
                  <a:pt x="102114" y="29112"/>
                </a:cubicBezTo>
                <a:cubicBezTo>
                  <a:pt x="102114" y="27753"/>
                  <a:pt x="101826" y="26628"/>
                  <a:pt x="101251" y="25738"/>
                </a:cubicBezTo>
                <a:cubicBezTo>
                  <a:pt x="100361" y="24692"/>
                  <a:pt x="98975" y="24169"/>
                  <a:pt x="97092" y="24169"/>
                </a:cubicBezTo>
                <a:cubicBezTo>
                  <a:pt x="94110" y="24169"/>
                  <a:pt x="91521" y="25477"/>
                  <a:pt x="89323" y="28093"/>
                </a:cubicBezTo>
                <a:cubicBezTo>
                  <a:pt x="87126" y="30708"/>
                  <a:pt x="85557" y="34318"/>
                  <a:pt x="84615" y="38921"/>
                </a:cubicBezTo>
                <a:lnTo>
                  <a:pt x="80613" y="59639"/>
                </a:lnTo>
                <a:lnTo>
                  <a:pt x="67037" y="59639"/>
                </a:lnTo>
                <a:lnTo>
                  <a:pt x="74021" y="23541"/>
                </a:lnTo>
                <a:lnTo>
                  <a:pt x="67821" y="23541"/>
                </a:lnTo>
                <a:lnTo>
                  <a:pt x="68764" y="18912"/>
                </a:lnTo>
                <a:lnTo>
                  <a:pt x="88539" y="18912"/>
                </a:lnTo>
                <a:lnTo>
                  <a:pt x="87126" y="26131"/>
                </a:lnTo>
                <a:cubicBezTo>
                  <a:pt x="89009" y="23306"/>
                  <a:pt x="91180" y="21213"/>
                  <a:pt x="93638" y="19853"/>
                </a:cubicBezTo>
                <a:cubicBezTo>
                  <a:pt x="96098" y="18493"/>
                  <a:pt x="98897" y="17812"/>
                  <a:pt x="102036" y="17812"/>
                </a:cubicBezTo>
                <a:cubicBezTo>
                  <a:pt x="102454" y="17812"/>
                  <a:pt x="103396" y="17865"/>
                  <a:pt x="104860" y="17969"/>
                </a:cubicBezTo>
                <a:cubicBezTo>
                  <a:pt x="105907" y="18022"/>
                  <a:pt x="107188" y="18179"/>
                  <a:pt x="108705" y="18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Text (�,�)=|�_�����(�,�)|+|ℎ_�����(�,�)|">
            <a:extLst xmlns:a="http://schemas.openxmlformats.org/drawingml/2006/main">
              <a:ext uri="{FF2B5EF4-FFF2-40B4-BE49-F238E27FC236}">
                <a16:creationId xmlns:a16="http://schemas.microsoft.com/office/drawing/2014/main" id="{31AD605D-52DB-41BD-A27A-FBCF7A51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5272" y="6110675"/>
            <a:ext cx="2098944" cy="108961"/>
          </a:xfrm>
          <a:custGeom xmlns:a="http://schemas.openxmlformats.org/drawingml/2006/main">
            <a:pathLst>
              <a:path w="2098944" h="108961">
                <a:moveTo>
                  <a:pt x="27814" y="103715"/>
                </a:moveTo>
                <a:cubicBezTo>
                  <a:pt x="17915" y="98766"/>
                  <a:pt x="11155" y="92856"/>
                  <a:pt x="7536" y="85987"/>
                </a:cubicBezTo>
                <a:cubicBezTo>
                  <a:pt x="2512" y="76236"/>
                  <a:pt x="0" y="66780"/>
                  <a:pt x="0" y="57619"/>
                </a:cubicBezTo>
                <a:lnTo>
                  <a:pt x="0" y="49863"/>
                </a:lnTo>
                <a:cubicBezTo>
                  <a:pt x="0" y="40703"/>
                  <a:pt x="2512" y="31247"/>
                  <a:pt x="7536" y="21497"/>
                </a:cubicBezTo>
                <a:cubicBezTo>
                  <a:pt x="11155" y="14627"/>
                  <a:pt x="17915" y="8717"/>
                  <a:pt x="27814" y="3767"/>
                </a:cubicBezTo>
                <a:lnTo>
                  <a:pt x="27814" y="10194"/>
                </a:lnTo>
                <a:cubicBezTo>
                  <a:pt x="22790" y="12705"/>
                  <a:pt x="18320" y="17655"/>
                  <a:pt x="14406" y="25042"/>
                </a:cubicBezTo>
                <a:cubicBezTo>
                  <a:pt x="12855" y="28071"/>
                  <a:pt x="11857" y="31469"/>
                  <a:pt x="11413" y="35236"/>
                </a:cubicBezTo>
                <a:cubicBezTo>
                  <a:pt x="10970" y="39003"/>
                  <a:pt x="10748" y="43879"/>
                  <a:pt x="10748" y="49863"/>
                </a:cubicBezTo>
                <a:lnTo>
                  <a:pt x="10748" y="57619"/>
                </a:lnTo>
                <a:cubicBezTo>
                  <a:pt x="10748" y="63603"/>
                  <a:pt x="10970" y="68479"/>
                  <a:pt x="11413" y="72246"/>
                </a:cubicBezTo>
                <a:cubicBezTo>
                  <a:pt x="11857" y="76013"/>
                  <a:pt x="12855" y="79411"/>
                  <a:pt x="14406" y="82440"/>
                </a:cubicBezTo>
                <a:cubicBezTo>
                  <a:pt x="18320" y="89828"/>
                  <a:pt x="22790" y="94777"/>
                  <a:pt x="27814" y="97289"/>
                </a:cubicBezTo>
                <a:lnTo>
                  <a:pt x="27814" y="103715"/>
                </a:lnTo>
                <a:close/>
                <a:moveTo>
                  <a:pt x="66761" y="7646"/>
                </a:moveTo>
                <a:cubicBezTo>
                  <a:pt x="66761" y="8162"/>
                  <a:pt x="66724" y="8568"/>
                  <a:pt x="66651" y="8865"/>
                </a:cubicBezTo>
                <a:cubicBezTo>
                  <a:pt x="66281" y="10637"/>
                  <a:pt x="65431" y="12077"/>
                  <a:pt x="64101" y="13185"/>
                </a:cubicBezTo>
                <a:cubicBezTo>
                  <a:pt x="62624" y="14367"/>
                  <a:pt x="61036" y="14958"/>
                  <a:pt x="59336" y="14958"/>
                </a:cubicBezTo>
                <a:cubicBezTo>
                  <a:pt x="57638" y="14958"/>
                  <a:pt x="56308" y="14367"/>
                  <a:pt x="55348" y="13185"/>
                </a:cubicBezTo>
                <a:cubicBezTo>
                  <a:pt x="54609" y="12373"/>
                  <a:pt x="54240" y="11339"/>
                  <a:pt x="54240" y="10082"/>
                </a:cubicBezTo>
                <a:cubicBezTo>
                  <a:pt x="54240" y="9566"/>
                  <a:pt x="54277" y="9160"/>
                  <a:pt x="54350" y="8865"/>
                </a:cubicBezTo>
                <a:cubicBezTo>
                  <a:pt x="54720" y="7092"/>
                  <a:pt x="55606" y="5651"/>
                  <a:pt x="57010" y="4543"/>
                </a:cubicBezTo>
                <a:cubicBezTo>
                  <a:pt x="58413" y="3287"/>
                  <a:pt x="59965" y="2660"/>
                  <a:pt x="61665" y="2660"/>
                </a:cubicBezTo>
                <a:cubicBezTo>
                  <a:pt x="63289" y="2660"/>
                  <a:pt x="64618" y="3287"/>
                  <a:pt x="65653" y="4543"/>
                </a:cubicBezTo>
                <a:cubicBezTo>
                  <a:pt x="66391" y="5356"/>
                  <a:pt x="66761" y="6390"/>
                  <a:pt x="66761" y="7646"/>
                </a:cubicBezTo>
                <a:moveTo>
                  <a:pt x="63548" y="26704"/>
                </a:moveTo>
                <a:lnTo>
                  <a:pt x="53464" y="78451"/>
                </a:lnTo>
                <a:lnTo>
                  <a:pt x="62884" y="78451"/>
                </a:lnTo>
                <a:lnTo>
                  <a:pt x="61774" y="84214"/>
                </a:lnTo>
                <a:lnTo>
                  <a:pt x="42494" y="84214"/>
                </a:lnTo>
                <a:lnTo>
                  <a:pt x="52467" y="32467"/>
                </a:lnTo>
                <a:lnTo>
                  <a:pt x="42937" y="32467"/>
                </a:lnTo>
                <a:lnTo>
                  <a:pt x="44156" y="26704"/>
                </a:lnTo>
                <a:lnTo>
                  <a:pt x="63548" y="26704"/>
                </a:lnTo>
                <a:close/>
                <a:moveTo>
                  <a:pt x="99917" y="71915"/>
                </a:moveTo>
                <a:cubicBezTo>
                  <a:pt x="99548" y="78046"/>
                  <a:pt x="98108" y="83327"/>
                  <a:pt x="95597" y="87759"/>
                </a:cubicBezTo>
                <a:cubicBezTo>
                  <a:pt x="92937" y="92191"/>
                  <a:pt x="88984" y="96033"/>
                  <a:pt x="83739" y="99284"/>
                </a:cubicBezTo>
                <a:lnTo>
                  <a:pt x="79418" y="94962"/>
                </a:lnTo>
                <a:cubicBezTo>
                  <a:pt x="82742" y="92451"/>
                  <a:pt x="85254" y="89533"/>
                  <a:pt x="86953" y="86209"/>
                </a:cubicBezTo>
                <a:cubicBezTo>
                  <a:pt x="88504" y="82810"/>
                  <a:pt x="89280" y="78710"/>
                  <a:pt x="89280" y="73908"/>
                </a:cubicBezTo>
                <a:lnTo>
                  <a:pt x="89280" y="71915"/>
                </a:lnTo>
                <a:lnTo>
                  <a:pt x="99917" y="71915"/>
                </a:lnTo>
                <a:close/>
                <a:moveTo>
                  <a:pt x="182309" y="7646"/>
                </a:moveTo>
                <a:cubicBezTo>
                  <a:pt x="182309" y="8162"/>
                  <a:pt x="182272" y="8568"/>
                  <a:pt x="182198" y="8865"/>
                </a:cubicBezTo>
                <a:cubicBezTo>
                  <a:pt x="181828" y="10637"/>
                  <a:pt x="180979" y="12077"/>
                  <a:pt x="179650" y="13185"/>
                </a:cubicBezTo>
                <a:cubicBezTo>
                  <a:pt x="178246" y="14367"/>
                  <a:pt x="176658" y="14958"/>
                  <a:pt x="174885" y="14958"/>
                </a:cubicBezTo>
                <a:cubicBezTo>
                  <a:pt x="173185" y="14958"/>
                  <a:pt x="171855" y="14367"/>
                  <a:pt x="170895" y="13185"/>
                </a:cubicBezTo>
                <a:cubicBezTo>
                  <a:pt x="170157" y="12373"/>
                  <a:pt x="169787" y="11339"/>
                  <a:pt x="169787" y="10082"/>
                </a:cubicBezTo>
                <a:cubicBezTo>
                  <a:pt x="169787" y="9566"/>
                  <a:pt x="169825" y="9160"/>
                  <a:pt x="169899" y="8865"/>
                </a:cubicBezTo>
                <a:cubicBezTo>
                  <a:pt x="170268" y="7239"/>
                  <a:pt x="171154" y="5799"/>
                  <a:pt x="172559" y="4543"/>
                </a:cubicBezTo>
                <a:cubicBezTo>
                  <a:pt x="174035" y="3287"/>
                  <a:pt x="175623" y="2660"/>
                  <a:pt x="177323" y="2660"/>
                </a:cubicBezTo>
                <a:cubicBezTo>
                  <a:pt x="178874" y="2660"/>
                  <a:pt x="180167" y="3287"/>
                  <a:pt x="181200" y="4543"/>
                </a:cubicBezTo>
                <a:cubicBezTo>
                  <a:pt x="181940" y="5356"/>
                  <a:pt x="182309" y="6390"/>
                  <a:pt x="182309" y="7646"/>
                </a:cubicBezTo>
                <a:moveTo>
                  <a:pt x="178874" y="26704"/>
                </a:moveTo>
                <a:lnTo>
                  <a:pt x="166575" y="89864"/>
                </a:lnTo>
                <a:cubicBezTo>
                  <a:pt x="165318" y="95701"/>
                  <a:pt x="162658" y="100355"/>
                  <a:pt x="158596" y="103827"/>
                </a:cubicBezTo>
                <a:cubicBezTo>
                  <a:pt x="154459" y="107299"/>
                  <a:pt x="149288" y="108961"/>
                  <a:pt x="143083" y="108813"/>
                </a:cubicBezTo>
                <a:cubicBezTo>
                  <a:pt x="140645" y="108813"/>
                  <a:pt x="138244" y="108518"/>
                  <a:pt x="135880" y="107927"/>
                </a:cubicBezTo>
                <a:cubicBezTo>
                  <a:pt x="133738" y="107410"/>
                  <a:pt x="131596" y="106523"/>
                  <a:pt x="129453" y="105267"/>
                </a:cubicBezTo>
                <a:lnTo>
                  <a:pt x="131780" y="93410"/>
                </a:lnTo>
                <a:lnTo>
                  <a:pt x="136878" y="93410"/>
                </a:lnTo>
                <a:cubicBezTo>
                  <a:pt x="136803" y="94002"/>
                  <a:pt x="136766" y="94814"/>
                  <a:pt x="136766" y="95848"/>
                </a:cubicBezTo>
                <a:cubicBezTo>
                  <a:pt x="136766" y="98138"/>
                  <a:pt x="137210" y="99874"/>
                  <a:pt x="138097" y="101056"/>
                </a:cubicBezTo>
                <a:cubicBezTo>
                  <a:pt x="139278" y="102681"/>
                  <a:pt x="141346" y="103494"/>
                  <a:pt x="144302" y="103494"/>
                </a:cubicBezTo>
                <a:cubicBezTo>
                  <a:pt x="147552" y="103494"/>
                  <a:pt x="150211" y="102386"/>
                  <a:pt x="152279" y="100170"/>
                </a:cubicBezTo>
                <a:cubicBezTo>
                  <a:pt x="154274" y="97954"/>
                  <a:pt x="155715" y="94518"/>
                  <a:pt x="156601" y="89864"/>
                </a:cubicBezTo>
                <a:lnTo>
                  <a:pt x="167792" y="32467"/>
                </a:lnTo>
                <a:lnTo>
                  <a:pt x="158375" y="32467"/>
                </a:lnTo>
                <a:lnTo>
                  <a:pt x="159482" y="26704"/>
                </a:lnTo>
                <a:lnTo>
                  <a:pt x="178874" y="26704"/>
                </a:lnTo>
                <a:close/>
                <a:moveTo>
                  <a:pt x="224543" y="57619"/>
                </a:moveTo>
                <a:cubicBezTo>
                  <a:pt x="224543" y="66927"/>
                  <a:pt x="222069" y="76383"/>
                  <a:pt x="217119" y="85987"/>
                </a:cubicBezTo>
                <a:cubicBezTo>
                  <a:pt x="213574" y="92783"/>
                  <a:pt x="206815" y="98692"/>
                  <a:pt x="196841" y="103715"/>
                </a:cubicBezTo>
                <a:lnTo>
                  <a:pt x="196841" y="97289"/>
                </a:lnTo>
                <a:cubicBezTo>
                  <a:pt x="201938" y="94703"/>
                  <a:pt x="206371" y="89753"/>
                  <a:pt x="210139" y="82440"/>
                </a:cubicBezTo>
                <a:cubicBezTo>
                  <a:pt x="211247" y="80372"/>
                  <a:pt x="212078" y="77879"/>
                  <a:pt x="212632" y="74962"/>
                </a:cubicBezTo>
                <a:cubicBezTo>
                  <a:pt x="213186" y="72043"/>
                  <a:pt x="213519" y="69439"/>
                  <a:pt x="213629" y="67150"/>
                </a:cubicBezTo>
                <a:cubicBezTo>
                  <a:pt x="213740" y="64860"/>
                  <a:pt x="213795" y="61683"/>
                  <a:pt x="213795" y="57619"/>
                </a:cubicBezTo>
                <a:lnTo>
                  <a:pt x="213795" y="49863"/>
                </a:lnTo>
                <a:cubicBezTo>
                  <a:pt x="213795" y="45800"/>
                  <a:pt x="213740" y="42623"/>
                  <a:pt x="213629" y="40334"/>
                </a:cubicBezTo>
                <a:cubicBezTo>
                  <a:pt x="213519" y="38044"/>
                  <a:pt x="213186" y="35440"/>
                  <a:pt x="212632" y="32522"/>
                </a:cubicBezTo>
                <a:cubicBezTo>
                  <a:pt x="212078" y="29604"/>
                  <a:pt x="211247" y="27111"/>
                  <a:pt x="210139" y="25042"/>
                </a:cubicBezTo>
                <a:cubicBezTo>
                  <a:pt x="206371" y="17729"/>
                  <a:pt x="201938" y="12780"/>
                  <a:pt x="196841" y="10194"/>
                </a:cubicBezTo>
                <a:lnTo>
                  <a:pt x="196841" y="3767"/>
                </a:lnTo>
                <a:cubicBezTo>
                  <a:pt x="206815" y="8790"/>
                  <a:pt x="213574" y="14700"/>
                  <a:pt x="217119" y="21497"/>
                </a:cubicBezTo>
                <a:cubicBezTo>
                  <a:pt x="222069" y="31099"/>
                  <a:pt x="224543" y="40555"/>
                  <a:pt x="224543" y="49863"/>
                </a:cubicBezTo>
                <a:lnTo>
                  <a:pt x="224543" y="57619"/>
                </a:lnTo>
                <a:close/>
                <a:moveTo>
                  <a:pt x="347104" y="47092"/>
                </a:moveTo>
                <a:lnTo>
                  <a:pt x="277518" y="47092"/>
                </a:lnTo>
                <a:lnTo>
                  <a:pt x="277518" y="38229"/>
                </a:lnTo>
                <a:lnTo>
                  <a:pt x="347104" y="38229"/>
                </a:lnTo>
                <a:lnTo>
                  <a:pt x="347104" y="47092"/>
                </a:lnTo>
                <a:moveTo>
                  <a:pt x="347104" y="69255"/>
                </a:moveTo>
                <a:lnTo>
                  <a:pt x="277518" y="69255"/>
                </a:lnTo>
                <a:lnTo>
                  <a:pt x="277518" y="60390"/>
                </a:lnTo>
                <a:lnTo>
                  <a:pt x="347104" y="60390"/>
                </a:lnTo>
                <a:lnTo>
                  <a:pt x="347104" y="69255"/>
                </a:lnTo>
                <a:close/>
                <a:moveTo>
                  <a:pt x="402515" y="100503"/>
                </a:moveTo>
                <a:lnTo>
                  <a:pt x="395424" y="100503"/>
                </a:lnTo>
                <a:lnTo>
                  <a:pt x="395424" y="6980"/>
                </a:lnTo>
                <a:lnTo>
                  <a:pt x="402515" y="6980"/>
                </a:lnTo>
                <a:lnTo>
                  <a:pt x="402515" y="100503"/>
                </a:lnTo>
                <a:close/>
                <a:moveTo>
                  <a:pt x="472347" y="45652"/>
                </a:moveTo>
                <a:cubicBezTo>
                  <a:pt x="472347" y="42180"/>
                  <a:pt x="471867" y="39447"/>
                  <a:pt x="470907" y="37453"/>
                </a:cubicBezTo>
                <a:cubicBezTo>
                  <a:pt x="469059" y="33389"/>
                  <a:pt x="465587" y="31358"/>
                  <a:pt x="460490" y="31358"/>
                </a:cubicBezTo>
                <a:cubicBezTo>
                  <a:pt x="455467" y="31358"/>
                  <a:pt x="451293" y="33168"/>
                  <a:pt x="447969" y="36788"/>
                </a:cubicBezTo>
                <a:cubicBezTo>
                  <a:pt x="444571" y="40408"/>
                  <a:pt x="442207" y="45689"/>
                  <a:pt x="440878" y="52633"/>
                </a:cubicBezTo>
                <a:lnTo>
                  <a:pt x="439769" y="58285"/>
                </a:lnTo>
                <a:cubicBezTo>
                  <a:pt x="439326" y="60575"/>
                  <a:pt x="439031" y="63123"/>
                  <a:pt x="438883" y="65931"/>
                </a:cubicBezTo>
                <a:cubicBezTo>
                  <a:pt x="438883" y="69328"/>
                  <a:pt x="439474" y="72061"/>
                  <a:pt x="440657" y="74130"/>
                </a:cubicBezTo>
                <a:cubicBezTo>
                  <a:pt x="442503" y="77749"/>
                  <a:pt x="446011" y="79559"/>
                  <a:pt x="451182" y="79559"/>
                </a:cubicBezTo>
                <a:cubicBezTo>
                  <a:pt x="456279" y="79559"/>
                  <a:pt x="460527" y="77528"/>
                  <a:pt x="463925" y="73465"/>
                </a:cubicBezTo>
                <a:cubicBezTo>
                  <a:pt x="467324" y="69403"/>
                  <a:pt x="469799" y="63382"/>
                  <a:pt x="471350" y="55404"/>
                </a:cubicBezTo>
                <a:cubicBezTo>
                  <a:pt x="472088" y="51784"/>
                  <a:pt x="472420" y="48533"/>
                  <a:pt x="472347" y="45652"/>
                </a:cubicBezTo>
                <a:moveTo>
                  <a:pt x="483872" y="46761"/>
                </a:moveTo>
                <a:cubicBezTo>
                  <a:pt x="483872" y="49199"/>
                  <a:pt x="483576" y="52080"/>
                  <a:pt x="482984" y="55404"/>
                </a:cubicBezTo>
                <a:cubicBezTo>
                  <a:pt x="481211" y="64416"/>
                  <a:pt x="477554" y="71729"/>
                  <a:pt x="472014" y="77344"/>
                </a:cubicBezTo>
                <a:cubicBezTo>
                  <a:pt x="466400" y="82958"/>
                  <a:pt x="460084" y="85766"/>
                  <a:pt x="453067" y="85766"/>
                </a:cubicBezTo>
                <a:cubicBezTo>
                  <a:pt x="448708" y="85766"/>
                  <a:pt x="445125" y="84916"/>
                  <a:pt x="442319" y="83216"/>
                </a:cubicBezTo>
                <a:cubicBezTo>
                  <a:pt x="439585" y="81517"/>
                  <a:pt x="437627" y="78858"/>
                  <a:pt x="436445" y="75239"/>
                </a:cubicBezTo>
                <a:lnTo>
                  <a:pt x="430240" y="107261"/>
                </a:lnTo>
                <a:lnTo>
                  <a:pt x="420267" y="107261"/>
                </a:lnTo>
                <a:lnTo>
                  <a:pt x="434783" y="32467"/>
                </a:lnTo>
                <a:lnTo>
                  <a:pt x="425253" y="32467"/>
                </a:lnTo>
                <a:lnTo>
                  <a:pt x="426361" y="26704"/>
                </a:lnTo>
                <a:lnTo>
                  <a:pt x="445864" y="26704"/>
                </a:lnTo>
                <a:lnTo>
                  <a:pt x="444202" y="35679"/>
                </a:lnTo>
                <a:cubicBezTo>
                  <a:pt x="446861" y="31985"/>
                  <a:pt x="449853" y="29326"/>
                  <a:pt x="453177" y="27702"/>
                </a:cubicBezTo>
                <a:cubicBezTo>
                  <a:pt x="456575" y="26002"/>
                  <a:pt x="460454" y="25152"/>
                  <a:pt x="464811" y="25152"/>
                </a:cubicBezTo>
                <a:cubicBezTo>
                  <a:pt x="471904" y="25152"/>
                  <a:pt x="477148" y="27923"/>
                  <a:pt x="480546" y="33464"/>
                </a:cubicBezTo>
                <a:cubicBezTo>
                  <a:pt x="482763" y="37157"/>
                  <a:pt x="483872" y="41589"/>
                  <a:pt x="483872" y="46761"/>
                </a:cubicBezTo>
                <a:close/>
                <a:moveTo>
                  <a:pt x="548040" y="104824"/>
                </a:moveTo>
                <a:lnTo>
                  <a:pt x="492636" y="104824"/>
                </a:lnTo>
                <a:lnTo>
                  <a:pt x="492636" y="99062"/>
                </a:lnTo>
                <a:lnTo>
                  <a:pt x="548040" y="99062"/>
                </a:lnTo>
                <a:lnTo>
                  <a:pt x="548040" y="104824"/>
                </a:lnTo>
                <a:close/>
                <a:moveTo>
                  <a:pt x="608566" y="29807"/>
                </a:moveTo>
                <a:lnTo>
                  <a:pt x="606127" y="42327"/>
                </a:lnTo>
                <a:lnTo>
                  <a:pt x="600365" y="42327"/>
                </a:lnTo>
                <a:cubicBezTo>
                  <a:pt x="600513" y="41294"/>
                  <a:pt x="600587" y="40518"/>
                  <a:pt x="600587" y="40001"/>
                </a:cubicBezTo>
                <a:cubicBezTo>
                  <a:pt x="600587" y="37342"/>
                  <a:pt x="599664" y="35089"/>
                  <a:pt x="597817" y="33241"/>
                </a:cubicBezTo>
                <a:cubicBezTo>
                  <a:pt x="596044" y="31395"/>
                  <a:pt x="593052" y="30472"/>
                  <a:pt x="588841" y="30472"/>
                </a:cubicBezTo>
                <a:cubicBezTo>
                  <a:pt x="580419" y="30472"/>
                  <a:pt x="575581" y="33427"/>
                  <a:pt x="574325" y="39336"/>
                </a:cubicBezTo>
                <a:cubicBezTo>
                  <a:pt x="574178" y="40075"/>
                  <a:pt x="574104" y="40924"/>
                  <a:pt x="574104" y="41884"/>
                </a:cubicBezTo>
                <a:cubicBezTo>
                  <a:pt x="574104" y="43067"/>
                  <a:pt x="574695" y="44249"/>
                  <a:pt x="575877" y="45430"/>
                </a:cubicBezTo>
                <a:cubicBezTo>
                  <a:pt x="577133" y="46687"/>
                  <a:pt x="580014" y="48091"/>
                  <a:pt x="584519" y="49642"/>
                </a:cubicBezTo>
                <a:lnTo>
                  <a:pt x="591943" y="52080"/>
                </a:lnTo>
                <a:cubicBezTo>
                  <a:pt x="597041" y="53704"/>
                  <a:pt x="600550" y="55846"/>
                  <a:pt x="602470" y="58507"/>
                </a:cubicBezTo>
                <a:cubicBezTo>
                  <a:pt x="603800" y="60280"/>
                  <a:pt x="604465" y="62052"/>
                  <a:pt x="604465" y="63824"/>
                </a:cubicBezTo>
                <a:cubicBezTo>
                  <a:pt x="604465" y="71507"/>
                  <a:pt x="601437" y="77269"/>
                  <a:pt x="595379" y="81111"/>
                </a:cubicBezTo>
                <a:cubicBezTo>
                  <a:pt x="590577" y="84214"/>
                  <a:pt x="584557" y="85766"/>
                  <a:pt x="577318" y="85766"/>
                </a:cubicBezTo>
                <a:cubicBezTo>
                  <a:pt x="569930" y="85766"/>
                  <a:pt x="563060" y="84177"/>
                  <a:pt x="556707" y="80999"/>
                </a:cubicBezTo>
                <a:lnTo>
                  <a:pt x="559367" y="67593"/>
                </a:lnTo>
                <a:lnTo>
                  <a:pt x="565017" y="67593"/>
                </a:lnTo>
                <a:cubicBezTo>
                  <a:pt x="564870" y="68922"/>
                  <a:pt x="564796" y="69919"/>
                  <a:pt x="564796" y="70584"/>
                </a:cubicBezTo>
                <a:cubicBezTo>
                  <a:pt x="564796" y="77159"/>
                  <a:pt x="569265" y="80446"/>
                  <a:pt x="578204" y="80446"/>
                </a:cubicBezTo>
                <a:cubicBezTo>
                  <a:pt x="587143" y="80446"/>
                  <a:pt x="592276" y="77159"/>
                  <a:pt x="593605" y="70584"/>
                </a:cubicBezTo>
                <a:cubicBezTo>
                  <a:pt x="593680" y="70141"/>
                  <a:pt x="593717" y="69255"/>
                  <a:pt x="593717" y="67924"/>
                </a:cubicBezTo>
                <a:cubicBezTo>
                  <a:pt x="593717" y="66743"/>
                  <a:pt x="593089" y="65525"/>
                  <a:pt x="591833" y="64269"/>
                </a:cubicBezTo>
                <a:cubicBezTo>
                  <a:pt x="590651" y="62864"/>
                  <a:pt x="587475" y="61276"/>
                  <a:pt x="582304" y="59503"/>
                </a:cubicBezTo>
                <a:lnTo>
                  <a:pt x="575544" y="57066"/>
                </a:lnTo>
                <a:cubicBezTo>
                  <a:pt x="570890" y="55514"/>
                  <a:pt x="567825" y="53704"/>
                  <a:pt x="566348" y="51635"/>
                </a:cubicBezTo>
                <a:cubicBezTo>
                  <a:pt x="564870" y="49494"/>
                  <a:pt x="564131" y="47278"/>
                  <a:pt x="564131" y="44987"/>
                </a:cubicBezTo>
                <a:cubicBezTo>
                  <a:pt x="564131" y="43953"/>
                  <a:pt x="564242" y="42956"/>
                  <a:pt x="564463" y="41996"/>
                </a:cubicBezTo>
                <a:cubicBezTo>
                  <a:pt x="565498" y="36677"/>
                  <a:pt x="568231" y="32577"/>
                  <a:pt x="572663" y="29695"/>
                </a:cubicBezTo>
                <a:cubicBezTo>
                  <a:pt x="577022" y="26667"/>
                  <a:pt x="582452" y="25152"/>
                  <a:pt x="588952" y="25152"/>
                </a:cubicBezTo>
                <a:cubicBezTo>
                  <a:pt x="595231" y="25152"/>
                  <a:pt x="601769" y="26704"/>
                  <a:pt x="608566" y="29807"/>
                </a:cubicBezTo>
                <a:close/>
                <a:moveTo>
                  <a:pt x="681403" y="30250"/>
                </a:moveTo>
                <a:lnTo>
                  <a:pt x="678521" y="44987"/>
                </a:lnTo>
                <a:lnTo>
                  <a:pt x="672761" y="44987"/>
                </a:lnTo>
                <a:lnTo>
                  <a:pt x="672761" y="43547"/>
                </a:lnTo>
                <a:cubicBezTo>
                  <a:pt x="672761" y="39189"/>
                  <a:pt x="671837" y="35976"/>
                  <a:pt x="669990" y="33907"/>
                </a:cubicBezTo>
                <a:cubicBezTo>
                  <a:pt x="667921" y="31617"/>
                  <a:pt x="664523" y="30472"/>
                  <a:pt x="659796" y="30472"/>
                </a:cubicBezTo>
                <a:cubicBezTo>
                  <a:pt x="654403" y="30472"/>
                  <a:pt x="649934" y="32577"/>
                  <a:pt x="646388" y="36788"/>
                </a:cubicBezTo>
                <a:cubicBezTo>
                  <a:pt x="642916" y="40851"/>
                  <a:pt x="640330" y="47056"/>
                  <a:pt x="638630" y="55404"/>
                </a:cubicBezTo>
                <a:cubicBezTo>
                  <a:pt x="637892" y="59024"/>
                  <a:pt x="637523" y="62384"/>
                  <a:pt x="637523" y="65486"/>
                </a:cubicBezTo>
                <a:cubicBezTo>
                  <a:pt x="637523" y="68812"/>
                  <a:pt x="638040" y="71693"/>
                  <a:pt x="639075" y="74130"/>
                </a:cubicBezTo>
                <a:cubicBezTo>
                  <a:pt x="640921" y="78341"/>
                  <a:pt x="644578" y="80446"/>
                  <a:pt x="650045" y="80446"/>
                </a:cubicBezTo>
                <a:cubicBezTo>
                  <a:pt x="654403" y="80446"/>
                  <a:pt x="658022" y="79338"/>
                  <a:pt x="660903" y="77122"/>
                </a:cubicBezTo>
                <a:cubicBezTo>
                  <a:pt x="663859" y="74906"/>
                  <a:pt x="666297" y="71508"/>
                  <a:pt x="668218" y="66927"/>
                </a:cubicBezTo>
                <a:lnTo>
                  <a:pt x="676195" y="66927"/>
                </a:lnTo>
                <a:cubicBezTo>
                  <a:pt x="673609" y="73132"/>
                  <a:pt x="669990" y="77786"/>
                  <a:pt x="665337" y="80889"/>
                </a:cubicBezTo>
                <a:cubicBezTo>
                  <a:pt x="660903" y="84140"/>
                  <a:pt x="655436" y="85766"/>
                  <a:pt x="648936" y="85766"/>
                </a:cubicBezTo>
                <a:cubicBezTo>
                  <a:pt x="640662" y="85766"/>
                  <a:pt x="634457" y="82995"/>
                  <a:pt x="630320" y="77454"/>
                </a:cubicBezTo>
                <a:cubicBezTo>
                  <a:pt x="627513" y="73539"/>
                  <a:pt x="626110" y="68848"/>
                  <a:pt x="626110" y="63381"/>
                </a:cubicBezTo>
                <a:cubicBezTo>
                  <a:pt x="626110" y="61018"/>
                  <a:pt x="626405" y="58358"/>
                  <a:pt x="626996" y="55404"/>
                </a:cubicBezTo>
                <a:cubicBezTo>
                  <a:pt x="628769" y="46096"/>
                  <a:pt x="632758" y="38745"/>
                  <a:pt x="638964" y="33353"/>
                </a:cubicBezTo>
                <a:cubicBezTo>
                  <a:pt x="645095" y="27886"/>
                  <a:pt x="652335" y="25152"/>
                  <a:pt x="660682" y="25152"/>
                </a:cubicBezTo>
                <a:cubicBezTo>
                  <a:pt x="664080" y="25152"/>
                  <a:pt x="667627" y="25559"/>
                  <a:pt x="671320" y="26371"/>
                </a:cubicBezTo>
                <a:cubicBezTo>
                  <a:pt x="674644" y="27258"/>
                  <a:pt x="678005" y="28551"/>
                  <a:pt x="681403" y="30250"/>
                </a:cubicBezTo>
                <a:close/>
                <a:moveTo>
                  <a:pt x="745047" y="45430"/>
                </a:moveTo>
                <a:cubicBezTo>
                  <a:pt x="745047" y="42106"/>
                  <a:pt x="744530" y="39225"/>
                  <a:pt x="743496" y="36788"/>
                </a:cubicBezTo>
                <a:cubicBezTo>
                  <a:pt x="741649" y="32577"/>
                  <a:pt x="737992" y="30472"/>
                  <a:pt x="732526" y="30472"/>
                </a:cubicBezTo>
                <a:cubicBezTo>
                  <a:pt x="727207" y="30472"/>
                  <a:pt x="722774" y="32577"/>
                  <a:pt x="719228" y="36788"/>
                </a:cubicBezTo>
                <a:cubicBezTo>
                  <a:pt x="715683" y="40998"/>
                  <a:pt x="713135" y="47204"/>
                  <a:pt x="711582" y="55404"/>
                </a:cubicBezTo>
                <a:cubicBezTo>
                  <a:pt x="710844" y="59024"/>
                  <a:pt x="710475" y="62348"/>
                  <a:pt x="710475" y="65376"/>
                </a:cubicBezTo>
                <a:cubicBezTo>
                  <a:pt x="710475" y="68775"/>
                  <a:pt x="710992" y="71693"/>
                  <a:pt x="712027" y="74130"/>
                </a:cubicBezTo>
                <a:cubicBezTo>
                  <a:pt x="713873" y="78341"/>
                  <a:pt x="717493" y="80446"/>
                  <a:pt x="722885" y="80446"/>
                </a:cubicBezTo>
                <a:cubicBezTo>
                  <a:pt x="728205" y="80446"/>
                  <a:pt x="732637" y="78341"/>
                  <a:pt x="736182" y="74130"/>
                </a:cubicBezTo>
                <a:cubicBezTo>
                  <a:pt x="739655" y="69993"/>
                  <a:pt x="742241" y="63751"/>
                  <a:pt x="743939" y="55404"/>
                </a:cubicBezTo>
                <a:cubicBezTo>
                  <a:pt x="744678" y="51784"/>
                  <a:pt x="745047" y="48459"/>
                  <a:pt x="745047" y="45430"/>
                </a:cubicBezTo>
                <a:moveTo>
                  <a:pt x="756350" y="47425"/>
                </a:moveTo>
                <a:cubicBezTo>
                  <a:pt x="756350" y="50159"/>
                  <a:pt x="756091" y="52818"/>
                  <a:pt x="755574" y="55404"/>
                </a:cubicBezTo>
                <a:cubicBezTo>
                  <a:pt x="753801" y="64490"/>
                  <a:pt x="749849" y="71840"/>
                  <a:pt x="743718" y="77454"/>
                </a:cubicBezTo>
                <a:cubicBezTo>
                  <a:pt x="737586" y="82995"/>
                  <a:pt x="730309" y="85766"/>
                  <a:pt x="721888" y="85766"/>
                </a:cubicBezTo>
                <a:cubicBezTo>
                  <a:pt x="713614" y="85766"/>
                  <a:pt x="707409" y="82995"/>
                  <a:pt x="703272" y="77454"/>
                </a:cubicBezTo>
                <a:cubicBezTo>
                  <a:pt x="700465" y="73539"/>
                  <a:pt x="699062" y="68848"/>
                  <a:pt x="699062" y="63381"/>
                </a:cubicBezTo>
                <a:cubicBezTo>
                  <a:pt x="699062" y="61018"/>
                  <a:pt x="699357" y="58358"/>
                  <a:pt x="699948" y="55404"/>
                </a:cubicBezTo>
                <a:cubicBezTo>
                  <a:pt x="701721" y="46243"/>
                  <a:pt x="705674" y="38930"/>
                  <a:pt x="711806" y="33464"/>
                </a:cubicBezTo>
                <a:cubicBezTo>
                  <a:pt x="717936" y="27923"/>
                  <a:pt x="725213" y="25152"/>
                  <a:pt x="733634" y="25152"/>
                </a:cubicBezTo>
                <a:cubicBezTo>
                  <a:pt x="742055" y="25152"/>
                  <a:pt x="748260" y="27923"/>
                  <a:pt x="752249" y="33464"/>
                </a:cubicBezTo>
                <a:cubicBezTo>
                  <a:pt x="754983" y="37305"/>
                  <a:pt x="756350" y="41958"/>
                  <a:pt x="756350" y="47425"/>
                </a:cubicBezTo>
                <a:close/>
                <a:moveTo>
                  <a:pt x="824625" y="26593"/>
                </a:moveTo>
                <a:lnTo>
                  <a:pt x="821854" y="40998"/>
                </a:lnTo>
                <a:lnTo>
                  <a:pt x="816093" y="40998"/>
                </a:lnTo>
                <a:cubicBezTo>
                  <a:pt x="816093" y="40776"/>
                  <a:pt x="816111" y="40444"/>
                  <a:pt x="816147" y="40001"/>
                </a:cubicBezTo>
                <a:cubicBezTo>
                  <a:pt x="816185" y="39558"/>
                  <a:pt x="816240" y="39225"/>
                  <a:pt x="816315" y="39003"/>
                </a:cubicBezTo>
                <a:cubicBezTo>
                  <a:pt x="816315" y="37157"/>
                  <a:pt x="815871" y="35680"/>
                  <a:pt x="814984" y="34572"/>
                </a:cubicBezTo>
                <a:cubicBezTo>
                  <a:pt x="813876" y="33168"/>
                  <a:pt x="811955" y="32467"/>
                  <a:pt x="809222" y="32467"/>
                </a:cubicBezTo>
                <a:cubicBezTo>
                  <a:pt x="804347" y="32467"/>
                  <a:pt x="800247" y="34165"/>
                  <a:pt x="796923" y="37563"/>
                </a:cubicBezTo>
                <a:cubicBezTo>
                  <a:pt x="793599" y="41109"/>
                  <a:pt x="791346" y="45985"/>
                  <a:pt x="790163" y="52190"/>
                </a:cubicBezTo>
                <a:lnTo>
                  <a:pt x="783958" y="84214"/>
                </a:lnTo>
                <a:lnTo>
                  <a:pt x="773986" y="84214"/>
                </a:lnTo>
                <a:lnTo>
                  <a:pt x="784070" y="32355"/>
                </a:lnTo>
                <a:lnTo>
                  <a:pt x="774540" y="32355"/>
                </a:lnTo>
                <a:lnTo>
                  <a:pt x="775648" y="26704"/>
                </a:lnTo>
                <a:lnTo>
                  <a:pt x="795149" y="26704"/>
                </a:lnTo>
                <a:lnTo>
                  <a:pt x="793156" y="36898"/>
                </a:lnTo>
                <a:cubicBezTo>
                  <a:pt x="795963" y="32836"/>
                  <a:pt x="799065" y="29881"/>
                  <a:pt x="802464" y="28033"/>
                </a:cubicBezTo>
                <a:cubicBezTo>
                  <a:pt x="805936" y="26113"/>
                  <a:pt x="809850" y="25152"/>
                  <a:pt x="814208" y="25152"/>
                </a:cubicBezTo>
                <a:cubicBezTo>
                  <a:pt x="815908" y="25152"/>
                  <a:pt x="817571" y="25263"/>
                  <a:pt x="819196" y="25485"/>
                </a:cubicBezTo>
                <a:cubicBezTo>
                  <a:pt x="822372" y="26150"/>
                  <a:pt x="824182" y="26520"/>
                  <a:pt x="824625" y="26593"/>
                </a:cubicBezTo>
                <a:close/>
                <a:moveTo>
                  <a:pt x="898165" y="40112"/>
                </a:moveTo>
                <a:cubicBezTo>
                  <a:pt x="898165" y="47426"/>
                  <a:pt x="894471" y="52892"/>
                  <a:pt x="887083" y="56512"/>
                </a:cubicBezTo>
                <a:cubicBezTo>
                  <a:pt x="879400" y="60205"/>
                  <a:pt x="868283" y="62089"/>
                  <a:pt x="853730" y="62162"/>
                </a:cubicBezTo>
                <a:cubicBezTo>
                  <a:pt x="853583" y="64010"/>
                  <a:pt x="853546" y="65303"/>
                  <a:pt x="853619" y="66041"/>
                </a:cubicBezTo>
                <a:cubicBezTo>
                  <a:pt x="853619" y="69513"/>
                  <a:pt x="854210" y="72320"/>
                  <a:pt x="855392" y="74463"/>
                </a:cubicBezTo>
                <a:cubicBezTo>
                  <a:pt x="857534" y="78452"/>
                  <a:pt x="861449" y="80446"/>
                  <a:pt x="867137" y="80446"/>
                </a:cubicBezTo>
                <a:cubicBezTo>
                  <a:pt x="871274" y="80446"/>
                  <a:pt x="874413" y="79819"/>
                  <a:pt x="876556" y="78563"/>
                </a:cubicBezTo>
                <a:cubicBezTo>
                  <a:pt x="880323" y="76199"/>
                  <a:pt x="882577" y="73577"/>
                  <a:pt x="883316" y="70696"/>
                </a:cubicBezTo>
                <a:lnTo>
                  <a:pt x="890629" y="70696"/>
                </a:lnTo>
                <a:cubicBezTo>
                  <a:pt x="889151" y="75275"/>
                  <a:pt x="885753" y="79190"/>
                  <a:pt x="880435" y="82440"/>
                </a:cubicBezTo>
                <a:cubicBezTo>
                  <a:pt x="876667" y="84657"/>
                  <a:pt x="871089" y="85766"/>
                  <a:pt x="863703" y="85766"/>
                </a:cubicBezTo>
                <a:cubicBezTo>
                  <a:pt x="856242" y="85766"/>
                  <a:pt x="850517" y="82995"/>
                  <a:pt x="846528" y="77454"/>
                </a:cubicBezTo>
                <a:cubicBezTo>
                  <a:pt x="843720" y="73539"/>
                  <a:pt x="842279" y="68848"/>
                  <a:pt x="842206" y="63381"/>
                </a:cubicBezTo>
                <a:cubicBezTo>
                  <a:pt x="842206" y="61092"/>
                  <a:pt x="842501" y="58469"/>
                  <a:pt x="843092" y="55514"/>
                </a:cubicBezTo>
                <a:cubicBezTo>
                  <a:pt x="844865" y="46428"/>
                  <a:pt x="848780" y="39078"/>
                  <a:pt x="854838" y="33464"/>
                </a:cubicBezTo>
                <a:cubicBezTo>
                  <a:pt x="861043" y="27923"/>
                  <a:pt x="868430" y="25152"/>
                  <a:pt x="876999" y="25152"/>
                </a:cubicBezTo>
                <a:cubicBezTo>
                  <a:pt x="891109" y="25152"/>
                  <a:pt x="898165" y="30139"/>
                  <a:pt x="898165" y="40112"/>
                </a:cubicBezTo>
                <a:moveTo>
                  <a:pt x="887638" y="39779"/>
                </a:moveTo>
                <a:cubicBezTo>
                  <a:pt x="887638" y="33649"/>
                  <a:pt x="883538" y="30546"/>
                  <a:pt x="875337" y="30472"/>
                </a:cubicBezTo>
                <a:cubicBezTo>
                  <a:pt x="870610" y="30472"/>
                  <a:pt x="866510" y="32318"/>
                  <a:pt x="863038" y="36012"/>
                </a:cubicBezTo>
                <a:cubicBezTo>
                  <a:pt x="859787" y="39558"/>
                  <a:pt x="857091" y="46354"/>
                  <a:pt x="854949" y="56400"/>
                </a:cubicBezTo>
                <a:cubicBezTo>
                  <a:pt x="866473" y="55884"/>
                  <a:pt x="875337" y="53741"/>
                  <a:pt x="881542" y="49973"/>
                </a:cubicBezTo>
                <a:cubicBezTo>
                  <a:pt x="885606" y="47684"/>
                  <a:pt x="887638" y="44286"/>
                  <a:pt x="887638" y="39779"/>
                </a:cubicBezTo>
                <a:close/>
                <a:moveTo>
                  <a:pt x="947797" y="103715"/>
                </a:moveTo>
                <a:cubicBezTo>
                  <a:pt x="937898" y="98766"/>
                  <a:pt x="931139" y="92856"/>
                  <a:pt x="927519" y="85987"/>
                </a:cubicBezTo>
                <a:cubicBezTo>
                  <a:pt x="922496" y="76236"/>
                  <a:pt x="919984" y="66780"/>
                  <a:pt x="919984" y="57619"/>
                </a:cubicBezTo>
                <a:lnTo>
                  <a:pt x="919984" y="49863"/>
                </a:lnTo>
                <a:cubicBezTo>
                  <a:pt x="919984" y="40703"/>
                  <a:pt x="922496" y="31247"/>
                  <a:pt x="927519" y="21497"/>
                </a:cubicBezTo>
                <a:cubicBezTo>
                  <a:pt x="931139" y="14627"/>
                  <a:pt x="937898" y="8717"/>
                  <a:pt x="947797" y="3767"/>
                </a:cubicBezTo>
                <a:lnTo>
                  <a:pt x="947797" y="10194"/>
                </a:lnTo>
                <a:cubicBezTo>
                  <a:pt x="942773" y="12705"/>
                  <a:pt x="938304" y="17655"/>
                  <a:pt x="934389" y="25042"/>
                </a:cubicBezTo>
                <a:cubicBezTo>
                  <a:pt x="932838" y="28071"/>
                  <a:pt x="931841" y="31469"/>
                  <a:pt x="931396" y="35236"/>
                </a:cubicBezTo>
                <a:cubicBezTo>
                  <a:pt x="930953" y="39003"/>
                  <a:pt x="930732" y="43879"/>
                  <a:pt x="930732" y="49863"/>
                </a:cubicBezTo>
                <a:lnTo>
                  <a:pt x="930732" y="57619"/>
                </a:lnTo>
                <a:cubicBezTo>
                  <a:pt x="930732" y="63603"/>
                  <a:pt x="930953" y="68479"/>
                  <a:pt x="931396" y="72246"/>
                </a:cubicBezTo>
                <a:cubicBezTo>
                  <a:pt x="931841" y="76013"/>
                  <a:pt x="932838" y="79411"/>
                  <a:pt x="934389" y="82440"/>
                </a:cubicBezTo>
                <a:cubicBezTo>
                  <a:pt x="938304" y="89828"/>
                  <a:pt x="942773" y="94777"/>
                  <a:pt x="947797" y="97289"/>
                </a:cubicBezTo>
                <a:lnTo>
                  <a:pt x="947797" y="103715"/>
                </a:lnTo>
                <a:close/>
                <a:moveTo>
                  <a:pt x="986744" y="7646"/>
                </a:moveTo>
                <a:cubicBezTo>
                  <a:pt x="986744" y="8162"/>
                  <a:pt x="986708" y="8568"/>
                  <a:pt x="986635" y="8865"/>
                </a:cubicBezTo>
                <a:cubicBezTo>
                  <a:pt x="986265" y="10637"/>
                  <a:pt x="985415" y="12077"/>
                  <a:pt x="984085" y="13185"/>
                </a:cubicBezTo>
                <a:cubicBezTo>
                  <a:pt x="982608" y="14367"/>
                  <a:pt x="981020" y="14958"/>
                  <a:pt x="979320" y="14958"/>
                </a:cubicBezTo>
                <a:cubicBezTo>
                  <a:pt x="977621" y="14958"/>
                  <a:pt x="976292" y="14367"/>
                  <a:pt x="975332" y="13185"/>
                </a:cubicBezTo>
                <a:cubicBezTo>
                  <a:pt x="974593" y="12373"/>
                  <a:pt x="974224" y="11339"/>
                  <a:pt x="974224" y="10082"/>
                </a:cubicBezTo>
                <a:cubicBezTo>
                  <a:pt x="974224" y="9566"/>
                  <a:pt x="974261" y="9160"/>
                  <a:pt x="974334" y="8865"/>
                </a:cubicBezTo>
                <a:cubicBezTo>
                  <a:pt x="974704" y="7092"/>
                  <a:pt x="975590" y="5651"/>
                  <a:pt x="976994" y="4543"/>
                </a:cubicBezTo>
                <a:cubicBezTo>
                  <a:pt x="978397" y="3287"/>
                  <a:pt x="979949" y="2660"/>
                  <a:pt x="981648" y="2660"/>
                </a:cubicBezTo>
                <a:cubicBezTo>
                  <a:pt x="983273" y="2660"/>
                  <a:pt x="984602" y="3287"/>
                  <a:pt x="985637" y="4543"/>
                </a:cubicBezTo>
                <a:cubicBezTo>
                  <a:pt x="986375" y="5356"/>
                  <a:pt x="986744" y="6390"/>
                  <a:pt x="986744" y="7646"/>
                </a:cubicBezTo>
                <a:moveTo>
                  <a:pt x="983532" y="26704"/>
                </a:moveTo>
                <a:lnTo>
                  <a:pt x="973448" y="78451"/>
                </a:lnTo>
                <a:lnTo>
                  <a:pt x="982867" y="78451"/>
                </a:lnTo>
                <a:lnTo>
                  <a:pt x="981758" y="84214"/>
                </a:lnTo>
                <a:lnTo>
                  <a:pt x="962478" y="84214"/>
                </a:lnTo>
                <a:lnTo>
                  <a:pt x="972450" y="32467"/>
                </a:lnTo>
                <a:lnTo>
                  <a:pt x="962921" y="32467"/>
                </a:lnTo>
                <a:lnTo>
                  <a:pt x="964140" y="26704"/>
                </a:lnTo>
                <a:lnTo>
                  <a:pt x="983532" y="26704"/>
                </a:lnTo>
                <a:close/>
                <a:moveTo>
                  <a:pt x="1019901" y="71915"/>
                </a:moveTo>
                <a:cubicBezTo>
                  <a:pt x="1019532" y="78046"/>
                  <a:pt x="1018092" y="83327"/>
                  <a:pt x="1015581" y="87759"/>
                </a:cubicBezTo>
                <a:cubicBezTo>
                  <a:pt x="1012920" y="92191"/>
                  <a:pt x="1008968" y="96033"/>
                  <a:pt x="1003723" y="99284"/>
                </a:cubicBezTo>
                <a:lnTo>
                  <a:pt x="999401" y="94962"/>
                </a:lnTo>
                <a:cubicBezTo>
                  <a:pt x="1002725" y="92451"/>
                  <a:pt x="1005237" y="89533"/>
                  <a:pt x="1006937" y="86209"/>
                </a:cubicBezTo>
                <a:cubicBezTo>
                  <a:pt x="1008488" y="82810"/>
                  <a:pt x="1009264" y="78710"/>
                  <a:pt x="1009264" y="73908"/>
                </a:cubicBezTo>
                <a:lnTo>
                  <a:pt x="1009264" y="71915"/>
                </a:lnTo>
                <a:lnTo>
                  <a:pt x="1019901" y="71915"/>
                </a:lnTo>
                <a:close/>
                <a:moveTo>
                  <a:pt x="1102292" y="7646"/>
                </a:moveTo>
                <a:cubicBezTo>
                  <a:pt x="1102292" y="8162"/>
                  <a:pt x="1102255" y="8568"/>
                  <a:pt x="1102181" y="8865"/>
                </a:cubicBezTo>
                <a:cubicBezTo>
                  <a:pt x="1101811" y="10637"/>
                  <a:pt x="1100962" y="12077"/>
                  <a:pt x="1099633" y="13185"/>
                </a:cubicBezTo>
                <a:cubicBezTo>
                  <a:pt x="1098229" y="14367"/>
                  <a:pt x="1096641" y="14958"/>
                  <a:pt x="1094868" y="14958"/>
                </a:cubicBezTo>
                <a:cubicBezTo>
                  <a:pt x="1093168" y="14958"/>
                  <a:pt x="1091838" y="14367"/>
                  <a:pt x="1090878" y="13185"/>
                </a:cubicBezTo>
                <a:cubicBezTo>
                  <a:pt x="1090140" y="12373"/>
                  <a:pt x="1089770" y="11339"/>
                  <a:pt x="1089770" y="10082"/>
                </a:cubicBezTo>
                <a:cubicBezTo>
                  <a:pt x="1089770" y="9566"/>
                  <a:pt x="1089808" y="9160"/>
                  <a:pt x="1089882" y="8865"/>
                </a:cubicBezTo>
                <a:cubicBezTo>
                  <a:pt x="1090251" y="7239"/>
                  <a:pt x="1091137" y="5799"/>
                  <a:pt x="1092542" y="4543"/>
                </a:cubicBezTo>
                <a:cubicBezTo>
                  <a:pt x="1094018" y="3287"/>
                  <a:pt x="1095606" y="2660"/>
                  <a:pt x="1097306" y="2660"/>
                </a:cubicBezTo>
                <a:cubicBezTo>
                  <a:pt x="1098857" y="2660"/>
                  <a:pt x="1100150" y="3287"/>
                  <a:pt x="1101183" y="4543"/>
                </a:cubicBezTo>
                <a:cubicBezTo>
                  <a:pt x="1101923" y="5356"/>
                  <a:pt x="1102292" y="6390"/>
                  <a:pt x="1102292" y="7646"/>
                </a:cubicBezTo>
                <a:moveTo>
                  <a:pt x="1098857" y="26704"/>
                </a:moveTo>
                <a:lnTo>
                  <a:pt x="1086558" y="89864"/>
                </a:lnTo>
                <a:cubicBezTo>
                  <a:pt x="1085301" y="95701"/>
                  <a:pt x="1082641" y="100355"/>
                  <a:pt x="1078579" y="103827"/>
                </a:cubicBezTo>
                <a:cubicBezTo>
                  <a:pt x="1074442" y="107299"/>
                  <a:pt x="1069271" y="108961"/>
                  <a:pt x="1063066" y="108813"/>
                </a:cubicBezTo>
                <a:cubicBezTo>
                  <a:pt x="1060628" y="108813"/>
                  <a:pt x="1058227" y="108518"/>
                  <a:pt x="1055863" y="107927"/>
                </a:cubicBezTo>
                <a:cubicBezTo>
                  <a:pt x="1053721" y="107410"/>
                  <a:pt x="1051579" y="106523"/>
                  <a:pt x="1049436" y="105267"/>
                </a:cubicBezTo>
                <a:lnTo>
                  <a:pt x="1051763" y="93410"/>
                </a:lnTo>
                <a:lnTo>
                  <a:pt x="1056861" y="93410"/>
                </a:lnTo>
                <a:cubicBezTo>
                  <a:pt x="1056786" y="94002"/>
                  <a:pt x="1056749" y="94814"/>
                  <a:pt x="1056749" y="95848"/>
                </a:cubicBezTo>
                <a:cubicBezTo>
                  <a:pt x="1056749" y="98138"/>
                  <a:pt x="1057193" y="99874"/>
                  <a:pt x="1058080" y="101056"/>
                </a:cubicBezTo>
                <a:cubicBezTo>
                  <a:pt x="1059261" y="102681"/>
                  <a:pt x="1061329" y="103494"/>
                  <a:pt x="1064285" y="103494"/>
                </a:cubicBezTo>
                <a:cubicBezTo>
                  <a:pt x="1067535" y="103494"/>
                  <a:pt x="1070194" y="102386"/>
                  <a:pt x="1072262" y="100170"/>
                </a:cubicBezTo>
                <a:cubicBezTo>
                  <a:pt x="1074257" y="97954"/>
                  <a:pt x="1075698" y="94518"/>
                  <a:pt x="1076584" y="89864"/>
                </a:cubicBezTo>
                <a:lnTo>
                  <a:pt x="1087775" y="32467"/>
                </a:lnTo>
                <a:lnTo>
                  <a:pt x="1078357" y="32467"/>
                </a:lnTo>
                <a:lnTo>
                  <a:pt x="1079465" y="26704"/>
                </a:lnTo>
                <a:lnTo>
                  <a:pt x="1098857" y="26704"/>
                </a:lnTo>
                <a:close/>
                <a:moveTo>
                  <a:pt x="1144527" y="57619"/>
                </a:moveTo>
                <a:cubicBezTo>
                  <a:pt x="1144527" y="66927"/>
                  <a:pt x="1142052" y="76383"/>
                  <a:pt x="1137102" y="85987"/>
                </a:cubicBezTo>
                <a:cubicBezTo>
                  <a:pt x="1133557" y="92783"/>
                  <a:pt x="1126798" y="98692"/>
                  <a:pt x="1116825" y="103715"/>
                </a:cubicBezTo>
                <a:lnTo>
                  <a:pt x="1116825" y="97289"/>
                </a:lnTo>
                <a:cubicBezTo>
                  <a:pt x="1121922" y="94703"/>
                  <a:pt x="1126354" y="89753"/>
                  <a:pt x="1130123" y="82440"/>
                </a:cubicBezTo>
                <a:cubicBezTo>
                  <a:pt x="1131231" y="80372"/>
                  <a:pt x="1132061" y="77879"/>
                  <a:pt x="1132615" y="74962"/>
                </a:cubicBezTo>
                <a:cubicBezTo>
                  <a:pt x="1133169" y="72043"/>
                  <a:pt x="1133502" y="69439"/>
                  <a:pt x="1133612" y="67150"/>
                </a:cubicBezTo>
                <a:cubicBezTo>
                  <a:pt x="1133723" y="64860"/>
                  <a:pt x="1133778" y="61683"/>
                  <a:pt x="1133778" y="57619"/>
                </a:cubicBezTo>
                <a:lnTo>
                  <a:pt x="1133778" y="49863"/>
                </a:lnTo>
                <a:cubicBezTo>
                  <a:pt x="1133778" y="45800"/>
                  <a:pt x="1133723" y="42623"/>
                  <a:pt x="1133612" y="40334"/>
                </a:cubicBezTo>
                <a:cubicBezTo>
                  <a:pt x="1133502" y="38044"/>
                  <a:pt x="1133169" y="35440"/>
                  <a:pt x="1132615" y="32522"/>
                </a:cubicBezTo>
                <a:cubicBezTo>
                  <a:pt x="1132061" y="29604"/>
                  <a:pt x="1131231" y="27111"/>
                  <a:pt x="1130123" y="25042"/>
                </a:cubicBezTo>
                <a:cubicBezTo>
                  <a:pt x="1126354" y="17729"/>
                  <a:pt x="1121922" y="12780"/>
                  <a:pt x="1116825" y="10194"/>
                </a:cubicBezTo>
                <a:lnTo>
                  <a:pt x="1116825" y="3767"/>
                </a:lnTo>
                <a:cubicBezTo>
                  <a:pt x="1126798" y="8790"/>
                  <a:pt x="1133557" y="14700"/>
                  <a:pt x="1137102" y="21497"/>
                </a:cubicBezTo>
                <a:cubicBezTo>
                  <a:pt x="1142052" y="31099"/>
                  <a:pt x="1144527" y="40555"/>
                  <a:pt x="1144527" y="49863"/>
                </a:cubicBezTo>
                <a:lnTo>
                  <a:pt x="1144527" y="57619"/>
                </a:lnTo>
                <a:close/>
                <a:moveTo>
                  <a:pt x="1173835" y="100503"/>
                </a:moveTo>
                <a:lnTo>
                  <a:pt x="1166743" y="100503"/>
                </a:lnTo>
                <a:lnTo>
                  <a:pt x="1166743" y="6980"/>
                </a:lnTo>
                <a:lnTo>
                  <a:pt x="1173835" y="6980"/>
                </a:lnTo>
                <a:lnTo>
                  <a:pt x="1173835" y="100503"/>
                </a:lnTo>
                <a:close/>
                <a:moveTo>
                  <a:pt x="1286016" y="58174"/>
                </a:moveTo>
                <a:lnTo>
                  <a:pt x="1255656" y="58174"/>
                </a:lnTo>
                <a:lnTo>
                  <a:pt x="1255656" y="88535"/>
                </a:lnTo>
                <a:lnTo>
                  <a:pt x="1246791" y="88535"/>
                </a:lnTo>
                <a:lnTo>
                  <a:pt x="1246791" y="58174"/>
                </a:lnTo>
                <a:lnTo>
                  <a:pt x="1216430" y="58174"/>
                </a:lnTo>
                <a:lnTo>
                  <a:pt x="1216430" y="49309"/>
                </a:lnTo>
                <a:lnTo>
                  <a:pt x="1246791" y="49309"/>
                </a:lnTo>
                <a:lnTo>
                  <a:pt x="1246791" y="18947"/>
                </a:lnTo>
                <a:lnTo>
                  <a:pt x="1255656" y="18947"/>
                </a:lnTo>
                <a:lnTo>
                  <a:pt x="1255656" y="49309"/>
                </a:lnTo>
                <a:lnTo>
                  <a:pt x="1286016" y="49309"/>
                </a:lnTo>
                <a:lnTo>
                  <a:pt x="1286016" y="58174"/>
                </a:lnTo>
                <a:close/>
                <a:moveTo>
                  <a:pt x="1335512" y="100503"/>
                </a:moveTo>
                <a:lnTo>
                  <a:pt x="1328420" y="100503"/>
                </a:lnTo>
                <a:lnTo>
                  <a:pt x="1328420" y="6980"/>
                </a:lnTo>
                <a:lnTo>
                  <a:pt x="1335512" y="6980"/>
                </a:lnTo>
                <a:lnTo>
                  <a:pt x="1335512" y="100503"/>
                </a:lnTo>
                <a:close/>
                <a:moveTo>
                  <a:pt x="1409111" y="78451"/>
                </a:moveTo>
                <a:lnTo>
                  <a:pt x="1408003" y="84214"/>
                </a:lnTo>
                <a:lnTo>
                  <a:pt x="1389166" y="84214"/>
                </a:lnTo>
                <a:lnTo>
                  <a:pt x="1395703" y="50749"/>
                </a:lnTo>
                <a:cubicBezTo>
                  <a:pt x="1396516" y="47055"/>
                  <a:pt x="1396848" y="43953"/>
                  <a:pt x="1396700" y="41441"/>
                </a:cubicBezTo>
                <a:cubicBezTo>
                  <a:pt x="1396700" y="39151"/>
                  <a:pt x="1396442" y="37452"/>
                  <a:pt x="1395924" y="36344"/>
                </a:cubicBezTo>
                <a:cubicBezTo>
                  <a:pt x="1394669" y="33759"/>
                  <a:pt x="1391862" y="32467"/>
                  <a:pt x="1387504" y="32467"/>
                </a:cubicBezTo>
                <a:cubicBezTo>
                  <a:pt x="1382923" y="32467"/>
                  <a:pt x="1379082" y="34165"/>
                  <a:pt x="1375980" y="37563"/>
                </a:cubicBezTo>
                <a:cubicBezTo>
                  <a:pt x="1372803" y="40961"/>
                  <a:pt x="1370624" y="45837"/>
                  <a:pt x="1369441" y="52190"/>
                </a:cubicBezTo>
                <a:lnTo>
                  <a:pt x="1363236" y="84214"/>
                </a:lnTo>
                <a:lnTo>
                  <a:pt x="1353264" y="84214"/>
                </a:lnTo>
                <a:lnTo>
                  <a:pt x="1368555" y="5762"/>
                </a:lnTo>
                <a:lnTo>
                  <a:pt x="1359026" y="5762"/>
                </a:lnTo>
                <a:lnTo>
                  <a:pt x="1360134" y="0"/>
                </a:lnTo>
                <a:lnTo>
                  <a:pt x="1379635" y="0"/>
                </a:lnTo>
                <a:lnTo>
                  <a:pt x="1372434" y="36898"/>
                </a:lnTo>
                <a:cubicBezTo>
                  <a:pt x="1375019" y="32909"/>
                  <a:pt x="1377973" y="29991"/>
                  <a:pt x="1381297" y="28145"/>
                </a:cubicBezTo>
                <a:cubicBezTo>
                  <a:pt x="1384622" y="26150"/>
                  <a:pt x="1388242" y="25152"/>
                  <a:pt x="1392157" y="25152"/>
                </a:cubicBezTo>
                <a:cubicBezTo>
                  <a:pt x="1398510" y="25152"/>
                  <a:pt x="1402832" y="26963"/>
                  <a:pt x="1405122" y="30583"/>
                </a:cubicBezTo>
                <a:cubicBezTo>
                  <a:pt x="1406526" y="32725"/>
                  <a:pt x="1407227" y="35679"/>
                  <a:pt x="1407227" y="39446"/>
                </a:cubicBezTo>
                <a:cubicBezTo>
                  <a:pt x="1407227" y="41959"/>
                  <a:pt x="1406895" y="44692"/>
                  <a:pt x="1406230" y="47647"/>
                </a:cubicBezTo>
                <a:lnTo>
                  <a:pt x="1400246" y="78451"/>
                </a:lnTo>
                <a:lnTo>
                  <a:pt x="1409111" y="78451"/>
                </a:lnTo>
                <a:close/>
                <a:moveTo>
                  <a:pt x="1473149" y="104824"/>
                </a:moveTo>
                <a:lnTo>
                  <a:pt x="1417745" y="104824"/>
                </a:lnTo>
                <a:lnTo>
                  <a:pt x="1417745" y="99062"/>
                </a:lnTo>
                <a:lnTo>
                  <a:pt x="1473149" y="99062"/>
                </a:lnTo>
                <a:lnTo>
                  <a:pt x="1473149" y="104824"/>
                </a:lnTo>
                <a:close/>
                <a:moveTo>
                  <a:pt x="1533676" y="29807"/>
                </a:moveTo>
                <a:lnTo>
                  <a:pt x="1531237" y="42327"/>
                </a:lnTo>
                <a:lnTo>
                  <a:pt x="1525475" y="42327"/>
                </a:lnTo>
                <a:cubicBezTo>
                  <a:pt x="1525623" y="41294"/>
                  <a:pt x="1525697" y="40518"/>
                  <a:pt x="1525697" y="40001"/>
                </a:cubicBezTo>
                <a:cubicBezTo>
                  <a:pt x="1525697" y="37342"/>
                  <a:pt x="1524773" y="35089"/>
                  <a:pt x="1522927" y="33241"/>
                </a:cubicBezTo>
                <a:cubicBezTo>
                  <a:pt x="1521154" y="31395"/>
                  <a:pt x="1518162" y="30472"/>
                  <a:pt x="1513951" y="30472"/>
                </a:cubicBezTo>
                <a:cubicBezTo>
                  <a:pt x="1505529" y="30472"/>
                  <a:pt x="1500691" y="33427"/>
                  <a:pt x="1499435" y="39336"/>
                </a:cubicBezTo>
                <a:cubicBezTo>
                  <a:pt x="1499287" y="40075"/>
                  <a:pt x="1499214" y="40924"/>
                  <a:pt x="1499214" y="41884"/>
                </a:cubicBezTo>
                <a:cubicBezTo>
                  <a:pt x="1499214" y="43067"/>
                  <a:pt x="1499805" y="44249"/>
                  <a:pt x="1500987" y="45430"/>
                </a:cubicBezTo>
                <a:cubicBezTo>
                  <a:pt x="1502243" y="46687"/>
                  <a:pt x="1505124" y="48091"/>
                  <a:pt x="1509629" y="49642"/>
                </a:cubicBezTo>
                <a:lnTo>
                  <a:pt x="1517053" y="52080"/>
                </a:lnTo>
                <a:cubicBezTo>
                  <a:pt x="1522150" y="53704"/>
                  <a:pt x="1525659" y="55846"/>
                  <a:pt x="1527580" y="58507"/>
                </a:cubicBezTo>
                <a:cubicBezTo>
                  <a:pt x="1528910" y="60280"/>
                  <a:pt x="1529575" y="62052"/>
                  <a:pt x="1529575" y="63824"/>
                </a:cubicBezTo>
                <a:cubicBezTo>
                  <a:pt x="1529575" y="71507"/>
                  <a:pt x="1526547" y="77269"/>
                  <a:pt x="1520489" y="81111"/>
                </a:cubicBezTo>
                <a:cubicBezTo>
                  <a:pt x="1515687" y="84214"/>
                  <a:pt x="1509667" y="85766"/>
                  <a:pt x="1502428" y="85766"/>
                </a:cubicBezTo>
                <a:cubicBezTo>
                  <a:pt x="1495040" y="85766"/>
                  <a:pt x="1488170" y="84177"/>
                  <a:pt x="1481817" y="80999"/>
                </a:cubicBezTo>
                <a:lnTo>
                  <a:pt x="1484477" y="67593"/>
                </a:lnTo>
                <a:lnTo>
                  <a:pt x="1490127" y="67593"/>
                </a:lnTo>
                <a:cubicBezTo>
                  <a:pt x="1489980" y="68922"/>
                  <a:pt x="1489906" y="69919"/>
                  <a:pt x="1489906" y="70584"/>
                </a:cubicBezTo>
                <a:cubicBezTo>
                  <a:pt x="1489906" y="77159"/>
                  <a:pt x="1494375" y="80446"/>
                  <a:pt x="1503314" y="80446"/>
                </a:cubicBezTo>
                <a:cubicBezTo>
                  <a:pt x="1512253" y="80446"/>
                  <a:pt x="1517386" y="77159"/>
                  <a:pt x="1518715" y="70584"/>
                </a:cubicBezTo>
                <a:cubicBezTo>
                  <a:pt x="1518790" y="70141"/>
                  <a:pt x="1518827" y="69255"/>
                  <a:pt x="1518827" y="67924"/>
                </a:cubicBezTo>
                <a:cubicBezTo>
                  <a:pt x="1518827" y="66743"/>
                  <a:pt x="1518199" y="65525"/>
                  <a:pt x="1516943" y="64269"/>
                </a:cubicBezTo>
                <a:cubicBezTo>
                  <a:pt x="1515761" y="62864"/>
                  <a:pt x="1512584" y="61276"/>
                  <a:pt x="1507414" y="59503"/>
                </a:cubicBezTo>
                <a:lnTo>
                  <a:pt x="1500654" y="57066"/>
                </a:lnTo>
                <a:cubicBezTo>
                  <a:pt x="1496000" y="55514"/>
                  <a:pt x="1492935" y="53704"/>
                  <a:pt x="1491458" y="51635"/>
                </a:cubicBezTo>
                <a:cubicBezTo>
                  <a:pt x="1489980" y="49494"/>
                  <a:pt x="1489241" y="47278"/>
                  <a:pt x="1489241" y="44987"/>
                </a:cubicBezTo>
                <a:cubicBezTo>
                  <a:pt x="1489241" y="43953"/>
                  <a:pt x="1489352" y="42956"/>
                  <a:pt x="1489573" y="41996"/>
                </a:cubicBezTo>
                <a:cubicBezTo>
                  <a:pt x="1490607" y="36677"/>
                  <a:pt x="1493341" y="32577"/>
                  <a:pt x="1497773" y="29695"/>
                </a:cubicBezTo>
                <a:cubicBezTo>
                  <a:pt x="1502132" y="26667"/>
                  <a:pt x="1507562" y="25152"/>
                  <a:pt x="1514062" y="25152"/>
                </a:cubicBezTo>
                <a:cubicBezTo>
                  <a:pt x="1520341" y="25152"/>
                  <a:pt x="1526878" y="26704"/>
                  <a:pt x="1533676" y="29807"/>
                </a:cubicBezTo>
                <a:close/>
                <a:moveTo>
                  <a:pt x="1606512" y="30250"/>
                </a:moveTo>
                <a:lnTo>
                  <a:pt x="1603631" y="44987"/>
                </a:lnTo>
                <a:lnTo>
                  <a:pt x="1597871" y="44987"/>
                </a:lnTo>
                <a:lnTo>
                  <a:pt x="1597871" y="43547"/>
                </a:lnTo>
                <a:cubicBezTo>
                  <a:pt x="1597871" y="39189"/>
                  <a:pt x="1596947" y="35976"/>
                  <a:pt x="1595100" y="33907"/>
                </a:cubicBezTo>
                <a:cubicBezTo>
                  <a:pt x="1593031" y="31617"/>
                  <a:pt x="1589633" y="30472"/>
                  <a:pt x="1584906" y="30472"/>
                </a:cubicBezTo>
                <a:cubicBezTo>
                  <a:pt x="1579513" y="30472"/>
                  <a:pt x="1575044" y="32577"/>
                  <a:pt x="1571498" y="36788"/>
                </a:cubicBezTo>
                <a:cubicBezTo>
                  <a:pt x="1568026" y="40851"/>
                  <a:pt x="1565440" y="47056"/>
                  <a:pt x="1563740" y="55404"/>
                </a:cubicBezTo>
                <a:cubicBezTo>
                  <a:pt x="1563002" y="59024"/>
                  <a:pt x="1562633" y="62384"/>
                  <a:pt x="1562633" y="65486"/>
                </a:cubicBezTo>
                <a:cubicBezTo>
                  <a:pt x="1562633" y="68812"/>
                  <a:pt x="1563150" y="71693"/>
                  <a:pt x="1564185" y="74130"/>
                </a:cubicBezTo>
                <a:cubicBezTo>
                  <a:pt x="1566031" y="78341"/>
                  <a:pt x="1569688" y="80446"/>
                  <a:pt x="1575155" y="80446"/>
                </a:cubicBezTo>
                <a:cubicBezTo>
                  <a:pt x="1579513" y="80446"/>
                  <a:pt x="1583132" y="79338"/>
                  <a:pt x="1586013" y="77122"/>
                </a:cubicBezTo>
                <a:cubicBezTo>
                  <a:pt x="1588969" y="74906"/>
                  <a:pt x="1591407" y="71508"/>
                  <a:pt x="1593328" y="66927"/>
                </a:cubicBezTo>
                <a:lnTo>
                  <a:pt x="1601305" y="66927"/>
                </a:lnTo>
                <a:cubicBezTo>
                  <a:pt x="1598719" y="73132"/>
                  <a:pt x="1595100" y="77786"/>
                  <a:pt x="1590447" y="80889"/>
                </a:cubicBezTo>
                <a:cubicBezTo>
                  <a:pt x="1586013" y="84140"/>
                  <a:pt x="1580546" y="85766"/>
                  <a:pt x="1574046" y="85766"/>
                </a:cubicBezTo>
                <a:cubicBezTo>
                  <a:pt x="1565772" y="85766"/>
                  <a:pt x="1559567" y="82995"/>
                  <a:pt x="1555430" y="77454"/>
                </a:cubicBezTo>
                <a:cubicBezTo>
                  <a:pt x="1552623" y="73539"/>
                  <a:pt x="1551220" y="68848"/>
                  <a:pt x="1551220" y="63381"/>
                </a:cubicBezTo>
                <a:cubicBezTo>
                  <a:pt x="1551220" y="61018"/>
                  <a:pt x="1551515" y="58358"/>
                  <a:pt x="1552106" y="55404"/>
                </a:cubicBezTo>
                <a:cubicBezTo>
                  <a:pt x="1553879" y="46096"/>
                  <a:pt x="1557868" y="38745"/>
                  <a:pt x="1564073" y="33353"/>
                </a:cubicBezTo>
                <a:cubicBezTo>
                  <a:pt x="1570205" y="27886"/>
                  <a:pt x="1577445" y="25152"/>
                  <a:pt x="1585792" y="25152"/>
                </a:cubicBezTo>
                <a:cubicBezTo>
                  <a:pt x="1589190" y="25152"/>
                  <a:pt x="1592736" y="25559"/>
                  <a:pt x="1596430" y="26371"/>
                </a:cubicBezTo>
                <a:cubicBezTo>
                  <a:pt x="1599754" y="27258"/>
                  <a:pt x="1603115" y="28551"/>
                  <a:pt x="1606512" y="30250"/>
                </a:cubicBezTo>
                <a:close/>
                <a:moveTo>
                  <a:pt x="1670157" y="45430"/>
                </a:moveTo>
                <a:cubicBezTo>
                  <a:pt x="1670157" y="42106"/>
                  <a:pt x="1669640" y="39225"/>
                  <a:pt x="1668606" y="36788"/>
                </a:cubicBezTo>
                <a:cubicBezTo>
                  <a:pt x="1666759" y="32577"/>
                  <a:pt x="1663102" y="30472"/>
                  <a:pt x="1657636" y="30472"/>
                </a:cubicBezTo>
                <a:cubicBezTo>
                  <a:pt x="1652317" y="30472"/>
                  <a:pt x="1647884" y="32577"/>
                  <a:pt x="1644338" y="36788"/>
                </a:cubicBezTo>
                <a:cubicBezTo>
                  <a:pt x="1640793" y="40998"/>
                  <a:pt x="1638244" y="47204"/>
                  <a:pt x="1636692" y="55404"/>
                </a:cubicBezTo>
                <a:cubicBezTo>
                  <a:pt x="1635954" y="59024"/>
                  <a:pt x="1635585" y="62348"/>
                  <a:pt x="1635585" y="65376"/>
                </a:cubicBezTo>
                <a:cubicBezTo>
                  <a:pt x="1635585" y="68775"/>
                  <a:pt x="1636102" y="71693"/>
                  <a:pt x="1637137" y="74130"/>
                </a:cubicBezTo>
                <a:cubicBezTo>
                  <a:pt x="1638983" y="78341"/>
                  <a:pt x="1642603" y="80446"/>
                  <a:pt x="1647995" y="80446"/>
                </a:cubicBezTo>
                <a:cubicBezTo>
                  <a:pt x="1653315" y="80446"/>
                  <a:pt x="1657747" y="78341"/>
                  <a:pt x="1661292" y="74130"/>
                </a:cubicBezTo>
                <a:cubicBezTo>
                  <a:pt x="1664765" y="69993"/>
                  <a:pt x="1667350" y="63751"/>
                  <a:pt x="1669049" y="55404"/>
                </a:cubicBezTo>
                <a:cubicBezTo>
                  <a:pt x="1669787" y="51784"/>
                  <a:pt x="1670157" y="48459"/>
                  <a:pt x="1670157" y="45430"/>
                </a:cubicBezTo>
                <a:moveTo>
                  <a:pt x="1681460" y="47425"/>
                </a:moveTo>
                <a:cubicBezTo>
                  <a:pt x="1681460" y="50159"/>
                  <a:pt x="1681201" y="52818"/>
                  <a:pt x="1680684" y="55404"/>
                </a:cubicBezTo>
                <a:cubicBezTo>
                  <a:pt x="1678910" y="64490"/>
                  <a:pt x="1674958" y="71840"/>
                  <a:pt x="1668828" y="77454"/>
                </a:cubicBezTo>
                <a:cubicBezTo>
                  <a:pt x="1662696" y="82995"/>
                  <a:pt x="1655419" y="85766"/>
                  <a:pt x="1646998" y="85766"/>
                </a:cubicBezTo>
                <a:cubicBezTo>
                  <a:pt x="1638724" y="85766"/>
                  <a:pt x="1632519" y="82995"/>
                  <a:pt x="1628382" y="77454"/>
                </a:cubicBezTo>
                <a:cubicBezTo>
                  <a:pt x="1625575" y="73539"/>
                  <a:pt x="1624172" y="68848"/>
                  <a:pt x="1624172" y="63381"/>
                </a:cubicBezTo>
                <a:cubicBezTo>
                  <a:pt x="1624172" y="61018"/>
                  <a:pt x="1624467" y="58358"/>
                  <a:pt x="1625058" y="55404"/>
                </a:cubicBezTo>
                <a:cubicBezTo>
                  <a:pt x="1626831" y="46243"/>
                  <a:pt x="1630784" y="38930"/>
                  <a:pt x="1636916" y="33464"/>
                </a:cubicBezTo>
                <a:cubicBezTo>
                  <a:pt x="1643046" y="27923"/>
                  <a:pt x="1650322" y="25152"/>
                  <a:pt x="1658744" y="25152"/>
                </a:cubicBezTo>
                <a:cubicBezTo>
                  <a:pt x="1667165" y="25152"/>
                  <a:pt x="1673370" y="27923"/>
                  <a:pt x="1677359" y="33464"/>
                </a:cubicBezTo>
                <a:cubicBezTo>
                  <a:pt x="1680093" y="37305"/>
                  <a:pt x="1681460" y="41958"/>
                  <a:pt x="1681460" y="47425"/>
                </a:cubicBezTo>
                <a:close/>
                <a:moveTo>
                  <a:pt x="1749735" y="26593"/>
                </a:moveTo>
                <a:lnTo>
                  <a:pt x="1746964" y="40998"/>
                </a:lnTo>
                <a:lnTo>
                  <a:pt x="1741203" y="40998"/>
                </a:lnTo>
                <a:cubicBezTo>
                  <a:pt x="1741203" y="40776"/>
                  <a:pt x="1741221" y="40444"/>
                  <a:pt x="1741257" y="40001"/>
                </a:cubicBezTo>
                <a:cubicBezTo>
                  <a:pt x="1741294" y="39558"/>
                  <a:pt x="1741350" y="39225"/>
                  <a:pt x="1741424" y="39003"/>
                </a:cubicBezTo>
                <a:cubicBezTo>
                  <a:pt x="1741424" y="37157"/>
                  <a:pt x="1740981" y="35680"/>
                  <a:pt x="1740094" y="34572"/>
                </a:cubicBezTo>
                <a:cubicBezTo>
                  <a:pt x="1738986" y="33168"/>
                  <a:pt x="1737065" y="32467"/>
                  <a:pt x="1734332" y="32467"/>
                </a:cubicBezTo>
                <a:cubicBezTo>
                  <a:pt x="1729456" y="32467"/>
                  <a:pt x="1725357" y="34165"/>
                  <a:pt x="1722033" y="37563"/>
                </a:cubicBezTo>
                <a:cubicBezTo>
                  <a:pt x="1718709" y="41109"/>
                  <a:pt x="1716455" y="45985"/>
                  <a:pt x="1715273" y="52190"/>
                </a:cubicBezTo>
                <a:lnTo>
                  <a:pt x="1709068" y="84214"/>
                </a:lnTo>
                <a:lnTo>
                  <a:pt x="1699095" y="84214"/>
                </a:lnTo>
                <a:lnTo>
                  <a:pt x="1709179" y="32355"/>
                </a:lnTo>
                <a:lnTo>
                  <a:pt x="1699650" y="32355"/>
                </a:lnTo>
                <a:lnTo>
                  <a:pt x="1700757" y="26704"/>
                </a:lnTo>
                <a:lnTo>
                  <a:pt x="1720259" y="26704"/>
                </a:lnTo>
                <a:lnTo>
                  <a:pt x="1718266" y="36898"/>
                </a:lnTo>
                <a:cubicBezTo>
                  <a:pt x="1721072" y="32836"/>
                  <a:pt x="1724175" y="29881"/>
                  <a:pt x="1727573" y="28033"/>
                </a:cubicBezTo>
                <a:cubicBezTo>
                  <a:pt x="1731045" y="26113"/>
                  <a:pt x="1734960" y="25152"/>
                  <a:pt x="1739318" y="25152"/>
                </a:cubicBezTo>
                <a:cubicBezTo>
                  <a:pt x="1741018" y="25152"/>
                  <a:pt x="1742680" y="25263"/>
                  <a:pt x="1744306" y="25485"/>
                </a:cubicBezTo>
                <a:cubicBezTo>
                  <a:pt x="1747482" y="26150"/>
                  <a:pt x="1749292" y="26520"/>
                  <a:pt x="1749735" y="26593"/>
                </a:cubicBezTo>
                <a:close/>
                <a:moveTo>
                  <a:pt x="1823275" y="40112"/>
                </a:moveTo>
                <a:cubicBezTo>
                  <a:pt x="1823275" y="47426"/>
                  <a:pt x="1819581" y="52892"/>
                  <a:pt x="1812193" y="56512"/>
                </a:cubicBezTo>
                <a:cubicBezTo>
                  <a:pt x="1804510" y="60205"/>
                  <a:pt x="1793393" y="62089"/>
                  <a:pt x="1778841" y="62162"/>
                </a:cubicBezTo>
                <a:cubicBezTo>
                  <a:pt x="1778693" y="64010"/>
                  <a:pt x="1778656" y="65303"/>
                  <a:pt x="1778729" y="66041"/>
                </a:cubicBezTo>
                <a:cubicBezTo>
                  <a:pt x="1778729" y="69513"/>
                  <a:pt x="1779320" y="72320"/>
                  <a:pt x="1780503" y="74463"/>
                </a:cubicBezTo>
                <a:cubicBezTo>
                  <a:pt x="1782644" y="78452"/>
                  <a:pt x="1786559" y="80446"/>
                  <a:pt x="1792247" y="80446"/>
                </a:cubicBezTo>
                <a:cubicBezTo>
                  <a:pt x="1796384" y="80446"/>
                  <a:pt x="1799524" y="79819"/>
                  <a:pt x="1801666" y="78563"/>
                </a:cubicBezTo>
                <a:cubicBezTo>
                  <a:pt x="1805433" y="76199"/>
                  <a:pt x="1807687" y="73577"/>
                  <a:pt x="1808426" y="70696"/>
                </a:cubicBezTo>
                <a:lnTo>
                  <a:pt x="1815739" y="70696"/>
                </a:lnTo>
                <a:cubicBezTo>
                  <a:pt x="1814261" y="75275"/>
                  <a:pt x="1810863" y="79190"/>
                  <a:pt x="1805545" y="82440"/>
                </a:cubicBezTo>
                <a:cubicBezTo>
                  <a:pt x="1801777" y="84657"/>
                  <a:pt x="1796199" y="85766"/>
                  <a:pt x="1788813" y="85766"/>
                </a:cubicBezTo>
                <a:cubicBezTo>
                  <a:pt x="1781352" y="85766"/>
                  <a:pt x="1775627" y="82995"/>
                  <a:pt x="1771638" y="77454"/>
                </a:cubicBezTo>
                <a:cubicBezTo>
                  <a:pt x="1768830" y="73539"/>
                  <a:pt x="1767389" y="68848"/>
                  <a:pt x="1767316" y="63381"/>
                </a:cubicBezTo>
                <a:cubicBezTo>
                  <a:pt x="1767316" y="61092"/>
                  <a:pt x="1767611" y="58469"/>
                  <a:pt x="1768202" y="55514"/>
                </a:cubicBezTo>
                <a:cubicBezTo>
                  <a:pt x="1769975" y="46428"/>
                  <a:pt x="1773891" y="39078"/>
                  <a:pt x="1779948" y="33464"/>
                </a:cubicBezTo>
                <a:cubicBezTo>
                  <a:pt x="1786153" y="27923"/>
                  <a:pt x="1793540" y="25152"/>
                  <a:pt x="1802109" y="25152"/>
                </a:cubicBezTo>
                <a:cubicBezTo>
                  <a:pt x="1816220" y="25152"/>
                  <a:pt x="1823275" y="30139"/>
                  <a:pt x="1823275" y="40112"/>
                </a:cubicBezTo>
                <a:moveTo>
                  <a:pt x="1812748" y="39779"/>
                </a:moveTo>
                <a:cubicBezTo>
                  <a:pt x="1812748" y="33649"/>
                  <a:pt x="1808648" y="30546"/>
                  <a:pt x="1800447" y="30472"/>
                </a:cubicBezTo>
                <a:cubicBezTo>
                  <a:pt x="1795720" y="30472"/>
                  <a:pt x="1791620" y="32318"/>
                  <a:pt x="1788148" y="36012"/>
                </a:cubicBezTo>
                <a:cubicBezTo>
                  <a:pt x="1784898" y="39558"/>
                  <a:pt x="1782201" y="46354"/>
                  <a:pt x="1780060" y="56400"/>
                </a:cubicBezTo>
                <a:cubicBezTo>
                  <a:pt x="1791583" y="55884"/>
                  <a:pt x="1800447" y="53741"/>
                  <a:pt x="1806653" y="49973"/>
                </a:cubicBezTo>
                <a:cubicBezTo>
                  <a:pt x="1810716" y="47684"/>
                  <a:pt x="1812748" y="44286"/>
                  <a:pt x="1812748" y="39779"/>
                </a:cubicBezTo>
                <a:close/>
                <a:moveTo>
                  <a:pt x="1872907" y="103715"/>
                </a:moveTo>
                <a:cubicBezTo>
                  <a:pt x="1863008" y="98766"/>
                  <a:pt x="1856249" y="92856"/>
                  <a:pt x="1852629" y="85987"/>
                </a:cubicBezTo>
                <a:cubicBezTo>
                  <a:pt x="1847605" y="76236"/>
                  <a:pt x="1845093" y="66780"/>
                  <a:pt x="1845093" y="57619"/>
                </a:cubicBezTo>
                <a:lnTo>
                  <a:pt x="1845093" y="49863"/>
                </a:lnTo>
                <a:cubicBezTo>
                  <a:pt x="1845093" y="40703"/>
                  <a:pt x="1847605" y="31247"/>
                  <a:pt x="1852629" y="21497"/>
                </a:cubicBezTo>
                <a:cubicBezTo>
                  <a:pt x="1856249" y="14627"/>
                  <a:pt x="1863008" y="8717"/>
                  <a:pt x="1872907" y="3767"/>
                </a:cubicBezTo>
                <a:lnTo>
                  <a:pt x="1872907" y="10194"/>
                </a:lnTo>
                <a:cubicBezTo>
                  <a:pt x="1867883" y="12705"/>
                  <a:pt x="1863414" y="17655"/>
                  <a:pt x="1859499" y="25042"/>
                </a:cubicBezTo>
                <a:cubicBezTo>
                  <a:pt x="1857948" y="28071"/>
                  <a:pt x="1856950" y="31469"/>
                  <a:pt x="1856506" y="35236"/>
                </a:cubicBezTo>
                <a:cubicBezTo>
                  <a:pt x="1856063" y="39003"/>
                  <a:pt x="1855842" y="43879"/>
                  <a:pt x="1855842" y="49863"/>
                </a:cubicBezTo>
                <a:lnTo>
                  <a:pt x="1855842" y="57619"/>
                </a:lnTo>
                <a:cubicBezTo>
                  <a:pt x="1855842" y="63603"/>
                  <a:pt x="1856063" y="68479"/>
                  <a:pt x="1856506" y="72246"/>
                </a:cubicBezTo>
                <a:cubicBezTo>
                  <a:pt x="1856950" y="76013"/>
                  <a:pt x="1857948" y="79411"/>
                  <a:pt x="1859499" y="82440"/>
                </a:cubicBezTo>
                <a:cubicBezTo>
                  <a:pt x="1863414" y="89828"/>
                  <a:pt x="1867883" y="94777"/>
                  <a:pt x="1872907" y="97289"/>
                </a:cubicBezTo>
                <a:lnTo>
                  <a:pt x="1872907" y="103715"/>
                </a:lnTo>
                <a:close/>
                <a:moveTo>
                  <a:pt x="1911854" y="7646"/>
                </a:moveTo>
                <a:cubicBezTo>
                  <a:pt x="1911854" y="8162"/>
                  <a:pt x="1911818" y="8568"/>
                  <a:pt x="1911744" y="8865"/>
                </a:cubicBezTo>
                <a:cubicBezTo>
                  <a:pt x="1911375" y="10637"/>
                  <a:pt x="1910525" y="12077"/>
                  <a:pt x="1909195" y="13185"/>
                </a:cubicBezTo>
                <a:cubicBezTo>
                  <a:pt x="1907718" y="14367"/>
                  <a:pt x="1906130" y="14958"/>
                  <a:pt x="1904430" y="14958"/>
                </a:cubicBezTo>
                <a:cubicBezTo>
                  <a:pt x="1902731" y="14958"/>
                  <a:pt x="1901402" y="14367"/>
                  <a:pt x="1900441" y="13185"/>
                </a:cubicBezTo>
                <a:cubicBezTo>
                  <a:pt x="1899703" y="12373"/>
                  <a:pt x="1899334" y="11339"/>
                  <a:pt x="1899334" y="10082"/>
                </a:cubicBezTo>
                <a:cubicBezTo>
                  <a:pt x="1899334" y="9566"/>
                  <a:pt x="1899371" y="9160"/>
                  <a:pt x="1899444" y="8865"/>
                </a:cubicBezTo>
                <a:cubicBezTo>
                  <a:pt x="1899814" y="7092"/>
                  <a:pt x="1900700" y="5651"/>
                  <a:pt x="1902104" y="4543"/>
                </a:cubicBezTo>
                <a:cubicBezTo>
                  <a:pt x="1903507" y="3287"/>
                  <a:pt x="1905058" y="2660"/>
                  <a:pt x="1906758" y="2660"/>
                </a:cubicBezTo>
                <a:cubicBezTo>
                  <a:pt x="1908383" y="2660"/>
                  <a:pt x="1909712" y="3287"/>
                  <a:pt x="1910747" y="4543"/>
                </a:cubicBezTo>
                <a:cubicBezTo>
                  <a:pt x="1911485" y="5356"/>
                  <a:pt x="1911854" y="6390"/>
                  <a:pt x="1911854" y="7646"/>
                </a:cubicBezTo>
                <a:moveTo>
                  <a:pt x="1908642" y="26704"/>
                </a:moveTo>
                <a:lnTo>
                  <a:pt x="1898558" y="78451"/>
                </a:lnTo>
                <a:lnTo>
                  <a:pt x="1907977" y="78451"/>
                </a:lnTo>
                <a:lnTo>
                  <a:pt x="1906868" y="84214"/>
                </a:lnTo>
                <a:lnTo>
                  <a:pt x="1887588" y="84214"/>
                </a:lnTo>
                <a:lnTo>
                  <a:pt x="1897560" y="32467"/>
                </a:lnTo>
                <a:lnTo>
                  <a:pt x="1888031" y="32467"/>
                </a:lnTo>
                <a:lnTo>
                  <a:pt x="1889250" y="26704"/>
                </a:lnTo>
                <a:lnTo>
                  <a:pt x="1908642" y="26704"/>
                </a:lnTo>
                <a:close/>
                <a:moveTo>
                  <a:pt x="1945010" y="71915"/>
                </a:moveTo>
                <a:cubicBezTo>
                  <a:pt x="1944642" y="78046"/>
                  <a:pt x="1943202" y="83327"/>
                  <a:pt x="1940690" y="87759"/>
                </a:cubicBezTo>
                <a:cubicBezTo>
                  <a:pt x="1938030" y="92191"/>
                  <a:pt x="1934078" y="96033"/>
                  <a:pt x="1928833" y="99284"/>
                </a:cubicBezTo>
                <a:lnTo>
                  <a:pt x="1924511" y="94962"/>
                </a:lnTo>
                <a:cubicBezTo>
                  <a:pt x="1927835" y="92451"/>
                  <a:pt x="1930347" y="89533"/>
                  <a:pt x="1932047" y="86209"/>
                </a:cubicBezTo>
                <a:cubicBezTo>
                  <a:pt x="1933598" y="82810"/>
                  <a:pt x="1934373" y="78710"/>
                  <a:pt x="1934373" y="73908"/>
                </a:cubicBezTo>
                <a:lnTo>
                  <a:pt x="1934373" y="71915"/>
                </a:lnTo>
                <a:lnTo>
                  <a:pt x="1945010" y="71915"/>
                </a:lnTo>
                <a:close/>
                <a:moveTo>
                  <a:pt x="2027402" y="7646"/>
                </a:moveTo>
                <a:cubicBezTo>
                  <a:pt x="2027402" y="8162"/>
                  <a:pt x="2027365" y="8568"/>
                  <a:pt x="2027290" y="8865"/>
                </a:cubicBezTo>
                <a:cubicBezTo>
                  <a:pt x="2026921" y="10637"/>
                  <a:pt x="2026071" y="12077"/>
                  <a:pt x="2024742" y="13185"/>
                </a:cubicBezTo>
                <a:cubicBezTo>
                  <a:pt x="2023339" y="14367"/>
                  <a:pt x="2021751" y="14958"/>
                  <a:pt x="2019978" y="14958"/>
                </a:cubicBezTo>
                <a:cubicBezTo>
                  <a:pt x="2018278" y="14958"/>
                  <a:pt x="2016948" y="14367"/>
                  <a:pt x="2015987" y="13185"/>
                </a:cubicBezTo>
                <a:cubicBezTo>
                  <a:pt x="2015249" y="12373"/>
                  <a:pt x="2014880" y="11339"/>
                  <a:pt x="2014880" y="10082"/>
                </a:cubicBezTo>
                <a:cubicBezTo>
                  <a:pt x="2014880" y="9566"/>
                  <a:pt x="2014917" y="9160"/>
                  <a:pt x="2014992" y="8865"/>
                </a:cubicBezTo>
                <a:cubicBezTo>
                  <a:pt x="2015360" y="7239"/>
                  <a:pt x="2016247" y="5799"/>
                  <a:pt x="2017651" y="4543"/>
                </a:cubicBezTo>
                <a:cubicBezTo>
                  <a:pt x="2019128" y="3287"/>
                  <a:pt x="2020716" y="2660"/>
                  <a:pt x="2022416" y="2660"/>
                </a:cubicBezTo>
                <a:cubicBezTo>
                  <a:pt x="2023967" y="2660"/>
                  <a:pt x="2025259" y="3287"/>
                  <a:pt x="2026293" y="4543"/>
                </a:cubicBezTo>
                <a:cubicBezTo>
                  <a:pt x="2027032" y="5356"/>
                  <a:pt x="2027402" y="6390"/>
                  <a:pt x="2027402" y="7646"/>
                </a:cubicBezTo>
                <a:moveTo>
                  <a:pt x="2023966" y="26704"/>
                </a:moveTo>
                <a:lnTo>
                  <a:pt x="2011667" y="89864"/>
                </a:lnTo>
                <a:cubicBezTo>
                  <a:pt x="2010411" y="95701"/>
                  <a:pt x="2007751" y="100355"/>
                  <a:pt x="2003689" y="103827"/>
                </a:cubicBezTo>
                <a:cubicBezTo>
                  <a:pt x="1999552" y="107299"/>
                  <a:pt x="1994381" y="108961"/>
                  <a:pt x="1988176" y="108813"/>
                </a:cubicBezTo>
                <a:cubicBezTo>
                  <a:pt x="1985737" y="108813"/>
                  <a:pt x="1983336" y="108518"/>
                  <a:pt x="1980973" y="107927"/>
                </a:cubicBezTo>
                <a:cubicBezTo>
                  <a:pt x="1978831" y="107410"/>
                  <a:pt x="1976689" y="106523"/>
                  <a:pt x="1974546" y="105267"/>
                </a:cubicBezTo>
                <a:lnTo>
                  <a:pt x="1976873" y="93410"/>
                </a:lnTo>
                <a:lnTo>
                  <a:pt x="1981970" y="93410"/>
                </a:lnTo>
                <a:cubicBezTo>
                  <a:pt x="1981896" y="94002"/>
                  <a:pt x="1981859" y="94814"/>
                  <a:pt x="1981859" y="95848"/>
                </a:cubicBezTo>
                <a:cubicBezTo>
                  <a:pt x="1981859" y="98138"/>
                  <a:pt x="1982302" y="99874"/>
                  <a:pt x="1983189" y="101056"/>
                </a:cubicBezTo>
                <a:cubicBezTo>
                  <a:pt x="1984371" y="102681"/>
                  <a:pt x="1986439" y="103494"/>
                  <a:pt x="1989395" y="103494"/>
                </a:cubicBezTo>
                <a:cubicBezTo>
                  <a:pt x="1992644" y="103494"/>
                  <a:pt x="1995303" y="102386"/>
                  <a:pt x="1997372" y="100170"/>
                </a:cubicBezTo>
                <a:cubicBezTo>
                  <a:pt x="1999367" y="97954"/>
                  <a:pt x="2000807" y="94518"/>
                  <a:pt x="2001693" y="89864"/>
                </a:cubicBezTo>
                <a:lnTo>
                  <a:pt x="2012885" y="32467"/>
                </a:lnTo>
                <a:lnTo>
                  <a:pt x="2003467" y="32467"/>
                </a:lnTo>
                <a:lnTo>
                  <a:pt x="2004575" y="26704"/>
                </a:lnTo>
                <a:lnTo>
                  <a:pt x="2023966" y="26704"/>
                </a:lnTo>
                <a:close/>
                <a:moveTo>
                  <a:pt x="2069637" y="57619"/>
                </a:moveTo>
                <a:cubicBezTo>
                  <a:pt x="2069637" y="66927"/>
                  <a:pt x="2067162" y="76383"/>
                  <a:pt x="2062212" y="85987"/>
                </a:cubicBezTo>
                <a:cubicBezTo>
                  <a:pt x="2058667" y="92783"/>
                  <a:pt x="2051908" y="98692"/>
                  <a:pt x="2041935" y="103715"/>
                </a:cubicBezTo>
                <a:lnTo>
                  <a:pt x="2041935" y="97289"/>
                </a:lnTo>
                <a:cubicBezTo>
                  <a:pt x="2047032" y="94703"/>
                  <a:pt x="2051465" y="89753"/>
                  <a:pt x="2055233" y="82440"/>
                </a:cubicBezTo>
                <a:cubicBezTo>
                  <a:pt x="2056341" y="80372"/>
                  <a:pt x="2057172" y="77879"/>
                  <a:pt x="2057725" y="74962"/>
                </a:cubicBezTo>
                <a:cubicBezTo>
                  <a:pt x="2058280" y="72043"/>
                  <a:pt x="2058612" y="69439"/>
                  <a:pt x="2058723" y="67150"/>
                </a:cubicBezTo>
                <a:cubicBezTo>
                  <a:pt x="2058833" y="64860"/>
                  <a:pt x="2058888" y="61683"/>
                  <a:pt x="2058888" y="57619"/>
                </a:cubicBezTo>
                <a:lnTo>
                  <a:pt x="2058888" y="49863"/>
                </a:lnTo>
                <a:cubicBezTo>
                  <a:pt x="2058888" y="45800"/>
                  <a:pt x="2058833" y="42623"/>
                  <a:pt x="2058723" y="40334"/>
                </a:cubicBezTo>
                <a:cubicBezTo>
                  <a:pt x="2058612" y="38044"/>
                  <a:pt x="2058280" y="35440"/>
                  <a:pt x="2057725" y="32522"/>
                </a:cubicBezTo>
                <a:cubicBezTo>
                  <a:pt x="2057172" y="29604"/>
                  <a:pt x="2056341" y="27111"/>
                  <a:pt x="2055233" y="25042"/>
                </a:cubicBezTo>
                <a:cubicBezTo>
                  <a:pt x="2051465" y="17729"/>
                  <a:pt x="2047032" y="12780"/>
                  <a:pt x="2041935" y="10194"/>
                </a:cubicBezTo>
                <a:lnTo>
                  <a:pt x="2041935" y="3767"/>
                </a:lnTo>
                <a:cubicBezTo>
                  <a:pt x="2051908" y="8790"/>
                  <a:pt x="2058667" y="14700"/>
                  <a:pt x="2062212" y="21497"/>
                </a:cubicBezTo>
                <a:cubicBezTo>
                  <a:pt x="2067162" y="31099"/>
                  <a:pt x="2069637" y="40555"/>
                  <a:pt x="2069637" y="49863"/>
                </a:cubicBezTo>
                <a:lnTo>
                  <a:pt x="2069637" y="57619"/>
                </a:lnTo>
                <a:close/>
                <a:moveTo>
                  <a:pt x="2098944" y="100503"/>
                </a:moveTo>
                <a:lnTo>
                  <a:pt x="2091853" y="100503"/>
                </a:lnTo>
                <a:lnTo>
                  <a:pt x="2091853" y="6980"/>
                </a:lnTo>
                <a:lnTo>
                  <a:pt x="2098944" y="6980"/>
                </a:lnTo>
                <a:lnTo>
                  <a:pt x="2098944" y="1005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Text =(�">
            <a:extLst xmlns:a="http://schemas.openxmlformats.org/drawingml/2006/main">
              <a:ext uri="{FF2B5EF4-FFF2-40B4-BE49-F238E27FC236}">
                <a16:creationId xmlns:a16="http://schemas.microsoft.com/office/drawing/2014/main" id="{45FBD924-5B02-467A-B270-DEAFB0DE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213" y="6285189"/>
            <a:ext cx="233866" cy="99948"/>
          </a:xfrm>
          <a:custGeom xmlns:a="http://schemas.openxmlformats.org/drawingml/2006/main">
            <a:pathLst>
              <a:path w="233866" h="99948">
                <a:moveTo>
                  <a:pt x="69586" y="43325"/>
                </a:moveTo>
                <a:lnTo>
                  <a:pt x="0" y="43325"/>
                </a:lnTo>
                <a:lnTo>
                  <a:pt x="0" y="34462"/>
                </a:lnTo>
                <a:lnTo>
                  <a:pt x="69586" y="34462"/>
                </a:lnTo>
                <a:lnTo>
                  <a:pt x="69586" y="43325"/>
                </a:lnTo>
                <a:moveTo>
                  <a:pt x="69586" y="65488"/>
                </a:moveTo>
                <a:lnTo>
                  <a:pt x="0" y="65488"/>
                </a:lnTo>
                <a:lnTo>
                  <a:pt x="0" y="56623"/>
                </a:lnTo>
                <a:lnTo>
                  <a:pt x="69586" y="56623"/>
                </a:lnTo>
                <a:lnTo>
                  <a:pt x="69586" y="65488"/>
                </a:lnTo>
                <a:close/>
                <a:moveTo>
                  <a:pt x="150151" y="99948"/>
                </a:moveTo>
                <a:cubicBezTo>
                  <a:pt x="140252" y="94999"/>
                  <a:pt x="133493" y="89089"/>
                  <a:pt x="129873" y="82220"/>
                </a:cubicBezTo>
                <a:cubicBezTo>
                  <a:pt x="124849" y="72469"/>
                  <a:pt x="122337" y="63013"/>
                  <a:pt x="122337" y="53852"/>
                </a:cubicBezTo>
                <a:lnTo>
                  <a:pt x="122337" y="46096"/>
                </a:lnTo>
                <a:cubicBezTo>
                  <a:pt x="122337" y="36935"/>
                  <a:pt x="124849" y="27480"/>
                  <a:pt x="129873" y="17730"/>
                </a:cubicBezTo>
                <a:cubicBezTo>
                  <a:pt x="133493" y="10859"/>
                  <a:pt x="140252" y="4950"/>
                  <a:pt x="150151" y="0"/>
                </a:cubicBezTo>
                <a:lnTo>
                  <a:pt x="150151" y="6427"/>
                </a:lnTo>
                <a:cubicBezTo>
                  <a:pt x="145127" y="8938"/>
                  <a:pt x="140658" y="13888"/>
                  <a:pt x="136743" y="21275"/>
                </a:cubicBezTo>
                <a:cubicBezTo>
                  <a:pt x="135192" y="24304"/>
                  <a:pt x="134194" y="27702"/>
                  <a:pt x="133750" y="31469"/>
                </a:cubicBezTo>
                <a:cubicBezTo>
                  <a:pt x="133307" y="35236"/>
                  <a:pt x="133086" y="40112"/>
                  <a:pt x="133086" y="46096"/>
                </a:cubicBezTo>
                <a:lnTo>
                  <a:pt x="133086" y="53852"/>
                </a:lnTo>
                <a:cubicBezTo>
                  <a:pt x="133086" y="59836"/>
                  <a:pt x="133307" y="64712"/>
                  <a:pt x="133750" y="68479"/>
                </a:cubicBezTo>
                <a:cubicBezTo>
                  <a:pt x="134194" y="72246"/>
                  <a:pt x="135192" y="75644"/>
                  <a:pt x="136743" y="78673"/>
                </a:cubicBezTo>
                <a:cubicBezTo>
                  <a:pt x="140658" y="86060"/>
                  <a:pt x="145127" y="91010"/>
                  <a:pt x="150151" y="93521"/>
                </a:cubicBezTo>
                <a:lnTo>
                  <a:pt x="150151" y="99948"/>
                </a:lnTo>
                <a:close/>
                <a:moveTo>
                  <a:pt x="233866" y="22937"/>
                </a:moveTo>
                <a:lnTo>
                  <a:pt x="209266" y="49975"/>
                </a:lnTo>
                <a:lnTo>
                  <a:pt x="221677" y="73908"/>
                </a:lnTo>
                <a:lnTo>
                  <a:pt x="229322" y="73908"/>
                </a:lnTo>
                <a:lnTo>
                  <a:pt x="228103" y="80446"/>
                </a:lnTo>
                <a:lnTo>
                  <a:pt x="203504" y="80446"/>
                </a:lnTo>
                <a:lnTo>
                  <a:pt x="192313" y="58728"/>
                </a:lnTo>
                <a:lnTo>
                  <a:pt x="172478" y="80446"/>
                </a:lnTo>
                <a:lnTo>
                  <a:pt x="164832" y="80446"/>
                </a:lnTo>
                <a:lnTo>
                  <a:pt x="190208" y="52411"/>
                </a:lnTo>
                <a:lnTo>
                  <a:pt x="178128" y="29474"/>
                </a:lnTo>
                <a:lnTo>
                  <a:pt x="171702" y="29474"/>
                </a:lnTo>
                <a:lnTo>
                  <a:pt x="172921" y="22937"/>
                </a:lnTo>
                <a:lnTo>
                  <a:pt x="196413" y="22937"/>
                </a:lnTo>
                <a:lnTo>
                  <a:pt x="207271" y="43770"/>
                </a:lnTo>
                <a:lnTo>
                  <a:pt x="226108" y="22937"/>
                </a:lnTo>
                <a:lnTo>
                  <a:pt x="233866" y="22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Text �">
            <a:extLst xmlns:a="http://schemas.openxmlformats.org/drawingml/2006/main">
              <a:ext uri="{FF2B5EF4-FFF2-40B4-BE49-F238E27FC236}">
                <a16:creationId xmlns:a16="http://schemas.microsoft.com/office/drawing/2014/main" id="{54CE1CBF-3A3D-4416-AFF9-97020155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539" y="6328474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Text −�">
            <a:extLst xmlns:a="http://schemas.openxmlformats.org/drawingml/2006/main">
              <a:ext uri="{FF2B5EF4-FFF2-40B4-BE49-F238E27FC236}">
                <a16:creationId xmlns:a16="http://schemas.microsoft.com/office/drawing/2014/main" id="{4E39693B-87EF-4E27-95AC-5ED339B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510" y="6308126"/>
            <a:ext cx="180630" cy="57509"/>
          </a:xfrm>
          <a:custGeom xmlns:a="http://schemas.openxmlformats.org/drawingml/2006/main">
            <a:pathLst>
              <a:path w="180630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0" y="0"/>
                </a:moveTo>
                <a:lnTo>
                  <a:pt x="156031" y="27038"/>
                </a:lnTo>
                <a:lnTo>
                  <a:pt x="168441" y="50971"/>
                </a:lnTo>
                <a:lnTo>
                  <a:pt x="176087" y="50971"/>
                </a:lnTo>
                <a:lnTo>
                  <a:pt x="174868" y="57509"/>
                </a:lnTo>
                <a:lnTo>
                  <a:pt x="150269" y="57509"/>
                </a:lnTo>
                <a:lnTo>
                  <a:pt x="139077" y="35791"/>
                </a:lnTo>
                <a:lnTo>
                  <a:pt x="119243" y="57509"/>
                </a:lnTo>
                <a:lnTo>
                  <a:pt x="111597" y="57509"/>
                </a:lnTo>
                <a:lnTo>
                  <a:pt x="136972" y="29474"/>
                </a:lnTo>
                <a:lnTo>
                  <a:pt x="124893" y="6537"/>
                </a:lnTo>
                <a:lnTo>
                  <a:pt x="118467" y="6537"/>
                </a:lnTo>
                <a:lnTo>
                  <a:pt x="119686" y="0"/>
                </a:lnTo>
                <a:lnTo>
                  <a:pt x="143178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Text �">
            <a:extLst xmlns:a="http://schemas.openxmlformats.org/drawingml/2006/main">
              <a:ext uri="{FF2B5EF4-FFF2-40B4-BE49-F238E27FC236}">
                <a16:creationId xmlns:a16="http://schemas.microsoft.com/office/drawing/2014/main" id="{BF57CBAD-C829-49BB-AED2-2FA8978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880" y="6328474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Text )">
            <a:extLst xmlns:a="http://schemas.openxmlformats.org/drawingml/2006/main">
              <a:ext uri="{FF2B5EF4-FFF2-40B4-BE49-F238E27FC236}">
                <a16:creationId xmlns:a16="http://schemas.microsoft.com/office/drawing/2014/main" id="{C3D84F6E-C208-442A-8AA9-B2A0D93B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090" y="6285189"/>
            <a:ext cx="27702" cy="99948"/>
          </a:xfrm>
          <a:custGeom xmlns:a="http://schemas.openxmlformats.org/drawingml/2006/main">
            <a:pathLst>
              <a:path w="27702" h="99948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Text ⊺">
            <a:extLst xmlns:a="http://schemas.openxmlformats.org/drawingml/2006/main">
              <a:ext uri="{FF2B5EF4-FFF2-40B4-BE49-F238E27FC236}">
                <a16:creationId xmlns:a16="http://schemas.microsoft.com/office/drawing/2014/main" id="{2102159D-4ED5-4ED9-95FD-5A3F67DC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422" y="6270717"/>
            <a:ext cx="49280" cy="54696"/>
          </a:xfrm>
          <a:custGeom xmlns:a="http://schemas.openxmlformats.org/drawingml/2006/main">
            <a:pathLst>
              <a:path w="49280" h="54696">
                <a:moveTo>
                  <a:pt x="49280" y="6278"/>
                </a:moveTo>
                <a:lnTo>
                  <a:pt x="27780" y="6278"/>
                </a:lnTo>
                <a:lnTo>
                  <a:pt x="27780" y="54696"/>
                </a:lnTo>
                <a:lnTo>
                  <a:pt x="21502" y="54696"/>
                </a:lnTo>
                <a:lnTo>
                  <a:pt x="21502" y="6278"/>
                </a:lnTo>
                <a:lnTo>
                  <a:pt x="0" y="6278"/>
                </a:lnTo>
                <a:lnTo>
                  <a:pt x="0" y="0"/>
                </a:lnTo>
                <a:lnTo>
                  <a:pt x="49280" y="0"/>
                </a:lnTo>
                <a:lnTo>
                  <a:pt x="49280" y="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Text ((�">
            <a:extLst xmlns:a="http://schemas.openxmlformats.org/drawingml/2006/main">
              <a:ext uri="{FF2B5EF4-FFF2-40B4-BE49-F238E27FC236}">
                <a16:creationId xmlns:a16="http://schemas.microsoft.com/office/drawing/2014/main" id="{503C0EA3-E1BA-40F1-B371-F3E1136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083" y="6285189"/>
            <a:ext cx="158454" cy="99948"/>
          </a:xfrm>
          <a:custGeom xmlns:a="http://schemas.openxmlformats.org/drawingml/2006/main">
            <a:pathLst>
              <a:path w="158454" h="99948">
                <a:moveTo>
                  <a:pt x="27814" y="99948"/>
                </a:moveTo>
                <a:cubicBezTo>
                  <a:pt x="17915" y="94999"/>
                  <a:pt x="11155" y="89089"/>
                  <a:pt x="7536" y="82220"/>
                </a:cubicBezTo>
                <a:cubicBezTo>
                  <a:pt x="2512" y="72469"/>
                  <a:pt x="0" y="63013"/>
                  <a:pt x="0" y="53852"/>
                </a:cubicBezTo>
                <a:lnTo>
                  <a:pt x="0" y="46096"/>
                </a:lnTo>
                <a:cubicBezTo>
                  <a:pt x="0" y="36935"/>
                  <a:pt x="2512" y="27480"/>
                  <a:pt x="7536" y="17730"/>
                </a:cubicBezTo>
                <a:cubicBezTo>
                  <a:pt x="11155" y="10859"/>
                  <a:pt x="17915" y="4950"/>
                  <a:pt x="27814" y="0"/>
                </a:cubicBezTo>
                <a:lnTo>
                  <a:pt x="27814" y="6427"/>
                </a:lnTo>
                <a:cubicBezTo>
                  <a:pt x="22790" y="8938"/>
                  <a:pt x="18320" y="13888"/>
                  <a:pt x="14406" y="21275"/>
                </a:cubicBezTo>
                <a:cubicBezTo>
                  <a:pt x="12855" y="24304"/>
                  <a:pt x="11857" y="27702"/>
                  <a:pt x="11413" y="31469"/>
                </a:cubicBezTo>
                <a:cubicBezTo>
                  <a:pt x="10970" y="35236"/>
                  <a:pt x="10748" y="40112"/>
                  <a:pt x="10748" y="46096"/>
                </a:cubicBezTo>
                <a:lnTo>
                  <a:pt x="10748" y="53852"/>
                </a:lnTo>
                <a:cubicBezTo>
                  <a:pt x="10748" y="59836"/>
                  <a:pt x="10970" y="64712"/>
                  <a:pt x="11413" y="68479"/>
                </a:cubicBezTo>
                <a:cubicBezTo>
                  <a:pt x="11857" y="72246"/>
                  <a:pt x="12855" y="75644"/>
                  <a:pt x="14406" y="78673"/>
                </a:cubicBezTo>
                <a:cubicBezTo>
                  <a:pt x="18320" y="86060"/>
                  <a:pt x="22790" y="91010"/>
                  <a:pt x="27814" y="93521"/>
                </a:cubicBezTo>
                <a:lnTo>
                  <a:pt x="27814" y="99948"/>
                </a:lnTo>
                <a:close/>
                <a:moveTo>
                  <a:pt x="74740" y="99948"/>
                </a:moveTo>
                <a:cubicBezTo>
                  <a:pt x="64841" y="94999"/>
                  <a:pt x="58081" y="89089"/>
                  <a:pt x="54462" y="82220"/>
                </a:cubicBezTo>
                <a:cubicBezTo>
                  <a:pt x="49438" y="72469"/>
                  <a:pt x="46926" y="63013"/>
                  <a:pt x="46926" y="53852"/>
                </a:cubicBezTo>
                <a:lnTo>
                  <a:pt x="46926" y="46096"/>
                </a:lnTo>
                <a:cubicBezTo>
                  <a:pt x="46926" y="36935"/>
                  <a:pt x="49438" y="27480"/>
                  <a:pt x="54462" y="17730"/>
                </a:cubicBezTo>
                <a:cubicBezTo>
                  <a:pt x="58081" y="10859"/>
                  <a:pt x="64841" y="4950"/>
                  <a:pt x="74740" y="0"/>
                </a:cubicBezTo>
                <a:lnTo>
                  <a:pt x="74740" y="6427"/>
                </a:lnTo>
                <a:cubicBezTo>
                  <a:pt x="69716" y="8938"/>
                  <a:pt x="65247" y="13888"/>
                  <a:pt x="61332" y="21275"/>
                </a:cubicBezTo>
                <a:cubicBezTo>
                  <a:pt x="59781" y="24304"/>
                  <a:pt x="58783" y="27702"/>
                  <a:pt x="58339" y="31469"/>
                </a:cubicBezTo>
                <a:cubicBezTo>
                  <a:pt x="57896" y="35236"/>
                  <a:pt x="57675" y="40112"/>
                  <a:pt x="57675" y="46096"/>
                </a:cubicBezTo>
                <a:lnTo>
                  <a:pt x="57675" y="53852"/>
                </a:lnTo>
                <a:cubicBezTo>
                  <a:pt x="57675" y="59836"/>
                  <a:pt x="57896" y="64712"/>
                  <a:pt x="58339" y="68479"/>
                </a:cubicBezTo>
                <a:cubicBezTo>
                  <a:pt x="58783" y="72246"/>
                  <a:pt x="59781" y="75644"/>
                  <a:pt x="61332" y="78673"/>
                </a:cubicBezTo>
                <a:cubicBezTo>
                  <a:pt x="65247" y="86060"/>
                  <a:pt x="69716" y="91010"/>
                  <a:pt x="74740" y="93521"/>
                </a:cubicBezTo>
                <a:lnTo>
                  <a:pt x="74740" y="99948"/>
                </a:lnTo>
                <a:close/>
                <a:moveTo>
                  <a:pt x="158454" y="22937"/>
                </a:moveTo>
                <a:lnTo>
                  <a:pt x="133854" y="49975"/>
                </a:lnTo>
                <a:lnTo>
                  <a:pt x="146265" y="73908"/>
                </a:lnTo>
                <a:lnTo>
                  <a:pt x="153911" y="73908"/>
                </a:lnTo>
                <a:lnTo>
                  <a:pt x="152692" y="80446"/>
                </a:lnTo>
                <a:lnTo>
                  <a:pt x="128092" y="80446"/>
                </a:lnTo>
                <a:lnTo>
                  <a:pt x="116901" y="58728"/>
                </a:lnTo>
                <a:lnTo>
                  <a:pt x="97066" y="80446"/>
                </a:lnTo>
                <a:lnTo>
                  <a:pt x="89420" y="80446"/>
                </a:lnTo>
                <a:lnTo>
                  <a:pt x="114796" y="52411"/>
                </a:lnTo>
                <a:lnTo>
                  <a:pt x="102717" y="29474"/>
                </a:lnTo>
                <a:lnTo>
                  <a:pt x="96290" y="29474"/>
                </a:lnTo>
                <a:lnTo>
                  <a:pt x="97509" y="22937"/>
                </a:lnTo>
                <a:lnTo>
                  <a:pt x="121001" y="22937"/>
                </a:lnTo>
                <a:lnTo>
                  <a:pt x="131859" y="43770"/>
                </a:lnTo>
                <a:lnTo>
                  <a:pt x="150696" y="22937"/>
                </a:lnTo>
                <a:lnTo>
                  <a:pt x="158454" y="22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Text �">
            <a:extLst xmlns:a="http://schemas.openxmlformats.org/drawingml/2006/main">
              <a:ext uri="{FF2B5EF4-FFF2-40B4-BE49-F238E27FC236}">
                <a16:creationId xmlns:a16="http://schemas.microsoft.com/office/drawing/2014/main" id="{A86AB430-9CC5-4C4C-A171-CBEFAF5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997" y="6328474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Text −�">
            <a:extLst xmlns:a="http://schemas.openxmlformats.org/drawingml/2006/main">
              <a:ext uri="{FF2B5EF4-FFF2-40B4-BE49-F238E27FC236}">
                <a16:creationId xmlns:a16="http://schemas.microsoft.com/office/drawing/2014/main" id="{66E74AD5-C9D5-4CA1-B645-C74C9B41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969" y="6308126"/>
            <a:ext cx="180631" cy="57509"/>
          </a:xfrm>
          <a:custGeom xmlns:a="http://schemas.openxmlformats.org/drawingml/2006/main">
            <a:pathLst>
              <a:path w="180631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1" y="0"/>
                </a:moveTo>
                <a:lnTo>
                  <a:pt x="156031" y="27038"/>
                </a:lnTo>
                <a:lnTo>
                  <a:pt x="168442" y="50971"/>
                </a:lnTo>
                <a:lnTo>
                  <a:pt x="176088" y="50971"/>
                </a:lnTo>
                <a:lnTo>
                  <a:pt x="174868" y="57509"/>
                </a:lnTo>
                <a:lnTo>
                  <a:pt x="150269" y="57509"/>
                </a:lnTo>
                <a:lnTo>
                  <a:pt x="139078" y="35791"/>
                </a:lnTo>
                <a:lnTo>
                  <a:pt x="119243" y="57509"/>
                </a:lnTo>
                <a:lnTo>
                  <a:pt x="111597" y="57509"/>
                </a:lnTo>
                <a:lnTo>
                  <a:pt x="136973" y="29474"/>
                </a:lnTo>
                <a:lnTo>
                  <a:pt x="124894" y="6537"/>
                </a:lnTo>
                <a:lnTo>
                  <a:pt x="118467" y="6537"/>
                </a:lnTo>
                <a:lnTo>
                  <a:pt x="119686" y="0"/>
                </a:lnTo>
                <a:lnTo>
                  <a:pt x="143178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Text �">
            <a:extLst xmlns:a="http://schemas.openxmlformats.org/drawingml/2006/main">
              <a:ext uri="{FF2B5EF4-FFF2-40B4-BE49-F238E27FC236}">
                <a16:creationId xmlns:a16="http://schemas.microsoft.com/office/drawing/2014/main" id="{D3E43D52-E4B8-4638-B806-DAA1A14A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338" y="6328474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Text )⨀�)+|(�">
            <a:extLst xmlns:a="http://schemas.openxmlformats.org/drawingml/2006/main">
              <a:ext uri="{FF2B5EF4-FFF2-40B4-BE49-F238E27FC236}">
                <a16:creationId xmlns:a16="http://schemas.microsoft.com/office/drawing/2014/main" id="{9DF182F1-25C3-49FD-BAD3-10EB7172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549" y="6281421"/>
            <a:ext cx="551932" cy="107151"/>
          </a:xfrm>
          <a:custGeom xmlns:a="http://schemas.openxmlformats.org/drawingml/2006/main">
            <a:pathLst>
              <a:path w="551932" h="107151">
                <a:moveTo>
                  <a:pt x="27702" y="57619"/>
                </a:moveTo>
                <a:cubicBezTo>
                  <a:pt x="27702" y="66927"/>
                  <a:pt x="25227" y="76383"/>
                  <a:pt x="20278" y="85987"/>
                </a:cubicBezTo>
                <a:cubicBezTo>
                  <a:pt x="16733" y="92783"/>
                  <a:pt x="9973" y="98692"/>
                  <a:pt x="0" y="103715"/>
                </a:cubicBezTo>
                <a:lnTo>
                  <a:pt x="0" y="97289"/>
                </a:lnTo>
                <a:cubicBezTo>
                  <a:pt x="5097" y="94703"/>
                  <a:pt x="9530" y="89753"/>
                  <a:pt x="13298" y="82440"/>
                </a:cubicBezTo>
                <a:cubicBezTo>
                  <a:pt x="14406" y="80372"/>
                  <a:pt x="15237" y="77879"/>
                  <a:pt x="15790" y="74962"/>
                </a:cubicBezTo>
                <a:cubicBezTo>
                  <a:pt x="16345" y="72043"/>
                  <a:pt x="16677" y="69439"/>
                  <a:pt x="16788" y="67150"/>
                </a:cubicBezTo>
                <a:cubicBezTo>
                  <a:pt x="16898" y="64860"/>
                  <a:pt x="16954" y="61683"/>
                  <a:pt x="16954" y="57619"/>
                </a:cubicBezTo>
                <a:lnTo>
                  <a:pt x="16954" y="49863"/>
                </a:lnTo>
                <a:cubicBezTo>
                  <a:pt x="16954" y="45800"/>
                  <a:pt x="16898" y="42623"/>
                  <a:pt x="16788" y="40334"/>
                </a:cubicBezTo>
                <a:cubicBezTo>
                  <a:pt x="16677" y="38044"/>
                  <a:pt x="16345" y="35440"/>
                  <a:pt x="15790" y="32522"/>
                </a:cubicBezTo>
                <a:cubicBezTo>
                  <a:pt x="15237" y="29604"/>
                  <a:pt x="14406" y="27111"/>
                  <a:pt x="13298" y="25042"/>
                </a:cubicBezTo>
                <a:cubicBezTo>
                  <a:pt x="9530" y="17729"/>
                  <a:pt x="5097" y="12780"/>
                  <a:pt x="0" y="10194"/>
                </a:cubicBezTo>
                <a:lnTo>
                  <a:pt x="0" y="3767"/>
                </a:lnTo>
                <a:cubicBezTo>
                  <a:pt x="9973" y="8790"/>
                  <a:pt x="16733" y="14700"/>
                  <a:pt x="20278" y="21497"/>
                </a:cubicBezTo>
                <a:cubicBezTo>
                  <a:pt x="25227" y="31099"/>
                  <a:pt x="27702" y="40555"/>
                  <a:pt x="27702" y="49863"/>
                </a:cubicBezTo>
                <a:lnTo>
                  <a:pt x="27702" y="57619"/>
                </a:lnTo>
                <a:close/>
                <a:moveTo>
                  <a:pt x="149590" y="26926"/>
                </a:moveTo>
                <a:cubicBezTo>
                  <a:pt x="154356" y="35125"/>
                  <a:pt x="156738" y="44064"/>
                  <a:pt x="156738" y="53742"/>
                </a:cubicBezTo>
                <a:cubicBezTo>
                  <a:pt x="156738" y="63419"/>
                  <a:pt x="154356" y="72358"/>
                  <a:pt x="149590" y="80558"/>
                </a:cubicBezTo>
                <a:cubicBezTo>
                  <a:pt x="144825" y="88757"/>
                  <a:pt x="138343" y="95239"/>
                  <a:pt x="130142" y="100004"/>
                </a:cubicBezTo>
                <a:cubicBezTo>
                  <a:pt x="121943" y="104769"/>
                  <a:pt x="113005" y="107151"/>
                  <a:pt x="103328" y="107151"/>
                </a:cubicBezTo>
                <a:cubicBezTo>
                  <a:pt x="93651" y="107151"/>
                  <a:pt x="84712" y="104769"/>
                  <a:pt x="76512" y="100004"/>
                </a:cubicBezTo>
                <a:cubicBezTo>
                  <a:pt x="68312" y="95239"/>
                  <a:pt x="61831" y="88757"/>
                  <a:pt x="57066" y="80558"/>
                </a:cubicBezTo>
                <a:cubicBezTo>
                  <a:pt x="52301" y="72358"/>
                  <a:pt x="49919" y="63419"/>
                  <a:pt x="49919" y="53742"/>
                </a:cubicBezTo>
                <a:cubicBezTo>
                  <a:pt x="49919" y="44064"/>
                  <a:pt x="52301" y="35125"/>
                  <a:pt x="57066" y="26926"/>
                </a:cubicBezTo>
                <a:cubicBezTo>
                  <a:pt x="61831" y="18726"/>
                  <a:pt x="68312" y="12243"/>
                  <a:pt x="76512" y="7478"/>
                </a:cubicBezTo>
                <a:cubicBezTo>
                  <a:pt x="84712" y="2714"/>
                  <a:pt x="93651" y="331"/>
                  <a:pt x="103328" y="331"/>
                </a:cubicBezTo>
                <a:cubicBezTo>
                  <a:pt x="113005" y="331"/>
                  <a:pt x="121943" y="2714"/>
                  <a:pt x="130142" y="7478"/>
                </a:cubicBezTo>
                <a:cubicBezTo>
                  <a:pt x="138343" y="12243"/>
                  <a:pt x="144825" y="18726"/>
                  <a:pt x="149590" y="26926"/>
                </a:cubicBezTo>
                <a:moveTo>
                  <a:pt x="108426" y="48644"/>
                </a:moveTo>
                <a:cubicBezTo>
                  <a:pt x="109829" y="50048"/>
                  <a:pt x="110531" y="51747"/>
                  <a:pt x="110531" y="53742"/>
                </a:cubicBezTo>
                <a:cubicBezTo>
                  <a:pt x="110531" y="55736"/>
                  <a:pt x="109829" y="57435"/>
                  <a:pt x="108426" y="58838"/>
                </a:cubicBezTo>
                <a:cubicBezTo>
                  <a:pt x="107022" y="60241"/>
                  <a:pt x="105323" y="60943"/>
                  <a:pt x="103328" y="60943"/>
                </a:cubicBezTo>
                <a:cubicBezTo>
                  <a:pt x="101334" y="60943"/>
                  <a:pt x="99635" y="60241"/>
                  <a:pt x="98230" y="58838"/>
                </a:cubicBezTo>
                <a:cubicBezTo>
                  <a:pt x="96827" y="57435"/>
                  <a:pt x="96125" y="55736"/>
                  <a:pt x="96125" y="53742"/>
                </a:cubicBezTo>
                <a:cubicBezTo>
                  <a:pt x="96125" y="51747"/>
                  <a:pt x="96827" y="50048"/>
                  <a:pt x="98230" y="48644"/>
                </a:cubicBezTo>
                <a:cubicBezTo>
                  <a:pt x="99635" y="47241"/>
                  <a:pt x="101334" y="46539"/>
                  <a:pt x="103328" y="46539"/>
                </a:cubicBezTo>
                <a:cubicBezTo>
                  <a:pt x="105323" y="46539"/>
                  <a:pt x="107022" y="47241"/>
                  <a:pt x="108426" y="48644"/>
                </a:cubicBezTo>
                <a:moveTo>
                  <a:pt x="134354" y="84768"/>
                </a:moveTo>
                <a:cubicBezTo>
                  <a:pt x="142923" y="76199"/>
                  <a:pt x="147207" y="65857"/>
                  <a:pt x="147207" y="53742"/>
                </a:cubicBezTo>
                <a:cubicBezTo>
                  <a:pt x="147207" y="41627"/>
                  <a:pt x="142923" y="31285"/>
                  <a:pt x="134354" y="22716"/>
                </a:cubicBezTo>
                <a:cubicBezTo>
                  <a:pt x="125785" y="14146"/>
                  <a:pt x="115443" y="9861"/>
                  <a:pt x="103328" y="9861"/>
                </a:cubicBezTo>
                <a:cubicBezTo>
                  <a:pt x="91213" y="9861"/>
                  <a:pt x="80871" y="14146"/>
                  <a:pt x="72302" y="22716"/>
                </a:cubicBezTo>
                <a:cubicBezTo>
                  <a:pt x="63733" y="31285"/>
                  <a:pt x="59448" y="41627"/>
                  <a:pt x="59448" y="53742"/>
                </a:cubicBezTo>
                <a:cubicBezTo>
                  <a:pt x="59448" y="65857"/>
                  <a:pt x="63733" y="76199"/>
                  <a:pt x="72302" y="84768"/>
                </a:cubicBezTo>
                <a:cubicBezTo>
                  <a:pt x="80871" y="93337"/>
                  <a:pt x="91213" y="97622"/>
                  <a:pt x="103328" y="97622"/>
                </a:cubicBezTo>
                <a:cubicBezTo>
                  <a:pt x="115443" y="97622"/>
                  <a:pt x="125785" y="93337"/>
                  <a:pt x="134354" y="84768"/>
                </a:cubicBezTo>
                <a:close/>
                <a:moveTo>
                  <a:pt x="209704" y="0"/>
                </a:moveTo>
                <a:lnTo>
                  <a:pt x="194524" y="77675"/>
                </a:lnTo>
                <a:lnTo>
                  <a:pt x="202834" y="77675"/>
                </a:lnTo>
                <a:lnTo>
                  <a:pt x="201503" y="84214"/>
                </a:lnTo>
                <a:lnTo>
                  <a:pt x="174134" y="84214"/>
                </a:lnTo>
                <a:lnTo>
                  <a:pt x="189204" y="6537"/>
                </a:lnTo>
                <a:lnTo>
                  <a:pt x="181116" y="6537"/>
                </a:lnTo>
                <a:lnTo>
                  <a:pt x="182335" y="0"/>
                </a:lnTo>
                <a:lnTo>
                  <a:pt x="209704" y="0"/>
                </a:lnTo>
                <a:close/>
                <a:moveTo>
                  <a:pt x="252079" y="57619"/>
                </a:moveTo>
                <a:cubicBezTo>
                  <a:pt x="252079" y="66927"/>
                  <a:pt x="249604" y="76383"/>
                  <a:pt x="244654" y="85987"/>
                </a:cubicBezTo>
                <a:cubicBezTo>
                  <a:pt x="241109" y="92783"/>
                  <a:pt x="234350" y="98692"/>
                  <a:pt x="224377" y="103715"/>
                </a:cubicBezTo>
                <a:lnTo>
                  <a:pt x="224377" y="97289"/>
                </a:lnTo>
                <a:cubicBezTo>
                  <a:pt x="229474" y="94703"/>
                  <a:pt x="233907" y="89753"/>
                  <a:pt x="237675" y="82440"/>
                </a:cubicBezTo>
                <a:cubicBezTo>
                  <a:pt x="238783" y="80372"/>
                  <a:pt x="239614" y="77879"/>
                  <a:pt x="240167" y="74962"/>
                </a:cubicBezTo>
                <a:cubicBezTo>
                  <a:pt x="240722" y="72043"/>
                  <a:pt x="241054" y="69439"/>
                  <a:pt x="241165" y="67150"/>
                </a:cubicBezTo>
                <a:cubicBezTo>
                  <a:pt x="241275" y="64860"/>
                  <a:pt x="241330" y="61683"/>
                  <a:pt x="241330" y="57619"/>
                </a:cubicBezTo>
                <a:lnTo>
                  <a:pt x="241330" y="49863"/>
                </a:lnTo>
                <a:cubicBezTo>
                  <a:pt x="241330" y="45800"/>
                  <a:pt x="241275" y="42623"/>
                  <a:pt x="241165" y="40334"/>
                </a:cubicBezTo>
                <a:cubicBezTo>
                  <a:pt x="241054" y="38044"/>
                  <a:pt x="240722" y="35440"/>
                  <a:pt x="240167" y="32522"/>
                </a:cubicBezTo>
                <a:cubicBezTo>
                  <a:pt x="239614" y="29604"/>
                  <a:pt x="238783" y="27111"/>
                  <a:pt x="237675" y="25042"/>
                </a:cubicBezTo>
                <a:cubicBezTo>
                  <a:pt x="233907" y="17729"/>
                  <a:pt x="229474" y="12780"/>
                  <a:pt x="224377" y="10194"/>
                </a:cubicBezTo>
                <a:lnTo>
                  <a:pt x="224377" y="3767"/>
                </a:lnTo>
                <a:cubicBezTo>
                  <a:pt x="234350" y="8790"/>
                  <a:pt x="241109" y="14700"/>
                  <a:pt x="244654" y="21497"/>
                </a:cubicBezTo>
                <a:cubicBezTo>
                  <a:pt x="249604" y="31099"/>
                  <a:pt x="252079" y="40555"/>
                  <a:pt x="252079" y="49863"/>
                </a:cubicBezTo>
                <a:lnTo>
                  <a:pt x="252079" y="57619"/>
                </a:lnTo>
                <a:close/>
                <a:moveTo>
                  <a:pt x="368725" y="58174"/>
                </a:moveTo>
                <a:lnTo>
                  <a:pt x="338365" y="58174"/>
                </a:lnTo>
                <a:lnTo>
                  <a:pt x="338365" y="88535"/>
                </a:lnTo>
                <a:lnTo>
                  <a:pt x="329500" y="88535"/>
                </a:lnTo>
                <a:lnTo>
                  <a:pt x="329500" y="58174"/>
                </a:lnTo>
                <a:lnTo>
                  <a:pt x="299138" y="58174"/>
                </a:lnTo>
                <a:lnTo>
                  <a:pt x="299138" y="49309"/>
                </a:lnTo>
                <a:lnTo>
                  <a:pt x="329500" y="49309"/>
                </a:lnTo>
                <a:lnTo>
                  <a:pt x="329500" y="18947"/>
                </a:lnTo>
                <a:lnTo>
                  <a:pt x="338365" y="18947"/>
                </a:lnTo>
                <a:lnTo>
                  <a:pt x="338365" y="49309"/>
                </a:lnTo>
                <a:lnTo>
                  <a:pt x="368725" y="49309"/>
                </a:lnTo>
                <a:lnTo>
                  <a:pt x="368725" y="58174"/>
                </a:lnTo>
                <a:close/>
                <a:moveTo>
                  <a:pt x="418221" y="100503"/>
                </a:moveTo>
                <a:lnTo>
                  <a:pt x="411129" y="100503"/>
                </a:lnTo>
                <a:lnTo>
                  <a:pt x="411129" y="6980"/>
                </a:lnTo>
                <a:lnTo>
                  <a:pt x="418221" y="6980"/>
                </a:lnTo>
                <a:lnTo>
                  <a:pt x="418221" y="100503"/>
                </a:lnTo>
                <a:close/>
                <a:moveTo>
                  <a:pt x="468218" y="103715"/>
                </a:moveTo>
                <a:cubicBezTo>
                  <a:pt x="458319" y="98766"/>
                  <a:pt x="451559" y="92856"/>
                  <a:pt x="447940" y="85987"/>
                </a:cubicBezTo>
                <a:cubicBezTo>
                  <a:pt x="442916" y="76236"/>
                  <a:pt x="440404" y="66780"/>
                  <a:pt x="440404" y="57619"/>
                </a:cubicBezTo>
                <a:lnTo>
                  <a:pt x="440404" y="49863"/>
                </a:lnTo>
                <a:cubicBezTo>
                  <a:pt x="440404" y="40703"/>
                  <a:pt x="442916" y="31247"/>
                  <a:pt x="447940" y="21497"/>
                </a:cubicBezTo>
                <a:cubicBezTo>
                  <a:pt x="451559" y="14627"/>
                  <a:pt x="458319" y="8717"/>
                  <a:pt x="468218" y="3767"/>
                </a:cubicBezTo>
                <a:lnTo>
                  <a:pt x="468218" y="10194"/>
                </a:lnTo>
                <a:cubicBezTo>
                  <a:pt x="463194" y="12705"/>
                  <a:pt x="458724" y="17655"/>
                  <a:pt x="454810" y="25042"/>
                </a:cubicBezTo>
                <a:cubicBezTo>
                  <a:pt x="453259" y="28071"/>
                  <a:pt x="452261" y="31469"/>
                  <a:pt x="451817" y="35236"/>
                </a:cubicBezTo>
                <a:cubicBezTo>
                  <a:pt x="451374" y="39003"/>
                  <a:pt x="451153" y="43879"/>
                  <a:pt x="451153" y="49863"/>
                </a:cubicBezTo>
                <a:lnTo>
                  <a:pt x="451153" y="57619"/>
                </a:lnTo>
                <a:cubicBezTo>
                  <a:pt x="451153" y="63603"/>
                  <a:pt x="451374" y="68479"/>
                  <a:pt x="451817" y="72246"/>
                </a:cubicBezTo>
                <a:cubicBezTo>
                  <a:pt x="452261" y="76013"/>
                  <a:pt x="453259" y="79411"/>
                  <a:pt x="454810" y="82440"/>
                </a:cubicBezTo>
                <a:cubicBezTo>
                  <a:pt x="458724" y="89828"/>
                  <a:pt x="463194" y="94777"/>
                  <a:pt x="468218" y="97289"/>
                </a:cubicBezTo>
                <a:lnTo>
                  <a:pt x="468218" y="103715"/>
                </a:lnTo>
                <a:close/>
                <a:moveTo>
                  <a:pt x="551932" y="26704"/>
                </a:moveTo>
                <a:lnTo>
                  <a:pt x="527333" y="53742"/>
                </a:lnTo>
                <a:lnTo>
                  <a:pt x="539743" y="77675"/>
                </a:lnTo>
                <a:lnTo>
                  <a:pt x="547389" y="77675"/>
                </a:lnTo>
                <a:lnTo>
                  <a:pt x="546170" y="84214"/>
                </a:lnTo>
                <a:lnTo>
                  <a:pt x="521570" y="84214"/>
                </a:lnTo>
                <a:lnTo>
                  <a:pt x="510379" y="62495"/>
                </a:lnTo>
                <a:lnTo>
                  <a:pt x="490544" y="84214"/>
                </a:lnTo>
                <a:lnTo>
                  <a:pt x="482898" y="84214"/>
                </a:lnTo>
                <a:lnTo>
                  <a:pt x="508274" y="56178"/>
                </a:lnTo>
                <a:lnTo>
                  <a:pt x="496195" y="33241"/>
                </a:lnTo>
                <a:lnTo>
                  <a:pt x="489768" y="33241"/>
                </a:lnTo>
                <a:lnTo>
                  <a:pt x="490987" y="26704"/>
                </a:lnTo>
                <a:lnTo>
                  <a:pt x="514479" y="26704"/>
                </a:lnTo>
                <a:lnTo>
                  <a:pt x="525337" y="47537"/>
                </a:lnTo>
                <a:lnTo>
                  <a:pt x="544175" y="26704"/>
                </a:lnTo>
                <a:lnTo>
                  <a:pt x="551932" y="26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Text �">
            <a:extLst xmlns:a="http://schemas.openxmlformats.org/drawingml/2006/main">
              <a:ext uri="{FF2B5EF4-FFF2-40B4-BE49-F238E27FC236}">
                <a16:creationId xmlns:a16="http://schemas.microsoft.com/office/drawing/2014/main" id="{86D3C08A-95D2-4E6F-9279-593A516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942" y="6328474"/>
            <a:ext cx="40727" cy="77060"/>
          </a:xfrm>
          <a:custGeom xmlns:a="http://schemas.openxmlformats.org/drawingml/2006/main">
            <a:pathLst>
              <a:path w="40727" h="77060">
                <a:moveTo>
                  <a:pt x="40727" y="5885"/>
                </a:moveTo>
                <a:cubicBezTo>
                  <a:pt x="40727" y="6147"/>
                  <a:pt x="40675" y="6644"/>
                  <a:pt x="40570" y="7376"/>
                </a:cubicBezTo>
                <a:cubicBezTo>
                  <a:pt x="40204" y="9364"/>
                  <a:pt x="39158" y="11090"/>
                  <a:pt x="37432" y="12555"/>
                </a:cubicBezTo>
                <a:cubicBezTo>
                  <a:pt x="35810" y="13968"/>
                  <a:pt x="33952" y="14674"/>
                  <a:pt x="31859" y="14674"/>
                </a:cubicBezTo>
                <a:cubicBezTo>
                  <a:pt x="29767" y="14674"/>
                  <a:pt x="28172" y="13968"/>
                  <a:pt x="27073" y="12555"/>
                </a:cubicBezTo>
                <a:cubicBezTo>
                  <a:pt x="26288" y="11614"/>
                  <a:pt x="25844" y="10384"/>
                  <a:pt x="25739" y="8867"/>
                </a:cubicBezTo>
                <a:cubicBezTo>
                  <a:pt x="25739" y="8606"/>
                  <a:pt x="25792" y="8109"/>
                  <a:pt x="25896" y="7376"/>
                </a:cubicBezTo>
                <a:cubicBezTo>
                  <a:pt x="26263" y="5336"/>
                  <a:pt x="27309" y="3583"/>
                  <a:pt x="29035" y="2118"/>
                </a:cubicBezTo>
                <a:cubicBezTo>
                  <a:pt x="30761" y="706"/>
                  <a:pt x="32671" y="0"/>
                  <a:pt x="34763" y="0"/>
                </a:cubicBezTo>
                <a:cubicBezTo>
                  <a:pt x="36751" y="0"/>
                  <a:pt x="38321" y="732"/>
                  <a:pt x="39472" y="2197"/>
                </a:cubicBezTo>
                <a:cubicBezTo>
                  <a:pt x="40309" y="3191"/>
                  <a:pt x="40727" y="4420"/>
                  <a:pt x="40727" y="5885"/>
                </a:cubicBezTo>
                <a:moveTo>
                  <a:pt x="38766" y="18912"/>
                </a:moveTo>
                <a:lnTo>
                  <a:pt x="29977" y="64426"/>
                </a:lnTo>
                <a:cubicBezTo>
                  <a:pt x="29192" y="68559"/>
                  <a:pt x="27100" y="71697"/>
                  <a:pt x="23699" y="73842"/>
                </a:cubicBezTo>
                <a:cubicBezTo>
                  <a:pt x="20298" y="75987"/>
                  <a:pt x="15747" y="77060"/>
                  <a:pt x="10045" y="77060"/>
                </a:cubicBezTo>
                <a:cubicBezTo>
                  <a:pt x="8737" y="77060"/>
                  <a:pt x="7115" y="76929"/>
                  <a:pt x="5179" y="76667"/>
                </a:cubicBezTo>
                <a:cubicBezTo>
                  <a:pt x="3767" y="76458"/>
                  <a:pt x="2040" y="76092"/>
                  <a:pt x="0" y="75569"/>
                </a:cubicBezTo>
                <a:lnTo>
                  <a:pt x="1648" y="66937"/>
                </a:lnTo>
                <a:lnTo>
                  <a:pt x="6042" y="66937"/>
                </a:lnTo>
                <a:lnTo>
                  <a:pt x="5807" y="68977"/>
                </a:lnTo>
                <a:cubicBezTo>
                  <a:pt x="5807" y="70024"/>
                  <a:pt x="5990" y="70834"/>
                  <a:pt x="6356" y="71409"/>
                </a:cubicBezTo>
                <a:cubicBezTo>
                  <a:pt x="6931" y="72299"/>
                  <a:pt x="8056" y="72744"/>
                  <a:pt x="9730" y="72744"/>
                </a:cubicBezTo>
                <a:cubicBezTo>
                  <a:pt x="11561" y="72744"/>
                  <a:pt x="13000" y="72142"/>
                  <a:pt x="14047" y="70939"/>
                </a:cubicBezTo>
                <a:cubicBezTo>
                  <a:pt x="15041" y="69788"/>
                  <a:pt x="15825" y="67617"/>
                  <a:pt x="16401" y="64426"/>
                </a:cubicBezTo>
                <a:lnTo>
                  <a:pt x="24326" y="23541"/>
                </a:lnTo>
                <a:lnTo>
                  <a:pt x="18519" y="23541"/>
                </a:lnTo>
                <a:lnTo>
                  <a:pt x="19461" y="18912"/>
                </a:lnTo>
                <a:lnTo>
                  <a:pt x="38766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Text −�">
            <a:extLst xmlns:a="http://schemas.openxmlformats.org/drawingml/2006/main">
              <a:ext uri="{FF2B5EF4-FFF2-40B4-BE49-F238E27FC236}">
                <a16:creationId xmlns:a16="http://schemas.microsoft.com/office/drawing/2014/main" id="{EF23667C-E6F8-41DC-A500-BA6B0C8F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914" y="6308126"/>
            <a:ext cx="180630" cy="57509"/>
          </a:xfrm>
          <a:custGeom xmlns:a="http://schemas.openxmlformats.org/drawingml/2006/main">
            <a:pathLst>
              <a:path w="180630" h="57509">
                <a:moveTo>
                  <a:pt x="69586" y="31469"/>
                </a:moveTo>
                <a:lnTo>
                  <a:pt x="0" y="31469"/>
                </a:lnTo>
                <a:lnTo>
                  <a:pt x="0" y="22604"/>
                </a:lnTo>
                <a:lnTo>
                  <a:pt x="69586" y="22604"/>
                </a:lnTo>
                <a:lnTo>
                  <a:pt x="69586" y="31469"/>
                </a:lnTo>
                <a:close/>
                <a:moveTo>
                  <a:pt x="180630" y="0"/>
                </a:moveTo>
                <a:lnTo>
                  <a:pt x="156031" y="27038"/>
                </a:lnTo>
                <a:lnTo>
                  <a:pt x="168441" y="50971"/>
                </a:lnTo>
                <a:lnTo>
                  <a:pt x="176087" y="50971"/>
                </a:lnTo>
                <a:lnTo>
                  <a:pt x="174868" y="57509"/>
                </a:lnTo>
                <a:lnTo>
                  <a:pt x="150268" y="57509"/>
                </a:lnTo>
                <a:lnTo>
                  <a:pt x="139077" y="35791"/>
                </a:lnTo>
                <a:lnTo>
                  <a:pt x="119242" y="57509"/>
                </a:lnTo>
                <a:lnTo>
                  <a:pt x="111597" y="57509"/>
                </a:lnTo>
                <a:lnTo>
                  <a:pt x="136972" y="29474"/>
                </a:lnTo>
                <a:lnTo>
                  <a:pt x="124893" y="6537"/>
                </a:lnTo>
                <a:lnTo>
                  <a:pt x="118466" y="6537"/>
                </a:lnTo>
                <a:lnTo>
                  <a:pt x="119685" y="0"/>
                </a:lnTo>
                <a:lnTo>
                  <a:pt x="143177" y="0"/>
                </a:lnTo>
                <a:lnTo>
                  <a:pt x="154036" y="20832"/>
                </a:lnTo>
                <a:lnTo>
                  <a:pt x="172873" y="0"/>
                </a:lnTo>
                <a:lnTo>
                  <a:pt x="18063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Text �">
            <a:extLst xmlns:a="http://schemas.openxmlformats.org/drawingml/2006/main">
              <a:ext uri="{FF2B5EF4-FFF2-40B4-BE49-F238E27FC236}">
                <a16:creationId xmlns:a16="http://schemas.microsoft.com/office/drawing/2014/main" id="{4D761FEE-E9F2-4DCD-89AE-2B4DD799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83" y="6328474"/>
            <a:ext cx="23699" cy="59639"/>
          </a:xfrm>
          <a:custGeom xmlns:a="http://schemas.openxmlformats.org/drawingml/2006/main">
            <a:pathLst>
              <a:path w="23699" h="59639">
                <a:moveTo>
                  <a:pt x="23699" y="5806"/>
                </a:moveTo>
                <a:cubicBezTo>
                  <a:pt x="23699" y="6121"/>
                  <a:pt x="23647" y="6644"/>
                  <a:pt x="23542" y="7376"/>
                </a:cubicBezTo>
                <a:cubicBezTo>
                  <a:pt x="23123" y="9416"/>
                  <a:pt x="22103" y="11143"/>
                  <a:pt x="20481" y="12555"/>
                </a:cubicBezTo>
                <a:cubicBezTo>
                  <a:pt x="18859" y="13968"/>
                  <a:pt x="17002" y="14674"/>
                  <a:pt x="14909" y="14674"/>
                </a:cubicBezTo>
                <a:cubicBezTo>
                  <a:pt x="12817" y="14674"/>
                  <a:pt x="11195" y="13968"/>
                  <a:pt x="10044" y="12555"/>
                </a:cubicBezTo>
                <a:cubicBezTo>
                  <a:pt x="9259" y="11614"/>
                  <a:pt x="8814" y="10384"/>
                  <a:pt x="8710" y="8867"/>
                </a:cubicBezTo>
                <a:cubicBezTo>
                  <a:pt x="8710" y="8606"/>
                  <a:pt x="8762" y="8109"/>
                  <a:pt x="8867" y="7376"/>
                </a:cubicBezTo>
                <a:cubicBezTo>
                  <a:pt x="9233" y="5336"/>
                  <a:pt x="10306" y="3583"/>
                  <a:pt x="12084" y="2118"/>
                </a:cubicBezTo>
                <a:cubicBezTo>
                  <a:pt x="13759" y="706"/>
                  <a:pt x="15642" y="0"/>
                  <a:pt x="17735" y="0"/>
                </a:cubicBezTo>
                <a:cubicBezTo>
                  <a:pt x="19775" y="0"/>
                  <a:pt x="21344" y="706"/>
                  <a:pt x="22443" y="2118"/>
                </a:cubicBezTo>
                <a:cubicBezTo>
                  <a:pt x="23280" y="3112"/>
                  <a:pt x="23699" y="4341"/>
                  <a:pt x="23699" y="5806"/>
                </a:cubicBezTo>
                <a:moveTo>
                  <a:pt x="21502" y="18912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6984" y="23541"/>
                </a:lnTo>
                <a:lnTo>
                  <a:pt x="1255" y="23541"/>
                </a:lnTo>
                <a:lnTo>
                  <a:pt x="2118" y="18912"/>
                </a:lnTo>
                <a:lnTo>
                  <a:pt x="21502" y="189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Text )">
            <a:extLst xmlns:a="http://schemas.openxmlformats.org/drawingml/2006/main">
              <a:ext uri="{FF2B5EF4-FFF2-40B4-BE49-F238E27FC236}">
                <a16:creationId xmlns:a16="http://schemas.microsoft.com/office/drawing/2014/main" id="{B67AAC3F-0B31-4275-928C-1028E9C9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494" y="6285189"/>
            <a:ext cx="27702" cy="99948"/>
          </a:xfrm>
          <a:custGeom xmlns:a="http://schemas.openxmlformats.org/drawingml/2006/main">
            <a:pathLst>
              <a:path w="27702" h="99948">
                <a:moveTo>
                  <a:pt x="27702" y="53852"/>
                </a:moveTo>
                <a:cubicBezTo>
                  <a:pt x="27702" y="63160"/>
                  <a:pt x="25227" y="72616"/>
                  <a:pt x="20278" y="82220"/>
                </a:cubicBezTo>
                <a:cubicBezTo>
                  <a:pt x="16733" y="89016"/>
                  <a:pt x="9973" y="94925"/>
                  <a:pt x="0" y="99948"/>
                </a:cubicBezTo>
                <a:lnTo>
                  <a:pt x="0" y="93521"/>
                </a:lnTo>
                <a:cubicBezTo>
                  <a:pt x="5097" y="90936"/>
                  <a:pt x="9530" y="85986"/>
                  <a:pt x="13298" y="78673"/>
                </a:cubicBezTo>
                <a:cubicBezTo>
                  <a:pt x="14406" y="76604"/>
                  <a:pt x="15237" y="74112"/>
                  <a:pt x="15790" y="71194"/>
                </a:cubicBezTo>
                <a:cubicBezTo>
                  <a:pt x="16345" y="68276"/>
                  <a:pt x="16677" y="65672"/>
                  <a:pt x="16788" y="63383"/>
                </a:cubicBezTo>
                <a:cubicBezTo>
                  <a:pt x="16898" y="61092"/>
                  <a:pt x="16954" y="57915"/>
                  <a:pt x="16954" y="53852"/>
                </a:cubicBezTo>
                <a:lnTo>
                  <a:pt x="16954" y="46096"/>
                </a:lnTo>
                <a:cubicBezTo>
                  <a:pt x="16954" y="42033"/>
                  <a:pt x="16898" y="38856"/>
                  <a:pt x="16788" y="36567"/>
                </a:cubicBezTo>
                <a:cubicBezTo>
                  <a:pt x="16677" y="34276"/>
                  <a:pt x="16345" y="31673"/>
                  <a:pt x="15790" y="28755"/>
                </a:cubicBezTo>
                <a:cubicBezTo>
                  <a:pt x="15237" y="25837"/>
                  <a:pt x="14406" y="23344"/>
                  <a:pt x="13298" y="21275"/>
                </a:cubicBezTo>
                <a:cubicBezTo>
                  <a:pt x="9530" y="13962"/>
                  <a:pt x="5097" y="9013"/>
                  <a:pt x="0" y="6427"/>
                </a:cubicBezTo>
                <a:lnTo>
                  <a:pt x="0" y="0"/>
                </a:lnTo>
                <a:cubicBezTo>
                  <a:pt x="9973" y="5023"/>
                  <a:pt x="16733" y="10933"/>
                  <a:pt x="20278" y="17730"/>
                </a:cubicBezTo>
                <a:cubicBezTo>
                  <a:pt x="25227" y="27332"/>
                  <a:pt x="27702" y="36788"/>
                  <a:pt x="27702" y="46096"/>
                </a:cubicBezTo>
                <a:lnTo>
                  <a:pt x="27702" y="538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Text ⊺">
            <a:extLst xmlns:a="http://schemas.openxmlformats.org/drawingml/2006/main">
              <a:ext uri="{FF2B5EF4-FFF2-40B4-BE49-F238E27FC236}">
                <a16:creationId xmlns:a16="http://schemas.microsoft.com/office/drawing/2014/main" id="{DCAFBF19-2235-4407-887B-72859143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825" y="6270717"/>
            <a:ext cx="49280" cy="54696"/>
          </a:xfrm>
          <a:custGeom xmlns:a="http://schemas.openxmlformats.org/drawingml/2006/main">
            <a:pathLst>
              <a:path w="49280" h="54696">
                <a:moveTo>
                  <a:pt x="49280" y="6278"/>
                </a:moveTo>
                <a:lnTo>
                  <a:pt x="27780" y="6278"/>
                </a:lnTo>
                <a:lnTo>
                  <a:pt x="27780" y="54696"/>
                </a:lnTo>
                <a:lnTo>
                  <a:pt x="21502" y="54696"/>
                </a:lnTo>
                <a:lnTo>
                  <a:pt x="21502" y="6278"/>
                </a:lnTo>
                <a:lnTo>
                  <a:pt x="0" y="6278"/>
                </a:lnTo>
                <a:lnTo>
                  <a:pt x="0" y="0"/>
                </a:lnTo>
                <a:lnTo>
                  <a:pt x="49280" y="0"/>
                </a:lnTo>
                <a:lnTo>
                  <a:pt x="49280" y="6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Text �|">
            <a:extLst xmlns:a="http://schemas.openxmlformats.org/drawingml/2006/main">
              <a:ext uri="{FF2B5EF4-FFF2-40B4-BE49-F238E27FC236}">
                <a16:creationId xmlns:a16="http://schemas.microsoft.com/office/drawing/2014/main" id="{61C7D2A1-2C77-4A13-8B29-6430A41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0055" y="6288401"/>
            <a:ext cx="83198" cy="93523"/>
          </a:xfrm>
          <a:custGeom xmlns:a="http://schemas.openxmlformats.org/drawingml/2006/main">
            <a:pathLst>
              <a:path w="83198" h="93523">
                <a:moveTo>
                  <a:pt x="58838" y="19060"/>
                </a:moveTo>
                <a:lnTo>
                  <a:pt x="55514" y="36235"/>
                </a:lnTo>
                <a:lnTo>
                  <a:pt x="49420" y="36235"/>
                </a:lnTo>
                <a:cubicBezTo>
                  <a:pt x="49494" y="35718"/>
                  <a:pt x="49530" y="35016"/>
                  <a:pt x="49530" y="34129"/>
                </a:cubicBezTo>
                <a:cubicBezTo>
                  <a:pt x="49530" y="32209"/>
                  <a:pt x="49124" y="30621"/>
                  <a:pt x="48313" y="29364"/>
                </a:cubicBezTo>
                <a:cubicBezTo>
                  <a:pt x="47056" y="27887"/>
                  <a:pt x="45098" y="27149"/>
                  <a:pt x="42439" y="27149"/>
                </a:cubicBezTo>
                <a:cubicBezTo>
                  <a:pt x="38229" y="27149"/>
                  <a:pt x="34572" y="28996"/>
                  <a:pt x="31469" y="32690"/>
                </a:cubicBezTo>
                <a:cubicBezTo>
                  <a:pt x="28367" y="36383"/>
                  <a:pt x="26151" y="41479"/>
                  <a:pt x="24821" y="47980"/>
                </a:cubicBezTo>
                <a:lnTo>
                  <a:pt x="19170" y="77234"/>
                </a:lnTo>
                <a:lnTo>
                  <a:pt x="0" y="77234"/>
                </a:lnTo>
                <a:lnTo>
                  <a:pt x="9862" y="26261"/>
                </a:lnTo>
                <a:lnTo>
                  <a:pt x="1107" y="26261"/>
                </a:lnTo>
                <a:lnTo>
                  <a:pt x="2438" y="19725"/>
                </a:lnTo>
                <a:lnTo>
                  <a:pt x="30362" y="19725"/>
                </a:lnTo>
                <a:lnTo>
                  <a:pt x="28367" y="29919"/>
                </a:lnTo>
                <a:cubicBezTo>
                  <a:pt x="31026" y="25930"/>
                  <a:pt x="34091" y="22975"/>
                  <a:pt x="37563" y="21054"/>
                </a:cubicBezTo>
                <a:cubicBezTo>
                  <a:pt x="41036" y="19133"/>
                  <a:pt x="44988" y="18173"/>
                  <a:pt x="49420" y="18173"/>
                </a:cubicBezTo>
                <a:cubicBezTo>
                  <a:pt x="50011" y="18173"/>
                  <a:pt x="51341" y="18247"/>
                  <a:pt x="53409" y="18394"/>
                </a:cubicBezTo>
                <a:cubicBezTo>
                  <a:pt x="54887" y="18469"/>
                  <a:pt x="56696" y="18691"/>
                  <a:pt x="58838" y="19060"/>
                </a:cubicBezTo>
                <a:close/>
                <a:moveTo>
                  <a:pt x="83198" y="93523"/>
                </a:moveTo>
                <a:lnTo>
                  <a:pt x="76107" y="93523"/>
                </a:lnTo>
                <a:lnTo>
                  <a:pt x="76107" y="0"/>
                </a:lnTo>
                <a:lnTo>
                  <a:pt x="83198" y="0"/>
                </a:lnTo>
                <a:lnTo>
                  <a:pt x="83198" y="93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D2D3C-23CA-4B24-9466-E85B377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281" y="6427814"/>
            <a:ext cx="1351386" cy="136558"/>
          </a:xfrm>
          <a:custGeom xmlns:a="http://schemas.openxmlformats.org/drawingml/2006/main">
            <a:pathLst>
              <a:path w="1351386" h="136558">
                <a:moveTo>
                  <a:pt x="17036" y="33782"/>
                </a:moveTo>
                <a:lnTo>
                  <a:pt x="16575" y="32105"/>
                </a:lnTo>
                <a:lnTo>
                  <a:pt x="16140" y="30147"/>
                </a:lnTo>
                <a:lnTo>
                  <a:pt x="15691" y="27696"/>
                </a:lnTo>
                <a:lnTo>
                  <a:pt x="14922" y="22116"/>
                </a:lnTo>
                <a:lnTo>
                  <a:pt x="14312" y="15368"/>
                </a:lnTo>
                <a:lnTo>
                  <a:pt x="13934" y="8052"/>
                </a:lnTo>
                <a:lnTo>
                  <a:pt x="13802" y="0"/>
                </a:lnTo>
                <a:lnTo>
                  <a:pt x="0" y="229"/>
                </a:lnTo>
                <a:lnTo>
                  <a:pt x="142" y="8541"/>
                </a:lnTo>
                <a:lnTo>
                  <a:pt x="544" y="16412"/>
                </a:lnTo>
                <a:lnTo>
                  <a:pt x="1199" y="23605"/>
                </a:lnTo>
                <a:lnTo>
                  <a:pt x="2066" y="29930"/>
                </a:lnTo>
                <a:lnTo>
                  <a:pt x="2603" y="32832"/>
                </a:lnTo>
                <a:lnTo>
                  <a:pt x="3186" y="35459"/>
                </a:lnTo>
                <a:lnTo>
                  <a:pt x="3849" y="37872"/>
                </a:lnTo>
                <a:lnTo>
                  <a:pt x="4622" y="40104"/>
                </a:lnTo>
                <a:lnTo>
                  <a:pt x="5592" y="42233"/>
                </a:lnTo>
                <a:lnTo>
                  <a:pt x="6996" y="44402"/>
                </a:lnTo>
                <a:lnTo>
                  <a:pt x="9125" y="46350"/>
                </a:lnTo>
                <a:lnTo>
                  <a:pt x="11333" y="47360"/>
                </a:lnTo>
                <a:lnTo>
                  <a:pt x="13147" y="47636"/>
                </a:lnTo>
                <a:lnTo>
                  <a:pt x="665542" y="47636"/>
                </a:lnTo>
                <a:lnTo>
                  <a:pt x="665547" y="47648"/>
                </a:lnTo>
                <a:lnTo>
                  <a:pt x="666020" y="49367"/>
                </a:lnTo>
                <a:lnTo>
                  <a:pt x="666455" y="51319"/>
                </a:lnTo>
                <a:lnTo>
                  <a:pt x="666903" y="53765"/>
                </a:lnTo>
                <a:lnTo>
                  <a:pt x="667672" y="59346"/>
                </a:lnTo>
                <a:lnTo>
                  <a:pt x="668283" y="66112"/>
                </a:lnTo>
                <a:lnTo>
                  <a:pt x="668660" y="73411"/>
                </a:lnTo>
                <a:lnTo>
                  <a:pt x="669715" y="136558"/>
                </a:lnTo>
                <a:lnTo>
                  <a:pt x="681663" y="136558"/>
                </a:lnTo>
                <a:lnTo>
                  <a:pt x="682726" y="73412"/>
                </a:lnTo>
                <a:lnTo>
                  <a:pt x="683103" y="66112"/>
                </a:lnTo>
                <a:lnTo>
                  <a:pt x="683714" y="59346"/>
                </a:lnTo>
                <a:lnTo>
                  <a:pt x="684483" y="53765"/>
                </a:lnTo>
                <a:lnTo>
                  <a:pt x="684931" y="51319"/>
                </a:lnTo>
                <a:lnTo>
                  <a:pt x="685366" y="49367"/>
                </a:lnTo>
                <a:lnTo>
                  <a:pt x="685839" y="47648"/>
                </a:lnTo>
                <a:lnTo>
                  <a:pt x="685844" y="47636"/>
                </a:lnTo>
                <a:lnTo>
                  <a:pt x="1338239" y="47636"/>
                </a:lnTo>
                <a:lnTo>
                  <a:pt x="1340053" y="47360"/>
                </a:lnTo>
                <a:lnTo>
                  <a:pt x="1342261" y="46350"/>
                </a:lnTo>
                <a:lnTo>
                  <a:pt x="1344391" y="44402"/>
                </a:lnTo>
                <a:lnTo>
                  <a:pt x="1345794" y="42233"/>
                </a:lnTo>
                <a:lnTo>
                  <a:pt x="1346764" y="40104"/>
                </a:lnTo>
                <a:lnTo>
                  <a:pt x="1347537" y="37872"/>
                </a:lnTo>
                <a:lnTo>
                  <a:pt x="1348200" y="35459"/>
                </a:lnTo>
                <a:lnTo>
                  <a:pt x="1348783" y="32832"/>
                </a:lnTo>
                <a:lnTo>
                  <a:pt x="1349320" y="29930"/>
                </a:lnTo>
                <a:lnTo>
                  <a:pt x="1350187" y="23605"/>
                </a:lnTo>
                <a:lnTo>
                  <a:pt x="1350834" y="16412"/>
                </a:lnTo>
                <a:lnTo>
                  <a:pt x="1351244" y="8541"/>
                </a:lnTo>
                <a:lnTo>
                  <a:pt x="1351386" y="229"/>
                </a:lnTo>
                <a:lnTo>
                  <a:pt x="1337584" y="0"/>
                </a:lnTo>
                <a:lnTo>
                  <a:pt x="1337452" y="8052"/>
                </a:lnTo>
                <a:lnTo>
                  <a:pt x="1337074" y="15368"/>
                </a:lnTo>
                <a:lnTo>
                  <a:pt x="1336479" y="21951"/>
                </a:lnTo>
                <a:lnTo>
                  <a:pt x="1335694" y="27702"/>
                </a:lnTo>
                <a:lnTo>
                  <a:pt x="1335246" y="30147"/>
                </a:lnTo>
                <a:lnTo>
                  <a:pt x="1334811" y="32105"/>
                </a:lnTo>
                <a:lnTo>
                  <a:pt x="1334350" y="33782"/>
                </a:lnTo>
                <a:lnTo>
                  <a:pt x="1334332" y="33834"/>
                </a:lnTo>
                <a:lnTo>
                  <a:pt x="681939" y="33834"/>
                </a:lnTo>
                <a:lnTo>
                  <a:pt x="680125" y="34110"/>
                </a:lnTo>
                <a:lnTo>
                  <a:pt x="677909" y="35119"/>
                </a:lnTo>
                <a:lnTo>
                  <a:pt x="675788" y="37060"/>
                </a:lnTo>
                <a:lnTo>
                  <a:pt x="675693" y="37206"/>
                </a:lnTo>
                <a:lnTo>
                  <a:pt x="675598" y="37060"/>
                </a:lnTo>
                <a:lnTo>
                  <a:pt x="673469" y="35119"/>
                </a:lnTo>
                <a:lnTo>
                  <a:pt x="671261" y="34110"/>
                </a:lnTo>
                <a:lnTo>
                  <a:pt x="669447" y="33834"/>
                </a:lnTo>
                <a:lnTo>
                  <a:pt x="17054" y="33834"/>
                </a:lnTo>
                <a:lnTo>
                  <a:pt x="17036" y="3378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F7B76-C03F-42FC-ADD5-C03C77E3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305" y="6427814"/>
            <a:ext cx="650258" cy="136558"/>
          </a:xfrm>
          <a:custGeom xmlns:a="http://schemas.openxmlformats.org/drawingml/2006/main">
            <a:pathLst>
              <a:path w="650258" h="136558">
                <a:moveTo>
                  <a:pt x="17036" y="33782"/>
                </a:moveTo>
                <a:lnTo>
                  <a:pt x="16575" y="32105"/>
                </a:lnTo>
                <a:lnTo>
                  <a:pt x="16140" y="30147"/>
                </a:lnTo>
                <a:lnTo>
                  <a:pt x="15691" y="27696"/>
                </a:lnTo>
                <a:lnTo>
                  <a:pt x="14922" y="22116"/>
                </a:lnTo>
                <a:lnTo>
                  <a:pt x="14312" y="15368"/>
                </a:lnTo>
                <a:lnTo>
                  <a:pt x="13934" y="8052"/>
                </a:lnTo>
                <a:lnTo>
                  <a:pt x="13802" y="0"/>
                </a:lnTo>
                <a:lnTo>
                  <a:pt x="0" y="229"/>
                </a:lnTo>
                <a:lnTo>
                  <a:pt x="142" y="8541"/>
                </a:lnTo>
                <a:lnTo>
                  <a:pt x="544" y="16412"/>
                </a:lnTo>
                <a:lnTo>
                  <a:pt x="1199" y="23605"/>
                </a:lnTo>
                <a:lnTo>
                  <a:pt x="2066" y="29930"/>
                </a:lnTo>
                <a:lnTo>
                  <a:pt x="2603" y="32832"/>
                </a:lnTo>
                <a:lnTo>
                  <a:pt x="3186" y="35459"/>
                </a:lnTo>
                <a:lnTo>
                  <a:pt x="3849" y="37872"/>
                </a:lnTo>
                <a:lnTo>
                  <a:pt x="4622" y="40104"/>
                </a:lnTo>
                <a:lnTo>
                  <a:pt x="5592" y="42233"/>
                </a:lnTo>
                <a:lnTo>
                  <a:pt x="6996" y="44402"/>
                </a:lnTo>
                <a:lnTo>
                  <a:pt x="9125" y="46350"/>
                </a:lnTo>
                <a:lnTo>
                  <a:pt x="11333" y="47360"/>
                </a:lnTo>
                <a:lnTo>
                  <a:pt x="13147" y="47636"/>
                </a:lnTo>
                <a:lnTo>
                  <a:pt x="314979" y="47636"/>
                </a:lnTo>
                <a:lnTo>
                  <a:pt x="314983" y="47648"/>
                </a:lnTo>
                <a:lnTo>
                  <a:pt x="315456" y="49367"/>
                </a:lnTo>
                <a:lnTo>
                  <a:pt x="315891" y="51319"/>
                </a:lnTo>
                <a:lnTo>
                  <a:pt x="316339" y="53765"/>
                </a:lnTo>
                <a:lnTo>
                  <a:pt x="317108" y="59346"/>
                </a:lnTo>
                <a:lnTo>
                  <a:pt x="317719" y="66112"/>
                </a:lnTo>
                <a:lnTo>
                  <a:pt x="318097" y="73411"/>
                </a:lnTo>
                <a:lnTo>
                  <a:pt x="319151" y="136558"/>
                </a:lnTo>
                <a:lnTo>
                  <a:pt x="331107" y="136558"/>
                </a:lnTo>
                <a:lnTo>
                  <a:pt x="332162" y="73411"/>
                </a:lnTo>
                <a:lnTo>
                  <a:pt x="332539" y="66112"/>
                </a:lnTo>
                <a:lnTo>
                  <a:pt x="333150" y="59346"/>
                </a:lnTo>
                <a:lnTo>
                  <a:pt x="333919" y="53765"/>
                </a:lnTo>
                <a:lnTo>
                  <a:pt x="334367" y="51319"/>
                </a:lnTo>
                <a:lnTo>
                  <a:pt x="334802" y="49367"/>
                </a:lnTo>
                <a:lnTo>
                  <a:pt x="335275" y="47648"/>
                </a:lnTo>
                <a:lnTo>
                  <a:pt x="335280" y="47636"/>
                </a:lnTo>
                <a:lnTo>
                  <a:pt x="637111" y="47636"/>
                </a:lnTo>
                <a:lnTo>
                  <a:pt x="638925" y="47360"/>
                </a:lnTo>
                <a:lnTo>
                  <a:pt x="641134" y="46350"/>
                </a:lnTo>
                <a:lnTo>
                  <a:pt x="643263" y="44402"/>
                </a:lnTo>
                <a:lnTo>
                  <a:pt x="644667" y="42233"/>
                </a:lnTo>
                <a:lnTo>
                  <a:pt x="645637" y="40104"/>
                </a:lnTo>
                <a:lnTo>
                  <a:pt x="646410" y="37872"/>
                </a:lnTo>
                <a:lnTo>
                  <a:pt x="647072" y="35459"/>
                </a:lnTo>
                <a:lnTo>
                  <a:pt x="647656" y="32832"/>
                </a:lnTo>
                <a:lnTo>
                  <a:pt x="648192" y="29930"/>
                </a:lnTo>
                <a:lnTo>
                  <a:pt x="649060" y="23605"/>
                </a:lnTo>
                <a:lnTo>
                  <a:pt x="649706" y="16412"/>
                </a:lnTo>
                <a:lnTo>
                  <a:pt x="650116" y="8541"/>
                </a:lnTo>
                <a:lnTo>
                  <a:pt x="650258" y="229"/>
                </a:lnTo>
                <a:lnTo>
                  <a:pt x="636457" y="0"/>
                </a:lnTo>
                <a:lnTo>
                  <a:pt x="636325" y="8052"/>
                </a:lnTo>
                <a:lnTo>
                  <a:pt x="635947" y="15368"/>
                </a:lnTo>
                <a:lnTo>
                  <a:pt x="635337" y="22116"/>
                </a:lnTo>
                <a:lnTo>
                  <a:pt x="634568" y="27696"/>
                </a:lnTo>
                <a:lnTo>
                  <a:pt x="634119" y="30147"/>
                </a:lnTo>
                <a:lnTo>
                  <a:pt x="633684" y="32105"/>
                </a:lnTo>
                <a:lnTo>
                  <a:pt x="633222" y="33782"/>
                </a:lnTo>
                <a:lnTo>
                  <a:pt x="633204" y="33834"/>
                </a:lnTo>
                <a:lnTo>
                  <a:pt x="331375" y="33834"/>
                </a:lnTo>
                <a:lnTo>
                  <a:pt x="329562" y="34110"/>
                </a:lnTo>
                <a:lnTo>
                  <a:pt x="327353" y="35119"/>
                </a:lnTo>
                <a:lnTo>
                  <a:pt x="325224" y="37060"/>
                </a:lnTo>
                <a:lnTo>
                  <a:pt x="325129" y="37206"/>
                </a:lnTo>
                <a:lnTo>
                  <a:pt x="325035" y="37060"/>
                </a:lnTo>
                <a:lnTo>
                  <a:pt x="322905" y="35119"/>
                </a:lnTo>
                <a:lnTo>
                  <a:pt x="320697" y="34110"/>
                </a:lnTo>
                <a:lnTo>
                  <a:pt x="318883" y="33834"/>
                </a:lnTo>
                <a:lnTo>
                  <a:pt x="17054" y="33834"/>
                </a:lnTo>
                <a:lnTo>
                  <a:pt x="17036" y="33782"/>
                </a:lnTo>
                <a:close/>
              </a:path>
            </a:pathLst>
          </a:custGeom>
          <a:solidFill xmlns:a="http://schemas.openxmlformats.org/drawingml/2006/main">
            <a:srgbClr val="3232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Text 1st-orderproximit">
            <a:extLst xmlns:a="http://schemas.openxmlformats.org/drawingml/2006/main">
              <a:ext uri="{FF2B5EF4-FFF2-40B4-BE49-F238E27FC236}">
                <a16:creationId xmlns:a16="http://schemas.microsoft.com/office/drawing/2014/main" id="{6919BB79-81ED-4BD3-AE42-9BE82A7B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565" y="6588858"/>
            <a:ext cx="1072497" cy="115597"/>
          </a:xfrm>
          <a:custGeom xmlns:a="http://schemas.openxmlformats.org/drawingml/2006/main">
            <a:pathLst>
              <a:path w="1072497" h="115597">
                <a:moveTo>
                  <a:pt x="0" y="38942"/>
                </a:moveTo>
                <a:lnTo>
                  <a:pt x="3317" y="23218"/>
                </a:lnTo>
                <a:cubicBezTo>
                  <a:pt x="18509" y="16566"/>
                  <a:pt x="30261" y="8827"/>
                  <a:pt x="38573" y="0"/>
                </a:cubicBezTo>
                <a:lnTo>
                  <a:pt x="49322" y="0"/>
                </a:lnTo>
                <a:lnTo>
                  <a:pt x="30343" y="90659"/>
                </a:lnTo>
                <a:lnTo>
                  <a:pt x="12592" y="90659"/>
                </a:lnTo>
                <a:lnTo>
                  <a:pt x="25675" y="28254"/>
                </a:lnTo>
                <a:cubicBezTo>
                  <a:pt x="21989" y="30629"/>
                  <a:pt x="17741" y="32800"/>
                  <a:pt x="12929" y="34765"/>
                </a:cubicBezTo>
                <a:cubicBezTo>
                  <a:pt x="8118" y="36731"/>
                  <a:pt x="3808" y="38123"/>
                  <a:pt x="0" y="38942"/>
                </a:cubicBezTo>
                <a:close/>
                <a:moveTo>
                  <a:pt x="58030" y="72373"/>
                </a:moveTo>
                <a:lnTo>
                  <a:pt x="75105" y="69653"/>
                </a:lnTo>
                <a:cubicBezTo>
                  <a:pt x="76620" y="73278"/>
                  <a:pt x="78504" y="75843"/>
                  <a:pt x="80756" y="77348"/>
                </a:cubicBezTo>
                <a:cubicBezTo>
                  <a:pt x="83008" y="78852"/>
                  <a:pt x="86080" y="79603"/>
                  <a:pt x="89970" y="79603"/>
                </a:cubicBezTo>
                <a:cubicBezTo>
                  <a:pt x="93983" y="79603"/>
                  <a:pt x="97197" y="78705"/>
                  <a:pt x="99613" y="76908"/>
                </a:cubicBezTo>
                <a:cubicBezTo>
                  <a:pt x="101292" y="75683"/>
                  <a:pt x="102131" y="74192"/>
                  <a:pt x="102131" y="72436"/>
                </a:cubicBezTo>
                <a:cubicBezTo>
                  <a:pt x="102131" y="71251"/>
                  <a:pt x="101701" y="70186"/>
                  <a:pt x="100841" y="69242"/>
                </a:cubicBezTo>
                <a:cubicBezTo>
                  <a:pt x="99940" y="68340"/>
                  <a:pt x="97504" y="67232"/>
                  <a:pt x="93532" y="65920"/>
                </a:cubicBezTo>
                <a:cubicBezTo>
                  <a:pt x="82886" y="62392"/>
                  <a:pt x="76293" y="59603"/>
                  <a:pt x="73754" y="57553"/>
                </a:cubicBezTo>
                <a:cubicBezTo>
                  <a:pt x="69782" y="54352"/>
                  <a:pt x="67796" y="50168"/>
                  <a:pt x="67796" y="45000"/>
                </a:cubicBezTo>
                <a:cubicBezTo>
                  <a:pt x="67796" y="39831"/>
                  <a:pt x="69721" y="35380"/>
                  <a:pt x="73570" y="31646"/>
                </a:cubicBezTo>
                <a:cubicBezTo>
                  <a:pt x="78934" y="26437"/>
                  <a:pt x="86898" y="23832"/>
                  <a:pt x="97463" y="23832"/>
                </a:cubicBezTo>
                <a:cubicBezTo>
                  <a:pt x="105858" y="23832"/>
                  <a:pt x="112204" y="25367"/>
                  <a:pt x="116504" y="28439"/>
                </a:cubicBezTo>
                <a:cubicBezTo>
                  <a:pt x="120804" y="31510"/>
                  <a:pt x="123527" y="35666"/>
                  <a:pt x="124673" y="40907"/>
                </a:cubicBezTo>
                <a:lnTo>
                  <a:pt x="108396" y="43733"/>
                </a:lnTo>
                <a:cubicBezTo>
                  <a:pt x="107536" y="41358"/>
                  <a:pt x="106144" y="39576"/>
                  <a:pt x="104220" y="38389"/>
                </a:cubicBezTo>
                <a:cubicBezTo>
                  <a:pt x="101599" y="36792"/>
                  <a:pt x="98446" y="35993"/>
                  <a:pt x="94761" y="35993"/>
                </a:cubicBezTo>
                <a:cubicBezTo>
                  <a:pt x="91075" y="35993"/>
                  <a:pt x="88424" y="36610"/>
                  <a:pt x="86806" y="37844"/>
                </a:cubicBezTo>
                <a:cubicBezTo>
                  <a:pt x="85189" y="39077"/>
                  <a:pt x="84380" y="40496"/>
                  <a:pt x="84380" y="42101"/>
                </a:cubicBezTo>
                <a:cubicBezTo>
                  <a:pt x="84380" y="43745"/>
                  <a:pt x="85199" y="45101"/>
                  <a:pt x="86837" y="46168"/>
                </a:cubicBezTo>
                <a:cubicBezTo>
                  <a:pt x="87861" y="46825"/>
                  <a:pt x="91157" y="47973"/>
                  <a:pt x="96726" y="49614"/>
                </a:cubicBezTo>
                <a:cubicBezTo>
                  <a:pt x="105325" y="52117"/>
                  <a:pt x="111078" y="54578"/>
                  <a:pt x="113986" y="56998"/>
                </a:cubicBezTo>
                <a:cubicBezTo>
                  <a:pt x="118081" y="60403"/>
                  <a:pt x="120128" y="64506"/>
                  <a:pt x="120128" y="69305"/>
                </a:cubicBezTo>
                <a:cubicBezTo>
                  <a:pt x="120128" y="75499"/>
                  <a:pt x="117528" y="80873"/>
                  <a:pt x="112327" y="85427"/>
                </a:cubicBezTo>
                <a:cubicBezTo>
                  <a:pt x="107127" y="89980"/>
                  <a:pt x="99797" y="92256"/>
                  <a:pt x="90338" y="92256"/>
                </a:cubicBezTo>
                <a:cubicBezTo>
                  <a:pt x="80920" y="92256"/>
                  <a:pt x="73642" y="90517"/>
                  <a:pt x="68503" y="87039"/>
                </a:cubicBezTo>
                <a:cubicBezTo>
                  <a:pt x="63364" y="83560"/>
                  <a:pt x="59873" y="78671"/>
                  <a:pt x="58030" y="72373"/>
                </a:cubicBezTo>
                <a:close/>
                <a:moveTo>
                  <a:pt x="134917" y="38573"/>
                </a:moveTo>
                <a:lnTo>
                  <a:pt x="137620" y="25429"/>
                </a:lnTo>
                <a:lnTo>
                  <a:pt x="146292" y="25429"/>
                </a:lnTo>
                <a:lnTo>
                  <a:pt x="148434" y="14987"/>
                </a:lnTo>
                <a:lnTo>
                  <a:pt x="168576" y="2825"/>
                </a:lnTo>
                <a:lnTo>
                  <a:pt x="163920" y="25429"/>
                </a:lnTo>
                <a:lnTo>
                  <a:pt x="174596" y="25429"/>
                </a:lnTo>
                <a:lnTo>
                  <a:pt x="171893" y="38573"/>
                </a:lnTo>
                <a:lnTo>
                  <a:pt x="161211" y="38573"/>
                </a:lnTo>
                <a:lnTo>
                  <a:pt x="155371" y="65914"/>
                </a:lnTo>
                <a:cubicBezTo>
                  <a:pt x="154347" y="70862"/>
                  <a:pt x="153835" y="73684"/>
                  <a:pt x="153835" y="74379"/>
                </a:cubicBezTo>
                <a:cubicBezTo>
                  <a:pt x="153835" y="75731"/>
                  <a:pt x="154265" y="76787"/>
                  <a:pt x="155125" y="77546"/>
                </a:cubicBezTo>
                <a:cubicBezTo>
                  <a:pt x="155985" y="78303"/>
                  <a:pt x="157541" y="78682"/>
                  <a:pt x="159793" y="78682"/>
                </a:cubicBezTo>
                <a:cubicBezTo>
                  <a:pt x="160571" y="78682"/>
                  <a:pt x="162516" y="78539"/>
                  <a:pt x="165628" y="78252"/>
                </a:cubicBezTo>
                <a:lnTo>
                  <a:pt x="162864" y="91335"/>
                </a:lnTo>
                <a:cubicBezTo>
                  <a:pt x="159834" y="91949"/>
                  <a:pt x="156722" y="92256"/>
                  <a:pt x="153528" y="92256"/>
                </a:cubicBezTo>
                <a:cubicBezTo>
                  <a:pt x="147304" y="92256"/>
                  <a:pt x="142779" y="91053"/>
                  <a:pt x="139954" y="88648"/>
                </a:cubicBezTo>
                <a:cubicBezTo>
                  <a:pt x="137128" y="86241"/>
                  <a:pt x="135715" y="82898"/>
                  <a:pt x="135715" y="78621"/>
                </a:cubicBezTo>
                <a:cubicBezTo>
                  <a:pt x="135715" y="76614"/>
                  <a:pt x="136473" y="71986"/>
                  <a:pt x="137988" y="64737"/>
                </a:cubicBezTo>
                <a:lnTo>
                  <a:pt x="143679" y="38573"/>
                </a:lnTo>
                <a:lnTo>
                  <a:pt x="134917" y="38573"/>
                </a:lnTo>
                <a:close/>
                <a:moveTo>
                  <a:pt x="176066" y="49629"/>
                </a:moveTo>
                <a:lnTo>
                  <a:pt x="210279" y="49629"/>
                </a:lnTo>
                <a:lnTo>
                  <a:pt x="206716" y="66705"/>
                </a:lnTo>
                <a:lnTo>
                  <a:pt x="172504" y="66705"/>
                </a:lnTo>
                <a:lnTo>
                  <a:pt x="176066" y="49629"/>
                </a:lnTo>
                <a:close/>
                <a:moveTo>
                  <a:pt x="217462" y="63582"/>
                </a:moveTo>
                <a:cubicBezTo>
                  <a:pt x="217462" y="51480"/>
                  <a:pt x="220871" y="41830"/>
                  <a:pt x="227689" y="34631"/>
                </a:cubicBezTo>
                <a:cubicBezTo>
                  <a:pt x="234506" y="27431"/>
                  <a:pt x="243464" y="23832"/>
                  <a:pt x="254561" y="23832"/>
                </a:cubicBezTo>
                <a:cubicBezTo>
                  <a:pt x="264184" y="23832"/>
                  <a:pt x="271698" y="26488"/>
                  <a:pt x="277103" y="31801"/>
                </a:cubicBezTo>
                <a:cubicBezTo>
                  <a:pt x="282508" y="37113"/>
                  <a:pt x="285210" y="44261"/>
                  <a:pt x="285210" y="53245"/>
                </a:cubicBezTo>
                <a:cubicBezTo>
                  <a:pt x="285210" y="63828"/>
                  <a:pt x="281832" y="72975"/>
                  <a:pt x="275076" y="80688"/>
                </a:cubicBezTo>
                <a:cubicBezTo>
                  <a:pt x="268319" y="88400"/>
                  <a:pt x="259270" y="92256"/>
                  <a:pt x="247927" y="92256"/>
                </a:cubicBezTo>
                <a:cubicBezTo>
                  <a:pt x="241785" y="92256"/>
                  <a:pt x="236339" y="91026"/>
                  <a:pt x="231589" y="88565"/>
                </a:cubicBezTo>
                <a:cubicBezTo>
                  <a:pt x="226839" y="86103"/>
                  <a:pt x="223297" y="82616"/>
                  <a:pt x="220963" y="78104"/>
                </a:cubicBezTo>
                <a:cubicBezTo>
                  <a:pt x="218629" y="73591"/>
                  <a:pt x="217462" y="68750"/>
                  <a:pt x="217462" y="63582"/>
                </a:cubicBezTo>
                <a:moveTo>
                  <a:pt x="267705" y="50959"/>
                </a:moveTo>
                <a:cubicBezTo>
                  <a:pt x="267705" y="46771"/>
                  <a:pt x="266487" y="43414"/>
                  <a:pt x="264051" y="40888"/>
                </a:cubicBezTo>
                <a:cubicBezTo>
                  <a:pt x="261614" y="38362"/>
                  <a:pt x="258471" y="37099"/>
                  <a:pt x="254622" y="37099"/>
                </a:cubicBezTo>
                <a:cubicBezTo>
                  <a:pt x="250814" y="37099"/>
                  <a:pt x="247436" y="38280"/>
                  <a:pt x="244488" y="40642"/>
                </a:cubicBezTo>
                <a:cubicBezTo>
                  <a:pt x="241539" y="43003"/>
                  <a:pt x="239246" y="46433"/>
                  <a:pt x="237608" y="50931"/>
                </a:cubicBezTo>
                <a:cubicBezTo>
                  <a:pt x="235970" y="55427"/>
                  <a:pt x="235151" y="59564"/>
                  <a:pt x="235151" y="63342"/>
                </a:cubicBezTo>
                <a:cubicBezTo>
                  <a:pt x="235151" y="68024"/>
                  <a:pt x="236421" y="71741"/>
                  <a:pt x="238959" y="74494"/>
                </a:cubicBezTo>
                <a:cubicBezTo>
                  <a:pt x="241498" y="77245"/>
                  <a:pt x="244692" y="78621"/>
                  <a:pt x="248541" y="78621"/>
                </a:cubicBezTo>
                <a:cubicBezTo>
                  <a:pt x="253373" y="78621"/>
                  <a:pt x="257427" y="76546"/>
                  <a:pt x="260703" y="72398"/>
                </a:cubicBezTo>
                <a:cubicBezTo>
                  <a:pt x="265371" y="66525"/>
                  <a:pt x="267705" y="59379"/>
                  <a:pt x="267705" y="50959"/>
                </a:cubicBezTo>
                <a:close/>
                <a:moveTo>
                  <a:pt x="304430" y="25429"/>
                </a:moveTo>
                <a:lnTo>
                  <a:pt x="320891" y="25429"/>
                </a:lnTo>
                <a:lnTo>
                  <a:pt x="318250" y="38055"/>
                </a:lnTo>
                <a:cubicBezTo>
                  <a:pt x="324393" y="28573"/>
                  <a:pt x="331047" y="23832"/>
                  <a:pt x="338213" y="23832"/>
                </a:cubicBezTo>
                <a:cubicBezTo>
                  <a:pt x="340751" y="23832"/>
                  <a:pt x="343474" y="24467"/>
                  <a:pt x="346382" y="25736"/>
                </a:cubicBezTo>
                <a:lnTo>
                  <a:pt x="339625" y="40170"/>
                </a:lnTo>
                <a:cubicBezTo>
                  <a:pt x="338028" y="39597"/>
                  <a:pt x="336329" y="39310"/>
                  <a:pt x="334527" y="39310"/>
                </a:cubicBezTo>
                <a:cubicBezTo>
                  <a:pt x="331497" y="39310"/>
                  <a:pt x="328416" y="40459"/>
                  <a:pt x="325283" y="42758"/>
                </a:cubicBezTo>
                <a:cubicBezTo>
                  <a:pt x="322151" y="45055"/>
                  <a:pt x="319704" y="48121"/>
                  <a:pt x="317943" y="51958"/>
                </a:cubicBezTo>
                <a:cubicBezTo>
                  <a:pt x="316182" y="55793"/>
                  <a:pt x="314442" y="61875"/>
                  <a:pt x="312722" y="70204"/>
                </a:cubicBezTo>
                <a:lnTo>
                  <a:pt x="308423" y="90659"/>
                </a:lnTo>
                <a:lnTo>
                  <a:pt x="290795" y="90659"/>
                </a:lnTo>
                <a:lnTo>
                  <a:pt x="304430" y="25429"/>
                </a:lnTo>
                <a:close/>
                <a:moveTo>
                  <a:pt x="401324" y="90659"/>
                </a:moveTo>
                <a:lnTo>
                  <a:pt x="384618" y="90659"/>
                </a:lnTo>
                <a:lnTo>
                  <a:pt x="386092" y="83601"/>
                </a:lnTo>
                <a:cubicBezTo>
                  <a:pt x="382898" y="86693"/>
                  <a:pt x="379755" y="88909"/>
                  <a:pt x="376663" y="90249"/>
                </a:cubicBezTo>
                <a:cubicBezTo>
                  <a:pt x="373572" y="91587"/>
                  <a:pt x="370081" y="92256"/>
                  <a:pt x="366191" y="92256"/>
                </a:cubicBezTo>
                <a:cubicBezTo>
                  <a:pt x="359434" y="92256"/>
                  <a:pt x="353958" y="89949"/>
                  <a:pt x="349760" y="85335"/>
                </a:cubicBezTo>
                <a:cubicBezTo>
                  <a:pt x="345563" y="80719"/>
                  <a:pt x="343465" y="73899"/>
                  <a:pt x="343465" y="64873"/>
                </a:cubicBezTo>
                <a:cubicBezTo>
                  <a:pt x="343465" y="54414"/>
                  <a:pt x="346413" y="44959"/>
                  <a:pt x="352309" y="36508"/>
                </a:cubicBezTo>
                <a:cubicBezTo>
                  <a:pt x="358206" y="28057"/>
                  <a:pt x="366007" y="23832"/>
                  <a:pt x="375711" y="23832"/>
                </a:cubicBezTo>
                <a:cubicBezTo>
                  <a:pt x="384474" y="23832"/>
                  <a:pt x="391046" y="27312"/>
                  <a:pt x="395428" y="34274"/>
                </a:cubicBezTo>
                <a:lnTo>
                  <a:pt x="402491" y="614"/>
                </a:lnTo>
                <a:lnTo>
                  <a:pt x="420120" y="614"/>
                </a:lnTo>
                <a:lnTo>
                  <a:pt x="401324" y="90659"/>
                </a:lnTo>
                <a:moveTo>
                  <a:pt x="360601" y="64104"/>
                </a:moveTo>
                <a:cubicBezTo>
                  <a:pt x="360601" y="68778"/>
                  <a:pt x="361779" y="72428"/>
                  <a:pt x="364133" y="75052"/>
                </a:cubicBezTo>
                <a:cubicBezTo>
                  <a:pt x="366488" y="77677"/>
                  <a:pt x="369385" y="78989"/>
                  <a:pt x="372824" y="78989"/>
                </a:cubicBezTo>
                <a:cubicBezTo>
                  <a:pt x="376018" y="78989"/>
                  <a:pt x="378997" y="77892"/>
                  <a:pt x="381761" y="75699"/>
                </a:cubicBezTo>
                <a:cubicBezTo>
                  <a:pt x="384525" y="73505"/>
                  <a:pt x="386737" y="70152"/>
                  <a:pt x="388395" y="65641"/>
                </a:cubicBezTo>
                <a:cubicBezTo>
                  <a:pt x="390053" y="61131"/>
                  <a:pt x="390883" y="56804"/>
                  <a:pt x="390883" y="52662"/>
                </a:cubicBezTo>
                <a:cubicBezTo>
                  <a:pt x="390883" y="47946"/>
                  <a:pt x="389613" y="44133"/>
                  <a:pt x="387074" y="41222"/>
                </a:cubicBezTo>
                <a:cubicBezTo>
                  <a:pt x="384536" y="38310"/>
                  <a:pt x="381608" y="36853"/>
                  <a:pt x="378291" y="36853"/>
                </a:cubicBezTo>
                <a:cubicBezTo>
                  <a:pt x="373132" y="36853"/>
                  <a:pt x="368893" y="39724"/>
                  <a:pt x="365577" y="45466"/>
                </a:cubicBezTo>
                <a:cubicBezTo>
                  <a:pt x="362260" y="51206"/>
                  <a:pt x="360601" y="57419"/>
                  <a:pt x="360601" y="64104"/>
                </a:cubicBezTo>
                <a:close/>
                <a:moveTo>
                  <a:pt x="481475" y="63511"/>
                </a:moveTo>
                <a:lnTo>
                  <a:pt x="437251" y="63511"/>
                </a:lnTo>
                <a:cubicBezTo>
                  <a:pt x="437210" y="64207"/>
                  <a:pt x="437190" y="64739"/>
                  <a:pt x="437190" y="65108"/>
                </a:cubicBezTo>
                <a:cubicBezTo>
                  <a:pt x="437190" y="69448"/>
                  <a:pt x="438428" y="72949"/>
                  <a:pt x="440906" y="75611"/>
                </a:cubicBezTo>
                <a:cubicBezTo>
                  <a:pt x="443383" y="78272"/>
                  <a:pt x="446403" y="79603"/>
                  <a:pt x="449966" y="79603"/>
                </a:cubicBezTo>
                <a:cubicBezTo>
                  <a:pt x="455821" y="79603"/>
                  <a:pt x="460387" y="76573"/>
                  <a:pt x="463663" y="70513"/>
                </a:cubicBezTo>
                <a:lnTo>
                  <a:pt x="479448" y="73215"/>
                </a:lnTo>
                <a:cubicBezTo>
                  <a:pt x="476377" y="79562"/>
                  <a:pt x="472272" y="84323"/>
                  <a:pt x="467133" y="87496"/>
                </a:cubicBezTo>
                <a:cubicBezTo>
                  <a:pt x="461994" y="90670"/>
                  <a:pt x="456231" y="92256"/>
                  <a:pt x="449843" y="92256"/>
                </a:cubicBezTo>
                <a:cubicBezTo>
                  <a:pt x="441080" y="92256"/>
                  <a:pt x="433955" y="89477"/>
                  <a:pt x="428468" y="83918"/>
                </a:cubicBezTo>
                <a:cubicBezTo>
                  <a:pt x="422981" y="78359"/>
                  <a:pt x="420237" y="71007"/>
                  <a:pt x="420237" y="61860"/>
                </a:cubicBezTo>
                <a:cubicBezTo>
                  <a:pt x="420237" y="52917"/>
                  <a:pt x="422714" y="44958"/>
                  <a:pt x="427669" y="37984"/>
                </a:cubicBezTo>
                <a:cubicBezTo>
                  <a:pt x="434426" y="28549"/>
                  <a:pt x="444069" y="23832"/>
                  <a:pt x="456599" y="23832"/>
                </a:cubicBezTo>
                <a:cubicBezTo>
                  <a:pt x="464584" y="23832"/>
                  <a:pt x="470931" y="26303"/>
                  <a:pt x="475640" y="31245"/>
                </a:cubicBezTo>
                <a:cubicBezTo>
                  <a:pt x="480349" y="36187"/>
                  <a:pt x="482704" y="43108"/>
                  <a:pt x="482704" y="52007"/>
                </a:cubicBezTo>
                <a:cubicBezTo>
                  <a:pt x="482704" y="56272"/>
                  <a:pt x="482294" y="60107"/>
                  <a:pt x="481475" y="63511"/>
                </a:cubicBezTo>
                <a:moveTo>
                  <a:pt x="466611" y="52700"/>
                </a:moveTo>
                <a:cubicBezTo>
                  <a:pt x="466652" y="51925"/>
                  <a:pt x="466672" y="51334"/>
                  <a:pt x="466672" y="50927"/>
                </a:cubicBezTo>
                <a:cubicBezTo>
                  <a:pt x="466672" y="46113"/>
                  <a:pt x="465587" y="42502"/>
                  <a:pt x="463417" y="40095"/>
                </a:cubicBezTo>
                <a:cubicBezTo>
                  <a:pt x="461247" y="37688"/>
                  <a:pt x="458339" y="36485"/>
                  <a:pt x="454695" y="36485"/>
                </a:cubicBezTo>
                <a:cubicBezTo>
                  <a:pt x="451051" y="36485"/>
                  <a:pt x="447785" y="37851"/>
                  <a:pt x="444898" y="40585"/>
                </a:cubicBezTo>
                <a:cubicBezTo>
                  <a:pt x="442011" y="43318"/>
                  <a:pt x="440056" y="47357"/>
                  <a:pt x="439032" y="52700"/>
                </a:cubicBezTo>
                <a:lnTo>
                  <a:pt x="466611" y="52700"/>
                </a:lnTo>
                <a:close/>
                <a:moveTo>
                  <a:pt x="500809" y="25429"/>
                </a:moveTo>
                <a:lnTo>
                  <a:pt x="517271" y="25429"/>
                </a:lnTo>
                <a:lnTo>
                  <a:pt x="514629" y="38055"/>
                </a:lnTo>
                <a:cubicBezTo>
                  <a:pt x="520772" y="28573"/>
                  <a:pt x="527426" y="23832"/>
                  <a:pt x="534592" y="23832"/>
                </a:cubicBezTo>
                <a:cubicBezTo>
                  <a:pt x="537130" y="23832"/>
                  <a:pt x="539854" y="24467"/>
                  <a:pt x="542761" y="25736"/>
                </a:cubicBezTo>
                <a:lnTo>
                  <a:pt x="536004" y="40170"/>
                </a:lnTo>
                <a:cubicBezTo>
                  <a:pt x="534407" y="39597"/>
                  <a:pt x="532708" y="39310"/>
                  <a:pt x="530906" y="39310"/>
                </a:cubicBezTo>
                <a:cubicBezTo>
                  <a:pt x="527876" y="39310"/>
                  <a:pt x="524795" y="40459"/>
                  <a:pt x="521662" y="42758"/>
                </a:cubicBezTo>
                <a:cubicBezTo>
                  <a:pt x="518530" y="45055"/>
                  <a:pt x="516083" y="48121"/>
                  <a:pt x="514322" y="51958"/>
                </a:cubicBezTo>
                <a:cubicBezTo>
                  <a:pt x="512562" y="55793"/>
                  <a:pt x="510821" y="61875"/>
                  <a:pt x="509101" y="70204"/>
                </a:cubicBezTo>
                <a:lnTo>
                  <a:pt x="504802" y="90659"/>
                </a:lnTo>
                <a:lnTo>
                  <a:pt x="487174" y="90659"/>
                </a:lnTo>
                <a:lnTo>
                  <a:pt x="500809" y="25429"/>
                </a:lnTo>
                <a:close/>
                <a:moveTo>
                  <a:pt x="585627" y="25429"/>
                </a:moveTo>
                <a:lnTo>
                  <a:pt x="602334" y="25429"/>
                </a:lnTo>
                <a:lnTo>
                  <a:pt x="600921" y="32139"/>
                </a:lnTo>
                <a:cubicBezTo>
                  <a:pt x="604484" y="29164"/>
                  <a:pt x="607821" y="27036"/>
                  <a:pt x="610933" y="25755"/>
                </a:cubicBezTo>
                <a:cubicBezTo>
                  <a:pt x="614045" y="24473"/>
                  <a:pt x="617382" y="23832"/>
                  <a:pt x="620945" y="23832"/>
                </a:cubicBezTo>
                <a:cubicBezTo>
                  <a:pt x="627783" y="23832"/>
                  <a:pt x="633281" y="26191"/>
                  <a:pt x="637437" y="30909"/>
                </a:cubicBezTo>
                <a:cubicBezTo>
                  <a:pt x="641593" y="35626"/>
                  <a:pt x="643671" y="42660"/>
                  <a:pt x="643671" y="52013"/>
                </a:cubicBezTo>
                <a:cubicBezTo>
                  <a:pt x="643671" y="63787"/>
                  <a:pt x="640088" y="73735"/>
                  <a:pt x="632922" y="81857"/>
                </a:cubicBezTo>
                <a:cubicBezTo>
                  <a:pt x="626780" y="88790"/>
                  <a:pt x="619512" y="92256"/>
                  <a:pt x="611117" y="92256"/>
                </a:cubicBezTo>
                <a:cubicBezTo>
                  <a:pt x="602477" y="92256"/>
                  <a:pt x="595946" y="88772"/>
                  <a:pt x="591524" y="81803"/>
                </a:cubicBezTo>
                <a:lnTo>
                  <a:pt x="584460" y="115597"/>
                </a:lnTo>
                <a:lnTo>
                  <a:pt x="566832" y="115597"/>
                </a:lnTo>
                <a:lnTo>
                  <a:pt x="585627" y="25429"/>
                </a:lnTo>
                <a:moveTo>
                  <a:pt x="596253" y="62820"/>
                </a:moveTo>
                <a:cubicBezTo>
                  <a:pt x="596253" y="67941"/>
                  <a:pt x="597492" y="71916"/>
                  <a:pt x="599969" y="74745"/>
                </a:cubicBezTo>
                <a:cubicBezTo>
                  <a:pt x="602447" y="77574"/>
                  <a:pt x="605364" y="78989"/>
                  <a:pt x="608722" y="78989"/>
                </a:cubicBezTo>
                <a:cubicBezTo>
                  <a:pt x="611629" y="78989"/>
                  <a:pt x="614434" y="77931"/>
                  <a:pt x="617137" y="75816"/>
                </a:cubicBezTo>
                <a:cubicBezTo>
                  <a:pt x="619839" y="73701"/>
                  <a:pt x="622081" y="70190"/>
                  <a:pt x="623862" y="65282"/>
                </a:cubicBezTo>
                <a:cubicBezTo>
                  <a:pt x="625644" y="60375"/>
                  <a:pt x="626534" y="55827"/>
                  <a:pt x="626534" y="51639"/>
                </a:cubicBezTo>
                <a:cubicBezTo>
                  <a:pt x="626534" y="46752"/>
                  <a:pt x="625367" y="43005"/>
                  <a:pt x="623033" y="40397"/>
                </a:cubicBezTo>
                <a:cubicBezTo>
                  <a:pt x="620699" y="37789"/>
                  <a:pt x="617730" y="36485"/>
                  <a:pt x="614127" y="36485"/>
                </a:cubicBezTo>
                <a:cubicBezTo>
                  <a:pt x="610769" y="36485"/>
                  <a:pt x="607708" y="37682"/>
                  <a:pt x="604944" y="40076"/>
                </a:cubicBezTo>
                <a:cubicBezTo>
                  <a:pt x="602180" y="42470"/>
                  <a:pt x="600041" y="45990"/>
                  <a:pt x="598526" y="50635"/>
                </a:cubicBezTo>
                <a:cubicBezTo>
                  <a:pt x="597011" y="55280"/>
                  <a:pt x="596253" y="59342"/>
                  <a:pt x="596253" y="62820"/>
                </a:cubicBezTo>
                <a:close/>
                <a:moveTo>
                  <a:pt x="662092" y="25429"/>
                </a:moveTo>
                <a:lnTo>
                  <a:pt x="678553" y="25429"/>
                </a:lnTo>
                <a:lnTo>
                  <a:pt x="675912" y="38055"/>
                </a:lnTo>
                <a:cubicBezTo>
                  <a:pt x="682054" y="28573"/>
                  <a:pt x="688708" y="23832"/>
                  <a:pt x="695874" y="23832"/>
                </a:cubicBezTo>
                <a:cubicBezTo>
                  <a:pt x="698413" y="23832"/>
                  <a:pt x="701136" y="24467"/>
                  <a:pt x="704044" y="25736"/>
                </a:cubicBezTo>
                <a:lnTo>
                  <a:pt x="697287" y="40170"/>
                </a:lnTo>
                <a:cubicBezTo>
                  <a:pt x="695690" y="39597"/>
                  <a:pt x="693991" y="39310"/>
                  <a:pt x="692189" y="39310"/>
                </a:cubicBezTo>
                <a:cubicBezTo>
                  <a:pt x="689159" y="39310"/>
                  <a:pt x="686078" y="40459"/>
                  <a:pt x="682945" y="42758"/>
                </a:cubicBezTo>
                <a:cubicBezTo>
                  <a:pt x="679812" y="45055"/>
                  <a:pt x="677366" y="48121"/>
                  <a:pt x="675605" y="51958"/>
                </a:cubicBezTo>
                <a:cubicBezTo>
                  <a:pt x="673844" y="55793"/>
                  <a:pt x="672104" y="61875"/>
                  <a:pt x="670384" y="70204"/>
                </a:cubicBezTo>
                <a:lnTo>
                  <a:pt x="666085" y="90659"/>
                </a:lnTo>
                <a:lnTo>
                  <a:pt x="648456" y="90659"/>
                </a:lnTo>
                <a:lnTo>
                  <a:pt x="662092" y="25429"/>
                </a:lnTo>
                <a:close/>
                <a:moveTo>
                  <a:pt x="701311" y="63582"/>
                </a:moveTo>
                <a:cubicBezTo>
                  <a:pt x="701311" y="51480"/>
                  <a:pt x="704720" y="41830"/>
                  <a:pt x="711538" y="34631"/>
                </a:cubicBezTo>
                <a:cubicBezTo>
                  <a:pt x="718356" y="27431"/>
                  <a:pt x="727313" y="23832"/>
                  <a:pt x="738410" y="23832"/>
                </a:cubicBezTo>
                <a:cubicBezTo>
                  <a:pt x="748033" y="23832"/>
                  <a:pt x="755547" y="26488"/>
                  <a:pt x="760952" y="31801"/>
                </a:cubicBezTo>
                <a:cubicBezTo>
                  <a:pt x="766357" y="37113"/>
                  <a:pt x="769060" y="44261"/>
                  <a:pt x="769060" y="53245"/>
                </a:cubicBezTo>
                <a:cubicBezTo>
                  <a:pt x="769060" y="63828"/>
                  <a:pt x="765682" y="72975"/>
                  <a:pt x="758925" y="80688"/>
                </a:cubicBezTo>
                <a:cubicBezTo>
                  <a:pt x="752169" y="88400"/>
                  <a:pt x="743119" y="92256"/>
                  <a:pt x="731776" y="92256"/>
                </a:cubicBezTo>
                <a:cubicBezTo>
                  <a:pt x="725634" y="92256"/>
                  <a:pt x="720188" y="91026"/>
                  <a:pt x="715438" y="88565"/>
                </a:cubicBezTo>
                <a:cubicBezTo>
                  <a:pt x="710688" y="86103"/>
                  <a:pt x="707146" y="82616"/>
                  <a:pt x="704812" y="78104"/>
                </a:cubicBezTo>
                <a:cubicBezTo>
                  <a:pt x="702478" y="73591"/>
                  <a:pt x="701311" y="68750"/>
                  <a:pt x="701311" y="63582"/>
                </a:cubicBezTo>
                <a:moveTo>
                  <a:pt x="751554" y="50959"/>
                </a:moveTo>
                <a:cubicBezTo>
                  <a:pt x="751554" y="46771"/>
                  <a:pt x="750336" y="43414"/>
                  <a:pt x="747900" y="40888"/>
                </a:cubicBezTo>
                <a:cubicBezTo>
                  <a:pt x="745463" y="38362"/>
                  <a:pt x="742321" y="37099"/>
                  <a:pt x="738472" y="37099"/>
                </a:cubicBezTo>
                <a:cubicBezTo>
                  <a:pt x="734663" y="37099"/>
                  <a:pt x="731285" y="38280"/>
                  <a:pt x="728337" y="40642"/>
                </a:cubicBezTo>
                <a:cubicBezTo>
                  <a:pt x="725389" y="43003"/>
                  <a:pt x="723095" y="46433"/>
                  <a:pt x="721458" y="50931"/>
                </a:cubicBezTo>
                <a:cubicBezTo>
                  <a:pt x="719820" y="55427"/>
                  <a:pt x="719001" y="59564"/>
                  <a:pt x="719001" y="63342"/>
                </a:cubicBezTo>
                <a:cubicBezTo>
                  <a:pt x="719001" y="68024"/>
                  <a:pt x="720270" y="71741"/>
                  <a:pt x="722809" y="74494"/>
                </a:cubicBezTo>
                <a:cubicBezTo>
                  <a:pt x="725348" y="77245"/>
                  <a:pt x="728542" y="78621"/>
                  <a:pt x="732391" y="78621"/>
                </a:cubicBezTo>
                <a:cubicBezTo>
                  <a:pt x="737223" y="78621"/>
                  <a:pt x="741276" y="76546"/>
                  <a:pt x="744552" y="72398"/>
                </a:cubicBezTo>
                <a:cubicBezTo>
                  <a:pt x="749220" y="66525"/>
                  <a:pt x="751554" y="59379"/>
                  <a:pt x="751554" y="50959"/>
                </a:cubicBezTo>
                <a:close/>
                <a:moveTo>
                  <a:pt x="805662" y="72436"/>
                </a:moveTo>
                <a:lnTo>
                  <a:pt x="789446" y="90659"/>
                </a:lnTo>
                <a:lnTo>
                  <a:pt x="767826" y="90659"/>
                </a:lnTo>
                <a:lnTo>
                  <a:pt x="797984" y="57161"/>
                </a:lnTo>
                <a:lnTo>
                  <a:pt x="781400" y="25429"/>
                </a:lnTo>
                <a:lnTo>
                  <a:pt x="800134" y="25429"/>
                </a:lnTo>
                <a:lnTo>
                  <a:pt x="809654" y="43928"/>
                </a:lnTo>
                <a:lnTo>
                  <a:pt x="826177" y="25429"/>
                </a:lnTo>
                <a:lnTo>
                  <a:pt x="847613" y="25429"/>
                </a:lnTo>
                <a:lnTo>
                  <a:pt x="817332" y="59326"/>
                </a:lnTo>
                <a:lnTo>
                  <a:pt x="833793" y="90659"/>
                </a:lnTo>
                <a:lnTo>
                  <a:pt x="815059" y="90659"/>
                </a:lnTo>
                <a:lnTo>
                  <a:pt x="805662" y="72436"/>
                </a:lnTo>
                <a:close/>
                <a:moveTo>
                  <a:pt x="864613" y="614"/>
                </a:moveTo>
                <a:lnTo>
                  <a:pt x="882242" y="614"/>
                </a:lnTo>
                <a:lnTo>
                  <a:pt x="878925" y="16584"/>
                </a:lnTo>
                <a:lnTo>
                  <a:pt x="861297" y="16584"/>
                </a:lnTo>
                <a:lnTo>
                  <a:pt x="864613" y="614"/>
                </a:lnTo>
                <a:moveTo>
                  <a:pt x="859454" y="25429"/>
                </a:moveTo>
                <a:lnTo>
                  <a:pt x="877082" y="25429"/>
                </a:lnTo>
                <a:lnTo>
                  <a:pt x="863446" y="90659"/>
                </a:lnTo>
                <a:lnTo>
                  <a:pt x="845818" y="90659"/>
                </a:lnTo>
                <a:lnTo>
                  <a:pt x="859454" y="25429"/>
                </a:lnTo>
                <a:close/>
                <a:moveTo>
                  <a:pt x="893997" y="25429"/>
                </a:moveTo>
                <a:lnTo>
                  <a:pt x="910581" y="25429"/>
                </a:lnTo>
                <a:lnTo>
                  <a:pt x="908923" y="33350"/>
                </a:lnTo>
                <a:cubicBezTo>
                  <a:pt x="915393" y="27005"/>
                  <a:pt x="922190" y="23832"/>
                  <a:pt x="929315" y="23832"/>
                </a:cubicBezTo>
                <a:cubicBezTo>
                  <a:pt x="934229" y="23832"/>
                  <a:pt x="938017" y="24861"/>
                  <a:pt x="940678" y="26920"/>
                </a:cubicBezTo>
                <a:cubicBezTo>
                  <a:pt x="943340" y="28978"/>
                  <a:pt x="945039" y="31818"/>
                  <a:pt x="945776" y="35441"/>
                </a:cubicBezTo>
                <a:cubicBezTo>
                  <a:pt x="948028" y="32147"/>
                  <a:pt x="951263" y="29389"/>
                  <a:pt x="955481" y="27166"/>
                </a:cubicBezTo>
                <a:cubicBezTo>
                  <a:pt x="959699" y="24943"/>
                  <a:pt x="964080" y="23832"/>
                  <a:pt x="968625" y="23832"/>
                </a:cubicBezTo>
                <a:cubicBezTo>
                  <a:pt x="973826" y="23832"/>
                  <a:pt x="977880" y="25231"/>
                  <a:pt x="980787" y="28030"/>
                </a:cubicBezTo>
                <a:cubicBezTo>
                  <a:pt x="983694" y="30828"/>
                  <a:pt x="985148" y="34533"/>
                  <a:pt x="985148" y="39143"/>
                </a:cubicBezTo>
                <a:cubicBezTo>
                  <a:pt x="985148" y="41380"/>
                  <a:pt x="984575" y="45261"/>
                  <a:pt x="983428" y="50785"/>
                </a:cubicBezTo>
                <a:lnTo>
                  <a:pt x="975075" y="90659"/>
                </a:lnTo>
                <a:lnTo>
                  <a:pt x="957447" y="90659"/>
                </a:lnTo>
                <a:lnTo>
                  <a:pt x="965800" y="50781"/>
                </a:lnTo>
                <a:cubicBezTo>
                  <a:pt x="966824" y="45785"/>
                  <a:pt x="967336" y="42960"/>
                  <a:pt x="967336" y="42307"/>
                </a:cubicBezTo>
                <a:cubicBezTo>
                  <a:pt x="967336" y="40509"/>
                  <a:pt x="966793" y="39089"/>
                  <a:pt x="965708" y="38047"/>
                </a:cubicBezTo>
                <a:cubicBezTo>
                  <a:pt x="964623" y="37006"/>
                  <a:pt x="962995" y="36485"/>
                  <a:pt x="960825" y="36485"/>
                </a:cubicBezTo>
                <a:cubicBezTo>
                  <a:pt x="956443" y="36485"/>
                  <a:pt x="952533" y="38798"/>
                  <a:pt x="949093" y="43424"/>
                </a:cubicBezTo>
                <a:cubicBezTo>
                  <a:pt x="946595" y="46740"/>
                  <a:pt x="944466" y="52615"/>
                  <a:pt x="942705" y="61048"/>
                </a:cubicBezTo>
                <a:lnTo>
                  <a:pt x="936502" y="90659"/>
                </a:lnTo>
                <a:lnTo>
                  <a:pt x="918873" y="90659"/>
                </a:lnTo>
                <a:lnTo>
                  <a:pt x="927104" y="51226"/>
                </a:lnTo>
                <a:cubicBezTo>
                  <a:pt x="928046" y="46681"/>
                  <a:pt x="928517" y="43733"/>
                  <a:pt x="928517" y="42381"/>
                </a:cubicBezTo>
                <a:cubicBezTo>
                  <a:pt x="928517" y="40662"/>
                  <a:pt x="927933" y="39249"/>
                  <a:pt x="926766" y="38143"/>
                </a:cubicBezTo>
                <a:cubicBezTo>
                  <a:pt x="925599" y="37038"/>
                  <a:pt x="923992" y="36485"/>
                  <a:pt x="921944" y="36485"/>
                </a:cubicBezTo>
                <a:cubicBezTo>
                  <a:pt x="920020" y="36485"/>
                  <a:pt x="918034" y="37058"/>
                  <a:pt x="915986" y="38205"/>
                </a:cubicBezTo>
                <a:cubicBezTo>
                  <a:pt x="913939" y="39351"/>
                  <a:pt x="912148" y="40928"/>
                  <a:pt x="910612" y="42936"/>
                </a:cubicBezTo>
                <a:cubicBezTo>
                  <a:pt x="909076" y="44943"/>
                  <a:pt x="907756" y="47522"/>
                  <a:pt x="906650" y="50675"/>
                </a:cubicBezTo>
                <a:cubicBezTo>
                  <a:pt x="906159" y="52149"/>
                  <a:pt x="905360" y="55487"/>
                  <a:pt x="904255" y="60689"/>
                </a:cubicBezTo>
                <a:lnTo>
                  <a:pt x="897990" y="90659"/>
                </a:lnTo>
                <a:lnTo>
                  <a:pt x="880362" y="90659"/>
                </a:lnTo>
                <a:lnTo>
                  <a:pt x="893997" y="25429"/>
                </a:lnTo>
                <a:close/>
                <a:moveTo>
                  <a:pt x="1012095" y="614"/>
                </a:moveTo>
                <a:lnTo>
                  <a:pt x="1029723" y="614"/>
                </a:lnTo>
                <a:lnTo>
                  <a:pt x="1026406" y="16584"/>
                </a:lnTo>
                <a:lnTo>
                  <a:pt x="1008778" y="16584"/>
                </a:lnTo>
                <a:lnTo>
                  <a:pt x="1012095" y="614"/>
                </a:lnTo>
                <a:moveTo>
                  <a:pt x="1006936" y="25429"/>
                </a:moveTo>
                <a:lnTo>
                  <a:pt x="1024564" y="25429"/>
                </a:lnTo>
                <a:lnTo>
                  <a:pt x="1010928" y="90659"/>
                </a:lnTo>
                <a:lnTo>
                  <a:pt x="993300" y="90659"/>
                </a:lnTo>
                <a:lnTo>
                  <a:pt x="1006936" y="25429"/>
                </a:lnTo>
                <a:close/>
                <a:moveTo>
                  <a:pt x="1032818" y="38573"/>
                </a:moveTo>
                <a:lnTo>
                  <a:pt x="1035521" y="25429"/>
                </a:lnTo>
                <a:lnTo>
                  <a:pt x="1044193" y="25429"/>
                </a:lnTo>
                <a:lnTo>
                  <a:pt x="1046335" y="14987"/>
                </a:lnTo>
                <a:lnTo>
                  <a:pt x="1066477" y="2825"/>
                </a:lnTo>
                <a:lnTo>
                  <a:pt x="1061821" y="25429"/>
                </a:lnTo>
                <a:lnTo>
                  <a:pt x="1072497" y="25429"/>
                </a:lnTo>
                <a:lnTo>
                  <a:pt x="1069794" y="38573"/>
                </a:lnTo>
                <a:lnTo>
                  <a:pt x="1059113" y="38573"/>
                </a:lnTo>
                <a:lnTo>
                  <a:pt x="1053272" y="65914"/>
                </a:lnTo>
                <a:cubicBezTo>
                  <a:pt x="1052248" y="70862"/>
                  <a:pt x="1051736" y="73684"/>
                  <a:pt x="1051736" y="74379"/>
                </a:cubicBezTo>
                <a:cubicBezTo>
                  <a:pt x="1051736" y="75731"/>
                  <a:pt x="1052166" y="76787"/>
                  <a:pt x="1053026" y="77546"/>
                </a:cubicBezTo>
                <a:cubicBezTo>
                  <a:pt x="1053886" y="78303"/>
                  <a:pt x="1055442" y="78682"/>
                  <a:pt x="1057694" y="78682"/>
                </a:cubicBezTo>
                <a:cubicBezTo>
                  <a:pt x="1058472" y="78682"/>
                  <a:pt x="1060417" y="78539"/>
                  <a:pt x="1063529" y="78252"/>
                </a:cubicBezTo>
                <a:lnTo>
                  <a:pt x="1060765" y="91335"/>
                </a:lnTo>
                <a:cubicBezTo>
                  <a:pt x="1057735" y="91949"/>
                  <a:pt x="1054623" y="92256"/>
                  <a:pt x="1051429" y="92256"/>
                </a:cubicBezTo>
                <a:cubicBezTo>
                  <a:pt x="1045205" y="92256"/>
                  <a:pt x="1040680" y="91053"/>
                  <a:pt x="1037855" y="88648"/>
                </a:cubicBezTo>
                <a:cubicBezTo>
                  <a:pt x="1035029" y="86241"/>
                  <a:pt x="1033617" y="82898"/>
                  <a:pt x="1033617" y="78621"/>
                </a:cubicBezTo>
                <a:cubicBezTo>
                  <a:pt x="1033617" y="76614"/>
                  <a:pt x="1034374" y="71986"/>
                  <a:pt x="1035889" y="64737"/>
                </a:cubicBezTo>
                <a:lnTo>
                  <a:pt x="1041580" y="38573"/>
                </a:lnTo>
                <a:lnTo>
                  <a:pt x="1032818" y="38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Text y">
            <a:extLst xmlns:a="http://schemas.openxmlformats.org/drawingml/2006/main">
              <a:ext uri="{FF2B5EF4-FFF2-40B4-BE49-F238E27FC236}">
                <a16:creationId xmlns:a16="http://schemas.microsoft.com/office/drawing/2014/main" id="{8F44DBCE-8638-4404-8436-520D0DD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916" y="6614287"/>
            <a:ext cx="77269" cy="91765"/>
          </a:xfrm>
          <a:custGeom xmlns:a="http://schemas.openxmlformats.org/drawingml/2006/main">
            <a:pathLst>
              <a:path w="77269" h="91765">
                <a:moveTo>
                  <a:pt x="9705" y="0"/>
                </a:moveTo>
                <a:lnTo>
                  <a:pt x="27271" y="0"/>
                </a:lnTo>
                <a:lnTo>
                  <a:pt x="31694" y="32490"/>
                </a:lnTo>
                <a:cubicBezTo>
                  <a:pt x="32800" y="40850"/>
                  <a:pt x="33414" y="46686"/>
                  <a:pt x="33537" y="49998"/>
                </a:cubicBezTo>
                <a:cubicBezTo>
                  <a:pt x="35830" y="43374"/>
                  <a:pt x="38983" y="36352"/>
                  <a:pt x="42996" y="28930"/>
                </a:cubicBezTo>
                <a:lnTo>
                  <a:pt x="58597" y="0"/>
                </a:lnTo>
                <a:lnTo>
                  <a:pt x="77269" y="0"/>
                </a:lnTo>
                <a:lnTo>
                  <a:pt x="36976" y="71618"/>
                </a:lnTo>
                <a:cubicBezTo>
                  <a:pt x="33659" y="77574"/>
                  <a:pt x="31049" y="81743"/>
                  <a:pt x="29145" y="84126"/>
                </a:cubicBezTo>
                <a:cubicBezTo>
                  <a:pt x="27241" y="86508"/>
                  <a:pt x="24948" y="88377"/>
                  <a:pt x="22266" y="89732"/>
                </a:cubicBezTo>
                <a:cubicBezTo>
                  <a:pt x="19583" y="91087"/>
                  <a:pt x="16359" y="91765"/>
                  <a:pt x="12592" y="91765"/>
                </a:cubicBezTo>
                <a:cubicBezTo>
                  <a:pt x="8865" y="91765"/>
                  <a:pt x="4668" y="91107"/>
                  <a:pt x="0" y="89792"/>
                </a:cubicBezTo>
                <a:lnTo>
                  <a:pt x="1536" y="76594"/>
                </a:lnTo>
                <a:cubicBezTo>
                  <a:pt x="3665" y="77208"/>
                  <a:pt x="5733" y="77515"/>
                  <a:pt x="7739" y="77515"/>
                </a:cubicBezTo>
                <a:cubicBezTo>
                  <a:pt x="13144" y="77515"/>
                  <a:pt x="17587" y="73420"/>
                  <a:pt x="21068" y="65230"/>
                </a:cubicBezTo>
                <a:lnTo>
                  <a:pt x="97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Text hierarchy">
            <a:extLst xmlns:a="http://schemas.openxmlformats.org/drawingml/2006/main">
              <a:ext uri="{FF2B5EF4-FFF2-40B4-BE49-F238E27FC236}">
                <a16:creationId xmlns:a16="http://schemas.microsoft.com/office/drawing/2014/main" id="{7B338FC3-DDF6-40E6-A0B5-77A9B34B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86" y="6589473"/>
            <a:ext cx="570832" cy="116580"/>
          </a:xfrm>
          <a:custGeom xmlns:a="http://schemas.openxmlformats.org/drawingml/2006/main">
            <a:pathLst>
              <a:path w="570832" h="116580">
                <a:moveTo>
                  <a:pt x="17628" y="90045"/>
                </a:moveTo>
                <a:lnTo>
                  <a:pt x="0" y="90045"/>
                </a:lnTo>
                <a:lnTo>
                  <a:pt x="18857" y="0"/>
                </a:lnTo>
                <a:lnTo>
                  <a:pt x="36485" y="0"/>
                </a:lnTo>
                <a:lnTo>
                  <a:pt x="29728" y="32070"/>
                </a:lnTo>
                <a:cubicBezTo>
                  <a:pt x="33700" y="28934"/>
                  <a:pt x="37406" y="26675"/>
                  <a:pt x="40846" y="25293"/>
                </a:cubicBezTo>
                <a:cubicBezTo>
                  <a:pt x="44285" y="23909"/>
                  <a:pt x="47971" y="23218"/>
                  <a:pt x="51902" y="23218"/>
                </a:cubicBezTo>
                <a:cubicBezTo>
                  <a:pt x="57184" y="23218"/>
                  <a:pt x="61361" y="24739"/>
                  <a:pt x="64432" y="27782"/>
                </a:cubicBezTo>
                <a:cubicBezTo>
                  <a:pt x="67503" y="30825"/>
                  <a:pt x="69039" y="34814"/>
                  <a:pt x="69039" y="39750"/>
                </a:cubicBezTo>
                <a:cubicBezTo>
                  <a:pt x="69039" y="42363"/>
                  <a:pt x="68465" y="46413"/>
                  <a:pt x="67319" y="51902"/>
                </a:cubicBezTo>
                <a:lnTo>
                  <a:pt x="59334" y="90045"/>
                </a:lnTo>
                <a:lnTo>
                  <a:pt x="41706" y="90045"/>
                </a:lnTo>
                <a:lnTo>
                  <a:pt x="49875" y="51147"/>
                </a:lnTo>
                <a:cubicBezTo>
                  <a:pt x="50735" y="46944"/>
                  <a:pt x="51165" y="44248"/>
                  <a:pt x="51165" y="43061"/>
                </a:cubicBezTo>
                <a:cubicBezTo>
                  <a:pt x="51165" y="40889"/>
                  <a:pt x="50489" y="39148"/>
                  <a:pt x="49138" y="37838"/>
                </a:cubicBezTo>
                <a:cubicBezTo>
                  <a:pt x="47787" y="36526"/>
                  <a:pt x="45944" y="35871"/>
                  <a:pt x="43610" y="35871"/>
                </a:cubicBezTo>
                <a:cubicBezTo>
                  <a:pt x="40662" y="35871"/>
                  <a:pt x="37836" y="36894"/>
                  <a:pt x="35134" y="38942"/>
                </a:cubicBezTo>
                <a:cubicBezTo>
                  <a:pt x="31612" y="41644"/>
                  <a:pt x="28930" y="44961"/>
                  <a:pt x="27087" y="48892"/>
                </a:cubicBezTo>
                <a:cubicBezTo>
                  <a:pt x="26064" y="51064"/>
                  <a:pt x="24712" y="56162"/>
                  <a:pt x="23033" y="64188"/>
                </a:cubicBezTo>
                <a:lnTo>
                  <a:pt x="17628" y="90045"/>
                </a:lnTo>
                <a:close/>
                <a:moveTo>
                  <a:pt x="95445" y="0"/>
                </a:moveTo>
                <a:lnTo>
                  <a:pt x="113073" y="0"/>
                </a:lnTo>
                <a:lnTo>
                  <a:pt x="109756" y="15970"/>
                </a:lnTo>
                <a:lnTo>
                  <a:pt x="92128" y="15970"/>
                </a:lnTo>
                <a:lnTo>
                  <a:pt x="95445" y="0"/>
                </a:lnTo>
                <a:moveTo>
                  <a:pt x="90285" y="24815"/>
                </a:moveTo>
                <a:lnTo>
                  <a:pt x="107914" y="24815"/>
                </a:lnTo>
                <a:lnTo>
                  <a:pt x="94278" y="90045"/>
                </a:lnTo>
                <a:lnTo>
                  <a:pt x="76650" y="90045"/>
                </a:lnTo>
                <a:lnTo>
                  <a:pt x="90285" y="24815"/>
                </a:lnTo>
                <a:close/>
                <a:moveTo>
                  <a:pt x="175256" y="62896"/>
                </a:moveTo>
                <a:lnTo>
                  <a:pt x="131032" y="62896"/>
                </a:lnTo>
                <a:cubicBezTo>
                  <a:pt x="130991" y="63593"/>
                  <a:pt x="130971" y="64125"/>
                  <a:pt x="130971" y="64493"/>
                </a:cubicBezTo>
                <a:cubicBezTo>
                  <a:pt x="130971" y="68834"/>
                  <a:pt x="132210" y="72335"/>
                  <a:pt x="134687" y="74997"/>
                </a:cubicBezTo>
                <a:cubicBezTo>
                  <a:pt x="137164" y="77658"/>
                  <a:pt x="140184" y="78989"/>
                  <a:pt x="143747" y="78989"/>
                </a:cubicBezTo>
                <a:cubicBezTo>
                  <a:pt x="149602" y="78989"/>
                  <a:pt x="154168" y="75959"/>
                  <a:pt x="157444" y="69899"/>
                </a:cubicBezTo>
                <a:lnTo>
                  <a:pt x="173229" y="72601"/>
                </a:lnTo>
                <a:cubicBezTo>
                  <a:pt x="170158" y="78948"/>
                  <a:pt x="166053" y="83708"/>
                  <a:pt x="160914" y="86882"/>
                </a:cubicBezTo>
                <a:cubicBezTo>
                  <a:pt x="155775" y="90055"/>
                  <a:pt x="150012" y="91642"/>
                  <a:pt x="143624" y="91642"/>
                </a:cubicBezTo>
                <a:cubicBezTo>
                  <a:pt x="134861" y="91642"/>
                  <a:pt x="127736" y="88863"/>
                  <a:pt x="122249" y="83304"/>
                </a:cubicBezTo>
                <a:cubicBezTo>
                  <a:pt x="116762" y="77745"/>
                  <a:pt x="114018" y="70393"/>
                  <a:pt x="114018" y="61246"/>
                </a:cubicBezTo>
                <a:cubicBezTo>
                  <a:pt x="114018" y="52302"/>
                  <a:pt x="116496" y="44344"/>
                  <a:pt x="121450" y="37370"/>
                </a:cubicBezTo>
                <a:cubicBezTo>
                  <a:pt x="128207" y="27935"/>
                  <a:pt x="137850" y="23218"/>
                  <a:pt x="150380" y="23218"/>
                </a:cubicBezTo>
                <a:cubicBezTo>
                  <a:pt x="158365" y="23218"/>
                  <a:pt x="164712" y="25689"/>
                  <a:pt x="169421" y="30631"/>
                </a:cubicBezTo>
                <a:cubicBezTo>
                  <a:pt x="174130" y="35572"/>
                  <a:pt x="176485" y="42493"/>
                  <a:pt x="176485" y="51393"/>
                </a:cubicBezTo>
                <a:cubicBezTo>
                  <a:pt x="176485" y="55658"/>
                  <a:pt x="176075" y="59493"/>
                  <a:pt x="175256" y="62896"/>
                </a:cubicBezTo>
                <a:moveTo>
                  <a:pt x="160392" y="52086"/>
                </a:moveTo>
                <a:cubicBezTo>
                  <a:pt x="160433" y="51311"/>
                  <a:pt x="160454" y="50719"/>
                  <a:pt x="160454" y="50313"/>
                </a:cubicBezTo>
                <a:cubicBezTo>
                  <a:pt x="160454" y="45499"/>
                  <a:pt x="159368" y="41888"/>
                  <a:pt x="157198" y="39481"/>
                </a:cubicBezTo>
                <a:cubicBezTo>
                  <a:pt x="155028" y="37074"/>
                  <a:pt x="152121" y="35871"/>
                  <a:pt x="148476" y="35871"/>
                </a:cubicBezTo>
                <a:cubicBezTo>
                  <a:pt x="144832" y="35871"/>
                  <a:pt x="141566" y="37237"/>
                  <a:pt x="138679" y="39971"/>
                </a:cubicBezTo>
                <a:cubicBezTo>
                  <a:pt x="135793" y="42704"/>
                  <a:pt x="133837" y="46742"/>
                  <a:pt x="132814" y="52086"/>
                </a:cubicBezTo>
                <a:lnTo>
                  <a:pt x="160392" y="52086"/>
                </a:lnTo>
                <a:close/>
                <a:moveTo>
                  <a:pt x="194591" y="24815"/>
                </a:moveTo>
                <a:lnTo>
                  <a:pt x="211052" y="24815"/>
                </a:lnTo>
                <a:lnTo>
                  <a:pt x="208411" y="37441"/>
                </a:lnTo>
                <a:cubicBezTo>
                  <a:pt x="214553" y="27959"/>
                  <a:pt x="221207" y="23218"/>
                  <a:pt x="228373" y="23218"/>
                </a:cubicBezTo>
                <a:cubicBezTo>
                  <a:pt x="230912" y="23218"/>
                  <a:pt x="233635" y="23852"/>
                  <a:pt x="236542" y="25122"/>
                </a:cubicBezTo>
                <a:lnTo>
                  <a:pt x="229786" y="39556"/>
                </a:lnTo>
                <a:cubicBezTo>
                  <a:pt x="228189" y="38983"/>
                  <a:pt x="226489" y="38696"/>
                  <a:pt x="224688" y="38696"/>
                </a:cubicBezTo>
                <a:cubicBezTo>
                  <a:pt x="221657" y="38696"/>
                  <a:pt x="218576" y="39845"/>
                  <a:pt x="215444" y="42143"/>
                </a:cubicBezTo>
                <a:cubicBezTo>
                  <a:pt x="212311" y="44440"/>
                  <a:pt x="209864" y="47507"/>
                  <a:pt x="208104" y="51343"/>
                </a:cubicBezTo>
                <a:cubicBezTo>
                  <a:pt x="206343" y="55178"/>
                  <a:pt x="204602" y="61260"/>
                  <a:pt x="202883" y="69590"/>
                </a:cubicBezTo>
                <a:lnTo>
                  <a:pt x="198583" y="90045"/>
                </a:lnTo>
                <a:lnTo>
                  <a:pt x="180955" y="90045"/>
                </a:lnTo>
                <a:lnTo>
                  <a:pt x="194591" y="24815"/>
                </a:lnTo>
                <a:close/>
                <a:moveTo>
                  <a:pt x="256106" y="43241"/>
                </a:moveTo>
                <a:lnTo>
                  <a:pt x="238908" y="41779"/>
                </a:lnTo>
                <a:cubicBezTo>
                  <a:pt x="240873" y="35960"/>
                  <a:pt x="244303" y="31412"/>
                  <a:pt x="249196" y="28135"/>
                </a:cubicBezTo>
                <a:cubicBezTo>
                  <a:pt x="254089" y="24857"/>
                  <a:pt x="260569" y="23218"/>
                  <a:pt x="268636" y="23218"/>
                </a:cubicBezTo>
                <a:cubicBezTo>
                  <a:pt x="277030" y="23218"/>
                  <a:pt x="283234" y="24909"/>
                  <a:pt x="287247" y="28291"/>
                </a:cubicBezTo>
                <a:cubicBezTo>
                  <a:pt x="291260" y="31672"/>
                  <a:pt x="293266" y="35800"/>
                  <a:pt x="293266" y="40677"/>
                </a:cubicBezTo>
                <a:cubicBezTo>
                  <a:pt x="293266" y="42645"/>
                  <a:pt x="293092" y="44736"/>
                  <a:pt x="292744" y="46950"/>
                </a:cubicBezTo>
                <a:cubicBezTo>
                  <a:pt x="292396" y="49162"/>
                  <a:pt x="291178" y="54982"/>
                  <a:pt x="289090" y="64409"/>
                </a:cubicBezTo>
                <a:cubicBezTo>
                  <a:pt x="287370" y="72196"/>
                  <a:pt x="286510" y="77647"/>
                  <a:pt x="286510" y="80763"/>
                </a:cubicBezTo>
                <a:cubicBezTo>
                  <a:pt x="286510" y="83550"/>
                  <a:pt x="287001" y="86644"/>
                  <a:pt x="287984" y="90045"/>
                </a:cubicBezTo>
                <a:lnTo>
                  <a:pt x="270847" y="90045"/>
                </a:lnTo>
                <a:cubicBezTo>
                  <a:pt x="270151" y="87670"/>
                  <a:pt x="269721" y="85213"/>
                  <a:pt x="269557" y="82674"/>
                </a:cubicBezTo>
                <a:cubicBezTo>
                  <a:pt x="266978" y="85541"/>
                  <a:pt x="264009" y="87752"/>
                  <a:pt x="260651" y="89308"/>
                </a:cubicBezTo>
                <a:cubicBezTo>
                  <a:pt x="257293" y="90864"/>
                  <a:pt x="253915" y="91642"/>
                  <a:pt x="250516" y="91642"/>
                </a:cubicBezTo>
                <a:cubicBezTo>
                  <a:pt x="245111" y="91642"/>
                  <a:pt x="240648" y="89868"/>
                  <a:pt x="237126" y="86321"/>
                </a:cubicBezTo>
                <a:cubicBezTo>
                  <a:pt x="233605" y="82774"/>
                  <a:pt x="231844" y="78212"/>
                  <a:pt x="231844" y="72636"/>
                </a:cubicBezTo>
                <a:cubicBezTo>
                  <a:pt x="231844" y="66403"/>
                  <a:pt x="233779" y="61420"/>
                  <a:pt x="237648" y="57689"/>
                </a:cubicBezTo>
                <a:cubicBezTo>
                  <a:pt x="241518" y="53958"/>
                  <a:pt x="248428" y="51702"/>
                  <a:pt x="258378" y="50923"/>
                </a:cubicBezTo>
                <a:cubicBezTo>
                  <a:pt x="266773" y="50226"/>
                  <a:pt x="272383" y="49385"/>
                  <a:pt x="275208" y="48401"/>
                </a:cubicBezTo>
                <a:cubicBezTo>
                  <a:pt x="275945" y="45944"/>
                  <a:pt x="276314" y="43978"/>
                  <a:pt x="276314" y="42504"/>
                </a:cubicBezTo>
                <a:cubicBezTo>
                  <a:pt x="276314" y="40621"/>
                  <a:pt x="275556" y="39044"/>
                  <a:pt x="274041" y="37775"/>
                </a:cubicBezTo>
                <a:cubicBezTo>
                  <a:pt x="272526" y="36505"/>
                  <a:pt x="270274" y="35871"/>
                  <a:pt x="267285" y="35871"/>
                </a:cubicBezTo>
                <a:cubicBezTo>
                  <a:pt x="264132" y="35871"/>
                  <a:pt x="261644" y="36510"/>
                  <a:pt x="259822" y="37790"/>
                </a:cubicBezTo>
                <a:cubicBezTo>
                  <a:pt x="258000" y="39068"/>
                  <a:pt x="256761" y="40885"/>
                  <a:pt x="256106" y="43241"/>
                </a:cubicBezTo>
                <a:moveTo>
                  <a:pt x="272874" y="59580"/>
                </a:moveTo>
                <a:cubicBezTo>
                  <a:pt x="271809" y="59868"/>
                  <a:pt x="270397" y="60134"/>
                  <a:pt x="268636" y="60380"/>
                </a:cubicBezTo>
                <a:cubicBezTo>
                  <a:pt x="259791" y="61449"/>
                  <a:pt x="254017" y="63010"/>
                  <a:pt x="251315" y="65063"/>
                </a:cubicBezTo>
                <a:cubicBezTo>
                  <a:pt x="249390" y="66543"/>
                  <a:pt x="248428" y="68536"/>
                  <a:pt x="248428" y="71043"/>
                </a:cubicBezTo>
                <a:cubicBezTo>
                  <a:pt x="248428" y="73096"/>
                  <a:pt x="249165" y="74832"/>
                  <a:pt x="250639" y="76250"/>
                </a:cubicBezTo>
                <a:cubicBezTo>
                  <a:pt x="252113" y="77667"/>
                  <a:pt x="254058" y="78375"/>
                  <a:pt x="256474" y="78375"/>
                </a:cubicBezTo>
                <a:cubicBezTo>
                  <a:pt x="259136" y="78375"/>
                  <a:pt x="261644" y="77728"/>
                  <a:pt x="263999" y="76434"/>
                </a:cubicBezTo>
                <a:cubicBezTo>
                  <a:pt x="266353" y="75139"/>
                  <a:pt x="268114" y="73475"/>
                  <a:pt x="269281" y="71442"/>
                </a:cubicBezTo>
                <a:cubicBezTo>
                  <a:pt x="270448" y="69408"/>
                  <a:pt x="271482" y="66235"/>
                  <a:pt x="272383" y="61921"/>
                </a:cubicBezTo>
                <a:lnTo>
                  <a:pt x="272874" y="59580"/>
                </a:lnTo>
                <a:close/>
                <a:moveTo>
                  <a:pt x="314074" y="24815"/>
                </a:moveTo>
                <a:lnTo>
                  <a:pt x="330536" y="24815"/>
                </a:lnTo>
                <a:lnTo>
                  <a:pt x="327894" y="37441"/>
                </a:lnTo>
                <a:cubicBezTo>
                  <a:pt x="334037" y="27959"/>
                  <a:pt x="340691" y="23218"/>
                  <a:pt x="347857" y="23218"/>
                </a:cubicBezTo>
                <a:cubicBezTo>
                  <a:pt x="350395" y="23218"/>
                  <a:pt x="353119" y="23852"/>
                  <a:pt x="356026" y="25122"/>
                </a:cubicBezTo>
                <a:lnTo>
                  <a:pt x="349269" y="39556"/>
                </a:lnTo>
                <a:cubicBezTo>
                  <a:pt x="347672" y="38983"/>
                  <a:pt x="345973" y="38696"/>
                  <a:pt x="344171" y="38696"/>
                </a:cubicBezTo>
                <a:cubicBezTo>
                  <a:pt x="341141" y="38696"/>
                  <a:pt x="338060" y="39845"/>
                  <a:pt x="334927" y="42143"/>
                </a:cubicBezTo>
                <a:cubicBezTo>
                  <a:pt x="331795" y="44440"/>
                  <a:pt x="329348" y="47507"/>
                  <a:pt x="327587" y="51343"/>
                </a:cubicBezTo>
                <a:cubicBezTo>
                  <a:pt x="325827" y="55178"/>
                  <a:pt x="324086" y="61260"/>
                  <a:pt x="322366" y="69590"/>
                </a:cubicBezTo>
                <a:lnTo>
                  <a:pt x="318067" y="90045"/>
                </a:lnTo>
                <a:lnTo>
                  <a:pt x="300439" y="90045"/>
                </a:lnTo>
                <a:lnTo>
                  <a:pt x="314074" y="24815"/>
                </a:lnTo>
                <a:close/>
                <a:moveTo>
                  <a:pt x="394937" y="65476"/>
                </a:moveTo>
                <a:lnTo>
                  <a:pt x="412074" y="68240"/>
                </a:lnTo>
                <a:cubicBezTo>
                  <a:pt x="409248" y="75877"/>
                  <a:pt x="405072" y="81687"/>
                  <a:pt x="399544" y="85669"/>
                </a:cubicBezTo>
                <a:cubicBezTo>
                  <a:pt x="394016" y="89651"/>
                  <a:pt x="387607" y="91642"/>
                  <a:pt x="380319" y="91642"/>
                </a:cubicBezTo>
                <a:cubicBezTo>
                  <a:pt x="372006" y="91642"/>
                  <a:pt x="365413" y="89160"/>
                  <a:pt x="360541" y="84197"/>
                </a:cubicBezTo>
                <a:cubicBezTo>
                  <a:pt x="355668" y="79233"/>
                  <a:pt x="353231" y="72403"/>
                  <a:pt x="353231" y="63706"/>
                </a:cubicBezTo>
                <a:cubicBezTo>
                  <a:pt x="353231" y="56610"/>
                  <a:pt x="354705" y="49902"/>
                  <a:pt x="357654" y="43585"/>
                </a:cubicBezTo>
                <a:cubicBezTo>
                  <a:pt x="360602" y="37267"/>
                  <a:pt x="365045" y="32293"/>
                  <a:pt x="370982" y="28663"/>
                </a:cubicBezTo>
                <a:cubicBezTo>
                  <a:pt x="376920" y="25033"/>
                  <a:pt x="383431" y="23218"/>
                  <a:pt x="390515" y="23218"/>
                </a:cubicBezTo>
                <a:cubicBezTo>
                  <a:pt x="398213" y="23218"/>
                  <a:pt x="404355" y="25238"/>
                  <a:pt x="408941" y="29279"/>
                </a:cubicBezTo>
                <a:cubicBezTo>
                  <a:pt x="413528" y="33320"/>
                  <a:pt x="416107" y="38640"/>
                  <a:pt x="416681" y="45238"/>
                </a:cubicBezTo>
                <a:lnTo>
                  <a:pt x="399912" y="47049"/>
                </a:lnTo>
                <a:cubicBezTo>
                  <a:pt x="399503" y="43342"/>
                  <a:pt x="398387" y="40614"/>
                  <a:pt x="396565" y="38865"/>
                </a:cubicBezTo>
                <a:cubicBezTo>
                  <a:pt x="394743" y="37114"/>
                  <a:pt x="392357" y="36239"/>
                  <a:pt x="389409" y="36239"/>
                </a:cubicBezTo>
                <a:cubicBezTo>
                  <a:pt x="386010" y="36239"/>
                  <a:pt x="382837" y="37510"/>
                  <a:pt x="379889" y="40053"/>
                </a:cubicBezTo>
                <a:cubicBezTo>
                  <a:pt x="376940" y="42596"/>
                  <a:pt x="374678" y="46399"/>
                  <a:pt x="373101" y="51464"/>
                </a:cubicBezTo>
                <a:cubicBezTo>
                  <a:pt x="371525" y="56529"/>
                  <a:pt x="370737" y="61276"/>
                  <a:pt x="370737" y="65705"/>
                </a:cubicBezTo>
                <a:cubicBezTo>
                  <a:pt x="370737" y="69559"/>
                  <a:pt x="371679" y="72532"/>
                  <a:pt x="373562" y="74624"/>
                </a:cubicBezTo>
                <a:cubicBezTo>
                  <a:pt x="375446" y="76715"/>
                  <a:pt x="377800" y="77761"/>
                  <a:pt x="380626" y="77761"/>
                </a:cubicBezTo>
                <a:cubicBezTo>
                  <a:pt x="383451" y="77761"/>
                  <a:pt x="386174" y="76737"/>
                  <a:pt x="388795" y="74690"/>
                </a:cubicBezTo>
                <a:cubicBezTo>
                  <a:pt x="391416" y="72642"/>
                  <a:pt x="393463" y="69571"/>
                  <a:pt x="394937" y="65476"/>
                </a:cubicBezTo>
                <a:close/>
                <a:moveTo>
                  <a:pt x="438779" y="90045"/>
                </a:moveTo>
                <a:lnTo>
                  <a:pt x="421151" y="90045"/>
                </a:lnTo>
                <a:lnTo>
                  <a:pt x="440007" y="0"/>
                </a:lnTo>
                <a:lnTo>
                  <a:pt x="457635" y="0"/>
                </a:lnTo>
                <a:lnTo>
                  <a:pt x="450879" y="32070"/>
                </a:lnTo>
                <a:cubicBezTo>
                  <a:pt x="454851" y="28934"/>
                  <a:pt x="458557" y="26675"/>
                  <a:pt x="461996" y="25293"/>
                </a:cubicBezTo>
                <a:cubicBezTo>
                  <a:pt x="465436" y="23909"/>
                  <a:pt x="469121" y="23218"/>
                  <a:pt x="473052" y="23218"/>
                </a:cubicBezTo>
                <a:cubicBezTo>
                  <a:pt x="478335" y="23218"/>
                  <a:pt x="482512" y="24739"/>
                  <a:pt x="485583" y="27782"/>
                </a:cubicBezTo>
                <a:cubicBezTo>
                  <a:pt x="488654" y="30825"/>
                  <a:pt x="490189" y="34814"/>
                  <a:pt x="490189" y="39750"/>
                </a:cubicBezTo>
                <a:cubicBezTo>
                  <a:pt x="490189" y="42363"/>
                  <a:pt x="489616" y="46413"/>
                  <a:pt x="488469" y="51902"/>
                </a:cubicBezTo>
                <a:lnTo>
                  <a:pt x="480485" y="90045"/>
                </a:lnTo>
                <a:lnTo>
                  <a:pt x="462856" y="90045"/>
                </a:lnTo>
                <a:lnTo>
                  <a:pt x="471026" y="51147"/>
                </a:lnTo>
                <a:cubicBezTo>
                  <a:pt x="471885" y="46944"/>
                  <a:pt x="472315" y="44248"/>
                  <a:pt x="472315" y="43061"/>
                </a:cubicBezTo>
                <a:cubicBezTo>
                  <a:pt x="472315" y="40889"/>
                  <a:pt x="471640" y="39148"/>
                  <a:pt x="470288" y="37838"/>
                </a:cubicBezTo>
                <a:cubicBezTo>
                  <a:pt x="468937" y="36526"/>
                  <a:pt x="467095" y="35871"/>
                  <a:pt x="464760" y="35871"/>
                </a:cubicBezTo>
                <a:cubicBezTo>
                  <a:pt x="461812" y="35871"/>
                  <a:pt x="458987" y="36894"/>
                  <a:pt x="456284" y="38942"/>
                </a:cubicBezTo>
                <a:cubicBezTo>
                  <a:pt x="452763" y="41644"/>
                  <a:pt x="450081" y="44961"/>
                  <a:pt x="448238" y="48892"/>
                </a:cubicBezTo>
                <a:cubicBezTo>
                  <a:pt x="447214" y="51064"/>
                  <a:pt x="445863" y="56162"/>
                  <a:pt x="444184" y="64188"/>
                </a:cubicBezTo>
                <a:lnTo>
                  <a:pt x="438779" y="90045"/>
                </a:lnTo>
                <a:close/>
                <a:moveTo>
                  <a:pt x="503267" y="24815"/>
                </a:moveTo>
                <a:lnTo>
                  <a:pt x="520834" y="24815"/>
                </a:lnTo>
                <a:lnTo>
                  <a:pt x="525256" y="57305"/>
                </a:lnTo>
                <a:cubicBezTo>
                  <a:pt x="526362" y="65665"/>
                  <a:pt x="526976" y="71501"/>
                  <a:pt x="527099" y="74812"/>
                </a:cubicBezTo>
                <a:cubicBezTo>
                  <a:pt x="529392" y="68189"/>
                  <a:pt x="532545" y="61166"/>
                  <a:pt x="536558" y="53745"/>
                </a:cubicBezTo>
                <a:lnTo>
                  <a:pt x="552159" y="24815"/>
                </a:lnTo>
                <a:lnTo>
                  <a:pt x="570832" y="24815"/>
                </a:lnTo>
                <a:lnTo>
                  <a:pt x="530539" y="96433"/>
                </a:lnTo>
                <a:cubicBezTo>
                  <a:pt x="527222" y="102388"/>
                  <a:pt x="524611" y="106557"/>
                  <a:pt x="522707" y="108940"/>
                </a:cubicBezTo>
                <a:cubicBezTo>
                  <a:pt x="520803" y="111323"/>
                  <a:pt x="518510" y="113192"/>
                  <a:pt x="515828" y="114547"/>
                </a:cubicBezTo>
                <a:cubicBezTo>
                  <a:pt x="513146" y="115902"/>
                  <a:pt x="509921" y="116580"/>
                  <a:pt x="506154" y="116580"/>
                </a:cubicBezTo>
                <a:cubicBezTo>
                  <a:pt x="502428" y="116580"/>
                  <a:pt x="498231" y="115922"/>
                  <a:pt x="493562" y="114606"/>
                </a:cubicBezTo>
                <a:lnTo>
                  <a:pt x="495098" y="101408"/>
                </a:lnTo>
                <a:cubicBezTo>
                  <a:pt x="497227" y="102022"/>
                  <a:pt x="499295" y="102330"/>
                  <a:pt x="501302" y="102330"/>
                </a:cubicBezTo>
                <a:cubicBezTo>
                  <a:pt x="506707" y="102330"/>
                  <a:pt x="511150" y="98235"/>
                  <a:pt x="514630" y="90045"/>
                </a:cubicBezTo>
                <a:lnTo>
                  <a:pt x="503267" y="24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5C68E-E4EF-4600-86FF-6A058360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35" y="5961836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EAAB0-6DE3-4B6D-B7A8-111598B2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35" y="6787952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Text Theorem:�">
            <a:extLst xmlns:a="http://schemas.openxmlformats.org/drawingml/2006/main">
              <a:ext uri="{FF2B5EF4-FFF2-40B4-BE49-F238E27FC236}">
                <a16:creationId xmlns:a16="http://schemas.microsoft.com/office/drawing/2014/main" id="{13D2EE42-8DB5-4DBC-AE9C-9F43896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603" y="6868061"/>
            <a:ext cx="596559" cy="82078"/>
          </a:xfrm>
          <a:custGeom xmlns:a="http://schemas.openxmlformats.org/drawingml/2006/main">
            <a:pathLst>
              <a:path w="596559" h="82078">
                <a:moveTo>
                  <a:pt x="26133" y="80780"/>
                </a:moveTo>
                <a:lnTo>
                  <a:pt x="26133" y="10875"/>
                </a:lnTo>
                <a:lnTo>
                  <a:pt x="0" y="10875"/>
                </a:lnTo>
                <a:lnTo>
                  <a:pt x="0" y="1461"/>
                </a:lnTo>
                <a:lnTo>
                  <a:pt x="62871" y="1461"/>
                </a:lnTo>
                <a:lnTo>
                  <a:pt x="62871" y="10875"/>
                </a:lnTo>
                <a:lnTo>
                  <a:pt x="36629" y="10875"/>
                </a:lnTo>
                <a:lnTo>
                  <a:pt x="36629" y="80780"/>
                </a:lnTo>
                <a:lnTo>
                  <a:pt x="26133" y="80780"/>
                </a:lnTo>
                <a:close/>
                <a:moveTo>
                  <a:pt x="72138" y="80780"/>
                </a:moveTo>
                <a:lnTo>
                  <a:pt x="72138" y="1461"/>
                </a:lnTo>
                <a:lnTo>
                  <a:pt x="81877" y="1461"/>
                </a:lnTo>
                <a:lnTo>
                  <a:pt x="81877" y="29971"/>
                </a:lnTo>
                <a:cubicBezTo>
                  <a:pt x="86422" y="24671"/>
                  <a:pt x="92158" y="22021"/>
                  <a:pt x="99083" y="22021"/>
                </a:cubicBezTo>
                <a:cubicBezTo>
                  <a:pt x="103339" y="22021"/>
                  <a:pt x="107037" y="22860"/>
                  <a:pt x="110175" y="24537"/>
                </a:cubicBezTo>
                <a:cubicBezTo>
                  <a:pt x="113313" y="26214"/>
                  <a:pt x="115558" y="28532"/>
                  <a:pt x="116911" y="31489"/>
                </a:cubicBezTo>
                <a:cubicBezTo>
                  <a:pt x="118263" y="34447"/>
                  <a:pt x="118940" y="38740"/>
                  <a:pt x="118940" y="44367"/>
                </a:cubicBezTo>
                <a:lnTo>
                  <a:pt x="118940" y="80780"/>
                </a:lnTo>
                <a:lnTo>
                  <a:pt x="109201" y="80780"/>
                </a:lnTo>
                <a:lnTo>
                  <a:pt x="109201" y="44405"/>
                </a:lnTo>
                <a:cubicBezTo>
                  <a:pt x="109201" y="39542"/>
                  <a:pt x="108146" y="36002"/>
                  <a:pt x="106036" y="33786"/>
                </a:cubicBezTo>
                <a:cubicBezTo>
                  <a:pt x="103925" y="31569"/>
                  <a:pt x="100941" y="30461"/>
                  <a:pt x="97081" y="30461"/>
                </a:cubicBezTo>
                <a:cubicBezTo>
                  <a:pt x="94195" y="30461"/>
                  <a:pt x="91481" y="31209"/>
                  <a:pt x="88938" y="32705"/>
                </a:cubicBezTo>
                <a:cubicBezTo>
                  <a:pt x="86395" y="34200"/>
                  <a:pt x="84583" y="36226"/>
                  <a:pt x="83501" y="38785"/>
                </a:cubicBezTo>
                <a:cubicBezTo>
                  <a:pt x="82419" y="41343"/>
                  <a:pt x="81877" y="44874"/>
                  <a:pt x="81877" y="49378"/>
                </a:cubicBezTo>
                <a:lnTo>
                  <a:pt x="81877" y="80780"/>
                </a:lnTo>
                <a:lnTo>
                  <a:pt x="72138" y="80780"/>
                </a:lnTo>
                <a:close/>
                <a:moveTo>
                  <a:pt x="172989" y="62167"/>
                </a:moveTo>
                <a:lnTo>
                  <a:pt x="183053" y="63466"/>
                </a:lnTo>
                <a:cubicBezTo>
                  <a:pt x="181466" y="69362"/>
                  <a:pt x="178526" y="73939"/>
                  <a:pt x="174234" y="77195"/>
                </a:cubicBezTo>
                <a:cubicBezTo>
                  <a:pt x="169941" y="80450"/>
                  <a:pt x="164459" y="82078"/>
                  <a:pt x="157786" y="82078"/>
                </a:cubicBezTo>
                <a:cubicBezTo>
                  <a:pt x="149381" y="82078"/>
                  <a:pt x="142717" y="79490"/>
                  <a:pt x="137794" y="74314"/>
                </a:cubicBezTo>
                <a:cubicBezTo>
                  <a:pt x="132870" y="69138"/>
                  <a:pt x="130408" y="61879"/>
                  <a:pt x="130408" y="52536"/>
                </a:cubicBezTo>
                <a:cubicBezTo>
                  <a:pt x="130408" y="42870"/>
                  <a:pt x="132897" y="35367"/>
                  <a:pt x="137875" y="30029"/>
                </a:cubicBezTo>
                <a:cubicBezTo>
                  <a:pt x="142852" y="24690"/>
                  <a:pt x="149309" y="22021"/>
                  <a:pt x="157244" y="22021"/>
                </a:cubicBezTo>
                <a:cubicBezTo>
                  <a:pt x="164927" y="22021"/>
                  <a:pt x="171204" y="24632"/>
                  <a:pt x="176073" y="29854"/>
                </a:cubicBezTo>
                <a:cubicBezTo>
                  <a:pt x="180943" y="35076"/>
                  <a:pt x="183377" y="42422"/>
                  <a:pt x="183377" y="51892"/>
                </a:cubicBezTo>
                <a:cubicBezTo>
                  <a:pt x="183377" y="52468"/>
                  <a:pt x="183359" y="53332"/>
                  <a:pt x="183323" y="54484"/>
                </a:cubicBezTo>
                <a:lnTo>
                  <a:pt x="140472" y="54484"/>
                </a:lnTo>
                <a:cubicBezTo>
                  <a:pt x="140832" y="60815"/>
                  <a:pt x="142618" y="65662"/>
                  <a:pt x="145828" y="69025"/>
                </a:cubicBezTo>
                <a:cubicBezTo>
                  <a:pt x="149038" y="72389"/>
                  <a:pt x="153042" y="74070"/>
                  <a:pt x="157840" y="74070"/>
                </a:cubicBezTo>
                <a:cubicBezTo>
                  <a:pt x="161411" y="74070"/>
                  <a:pt x="164459" y="73124"/>
                  <a:pt x="166983" y="71232"/>
                </a:cubicBezTo>
                <a:cubicBezTo>
                  <a:pt x="169508" y="69338"/>
                  <a:pt x="171510" y="66316"/>
                  <a:pt x="172989" y="62167"/>
                </a:cubicBezTo>
                <a:moveTo>
                  <a:pt x="141013" y="46477"/>
                </a:moveTo>
                <a:lnTo>
                  <a:pt x="173097" y="46477"/>
                </a:lnTo>
                <a:cubicBezTo>
                  <a:pt x="172665" y="41659"/>
                  <a:pt x="171438" y="38046"/>
                  <a:pt x="169418" y="35637"/>
                </a:cubicBezTo>
                <a:cubicBezTo>
                  <a:pt x="166316" y="31898"/>
                  <a:pt x="162294" y="30029"/>
                  <a:pt x="157353" y="30029"/>
                </a:cubicBezTo>
                <a:cubicBezTo>
                  <a:pt x="152880" y="30029"/>
                  <a:pt x="149120" y="31521"/>
                  <a:pt x="146072" y="34506"/>
                </a:cubicBezTo>
                <a:cubicBezTo>
                  <a:pt x="143024" y="37489"/>
                  <a:pt x="141337" y="41480"/>
                  <a:pt x="141013" y="46477"/>
                </a:cubicBezTo>
                <a:close/>
                <a:moveTo>
                  <a:pt x="191546" y="52050"/>
                </a:moveTo>
                <a:cubicBezTo>
                  <a:pt x="191546" y="41409"/>
                  <a:pt x="194503" y="33527"/>
                  <a:pt x="200419" y="28405"/>
                </a:cubicBezTo>
                <a:cubicBezTo>
                  <a:pt x="205361" y="24149"/>
                  <a:pt x="211384" y="22021"/>
                  <a:pt x="218490" y="22021"/>
                </a:cubicBezTo>
                <a:cubicBezTo>
                  <a:pt x="226390" y="22021"/>
                  <a:pt x="232846" y="24609"/>
                  <a:pt x="237860" y="29785"/>
                </a:cubicBezTo>
                <a:cubicBezTo>
                  <a:pt x="242874" y="34961"/>
                  <a:pt x="245381" y="42112"/>
                  <a:pt x="245381" y="51238"/>
                </a:cubicBezTo>
                <a:cubicBezTo>
                  <a:pt x="245381" y="58632"/>
                  <a:pt x="244271" y="64449"/>
                  <a:pt x="242053" y="68687"/>
                </a:cubicBezTo>
                <a:cubicBezTo>
                  <a:pt x="239835" y="72925"/>
                  <a:pt x="236607" y="76217"/>
                  <a:pt x="232368" y="78561"/>
                </a:cubicBezTo>
                <a:cubicBezTo>
                  <a:pt x="228130" y="80906"/>
                  <a:pt x="223504" y="82078"/>
                  <a:pt x="218490" y="82078"/>
                </a:cubicBezTo>
                <a:cubicBezTo>
                  <a:pt x="210446" y="82078"/>
                  <a:pt x="203945" y="79499"/>
                  <a:pt x="198985" y="74341"/>
                </a:cubicBezTo>
                <a:cubicBezTo>
                  <a:pt x="194025" y="69183"/>
                  <a:pt x="191546" y="61752"/>
                  <a:pt x="191546" y="52050"/>
                </a:cubicBezTo>
                <a:moveTo>
                  <a:pt x="201555" y="52077"/>
                </a:moveTo>
                <a:cubicBezTo>
                  <a:pt x="201555" y="59426"/>
                  <a:pt x="203160" y="64929"/>
                  <a:pt x="206371" y="68586"/>
                </a:cubicBezTo>
                <a:cubicBezTo>
                  <a:pt x="209581" y="72242"/>
                  <a:pt x="213621" y="74070"/>
                  <a:pt x="218490" y="74070"/>
                </a:cubicBezTo>
                <a:cubicBezTo>
                  <a:pt x="223324" y="74070"/>
                  <a:pt x="227345" y="72233"/>
                  <a:pt x="230556" y="68558"/>
                </a:cubicBezTo>
                <a:cubicBezTo>
                  <a:pt x="233766" y="64884"/>
                  <a:pt x="235371" y="59282"/>
                  <a:pt x="235371" y="51752"/>
                </a:cubicBezTo>
                <a:cubicBezTo>
                  <a:pt x="235371" y="44655"/>
                  <a:pt x="233757" y="39278"/>
                  <a:pt x="230529" y="35622"/>
                </a:cubicBezTo>
                <a:cubicBezTo>
                  <a:pt x="227300" y="31965"/>
                  <a:pt x="223288" y="30137"/>
                  <a:pt x="218490" y="30137"/>
                </a:cubicBezTo>
                <a:cubicBezTo>
                  <a:pt x="213621" y="30137"/>
                  <a:pt x="209581" y="31956"/>
                  <a:pt x="206371" y="35595"/>
                </a:cubicBezTo>
                <a:cubicBezTo>
                  <a:pt x="203160" y="39233"/>
                  <a:pt x="201555" y="44727"/>
                  <a:pt x="201555" y="52077"/>
                </a:cubicBezTo>
                <a:close/>
                <a:moveTo>
                  <a:pt x="256579" y="80780"/>
                </a:moveTo>
                <a:lnTo>
                  <a:pt x="256579" y="23319"/>
                </a:lnTo>
                <a:lnTo>
                  <a:pt x="265344" y="23319"/>
                </a:lnTo>
                <a:lnTo>
                  <a:pt x="265344" y="32030"/>
                </a:lnTo>
                <a:cubicBezTo>
                  <a:pt x="267580" y="27955"/>
                  <a:pt x="269645" y="25267"/>
                  <a:pt x="271539" y="23969"/>
                </a:cubicBezTo>
                <a:cubicBezTo>
                  <a:pt x="273433" y="22670"/>
                  <a:pt x="275516" y="22021"/>
                  <a:pt x="277788" y="22021"/>
                </a:cubicBezTo>
                <a:cubicBezTo>
                  <a:pt x="281071" y="22021"/>
                  <a:pt x="284407" y="23067"/>
                  <a:pt x="287798" y="25159"/>
                </a:cubicBezTo>
                <a:lnTo>
                  <a:pt x="284443" y="34188"/>
                </a:lnTo>
                <a:cubicBezTo>
                  <a:pt x="282062" y="32786"/>
                  <a:pt x="279682" y="32085"/>
                  <a:pt x="277301" y="32085"/>
                </a:cubicBezTo>
                <a:cubicBezTo>
                  <a:pt x="275173" y="32085"/>
                  <a:pt x="273261" y="32725"/>
                  <a:pt x="271566" y="34005"/>
                </a:cubicBezTo>
                <a:cubicBezTo>
                  <a:pt x="269871" y="35286"/>
                  <a:pt x="268662" y="37062"/>
                  <a:pt x="267941" y="39335"/>
                </a:cubicBezTo>
                <a:cubicBezTo>
                  <a:pt x="266859" y="42797"/>
                  <a:pt x="266318" y="46585"/>
                  <a:pt x="266318" y="50697"/>
                </a:cubicBezTo>
                <a:lnTo>
                  <a:pt x="266318" y="80780"/>
                </a:lnTo>
                <a:lnTo>
                  <a:pt x="256579" y="80780"/>
                </a:lnTo>
                <a:close/>
                <a:moveTo>
                  <a:pt x="332695" y="62167"/>
                </a:moveTo>
                <a:lnTo>
                  <a:pt x="342758" y="63466"/>
                </a:lnTo>
                <a:cubicBezTo>
                  <a:pt x="341171" y="69362"/>
                  <a:pt x="338232" y="73939"/>
                  <a:pt x="333939" y="77195"/>
                </a:cubicBezTo>
                <a:cubicBezTo>
                  <a:pt x="329647" y="80450"/>
                  <a:pt x="324164" y="82078"/>
                  <a:pt x="317491" y="82078"/>
                </a:cubicBezTo>
                <a:cubicBezTo>
                  <a:pt x="309087" y="82078"/>
                  <a:pt x="302423" y="79490"/>
                  <a:pt x="297499" y="74314"/>
                </a:cubicBezTo>
                <a:cubicBezTo>
                  <a:pt x="292576" y="69138"/>
                  <a:pt x="290114" y="61879"/>
                  <a:pt x="290114" y="52536"/>
                </a:cubicBezTo>
                <a:cubicBezTo>
                  <a:pt x="290114" y="42870"/>
                  <a:pt x="292603" y="35367"/>
                  <a:pt x="297580" y="30029"/>
                </a:cubicBezTo>
                <a:cubicBezTo>
                  <a:pt x="302558" y="24690"/>
                  <a:pt x="309015" y="22021"/>
                  <a:pt x="316950" y="22021"/>
                </a:cubicBezTo>
                <a:cubicBezTo>
                  <a:pt x="324633" y="22021"/>
                  <a:pt x="330909" y="24632"/>
                  <a:pt x="335779" y="29854"/>
                </a:cubicBezTo>
                <a:cubicBezTo>
                  <a:pt x="340648" y="35076"/>
                  <a:pt x="343083" y="42422"/>
                  <a:pt x="343083" y="51892"/>
                </a:cubicBezTo>
                <a:cubicBezTo>
                  <a:pt x="343083" y="52468"/>
                  <a:pt x="343065" y="53332"/>
                  <a:pt x="343029" y="54484"/>
                </a:cubicBezTo>
                <a:lnTo>
                  <a:pt x="300177" y="54484"/>
                </a:lnTo>
                <a:cubicBezTo>
                  <a:pt x="300538" y="60815"/>
                  <a:pt x="302324" y="65662"/>
                  <a:pt x="305534" y="69025"/>
                </a:cubicBezTo>
                <a:cubicBezTo>
                  <a:pt x="308744" y="72389"/>
                  <a:pt x="312748" y="74070"/>
                  <a:pt x="317545" y="74070"/>
                </a:cubicBezTo>
                <a:cubicBezTo>
                  <a:pt x="321116" y="74070"/>
                  <a:pt x="324164" y="73124"/>
                  <a:pt x="326689" y="71232"/>
                </a:cubicBezTo>
                <a:cubicBezTo>
                  <a:pt x="329214" y="69338"/>
                  <a:pt x="331216" y="66316"/>
                  <a:pt x="332695" y="62167"/>
                </a:cubicBezTo>
                <a:moveTo>
                  <a:pt x="300718" y="46477"/>
                </a:moveTo>
                <a:lnTo>
                  <a:pt x="332803" y="46477"/>
                </a:lnTo>
                <a:cubicBezTo>
                  <a:pt x="332370" y="41659"/>
                  <a:pt x="331144" y="38046"/>
                  <a:pt x="329124" y="35637"/>
                </a:cubicBezTo>
                <a:cubicBezTo>
                  <a:pt x="326022" y="31898"/>
                  <a:pt x="322000" y="30029"/>
                  <a:pt x="317058" y="30029"/>
                </a:cubicBezTo>
                <a:cubicBezTo>
                  <a:pt x="312586" y="30029"/>
                  <a:pt x="308825" y="31521"/>
                  <a:pt x="305777" y="34506"/>
                </a:cubicBezTo>
                <a:cubicBezTo>
                  <a:pt x="302729" y="37489"/>
                  <a:pt x="301043" y="41480"/>
                  <a:pt x="300718" y="46477"/>
                </a:cubicBezTo>
                <a:close/>
                <a:moveTo>
                  <a:pt x="354877" y="80780"/>
                </a:moveTo>
                <a:lnTo>
                  <a:pt x="354877" y="23319"/>
                </a:lnTo>
                <a:lnTo>
                  <a:pt x="363588" y="23319"/>
                </a:lnTo>
                <a:lnTo>
                  <a:pt x="363588" y="31381"/>
                </a:lnTo>
                <a:cubicBezTo>
                  <a:pt x="365391" y="28568"/>
                  <a:pt x="367790" y="26304"/>
                  <a:pt x="370784" y="24591"/>
                </a:cubicBezTo>
                <a:cubicBezTo>
                  <a:pt x="373778" y="22878"/>
                  <a:pt x="377186" y="22021"/>
                  <a:pt x="381010" y="22021"/>
                </a:cubicBezTo>
                <a:cubicBezTo>
                  <a:pt x="385266" y="22021"/>
                  <a:pt x="388756" y="22905"/>
                  <a:pt x="391479" y="24672"/>
                </a:cubicBezTo>
                <a:cubicBezTo>
                  <a:pt x="394202" y="26440"/>
                  <a:pt x="396123" y="28910"/>
                  <a:pt x="397241" y="32085"/>
                </a:cubicBezTo>
                <a:cubicBezTo>
                  <a:pt x="401786" y="25375"/>
                  <a:pt x="407702" y="22021"/>
                  <a:pt x="414988" y="22021"/>
                </a:cubicBezTo>
                <a:cubicBezTo>
                  <a:pt x="420687" y="22021"/>
                  <a:pt x="425070" y="23599"/>
                  <a:pt x="428136" y="26755"/>
                </a:cubicBezTo>
                <a:cubicBezTo>
                  <a:pt x="431202" y="29911"/>
                  <a:pt x="432735" y="34772"/>
                  <a:pt x="432735" y="41337"/>
                </a:cubicBezTo>
                <a:lnTo>
                  <a:pt x="432735" y="80780"/>
                </a:lnTo>
                <a:lnTo>
                  <a:pt x="423050" y="80780"/>
                </a:lnTo>
                <a:lnTo>
                  <a:pt x="423050" y="44583"/>
                </a:lnTo>
                <a:cubicBezTo>
                  <a:pt x="423050" y="40687"/>
                  <a:pt x="422734" y="37883"/>
                  <a:pt x="422103" y="36170"/>
                </a:cubicBezTo>
                <a:cubicBezTo>
                  <a:pt x="421472" y="34456"/>
                  <a:pt x="420326" y="33077"/>
                  <a:pt x="418667" y="32030"/>
                </a:cubicBezTo>
                <a:cubicBezTo>
                  <a:pt x="417008" y="30984"/>
                  <a:pt x="415060" y="30461"/>
                  <a:pt x="412824" y="30461"/>
                </a:cubicBezTo>
                <a:cubicBezTo>
                  <a:pt x="408784" y="30461"/>
                  <a:pt x="405429" y="31805"/>
                  <a:pt x="402760" y="34492"/>
                </a:cubicBezTo>
                <a:cubicBezTo>
                  <a:pt x="400091" y="37180"/>
                  <a:pt x="398756" y="41481"/>
                  <a:pt x="398756" y="47396"/>
                </a:cubicBezTo>
                <a:lnTo>
                  <a:pt x="398756" y="80780"/>
                </a:lnTo>
                <a:lnTo>
                  <a:pt x="389017" y="80780"/>
                </a:lnTo>
                <a:lnTo>
                  <a:pt x="389017" y="43447"/>
                </a:lnTo>
                <a:cubicBezTo>
                  <a:pt x="389017" y="39118"/>
                  <a:pt x="388224" y="35872"/>
                  <a:pt x="386637" y="33708"/>
                </a:cubicBezTo>
                <a:cubicBezTo>
                  <a:pt x="385050" y="31544"/>
                  <a:pt x="382452" y="30461"/>
                  <a:pt x="378845" y="30461"/>
                </a:cubicBezTo>
                <a:cubicBezTo>
                  <a:pt x="376104" y="30461"/>
                  <a:pt x="373570" y="31183"/>
                  <a:pt x="371244" y="32626"/>
                </a:cubicBezTo>
                <a:cubicBezTo>
                  <a:pt x="368917" y="34068"/>
                  <a:pt x="367231" y="36179"/>
                  <a:pt x="366185" y="38956"/>
                </a:cubicBezTo>
                <a:cubicBezTo>
                  <a:pt x="365139" y="41733"/>
                  <a:pt x="364616" y="45737"/>
                  <a:pt x="364616" y="50967"/>
                </a:cubicBezTo>
                <a:lnTo>
                  <a:pt x="364616" y="80780"/>
                </a:lnTo>
                <a:lnTo>
                  <a:pt x="354877" y="80780"/>
                </a:lnTo>
                <a:close/>
                <a:moveTo>
                  <a:pt x="449462" y="34465"/>
                </a:moveTo>
                <a:lnTo>
                  <a:pt x="449462" y="23319"/>
                </a:lnTo>
                <a:lnTo>
                  <a:pt x="460554" y="23319"/>
                </a:lnTo>
                <a:lnTo>
                  <a:pt x="460554" y="34465"/>
                </a:lnTo>
                <a:lnTo>
                  <a:pt x="449462" y="34465"/>
                </a:lnTo>
                <a:moveTo>
                  <a:pt x="449462" y="80780"/>
                </a:moveTo>
                <a:lnTo>
                  <a:pt x="449462" y="69634"/>
                </a:lnTo>
                <a:lnTo>
                  <a:pt x="460554" y="69634"/>
                </a:lnTo>
                <a:lnTo>
                  <a:pt x="460554" y="80780"/>
                </a:lnTo>
                <a:lnTo>
                  <a:pt x="449462" y="80780"/>
                </a:lnTo>
                <a:close/>
                <a:moveTo>
                  <a:pt x="581637" y="40224"/>
                </a:moveTo>
                <a:cubicBezTo>
                  <a:pt x="583780" y="28995"/>
                  <a:pt x="582635" y="20463"/>
                  <a:pt x="578203" y="14627"/>
                </a:cubicBezTo>
                <a:cubicBezTo>
                  <a:pt x="573769" y="8717"/>
                  <a:pt x="566308" y="5762"/>
                  <a:pt x="555818" y="5762"/>
                </a:cubicBezTo>
                <a:lnTo>
                  <a:pt x="545736" y="5762"/>
                </a:lnTo>
                <a:lnTo>
                  <a:pt x="532216" y="75017"/>
                </a:lnTo>
                <a:lnTo>
                  <a:pt x="542300" y="75017"/>
                </a:lnTo>
                <a:cubicBezTo>
                  <a:pt x="552864" y="75017"/>
                  <a:pt x="561507" y="72026"/>
                  <a:pt x="568229" y="66043"/>
                </a:cubicBezTo>
                <a:cubicBezTo>
                  <a:pt x="575099" y="59985"/>
                  <a:pt x="579568" y="51379"/>
                  <a:pt x="581637" y="40224"/>
                </a:cubicBezTo>
                <a:moveTo>
                  <a:pt x="594047" y="40334"/>
                </a:moveTo>
                <a:cubicBezTo>
                  <a:pt x="591610" y="53041"/>
                  <a:pt x="585775" y="62977"/>
                  <a:pt x="576541" y="70143"/>
                </a:cubicBezTo>
                <a:cubicBezTo>
                  <a:pt x="567454" y="77234"/>
                  <a:pt x="555930" y="80780"/>
                  <a:pt x="541967" y="80780"/>
                </a:cubicBezTo>
                <a:lnTo>
                  <a:pt x="509834" y="80780"/>
                </a:lnTo>
                <a:lnTo>
                  <a:pt x="510941" y="75017"/>
                </a:lnTo>
                <a:lnTo>
                  <a:pt x="521246" y="75017"/>
                </a:lnTo>
                <a:lnTo>
                  <a:pt x="534764" y="5762"/>
                </a:lnTo>
                <a:lnTo>
                  <a:pt x="524461" y="5762"/>
                </a:lnTo>
                <a:lnTo>
                  <a:pt x="525568" y="0"/>
                </a:lnTo>
                <a:lnTo>
                  <a:pt x="557702" y="0"/>
                </a:lnTo>
                <a:cubicBezTo>
                  <a:pt x="571590" y="0"/>
                  <a:pt x="581747" y="3546"/>
                  <a:pt x="588173" y="10639"/>
                </a:cubicBezTo>
                <a:cubicBezTo>
                  <a:pt x="594601" y="17730"/>
                  <a:pt x="596559" y="27628"/>
                  <a:pt x="594047" y="403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A2320F2A-CE92-437D-843A-35E0A0BB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3377" y="6911679"/>
            <a:ext cx="108705" cy="70311"/>
          </a:xfrm>
          <a:custGeom xmlns:a="http://schemas.openxmlformats.org/drawingml/2006/main">
            <a:pathLst>
              <a:path w="108705" h="70311">
                <a:moveTo>
                  <a:pt x="25190" y="0"/>
                </a:moveTo>
                <a:lnTo>
                  <a:pt x="14439" y="55008"/>
                </a:lnTo>
                <a:lnTo>
                  <a:pt x="20325" y="55008"/>
                </a:lnTo>
                <a:lnTo>
                  <a:pt x="19382" y="59639"/>
                </a:lnTo>
                <a:lnTo>
                  <a:pt x="0" y="59639"/>
                </a:lnTo>
                <a:lnTo>
                  <a:pt x="10672" y="4629"/>
                </a:lnTo>
                <a:lnTo>
                  <a:pt x="4944" y="4629"/>
                </a:lnTo>
                <a:lnTo>
                  <a:pt x="5807" y="0"/>
                </a:lnTo>
                <a:lnTo>
                  <a:pt x="25190" y="0"/>
                </a:lnTo>
                <a:close/>
                <a:moveTo>
                  <a:pt x="51432" y="50929"/>
                </a:moveTo>
                <a:cubicBezTo>
                  <a:pt x="51170" y="55323"/>
                  <a:pt x="50045" y="59064"/>
                  <a:pt x="48057" y="62150"/>
                </a:cubicBezTo>
                <a:cubicBezTo>
                  <a:pt x="46017" y="65237"/>
                  <a:pt x="42957" y="67957"/>
                  <a:pt x="38876" y="70311"/>
                </a:cubicBezTo>
                <a:lnTo>
                  <a:pt x="35502" y="67251"/>
                </a:lnTo>
                <a:cubicBezTo>
                  <a:pt x="38117" y="65472"/>
                  <a:pt x="40053" y="63406"/>
                  <a:pt x="41308" y="61052"/>
                </a:cubicBezTo>
                <a:cubicBezTo>
                  <a:pt x="42563" y="58645"/>
                  <a:pt x="43191" y="55741"/>
                  <a:pt x="43191" y="52341"/>
                </a:cubicBezTo>
                <a:lnTo>
                  <a:pt x="43191" y="50929"/>
                </a:lnTo>
                <a:lnTo>
                  <a:pt x="51432" y="50929"/>
                </a:lnTo>
                <a:close/>
                <a:moveTo>
                  <a:pt x="108705" y="18441"/>
                </a:moveTo>
                <a:lnTo>
                  <a:pt x="106351" y="30604"/>
                </a:lnTo>
                <a:lnTo>
                  <a:pt x="102035" y="30604"/>
                </a:lnTo>
                <a:cubicBezTo>
                  <a:pt x="102087" y="30238"/>
                  <a:pt x="102113" y="29741"/>
                  <a:pt x="102113" y="29112"/>
                </a:cubicBezTo>
                <a:cubicBezTo>
                  <a:pt x="102113" y="27753"/>
                  <a:pt x="101826" y="26628"/>
                  <a:pt x="101251" y="25738"/>
                </a:cubicBezTo>
                <a:cubicBezTo>
                  <a:pt x="100361" y="24692"/>
                  <a:pt x="98974" y="24169"/>
                  <a:pt x="97091" y="24169"/>
                </a:cubicBezTo>
                <a:cubicBezTo>
                  <a:pt x="94110" y="24169"/>
                  <a:pt x="91520" y="25477"/>
                  <a:pt x="89323" y="28093"/>
                </a:cubicBezTo>
                <a:cubicBezTo>
                  <a:pt x="87126" y="30708"/>
                  <a:pt x="85556" y="34318"/>
                  <a:pt x="84614" y="38921"/>
                </a:cubicBezTo>
                <a:lnTo>
                  <a:pt x="80613" y="59639"/>
                </a:lnTo>
                <a:lnTo>
                  <a:pt x="67037" y="59639"/>
                </a:lnTo>
                <a:lnTo>
                  <a:pt x="74021" y="23541"/>
                </a:lnTo>
                <a:lnTo>
                  <a:pt x="67821" y="23541"/>
                </a:lnTo>
                <a:lnTo>
                  <a:pt x="68763" y="18912"/>
                </a:lnTo>
                <a:lnTo>
                  <a:pt x="88538" y="18912"/>
                </a:lnTo>
                <a:lnTo>
                  <a:pt x="87125" y="26131"/>
                </a:lnTo>
                <a:cubicBezTo>
                  <a:pt x="89009" y="23306"/>
                  <a:pt x="91179" y="21213"/>
                  <a:pt x="93638" y="19853"/>
                </a:cubicBezTo>
                <a:cubicBezTo>
                  <a:pt x="96098" y="18493"/>
                  <a:pt x="98897" y="17812"/>
                  <a:pt x="102035" y="17812"/>
                </a:cubicBezTo>
                <a:cubicBezTo>
                  <a:pt x="102454" y="17812"/>
                  <a:pt x="103395" y="17865"/>
                  <a:pt x="104860" y="17969"/>
                </a:cubicBezTo>
                <a:cubicBezTo>
                  <a:pt x="105907" y="18022"/>
                  <a:pt x="107188" y="18179"/>
                  <a:pt x="108705" y="184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Text implicitlypreserves2nd-orderproximit">
            <a:extLst xmlns:a="http://schemas.openxmlformats.org/drawingml/2006/main">
              <a:ext uri="{FF2B5EF4-FFF2-40B4-BE49-F238E27FC236}">
                <a16:creationId xmlns:a16="http://schemas.microsoft.com/office/drawing/2014/main" id="{6D0D4AF5-34AB-47F8-8E5E-0570320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008" y="6869197"/>
            <a:ext cx="1944508" cy="103017"/>
          </a:xfrm>
          <a:custGeom xmlns:a="http://schemas.openxmlformats.org/drawingml/2006/main">
            <a:pathLst>
              <a:path w="1944508" h="103017">
                <a:moveTo>
                  <a:pt x="0" y="11470"/>
                </a:moveTo>
                <a:lnTo>
                  <a:pt x="0" y="325"/>
                </a:lnTo>
                <a:lnTo>
                  <a:pt x="9739" y="325"/>
                </a:lnTo>
                <a:lnTo>
                  <a:pt x="9739" y="11470"/>
                </a:lnTo>
                <a:lnTo>
                  <a:pt x="0" y="11470"/>
                </a:lnTo>
                <a:moveTo>
                  <a:pt x="0" y="79643"/>
                </a:moveTo>
                <a:lnTo>
                  <a:pt x="0" y="22183"/>
                </a:lnTo>
                <a:lnTo>
                  <a:pt x="9739" y="22183"/>
                </a:lnTo>
                <a:lnTo>
                  <a:pt x="9739" y="79643"/>
                </a:lnTo>
                <a:lnTo>
                  <a:pt x="0" y="79643"/>
                </a:lnTo>
                <a:close/>
                <a:moveTo>
                  <a:pt x="24394" y="79643"/>
                </a:moveTo>
                <a:lnTo>
                  <a:pt x="24394" y="22183"/>
                </a:lnTo>
                <a:lnTo>
                  <a:pt x="33105" y="22183"/>
                </a:lnTo>
                <a:lnTo>
                  <a:pt x="33105" y="30245"/>
                </a:lnTo>
                <a:cubicBezTo>
                  <a:pt x="34909" y="27432"/>
                  <a:pt x="37308" y="25168"/>
                  <a:pt x="40301" y="23455"/>
                </a:cubicBezTo>
                <a:cubicBezTo>
                  <a:pt x="43295" y="21741"/>
                  <a:pt x="46704" y="20885"/>
                  <a:pt x="50527" y="20885"/>
                </a:cubicBezTo>
                <a:cubicBezTo>
                  <a:pt x="54784" y="20885"/>
                  <a:pt x="58273" y="21768"/>
                  <a:pt x="60997" y="23536"/>
                </a:cubicBezTo>
                <a:cubicBezTo>
                  <a:pt x="63720" y="25303"/>
                  <a:pt x="65641" y="27774"/>
                  <a:pt x="66759" y="30948"/>
                </a:cubicBezTo>
                <a:cubicBezTo>
                  <a:pt x="71304" y="24239"/>
                  <a:pt x="77219" y="20885"/>
                  <a:pt x="84506" y="20885"/>
                </a:cubicBezTo>
                <a:cubicBezTo>
                  <a:pt x="90205" y="20885"/>
                  <a:pt x="94587" y="22463"/>
                  <a:pt x="97653" y="25619"/>
                </a:cubicBezTo>
                <a:cubicBezTo>
                  <a:pt x="100719" y="28775"/>
                  <a:pt x="102252" y="33636"/>
                  <a:pt x="102252" y="40200"/>
                </a:cubicBezTo>
                <a:lnTo>
                  <a:pt x="102252" y="79643"/>
                </a:lnTo>
                <a:lnTo>
                  <a:pt x="92567" y="79643"/>
                </a:lnTo>
                <a:lnTo>
                  <a:pt x="92567" y="43447"/>
                </a:lnTo>
                <a:cubicBezTo>
                  <a:pt x="92567" y="39551"/>
                  <a:pt x="92252" y="36747"/>
                  <a:pt x="91621" y="35033"/>
                </a:cubicBezTo>
                <a:cubicBezTo>
                  <a:pt x="90989" y="33320"/>
                  <a:pt x="89844" y="31940"/>
                  <a:pt x="88185" y="30894"/>
                </a:cubicBezTo>
                <a:cubicBezTo>
                  <a:pt x="86526" y="29848"/>
                  <a:pt x="84578" y="29325"/>
                  <a:pt x="82341" y="29325"/>
                </a:cubicBezTo>
                <a:cubicBezTo>
                  <a:pt x="78302" y="29325"/>
                  <a:pt x="74947" y="30669"/>
                  <a:pt x="72278" y="33356"/>
                </a:cubicBezTo>
                <a:cubicBezTo>
                  <a:pt x="69609" y="36043"/>
                  <a:pt x="68274" y="40345"/>
                  <a:pt x="68274" y="46260"/>
                </a:cubicBezTo>
                <a:lnTo>
                  <a:pt x="68274" y="79643"/>
                </a:lnTo>
                <a:lnTo>
                  <a:pt x="58535" y="79643"/>
                </a:lnTo>
                <a:lnTo>
                  <a:pt x="58535" y="42311"/>
                </a:lnTo>
                <a:cubicBezTo>
                  <a:pt x="58535" y="37982"/>
                  <a:pt x="57741" y="34736"/>
                  <a:pt x="56154" y="32572"/>
                </a:cubicBezTo>
                <a:cubicBezTo>
                  <a:pt x="54567" y="30407"/>
                  <a:pt x="51970" y="29325"/>
                  <a:pt x="48363" y="29325"/>
                </a:cubicBezTo>
                <a:cubicBezTo>
                  <a:pt x="45622" y="29325"/>
                  <a:pt x="43088" y="30047"/>
                  <a:pt x="40761" y="31489"/>
                </a:cubicBezTo>
                <a:cubicBezTo>
                  <a:pt x="38435" y="32932"/>
                  <a:pt x="36748" y="35042"/>
                  <a:pt x="35702" y="37820"/>
                </a:cubicBezTo>
                <a:cubicBezTo>
                  <a:pt x="34656" y="40597"/>
                  <a:pt x="34133" y="44601"/>
                  <a:pt x="34133" y="49831"/>
                </a:cubicBezTo>
                <a:lnTo>
                  <a:pt x="34133" y="79643"/>
                </a:lnTo>
                <a:lnTo>
                  <a:pt x="24394" y="79643"/>
                </a:lnTo>
                <a:close/>
                <a:moveTo>
                  <a:pt x="116274" y="101718"/>
                </a:moveTo>
                <a:lnTo>
                  <a:pt x="116274" y="22183"/>
                </a:lnTo>
                <a:lnTo>
                  <a:pt x="125148" y="22183"/>
                </a:lnTo>
                <a:lnTo>
                  <a:pt x="125148" y="29702"/>
                </a:lnTo>
                <a:cubicBezTo>
                  <a:pt x="127240" y="26763"/>
                  <a:pt x="129602" y="24558"/>
                  <a:pt x="132236" y="23090"/>
                </a:cubicBezTo>
                <a:cubicBezTo>
                  <a:pt x="134869" y="21620"/>
                  <a:pt x="138061" y="20885"/>
                  <a:pt x="141812" y="20885"/>
                </a:cubicBezTo>
                <a:cubicBezTo>
                  <a:pt x="146718" y="20885"/>
                  <a:pt x="151046" y="22147"/>
                  <a:pt x="154798" y="24672"/>
                </a:cubicBezTo>
                <a:cubicBezTo>
                  <a:pt x="158549" y="27197"/>
                  <a:pt x="161380" y="30759"/>
                  <a:pt x="163292" y="35358"/>
                </a:cubicBezTo>
                <a:cubicBezTo>
                  <a:pt x="165204" y="39957"/>
                  <a:pt x="166160" y="44998"/>
                  <a:pt x="166160" y="50480"/>
                </a:cubicBezTo>
                <a:cubicBezTo>
                  <a:pt x="166160" y="56360"/>
                  <a:pt x="165105" y="61653"/>
                  <a:pt x="162995" y="66360"/>
                </a:cubicBezTo>
                <a:cubicBezTo>
                  <a:pt x="160884" y="71068"/>
                  <a:pt x="157818" y="74675"/>
                  <a:pt x="153797" y="77182"/>
                </a:cubicBezTo>
                <a:cubicBezTo>
                  <a:pt x="149775" y="79688"/>
                  <a:pt x="145546" y="80942"/>
                  <a:pt x="141109" y="80942"/>
                </a:cubicBezTo>
                <a:cubicBezTo>
                  <a:pt x="137863" y="80942"/>
                  <a:pt x="134950" y="80257"/>
                  <a:pt x="132371" y="78886"/>
                </a:cubicBezTo>
                <a:cubicBezTo>
                  <a:pt x="129792" y="77515"/>
                  <a:pt x="127673" y="75784"/>
                  <a:pt x="126013" y="73692"/>
                </a:cubicBezTo>
                <a:lnTo>
                  <a:pt x="126013" y="101718"/>
                </a:lnTo>
                <a:lnTo>
                  <a:pt x="116274" y="101718"/>
                </a:lnTo>
                <a:moveTo>
                  <a:pt x="125094" y="51265"/>
                </a:moveTo>
                <a:cubicBezTo>
                  <a:pt x="125094" y="58650"/>
                  <a:pt x="126591" y="64108"/>
                  <a:pt x="129584" y="67639"/>
                </a:cubicBezTo>
                <a:cubicBezTo>
                  <a:pt x="132578" y="71169"/>
                  <a:pt x="136203" y="72934"/>
                  <a:pt x="140460" y="72934"/>
                </a:cubicBezTo>
                <a:cubicBezTo>
                  <a:pt x="144788" y="72934"/>
                  <a:pt x="148494" y="71106"/>
                  <a:pt x="151578" y="67449"/>
                </a:cubicBezTo>
                <a:cubicBezTo>
                  <a:pt x="154662" y="63793"/>
                  <a:pt x="156204" y="58127"/>
                  <a:pt x="156204" y="50453"/>
                </a:cubicBezTo>
                <a:cubicBezTo>
                  <a:pt x="156204" y="43140"/>
                  <a:pt x="154698" y="37664"/>
                  <a:pt x="151687" y="34026"/>
                </a:cubicBezTo>
                <a:cubicBezTo>
                  <a:pt x="148675" y="30387"/>
                  <a:pt x="145077" y="28568"/>
                  <a:pt x="140892" y="28568"/>
                </a:cubicBezTo>
                <a:cubicBezTo>
                  <a:pt x="136744" y="28568"/>
                  <a:pt x="133074" y="30504"/>
                  <a:pt x="129882" y="34377"/>
                </a:cubicBezTo>
                <a:cubicBezTo>
                  <a:pt x="126690" y="38250"/>
                  <a:pt x="125094" y="43880"/>
                  <a:pt x="125094" y="51265"/>
                </a:cubicBezTo>
                <a:close/>
                <a:moveTo>
                  <a:pt x="177574" y="79643"/>
                </a:moveTo>
                <a:lnTo>
                  <a:pt x="177574" y="325"/>
                </a:lnTo>
                <a:lnTo>
                  <a:pt x="187313" y="325"/>
                </a:lnTo>
                <a:lnTo>
                  <a:pt x="187313" y="79643"/>
                </a:lnTo>
                <a:lnTo>
                  <a:pt x="177574" y="79643"/>
                </a:lnTo>
                <a:close/>
                <a:moveTo>
                  <a:pt x="202294" y="11470"/>
                </a:moveTo>
                <a:lnTo>
                  <a:pt x="202294" y="325"/>
                </a:lnTo>
                <a:lnTo>
                  <a:pt x="212033" y="325"/>
                </a:lnTo>
                <a:lnTo>
                  <a:pt x="212033" y="11470"/>
                </a:lnTo>
                <a:lnTo>
                  <a:pt x="202294" y="11470"/>
                </a:lnTo>
                <a:moveTo>
                  <a:pt x="202294" y="79643"/>
                </a:moveTo>
                <a:lnTo>
                  <a:pt x="202294" y="22183"/>
                </a:lnTo>
                <a:lnTo>
                  <a:pt x="212033" y="22183"/>
                </a:lnTo>
                <a:lnTo>
                  <a:pt x="212033" y="79643"/>
                </a:lnTo>
                <a:lnTo>
                  <a:pt x="202294" y="79643"/>
                </a:lnTo>
                <a:close/>
                <a:moveTo>
                  <a:pt x="264183" y="58542"/>
                </a:moveTo>
                <a:lnTo>
                  <a:pt x="273760" y="59841"/>
                </a:lnTo>
                <a:cubicBezTo>
                  <a:pt x="272714" y="66442"/>
                  <a:pt x="270036" y="71609"/>
                  <a:pt x="265725" y="75342"/>
                </a:cubicBezTo>
                <a:cubicBezTo>
                  <a:pt x="261415" y="79075"/>
                  <a:pt x="256121" y="80942"/>
                  <a:pt x="249845" y="80942"/>
                </a:cubicBezTo>
                <a:cubicBezTo>
                  <a:pt x="241982" y="80942"/>
                  <a:pt x="235660" y="78372"/>
                  <a:pt x="230881" y="73232"/>
                </a:cubicBezTo>
                <a:cubicBezTo>
                  <a:pt x="226102" y="68092"/>
                  <a:pt x="223712" y="60724"/>
                  <a:pt x="223712" y="51130"/>
                </a:cubicBezTo>
                <a:cubicBezTo>
                  <a:pt x="223712" y="44926"/>
                  <a:pt x="224740" y="39497"/>
                  <a:pt x="226796" y="34844"/>
                </a:cubicBezTo>
                <a:cubicBezTo>
                  <a:pt x="228852" y="30191"/>
                  <a:pt x="231981" y="26701"/>
                  <a:pt x="236183" y="24375"/>
                </a:cubicBezTo>
                <a:cubicBezTo>
                  <a:pt x="240386" y="22048"/>
                  <a:pt x="244958" y="20885"/>
                  <a:pt x="249899" y="20885"/>
                </a:cubicBezTo>
                <a:cubicBezTo>
                  <a:pt x="256139" y="20885"/>
                  <a:pt x="261243" y="22454"/>
                  <a:pt x="265211" y="25592"/>
                </a:cubicBezTo>
                <a:cubicBezTo>
                  <a:pt x="269179" y="28729"/>
                  <a:pt x="271722" y="33184"/>
                  <a:pt x="272840" y="38956"/>
                </a:cubicBezTo>
                <a:lnTo>
                  <a:pt x="263372" y="40471"/>
                </a:lnTo>
                <a:cubicBezTo>
                  <a:pt x="262470" y="36629"/>
                  <a:pt x="260874" y="33739"/>
                  <a:pt x="258583" y="31801"/>
                </a:cubicBezTo>
                <a:cubicBezTo>
                  <a:pt x="256293" y="29862"/>
                  <a:pt x="253524" y="28892"/>
                  <a:pt x="250278" y="28892"/>
                </a:cubicBezTo>
                <a:cubicBezTo>
                  <a:pt x="245372" y="28892"/>
                  <a:pt x="241387" y="30651"/>
                  <a:pt x="238321" y="34168"/>
                </a:cubicBezTo>
                <a:cubicBezTo>
                  <a:pt x="235255" y="37685"/>
                  <a:pt x="233722" y="43248"/>
                  <a:pt x="233722" y="50859"/>
                </a:cubicBezTo>
                <a:cubicBezTo>
                  <a:pt x="233722" y="58578"/>
                  <a:pt x="235201" y="64187"/>
                  <a:pt x="238158" y="67686"/>
                </a:cubicBezTo>
                <a:cubicBezTo>
                  <a:pt x="241116" y="71185"/>
                  <a:pt x="244976" y="72934"/>
                  <a:pt x="249737" y="72934"/>
                </a:cubicBezTo>
                <a:cubicBezTo>
                  <a:pt x="253560" y="72934"/>
                  <a:pt x="256753" y="71757"/>
                  <a:pt x="259314" y="69404"/>
                </a:cubicBezTo>
                <a:cubicBezTo>
                  <a:pt x="261875" y="67050"/>
                  <a:pt x="263498" y="63430"/>
                  <a:pt x="264183" y="58542"/>
                </a:cubicBezTo>
                <a:close/>
                <a:moveTo>
                  <a:pt x="281949" y="11470"/>
                </a:moveTo>
                <a:lnTo>
                  <a:pt x="281949" y="325"/>
                </a:lnTo>
                <a:lnTo>
                  <a:pt x="291688" y="325"/>
                </a:lnTo>
                <a:lnTo>
                  <a:pt x="291688" y="11470"/>
                </a:lnTo>
                <a:lnTo>
                  <a:pt x="281949" y="11470"/>
                </a:lnTo>
                <a:moveTo>
                  <a:pt x="281949" y="79643"/>
                </a:moveTo>
                <a:lnTo>
                  <a:pt x="281949" y="22183"/>
                </a:lnTo>
                <a:lnTo>
                  <a:pt x="291688" y="22183"/>
                </a:lnTo>
                <a:lnTo>
                  <a:pt x="291688" y="79643"/>
                </a:lnTo>
                <a:lnTo>
                  <a:pt x="281949" y="79643"/>
                </a:lnTo>
                <a:close/>
                <a:moveTo>
                  <a:pt x="327607" y="70932"/>
                </a:moveTo>
                <a:lnTo>
                  <a:pt x="329014" y="79535"/>
                </a:lnTo>
                <a:cubicBezTo>
                  <a:pt x="326272" y="80112"/>
                  <a:pt x="323819" y="80401"/>
                  <a:pt x="321655" y="80401"/>
                </a:cubicBezTo>
                <a:cubicBezTo>
                  <a:pt x="318120" y="80401"/>
                  <a:pt x="315379" y="79842"/>
                  <a:pt x="313431" y="78724"/>
                </a:cubicBezTo>
                <a:cubicBezTo>
                  <a:pt x="311483" y="77605"/>
                  <a:pt x="310113" y="76136"/>
                  <a:pt x="309319" y="74314"/>
                </a:cubicBezTo>
                <a:cubicBezTo>
                  <a:pt x="308526" y="72492"/>
                  <a:pt x="308129" y="68660"/>
                  <a:pt x="308129" y="62817"/>
                </a:cubicBezTo>
                <a:lnTo>
                  <a:pt x="308129" y="29758"/>
                </a:lnTo>
                <a:lnTo>
                  <a:pt x="300987" y="29758"/>
                </a:lnTo>
                <a:lnTo>
                  <a:pt x="300987" y="22183"/>
                </a:lnTo>
                <a:lnTo>
                  <a:pt x="308129" y="22183"/>
                </a:lnTo>
                <a:lnTo>
                  <a:pt x="308129" y="7954"/>
                </a:lnTo>
                <a:lnTo>
                  <a:pt x="317814" y="2110"/>
                </a:lnTo>
                <a:lnTo>
                  <a:pt x="317814" y="22183"/>
                </a:lnTo>
                <a:lnTo>
                  <a:pt x="327607" y="22183"/>
                </a:lnTo>
                <a:lnTo>
                  <a:pt x="327607" y="29758"/>
                </a:lnTo>
                <a:lnTo>
                  <a:pt x="317814" y="29758"/>
                </a:lnTo>
                <a:lnTo>
                  <a:pt x="317814" y="63358"/>
                </a:lnTo>
                <a:cubicBezTo>
                  <a:pt x="317814" y="66135"/>
                  <a:pt x="317985" y="67920"/>
                  <a:pt x="318328" y="68714"/>
                </a:cubicBezTo>
                <a:cubicBezTo>
                  <a:pt x="318670" y="69508"/>
                  <a:pt x="319229" y="70139"/>
                  <a:pt x="320005" y="70608"/>
                </a:cubicBezTo>
                <a:cubicBezTo>
                  <a:pt x="320780" y="71077"/>
                  <a:pt x="321890" y="71311"/>
                  <a:pt x="323332" y="71311"/>
                </a:cubicBezTo>
                <a:cubicBezTo>
                  <a:pt x="324415" y="71311"/>
                  <a:pt x="325839" y="71185"/>
                  <a:pt x="327607" y="70932"/>
                </a:cubicBezTo>
                <a:close/>
                <a:moveTo>
                  <a:pt x="336885" y="79643"/>
                </a:moveTo>
                <a:lnTo>
                  <a:pt x="336885" y="325"/>
                </a:lnTo>
                <a:lnTo>
                  <a:pt x="346624" y="325"/>
                </a:lnTo>
                <a:lnTo>
                  <a:pt x="346624" y="79643"/>
                </a:lnTo>
                <a:lnTo>
                  <a:pt x="336885" y="79643"/>
                </a:lnTo>
                <a:close/>
                <a:moveTo>
                  <a:pt x="361117" y="101833"/>
                </a:moveTo>
                <a:lnTo>
                  <a:pt x="360035" y="92737"/>
                </a:lnTo>
                <a:cubicBezTo>
                  <a:pt x="362163" y="93314"/>
                  <a:pt x="364021" y="93603"/>
                  <a:pt x="365608" y="93603"/>
                </a:cubicBezTo>
                <a:cubicBezTo>
                  <a:pt x="367772" y="93603"/>
                  <a:pt x="369504" y="93241"/>
                  <a:pt x="370802" y="92519"/>
                </a:cubicBezTo>
                <a:cubicBezTo>
                  <a:pt x="372101" y="91796"/>
                  <a:pt x="373165" y="90785"/>
                  <a:pt x="373995" y="89484"/>
                </a:cubicBezTo>
                <a:cubicBezTo>
                  <a:pt x="374608" y="88509"/>
                  <a:pt x="375600" y="86089"/>
                  <a:pt x="376970" y="82224"/>
                </a:cubicBezTo>
                <a:cubicBezTo>
                  <a:pt x="377151" y="81681"/>
                  <a:pt x="377439" y="80887"/>
                  <a:pt x="377836" y="79839"/>
                </a:cubicBezTo>
                <a:lnTo>
                  <a:pt x="356031" y="22183"/>
                </a:lnTo>
                <a:lnTo>
                  <a:pt x="366528" y="22183"/>
                </a:lnTo>
                <a:lnTo>
                  <a:pt x="378485" y="55468"/>
                </a:lnTo>
                <a:cubicBezTo>
                  <a:pt x="380036" y="59690"/>
                  <a:pt x="381425" y="64127"/>
                  <a:pt x="382651" y="68782"/>
                </a:cubicBezTo>
                <a:cubicBezTo>
                  <a:pt x="383770" y="64299"/>
                  <a:pt x="385104" y="59930"/>
                  <a:pt x="386655" y="55676"/>
                </a:cubicBezTo>
                <a:lnTo>
                  <a:pt x="398937" y="22183"/>
                </a:lnTo>
                <a:lnTo>
                  <a:pt x="408676" y="22183"/>
                </a:lnTo>
                <a:lnTo>
                  <a:pt x="386818" y="80610"/>
                </a:lnTo>
                <a:cubicBezTo>
                  <a:pt x="384473" y="86940"/>
                  <a:pt x="382651" y="91298"/>
                  <a:pt x="381353" y="93685"/>
                </a:cubicBezTo>
                <a:cubicBezTo>
                  <a:pt x="379621" y="96905"/>
                  <a:pt x="377638" y="99264"/>
                  <a:pt x="375401" y="100765"/>
                </a:cubicBezTo>
                <a:cubicBezTo>
                  <a:pt x="373165" y="102266"/>
                  <a:pt x="370496" y="103017"/>
                  <a:pt x="367394" y="103017"/>
                </a:cubicBezTo>
                <a:cubicBezTo>
                  <a:pt x="365518" y="103017"/>
                  <a:pt x="363426" y="102622"/>
                  <a:pt x="361117" y="101833"/>
                </a:cubicBezTo>
                <a:close/>
                <a:moveTo>
                  <a:pt x="447516" y="101718"/>
                </a:moveTo>
                <a:lnTo>
                  <a:pt x="447516" y="22183"/>
                </a:lnTo>
                <a:lnTo>
                  <a:pt x="456389" y="22183"/>
                </a:lnTo>
                <a:lnTo>
                  <a:pt x="456389" y="29702"/>
                </a:lnTo>
                <a:cubicBezTo>
                  <a:pt x="458481" y="26763"/>
                  <a:pt x="460844" y="24558"/>
                  <a:pt x="463477" y="23090"/>
                </a:cubicBezTo>
                <a:cubicBezTo>
                  <a:pt x="466110" y="21620"/>
                  <a:pt x="469302" y="20885"/>
                  <a:pt x="473053" y="20885"/>
                </a:cubicBezTo>
                <a:cubicBezTo>
                  <a:pt x="477959" y="20885"/>
                  <a:pt x="482287" y="22147"/>
                  <a:pt x="486039" y="24672"/>
                </a:cubicBezTo>
                <a:cubicBezTo>
                  <a:pt x="489790" y="27197"/>
                  <a:pt x="492622" y="30759"/>
                  <a:pt x="494533" y="35358"/>
                </a:cubicBezTo>
                <a:cubicBezTo>
                  <a:pt x="496445" y="39957"/>
                  <a:pt x="497401" y="44998"/>
                  <a:pt x="497401" y="50480"/>
                </a:cubicBezTo>
                <a:cubicBezTo>
                  <a:pt x="497401" y="56360"/>
                  <a:pt x="496346" y="61653"/>
                  <a:pt x="494236" y="66360"/>
                </a:cubicBezTo>
                <a:cubicBezTo>
                  <a:pt x="492126" y="71068"/>
                  <a:pt x="489060" y="74675"/>
                  <a:pt x="485038" y="77182"/>
                </a:cubicBezTo>
                <a:cubicBezTo>
                  <a:pt x="481016" y="79688"/>
                  <a:pt x="476787" y="80942"/>
                  <a:pt x="472350" y="80942"/>
                </a:cubicBezTo>
                <a:cubicBezTo>
                  <a:pt x="469104" y="80942"/>
                  <a:pt x="466191" y="80257"/>
                  <a:pt x="463612" y="78886"/>
                </a:cubicBezTo>
                <a:cubicBezTo>
                  <a:pt x="461033" y="77515"/>
                  <a:pt x="458914" y="75784"/>
                  <a:pt x="457255" y="73692"/>
                </a:cubicBezTo>
                <a:lnTo>
                  <a:pt x="457255" y="101718"/>
                </a:lnTo>
                <a:lnTo>
                  <a:pt x="447516" y="101718"/>
                </a:lnTo>
                <a:moveTo>
                  <a:pt x="456335" y="51265"/>
                </a:moveTo>
                <a:cubicBezTo>
                  <a:pt x="456335" y="58650"/>
                  <a:pt x="457832" y="64108"/>
                  <a:pt x="460826" y="67639"/>
                </a:cubicBezTo>
                <a:cubicBezTo>
                  <a:pt x="463819" y="71169"/>
                  <a:pt x="467444" y="72934"/>
                  <a:pt x="471701" y="72934"/>
                </a:cubicBezTo>
                <a:cubicBezTo>
                  <a:pt x="476029" y="72934"/>
                  <a:pt x="479735" y="71106"/>
                  <a:pt x="482819" y="67449"/>
                </a:cubicBezTo>
                <a:cubicBezTo>
                  <a:pt x="485903" y="63793"/>
                  <a:pt x="487445" y="58127"/>
                  <a:pt x="487445" y="50453"/>
                </a:cubicBezTo>
                <a:cubicBezTo>
                  <a:pt x="487445" y="43140"/>
                  <a:pt x="485939" y="37664"/>
                  <a:pt x="482928" y="34026"/>
                </a:cubicBezTo>
                <a:cubicBezTo>
                  <a:pt x="479916" y="30387"/>
                  <a:pt x="476318" y="28568"/>
                  <a:pt x="472134" y="28568"/>
                </a:cubicBezTo>
                <a:cubicBezTo>
                  <a:pt x="467985" y="28568"/>
                  <a:pt x="464315" y="30504"/>
                  <a:pt x="461123" y="34377"/>
                </a:cubicBezTo>
                <a:cubicBezTo>
                  <a:pt x="457931" y="38250"/>
                  <a:pt x="456335" y="43880"/>
                  <a:pt x="456335" y="51265"/>
                </a:cubicBezTo>
                <a:close/>
                <a:moveTo>
                  <a:pt x="508924" y="79643"/>
                </a:moveTo>
                <a:lnTo>
                  <a:pt x="508924" y="22183"/>
                </a:lnTo>
                <a:lnTo>
                  <a:pt x="517689" y="22183"/>
                </a:lnTo>
                <a:lnTo>
                  <a:pt x="517689" y="30894"/>
                </a:lnTo>
                <a:cubicBezTo>
                  <a:pt x="519925" y="26818"/>
                  <a:pt x="521990" y="24131"/>
                  <a:pt x="523884" y="22833"/>
                </a:cubicBezTo>
                <a:cubicBezTo>
                  <a:pt x="525777" y="21534"/>
                  <a:pt x="527861" y="20885"/>
                  <a:pt x="530133" y="20885"/>
                </a:cubicBezTo>
                <a:cubicBezTo>
                  <a:pt x="533415" y="20885"/>
                  <a:pt x="536752" y="21931"/>
                  <a:pt x="540142" y="24023"/>
                </a:cubicBezTo>
                <a:lnTo>
                  <a:pt x="536788" y="33052"/>
                </a:lnTo>
                <a:cubicBezTo>
                  <a:pt x="534407" y="31649"/>
                  <a:pt x="532027" y="30948"/>
                  <a:pt x="529646" y="30948"/>
                </a:cubicBezTo>
                <a:cubicBezTo>
                  <a:pt x="527518" y="30948"/>
                  <a:pt x="525606" y="31589"/>
                  <a:pt x="523911" y="32869"/>
                </a:cubicBezTo>
                <a:cubicBezTo>
                  <a:pt x="522216" y="34150"/>
                  <a:pt x="521007" y="35926"/>
                  <a:pt x="520286" y="38199"/>
                </a:cubicBezTo>
                <a:cubicBezTo>
                  <a:pt x="519204" y="41661"/>
                  <a:pt x="518663" y="45449"/>
                  <a:pt x="518663" y="49561"/>
                </a:cubicBezTo>
                <a:lnTo>
                  <a:pt x="518663" y="79643"/>
                </a:lnTo>
                <a:lnTo>
                  <a:pt x="508924" y="79643"/>
                </a:lnTo>
                <a:close/>
                <a:moveTo>
                  <a:pt x="585040" y="61031"/>
                </a:moveTo>
                <a:lnTo>
                  <a:pt x="595103" y="62330"/>
                </a:lnTo>
                <a:cubicBezTo>
                  <a:pt x="593516" y="68226"/>
                  <a:pt x="590576" y="72802"/>
                  <a:pt x="586284" y="76059"/>
                </a:cubicBezTo>
                <a:cubicBezTo>
                  <a:pt x="581992" y="79314"/>
                  <a:pt x="576509" y="80942"/>
                  <a:pt x="569836" y="80942"/>
                </a:cubicBezTo>
                <a:cubicBezTo>
                  <a:pt x="561432" y="80942"/>
                  <a:pt x="554768" y="78354"/>
                  <a:pt x="549844" y="73178"/>
                </a:cubicBezTo>
                <a:cubicBezTo>
                  <a:pt x="544920" y="68002"/>
                  <a:pt x="542459" y="60742"/>
                  <a:pt x="542459" y="51400"/>
                </a:cubicBezTo>
                <a:cubicBezTo>
                  <a:pt x="542459" y="41733"/>
                  <a:pt x="544947" y="34231"/>
                  <a:pt x="549925" y="28892"/>
                </a:cubicBezTo>
                <a:cubicBezTo>
                  <a:pt x="554903" y="23554"/>
                  <a:pt x="561359" y="20885"/>
                  <a:pt x="569295" y="20885"/>
                </a:cubicBezTo>
                <a:cubicBezTo>
                  <a:pt x="576978" y="20885"/>
                  <a:pt x="583254" y="23496"/>
                  <a:pt x="588124" y="28718"/>
                </a:cubicBezTo>
                <a:cubicBezTo>
                  <a:pt x="592993" y="33939"/>
                  <a:pt x="595428" y="41285"/>
                  <a:pt x="595428" y="50756"/>
                </a:cubicBezTo>
                <a:cubicBezTo>
                  <a:pt x="595428" y="51332"/>
                  <a:pt x="595410" y="52196"/>
                  <a:pt x="595374" y="53348"/>
                </a:cubicBezTo>
                <a:lnTo>
                  <a:pt x="552522" y="53348"/>
                </a:lnTo>
                <a:cubicBezTo>
                  <a:pt x="552883" y="59678"/>
                  <a:pt x="554668" y="64525"/>
                  <a:pt x="557879" y="67889"/>
                </a:cubicBezTo>
                <a:cubicBezTo>
                  <a:pt x="561089" y="71252"/>
                  <a:pt x="565093" y="72934"/>
                  <a:pt x="569890" y="72934"/>
                </a:cubicBezTo>
                <a:cubicBezTo>
                  <a:pt x="573461" y="72934"/>
                  <a:pt x="576509" y="71988"/>
                  <a:pt x="579034" y="70095"/>
                </a:cubicBezTo>
                <a:cubicBezTo>
                  <a:pt x="581559" y="68202"/>
                  <a:pt x="583561" y="65180"/>
                  <a:pt x="585040" y="61031"/>
                </a:cubicBezTo>
                <a:moveTo>
                  <a:pt x="553063" y="45340"/>
                </a:moveTo>
                <a:lnTo>
                  <a:pt x="585148" y="45340"/>
                </a:lnTo>
                <a:cubicBezTo>
                  <a:pt x="584715" y="40523"/>
                  <a:pt x="583489" y="36910"/>
                  <a:pt x="581469" y="34501"/>
                </a:cubicBezTo>
                <a:cubicBezTo>
                  <a:pt x="578367" y="30762"/>
                  <a:pt x="574345" y="28892"/>
                  <a:pt x="569403" y="28892"/>
                </a:cubicBezTo>
                <a:cubicBezTo>
                  <a:pt x="564930" y="28892"/>
                  <a:pt x="561170" y="30385"/>
                  <a:pt x="558122" y="33370"/>
                </a:cubicBezTo>
                <a:cubicBezTo>
                  <a:pt x="555074" y="36353"/>
                  <a:pt x="553388" y="40344"/>
                  <a:pt x="553063" y="45340"/>
                </a:cubicBezTo>
                <a:close/>
                <a:moveTo>
                  <a:pt x="603326" y="62438"/>
                </a:moveTo>
                <a:lnTo>
                  <a:pt x="612956" y="60923"/>
                </a:lnTo>
                <a:cubicBezTo>
                  <a:pt x="613497" y="64799"/>
                  <a:pt x="615003" y="67771"/>
                  <a:pt x="617474" y="69837"/>
                </a:cubicBezTo>
                <a:cubicBezTo>
                  <a:pt x="619945" y="71902"/>
                  <a:pt x="623399" y="72934"/>
                  <a:pt x="627835" y="72934"/>
                </a:cubicBezTo>
                <a:cubicBezTo>
                  <a:pt x="632308" y="72934"/>
                  <a:pt x="635627" y="72023"/>
                  <a:pt x="637791" y="70202"/>
                </a:cubicBezTo>
                <a:cubicBezTo>
                  <a:pt x="639955" y="68380"/>
                  <a:pt x="641037" y="66243"/>
                  <a:pt x="641037" y="63790"/>
                </a:cubicBezTo>
                <a:cubicBezTo>
                  <a:pt x="641037" y="61590"/>
                  <a:pt x="640081" y="59859"/>
                  <a:pt x="638170" y="58596"/>
                </a:cubicBezTo>
                <a:cubicBezTo>
                  <a:pt x="636835" y="57731"/>
                  <a:pt x="633517" y="56630"/>
                  <a:pt x="628214" y="55296"/>
                </a:cubicBezTo>
                <a:cubicBezTo>
                  <a:pt x="621072" y="53492"/>
                  <a:pt x="616122" y="51932"/>
                  <a:pt x="613362" y="50616"/>
                </a:cubicBezTo>
                <a:cubicBezTo>
                  <a:pt x="610603" y="49299"/>
                  <a:pt x="608511" y="47478"/>
                  <a:pt x="607086" y="45151"/>
                </a:cubicBezTo>
                <a:cubicBezTo>
                  <a:pt x="605661" y="42825"/>
                  <a:pt x="604949" y="40255"/>
                  <a:pt x="604949" y="37441"/>
                </a:cubicBezTo>
                <a:cubicBezTo>
                  <a:pt x="604949" y="34880"/>
                  <a:pt x="605535" y="32508"/>
                  <a:pt x="606707" y="30326"/>
                </a:cubicBezTo>
                <a:cubicBezTo>
                  <a:pt x="607880" y="28144"/>
                  <a:pt x="609476" y="26331"/>
                  <a:pt x="611496" y="24889"/>
                </a:cubicBezTo>
                <a:cubicBezTo>
                  <a:pt x="613011" y="23770"/>
                  <a:pt x="615076" y="22824"/>
                  <a:pt x="617691" y="22048"/>
                </a:cubicBezTo>
                <a:cubicBezTo>
                  <a:pt x="620306" y="21272"/>
                  <a:pt x="623110" y="20885"/>
                  <a:pt x="626104" y="20885"/>
                </a:cubicBezTo>
                <a:cubicBezTo>
                  <a:pt x="630613" y="20885"/>
                  <a:pt x="634572" y="21534"/>
                  <a:pt x="637980" y="22833"/>
                </a:cubicBezTo>
                <a:cubicBezTo>
                  <a:pt x="641389" y="24131"/>
                  <a:pt x="643905" y="25889"/>
                  <a:pt x="645528" y="28108"/>
                </a:cubicBezTo>
                <a:cubicBezTo>
                  <a:pt x="647151" y="30326"/>
                  <a:pt x="648269" y="33293"/>
                  <a:pt x="648882" y="37008"/>
                </a:cubicBezTo>
                <a:lnTo>
                  <a:pt x="639360" y="38307"/>
                </a:lnTo>
                <a:cubicBezTo>
                  <a:pt x="638927" y="35349"/>
                  <a:pt x="637674" y="33040"/>
                  <a:pt x="635600" y="31381"/>
                </a:cubicBezTo>
                <a:cubicBezTo>
                  <a:pt x="633526" y="29722"/>
                  <a:pt x="630595" y="28892"/>
                  <a:pt x="626807" y="28892"/>
                </a:cubicBezTo>
                <a:cubicBezTo>
                  <a:pt x="622335" y="28892"/>
                  <a:pt x="619142" y="29632"/>
                  <a:pt x="617231" y="31111"/>
                </a:cubicBezTo>
                <a:cubicBezTo>
                  <a:pt x="615319" y="32590"/>
                  <a:pt x="614363" y="34321"/>
                  <a:pt x="614363" y="36305"/>
                </a:cubicBezTo>
                <a:cubicBezTo>
                  <a:pt x="614363" y="37567"/>
                  <a:pt x="614760" y="38703"/>
                  <a:pt x="615553" y="39713"/>
                </a:cubicBezTo>
                <a:cubicBezTo>
                  <a:pt x="616347" y="40760"/>
                  <a:pt x="617591" y="41625"/>
                  <a:pt x="619287" y="42311"/>
                </a:cubicBezTo>
                <a:cubicBezTo>
                  <a:pt x="620261" y="42671"/>
                  <a:pt x="623128" y="43501"/>
                  <a:pt x="627890" y="44799"/>
                </a:cubicBezTo>
                <a:cubicBezTo>
                  <a:pt x="634779" y="46639"/>
                  <a:pt x="639585" y="48145"/>
                  <a:pt x="642309" y="49317"/>
                </a:cubicBezTo>
                <a:cubicBezTo>
                  <a:pt x="645032" y="50489"/>
                  <a:pt x="647169" y="52194"/>
                  <a:pt x="648720" y="54430"/>
                </a:cubicBezTo>
                <a:cubicBezTo>
                  <a:pt x="650271" y="56667"/>
                  <a:pt x="651047" y="59444"/>
                  <a:pt x="651047" y="62762"/>
                </a:cubicBezTo>
                <a:cubicBezTo>
                  <a:pt x="651047" y="66009"/>
                  <a:pt x="650100" y="69066"/>
                  <a:pt x="648206" y="71933"/>
                </a:cubicBezTo>
                <a:cubicBezTo>
                  <a:pt x="646312" y="74801"/>
                  <a:pt x="643580" y="77019"/>
                  <a:pt x="640009" y="78588"/>
                </a:cubicBezTo>
                <a:cubicBezTo>
                  <a:pt x="636438" y="80157"/>
                  <a:pt x="632398" y="80942"/>
                  <a:pt x="627890" y="80942"/>
                </a:cubicBezTo>
                <a:cubicBezTo>
                  <a:pt x="620423" y="80942"/>
                  <a:pt x="614733" y="79386"/>
                  <a:pt x="610819" y="76275"/>
                </a:cubicBezTo>
                <a:cubicBezTo>
                  <a:pt x="606906" y="73164"/>
                  <a:pt x="604408" y="68552"/>
                  <a:pt x="603326" y="62438"/>
                </a:cubicBezTo>
                <a:close/>
                <a:moveTo>
                  <a:pt x="701763" y="61031"/>
                </a:moveTo>
                <a:lnTo>
                  <a:pt x="711826" y="62330"/>
                </a:lnTo>
                <a:cubicBezTo>
                  <a:pt x="710239" y="68226"/>
                  <a:pt x="707300" y="72802"/>
                  <a:pt x="703007" y="76059"/>
                </a:cubicBezTo>
                <a:cubicBezTo>
                  <a:pt x="698715" y="79314"/>
                  <a:pt x="693232" y="80942"/>
                  <a:pt x="686559" y="80942"/>
                </a:cubicBezTo>
                <a:cubicBezTo>
                  <a:pt x="678155" y="80942"/>
                  <a:pt x="671491" y="78354"/>
                  <a:pt x="666567" y="73178"/>
                </a:cubicBezTo>
                <a:cubicBezTo>
                  <a:pt x="661644" y="68002"/>
                  <a:pt x="659182" y="60742"/>
                  <a:pt x="659182" y="51400"/>
                </a:cubicBezTo>
                <a:cubicBezTo>
                  <a:pt x="659182" y="41733"/>
                  <a:pt x="661671" y="34231"/>
                  <a:pt x="666648" y="28892"/>
                </a:cubicBezTo>
                <a:cubicBezTo>
                  <a:pt x="671626" y="23554"/>
                  <a:pt x="678083" y="20885"/>
                  <a:pt x="686018" y="20885"/>
                </a:cubicBezTo>
                <a:cubicBezTo>
                  <a:pt x="693701" y="20885"/>
                  <a:pt x="699977" y="23496"/>
                  <a:pt x="704847" y="28718"/>
                </a:cubicBezTo>
                <a:cubicBezTo>
                  <a:pt x="709716" y="33939"/>
                  <a:pt x="712151" y="41285"/>
                  <a:pt x="712151" y="50756"/>
                </a:cubicBezTo>
                <a:cubicBezTo>
                  <a:pt x="712151" y="51332"/>
                  <a:pt x="712133" y="52196"/>
                  <a:pt x="712097" y="53348"/>
                </a:cubicBezTo>
                <a:lnTo>
                  <a:pt x="669245" y="53348"/>
                </a:lnTo>
                <a:cubicBezTo>
                  <a:pt x="669606" y="59678"/>
                  <a:pt x="671392" y="64525"/>
                  <a:pt x="674602" y="67889"/>
                </a:cubicBezTo>
                <a:cubicBezTo>
                  <a:pt x="677812" y="71252"/>
                  <a:pt x="681816" y="72934"/>
                  <a:pt x="686613" y="72934"/>
                </a:cubicBezTo>
                <a:cubicBezTo>
                  <a:pt x="690184" y="72934"/>
                  <a:pt x="693232" y="71988"/>
                  <a:pt x="695757" y="70095"/>
                </a:cubicBezTo>
                <a:cubicBezTo>
                  <a:pt x="698282" y="68202"/>
                  <a:pt x="700284" y="65180"/>
                  <a:pt x="701763" y="61031"/>
                </a:cubicBezTo>
                <a:moveTo>
                  <a:pt x="669786" y="45340"/>
                </a:moveTo>
                <a:lnTo>
                  <a:pt x="701871" y="45340"/>
                </a:lnTo>
                <a:cubicBezTo>
                  <a:pt x="701438" y="40523"/>
                  <a:pt x="700212" y="36910"/>
                  <a:pt x="698192" y="34501"/>
                </a:cubicBezTo>
                <a:cubicBezTo>
                  <a:pt x="695090" y="30762"/>
                  <a:pt x="691068" y="28892"/>
                  <a:pt x="686126" y="28892"/>
                </a:cubicBezTo>
                <a:cubicBezTo>
                  <a:pt x="681654" y="28892"/>
                  <a:pt x="677893" y="30385"/>
                  <a:pt x="674845" y="33370"/>
                </a:cubicBezTo>
                <a:cubicBezTo>
                  <a:pt x="671797" y="36353"/>
                  <a:pt x="670111" y="40344"/>
                  <a:pt x="669786" y="45340"/>
                </a:cubicBezTo>
                <a:close/>
                <a:moveTo>
                  <a:pt x="723836" y="79643"/>
                </a:moveTo>
                <a:lnTo>
                  <a:pt x="723836" y="22183"/>
                </a:lnTo>
                <a:lnTo>
                  <a:pt x="732601" y="22183"/>
                </a:lnTo>
                <a:lnTo>
                  <a:pt x="732601" y="30894"/>
                </a:lnTo>
                <a:cubicBezTo>
                  <a:pt x="734838" y="26818"/>
                  <a:pt x="736903" y="24131"/>
                  <a:pt x="738796" y="22833"/>
                </a:cubicBezTo>
                <a:cubicBezTo>
                  <a:pt x="740690" y="21534"/>
                  <a:pt x="742773" y="20885"/>
                  <a:pt x="745046" y="20885"/>
                </a:cubicBezTo>
                <a:cubicBezTo>
                  <a:pt x="748328" y="20885"/>
                  <a:pt x="751664" y="21931"/>
                  <a:pt x="755055" y="24023"/>
                </a:cubicBezTo>
                <a:lnTo>
                  <a:pt x="751701" y="33052"/>
                </a:lnTo>
                <a:cubicBezTo>
                  <a:pt x="749320" y="31649"/>
                  <a:pt x="746939" y="30948"/>
                  <a:pt x="744559" y="30948"/>
                </a:cubicBezTo>
                <a:cubicBezTo>
                  <a:pt x="742430" y="30948"/>
                  <a:pt x="740519" y="31589"/>
                  <a:pt x="738823" y="32869"/>
                </a:cubicBezTo>
                <a:cubicBezTo>
                  <a:pt x="737128" y="34150"/>
                  <a:pt x="735920" y="35926"/>
                  <a:pt x="735198" y="38199"/>
                </a:cubicBezTo>
                <a:cubicBezTo>
                  <a:pt x="734116" y="41661"/>
                  <a:pt x="733575" y="45449"/>
                  <a:pt x="733575" y="49561"/>
                </a:cubicBezTo>
                <a:lnTo>
                  <a:pt x="733575" y="79643"/>
                </a:lnTo>
                <a:lnTo>
                  <a:pt x="723836" y="79643"/>
                </a:lnTo>
                <a:close/>
                <a:moveTo>
                  <a:pt x="776579" y="79643"/>
                </a:moveTo>
                <a:lnTo>
                  <a:pt x="754720" y="22183"/>
                </a:lnTo>
                <a:lnTo>
                  <a:pt x="765000" y="22183"/>
                </a:lnTo>
                <a:lnTo>
                  <a:pt x="777336" y="56594"/>
                </a:lnTo>
                <a:cubicBezTo>
                  <a:pt x="778671" y="60310"/>
                  <a:pt x="779897" y="64169"/>
                  <a:pt x="781015" y="68173"/>
                </a:cubicBezTo>
                <a:cubicBezTo>
                  <a:pt x="781881" y="65143"/>
                  <a:pt x="783089" y="61500"/>
                  <a:pt x="784640" y="57244"/>
                </a:cubicBezTo>
                <a:lnTo>
                  <a:pt x="797409" y="22183"/>
                </a:lnTo>
                <a:lnTo>
                  <a:pt x="807419" y="22183"/>
                </a:lnTo>
                <a:lnTo>
                  <a:pt x="785668" y="79643"/>
                </a:lnTo>
                <a:lnTo>
                  <a:pt x="776579" y="79643"/>
                </a:lnTo>
                <a:close/>
                <a:moveTo>
                  <a:pt x="855159" y="61031"/>
                </a:moveTo>
                <a:lnTo>
                  <a:pt x="865223" y="62330"/>
                </a:lnTo>
                <a:cubicBezTo>
                  <a:pt x="863636" y="68226"/>
                  <a:pt x="860696" y="72802"/>
                  <a:pt x="856404" y="76059"/>
                </a:cubicBezTo>
                <a:cubicBezTo>
                  <a:pt x="852112" y="79314"/>
                  <a:pt x="846629" y="80942"/>
                  <a:pt x="839956" y="80942"/>
                </a:cubicBezTo>
                <a:cubicBezTo>
                  <a:pt x="831551" y="80942"/>
                  <a:pt x="824887" y="78354"/>
                  <a:pt x="819964" y="73178"/>
                </a:cubicBezTo>
                <a:cubicBezTo>
                  <a:pt x="815040" y="68002"/>
                  <a:pt x="812578" y="60742"/>
                  <a:pt x="812578" y="51400"/>
                </a:cubicBezTo>
                <a:cubicBezTo>
                  <a:pt x="812578" y="41733"/>
                  <a:pt x="815067" y="34231"/>
                  <a:pt x="820045" y="28892"/>
                </a:cubicBezTo>
                <a:cubicBezTo>
                  <a:pt x="825023" y="23554"/>
                  <a:pt x="831479" y="20885"/>
                  <a:pt x="839415" y="20885"/>
                </a:cubicBezTo>
                <a:cubicBezTo>
                  <a:pt x="847098" y="20885"/>
                  <a:pt x="853374" y="23496"/>
                  <a:pt x="858243" y="28718"/>
                </a:cubicBezTo>
                <a:cubicBezTo>
                  <a:pt x="863113" y="33939"/>
                  <a:pt x="865548" y="41285"/>
                  <a:pt x="865548" y="50756"/>
                </a:cubicBezTo>
                <a:cubicBezTo>
                  <a:pt x="865548" y="51332"/>
                  <a:pt x="865530" y="52196"/>
                  <a:pt x="865494" y="53348"/>
                </a:cubicBezTo>
                <a:lnTo>
                  <a:pt x="822642" y="53348"/>
                </a:lnTo>
                <a:cubicBezTo>
                  <a:pt x="823003" y="59678"/>
                  <a:pt x="824788" y="64525"/>
                  <a:pt x="827998" y="67889"/>
                </a:cubicBezTo>
                <a:cubicBezTo>
                  <a:pt x="831209" y="71252"/>
                  <a:pt x="835213" y="72934"/>
                  <a:pt x="840010" y="72934"/>
                </a:cubicBezTo>
                <a:cubicBezTo>
                  <a:pt x="843581" y="72934"/>
                  <a:pt x="846629" y="71988"/>
                  <a:pt x="849154" y="70095"/>
                </a:cubicBezTo>
                <a:cubicBezTo>
                  <a:pt x="851679" y="68202"/>
                  <a:pt x="853681" y="65180"/>
                  <a:pt x="855159" y="61031"/>
                </a:cubicBezTo>
                <a:moveTo>
                  <a:pt x="823183" y="45340"/>
                </a:moveTo>
                <a:lnTo>
                  <a:pt x="855268" y="45340"/>
                </a:lnTo>
                <a:cubicBezTo>
                  <a:pt x="854835" y="40523"/>
                  <a:pt x="853608" y="36910"/>
                  <a:pt x="851588" y="34501"/>
                </a:cubicBezTo>
                <a:cubicBezTo>
                  <a:pt x="848486" y="30762"/>
                  <a:pt x="844465" y="28892"/>
                  <a:pt x="839523" y="28892"/>
                </a:cubicBezTo>
                <a:cubicBezTo>
                  <a:pt x="835050" y="28892"/>
                  <a:pt x="831290" y="30385"/>
                  <a:pt x="828242" y="33370"/>
                </a:cubicBezTo>
                <a:cubicBezTo>
                  <a:pt x="825194" y="36353"/>
                  <a:pt x="823508" y="40344"/>
                  <a:pt x="823183" y="45340"/>
                </a:cubicBezTo>
                <a:close/>
                <a:moveTo>
                  <a:pt x="873445" y="62438"/>
                </a:moveTo>
                <a:lnTo>
                  <a:pt x="883076" y="60923"/>
                </a:lnTo>
                <a:cubicBezTo>
                  <a:pt x="883617" y="64799"/>
                  <a:pt x="885123" y="67771"/>
                  <a:pt x="887593" y="69837"/>
                </a:cubicBezTo>
                <a:cubicBezTo>
                  <a:pt x="890064" y="71902"/>
                  <a:pt x="893518" y="72934"/>
                  <a:pt x="897955" y="72934"/>
                </a:cubicBezTo>
                <a:cubicBezTo>
                  <a:pt x="902427" y="72934"/>
                  <a:pt x="905746" y="72023"/>
                  <a:pt x="907910" y="70202"/>
                </a:cubicBezTo>
                <a:cubicBezTo>
                  <a:pt x="910074" y="68380"/>
                  <a:pt x="911156" y="66243"/>
                  <a:pt x="911156" y="63790"/>
                </a:cubicBezTo>
                <a:cubicBezTo>
                  <a:pt x="911156" y="61590"/>
                  <a:pt x="910201" y="59859"/>
                  <a:pt x="908289" y="58596"/>
                </a:cubicBezTo>
                <a:cubicBezTo>
                  <a:pt x="906954" y="57731"/>
                  <a:pt x="903636" y="56630"/>
                  <a:pt x="898333" y="55296"/>
                </a:cubicBezTo>
                <a:cubicBezTo>
                  <a:pt x="891191" y="53492"/>
                  <a:pt x="886241" y="51932"/>
                  <a:pt x="883481" y="50616"/>
                </a:cubicBezTo>
                <a:cubicBezTo>
                  <a:pt x="880722" y="49299"/>
                  <a:pt x="878630" y="47478"/>
                  <a:pt x="877205" y="45151"/>
                </a:cubicBezTo>
                <a:cubicBezTo>
                  <a:pt x="875780" y="42825"/>
                  <a:pt x="875068" y="40255"/>
                  <a:pt x="875068" y="37441"/>
                </a:cubicBezTo>
                <a:cubicBezTo>
                  <a:pt x="875068" y="34880"/>
                  <a:pt x="875654" y="32508"/>
                  <a:pt x="876826" y="30326"/>
                </a:cubicBezTo>
                <a:cubicBezTo>
                  <a:pt x="877999" y="28144"/>
                  <a:pt x="879595" y="26331"/>
                  <a:pt x="881615" y="24889"/>
                </a:cubicBezTo>
                <a:cubicBezTo>
                  <a:pt x="883130" y="23770"/>
                  <a:pt x="885195" y="22824"/>
                  <a:pt x="887810" y="22048"/>
                </a:cubicBezTo>
                <a:cubicBezTo>
                  <a:pt x="890425" y="21272"/>
                  <a:pt x="893229" y="20885"/>
                  <a:pt x="896223" y="20885"/>
                </a:cubicBezTo>
                <a:cubicBezTo>
                  <a:pt x="900732" y="20885"/>
                  <a:pt x="904691" y="21534"/>
                  <a:pt x="908099" y="22833"/>
                </a:cubicBezTo>
                <a:cubicBezTo>
                  <a:pt x="911508" y="24131"/>
                  <a:pt x="914024" y="25889"/>
                  <a:pt x="915647" y="28108"/>
                </a:cubicBezTo>
                <a:cubicBezTo>
                  <a:pt x="917270" y="30326"/>
                  <a:pt x="918388" y="33293"/>
                  <a:pt x="919002" y="37008"/>
                </a:cubicBezTo>
                <a:lnTo>
                  <a:pt x="909479" y="38307"/>
                </a:lnTo>
                <a:cubicBezTo>
                  <a:pt x="909046" y="35349"/>
                  <a:pt x="907793" y="33040"/>
                  <a:pt x="905719" y="31381"/>
                </a:cubicBezTo>
                <a:cubicBezTo>
                  <a:pt x="903645" y="29722"/>
                  <a:pt x="900714" y="28892"/>
                  <a:pt x="896927" y="28892"/>
                </a:cubicBezTo>
                <a:cubicBezTo>
                  <a:pt x="892454" y="28892"/>
                  <a:pt x="889262" y="29632"/>
                  <a:pt x="887350" y="31111"/>
                </a:cubicBezTo>
                <a:cubicBezTo>
                  <a:pt x="885438" y="32590"/>
                  <a:pt x="884482" y="34321"/>
                  <a:pt x="884482" y="36305"/>
                </a:cubicBezTo>
                <a:cubicBezTo>
                  <a:pt x="884482" y="37567"/>
                  <a:pt x="884879" y="38703"/>
                  <a:pt x="885673" y="39713"/>
                </a:cubicBezTo>
                <a:cubicBezTo>
                  <a:pt x="886466" y="40760"/>
                  <a:pt x="887711" y="41625"/>
                  <a:pt x="889406" y="42311"/>
                </a:cubicBezTo>
                <a:cubicBezTo>
                  <a:pt x="890380" y="42671"/>
                  <a:pt x="893247" y="43501"/>
                  <a:pt x="898009" y="44799"/>
                </a:cubicBezTo>
                <a:cubicBezTo>
                  <a:pt x="904898" y="46639"/>
                  <a:pt x="909705" y="48145"/>
                  <a:pt x="912428" y="49317"/>
                </a:cubicBezTo>
                <a:cubicBezTo>
                  <a:pt x="915151" y="50489"/>
                  <a:pt x="917288" y="52194"/>
                  <a:pt x="918839" y="54430"/>
                </a:cubicBezTo>
                <a:cubicBezTo>
                  <a:pt x="920390" y="56667"/>
                  <a:pt x="921166" y="59444"/>
                  <a:pt x="921166" y="62762"/>
                </a:cubicBezTo>
                <a:cubicBezTo>
                  <a:pt x="921166" y="66009"/>
                  <a:pt x="920219" y="69066"/>
                  <a:pt x="918325" y="71933"/>
                </a:cubicBezTo>
                <a:cubicBezTo>
                  <a:pt x="916432" y="74801"/>
                  <a:pt x="913699" y="77019"/>
                  <a:pt x="910128" y="78588"/>
                </a:cubicBezTo>
                <a:cubicBezTo>
                  <a:pt x="906557" y="80157"/>
                  <a:pt x="902518" y="80942"/>
                  <a:pt x="898009" y="80942"/>
                </a:cubicBezTo>
                <a:cubicBezTo>
                  <a:pt x="890542" y="80942"/>
                  <a:pt x="884852" y="79386"/>
                  <a:pt x="880938" y="76275"/>
                </a:cubicBezTo>
                <a:cubicBezTo>
                  <a:pt x="877025" y="73164"/>
                  <a:pt x="874527" y="68552"/>
                  <a:pt x="873445" y="62438"/>
                </a:cubicBezTo>
                <a:close/>
                <a:moveTo>
                  <a:pt x="985273" y="25105"/>
                </a:moveTo>
                <a:lnTo>
                  <a:pt x="970069" y="22833"/>
                </a:lnTo>
                <a:cubicBezTo>
                  <a:pt x="971296" y="15456"/>
                  <a:pt x="974154" y="9807"/>
                  <a:pt x="978645" y="5884"/>
                </a:cubicBezTo>
                <a:cubicBezTo>
                  <a:pt x="983136" y="1961"/>
                  <a:pt x="988754" y="0"/>
                  <a:pt x="995499" y="0"/>
                </a:cubicBezTo>
                <a:cubicBezTo>
                  <a:pt x="1002893" y="0"/>
                  <a:pt x="1008701" y="2002"/>
                  <a:pt x="1012921" y="6006"/>
                </a:cubicBezTo>
                <a:cubicBezTo>
                  <a:pt x="1017141" y="10010"/>
                  <a:pt x="1019251" y="15095"/>
                  <a:pt x="1019251" y="21263"/>
                </a:cubicBezTo>
                <a:cubicBezTo>
                  <a:pt x="1019251" y="24402"/>
                  <a:pt x="1018602" y="27549"/>
                  <a:pt x="1017303" y="30705"/>
                </a:cubicBezTo>
                <a:cubicBezTo>
                  <a:pt x="1016005" y="33861"/>
                  <a:pt x="1013877" y="37171"/>
                  <a:pt x="1010919" y="40633"/>
                </a:cubicBezTo>
                <a:cubicBezTo>
                  <a:pt x="1008791" y="43086"/>
                  <a:pt x="1005310" y="46558"/>
                  <a:pt x="1000477" y="51049"/>
                </a:cubicBezTo>
                <a:cubicBezTo>
                  <a:pt x="995643" y="55539"/>
                  <a:pt x="992442" y="58605"/>
                  <a:pt x="990873" y="60247"/>
                </a:cubicBezTo>
                <a:cubicBezTo>
                  <a:pt x="989304" y="61888"/>
                  <a:pt x="987798" y="63628"/>
                  <a:pt x="986355" y="65468"/>
                </a:cubicBezTo>
                <a:lnTo>
                  <a:pt x="1013841" y="65468"/>
                </a:lnTo>
                <a:lnTo>
                  <a:pt x="1010919" y="79643"/>
                </a:lnTo>
                <a:lnTo>
                  <a:pt x="962711" y="79643"/>
                </a:lnTo>
                <a:cubicBezTo>
                  <a:pt x="963216" y="75751"/>
                  <a:pt x="964361" y="72048"/>
                  <a:pt x="966147" y="68535"/>
                </a:cubicBezTo>
                <a:cubicBezTo>
                  <a:pt x="967932" y="65020"/>
                  <a:pt x="970159" y="61749"/>
                  <a:pt x="972829" y="58721"/>
                </a:cubicBezTo>
                <a:cubicBezTo>
                  <a:pt x="975498" y="55694"/>
                  <a:pt x="980385" y="50810"/>
                  <a:pt x="987491" y="44071"/>
                </a:cubicBezTo>
                <a:cubicBezTo>
                  <a:pt x="992830" y="38953"/>
                  <a:pt x="996202" y="35619"/>
                  <a:pt x="997609" y="34070"/>
                </a:cubicBezTo>
                <a:cubicBezTo>
                  <a:pt x="1000134" y="31258"/>
                  <a:pt x="1001865" y="28826"/>
                  <a:pt x="1002803" y="26772"/>
                </a:cubicBezTo>
                <a:cubicBezTo>
                  <a:pt x="1003741" y="24717"/>
                  <a:pt x="1004210" y="22861"/>
                  <a:pt x="1004210" y="21203"/>
                </a:cubicBezTo>
                <a:cubicBezTo>
                  <a:pt x="1004210" y="18536"/>
                  <a:pt x="1003425" y="16373"/>
                  <a:pt x="1001856" y="14715"/>
                </a:cubicBezTo>
                <a:cubicBezTo>
                  <a:pt x="1000287" y="13057"/>
                  <a:pt x="998294" y="12228"/>
                  <a:pt x="995878" y="12228"/>
                </a:cubicBezTo>
                <a:cubicBezTo>
                  <a:pt x="993425" y="12228"/>
                  <a:pt x="991279" y="13157"/>
                  <a:pt x="989439" y="15014"/>
                </a:cubicBezTo>
                <a:cubicBezTo>
                  <a:pt x="987599" y="16872"/>
                  <a:pt x="986211" y="20235"/>
                  <a:pt x="985273" y="25105"/>
                </a:cubicBezTo>
                <a:close/>
                <a:moveTo>
                  <a:pt x="1034183" y="22183"/>
                </a:moveTo>
                <a:lnTo>
                  <a:pt x="1048899" y="22183"/>
                </a:lnTo>
                <a:lnTo>
                  <a:pt x="1047384" y="29662"/>
                </a:lnTo>
                <a:cubicBezTo>
                  <a:pt x="1051063" y="26464"/>
                  <a:pt x="1054499" y="24183"/>
                  <a:pt x="1057691" y="22821"/>
                </a:cubicBezTo>
                <a:cubicBezTo>
                  <a:pt x="1060884" y="21458"/>
                  <a:pt x="1064247" y="20777"/>
                  <a:pt x="1067782" y="20777"/>
                </a:cubicBezTo>
                <a:cubicBezTo>
                  <a:pt x="1072507" y="20777"/>
                  <a:pt x="1076232" y="22134"/>
                  <a:pt x="1078955" y="24848"/>
                </a:cubicBezTo>
                <a:cubicBezTo>
                  <a:pt x="1081678" y="27562"/>
                  <a:pt x="1083040" y="31164"/>
                  <a:pt x="1083040" y="35652"/>
                </a:cubicBezTo>
                <a:cubicBezTo>
                  <a:pt x="1083040" y="37670"/>
                  <a:pt x="1082445" y="41494"/>
                  <a:pt x="1081254" y="47126"/>
                </a:cubicBezTo>
                <a:lnTo>
                  <a:pt x="1074491" y="79643"/>
                </a:lnTo>
                <a:lnTo>
                  <a:pt x="1058963" y="79643"/>
                </a:lnTo>
                <a:lnTo>
                  <a:pt x="1065780" y="47014"/>
                </a:lnTo>
                <a:cubicBezTo>
                  <a:pt x="1066790" y="42139"/>
                  <a:pt x="1067295" y="39233"/>
                  <a:pt x="1067295" y="38297"/>
                </a:cubicBezTo>
                <a:cubicBezTo>
                  <a:pt x="1067295" y="36316"/>
                  <a:pt x="1066709" y="34759"/>
                  <a:pt x="1065537" y="33625"/>
                </a:cubicBezTo>
                <a:cubicBezTo>
                  <a:pt x="1064364" y="32490"/>
                  <a:pt x="1062732" y="31922"/>
                  <a:pt x="1060640" y="31922"/>
                </a:cubicBezTo>
                <a:cubicBezTo>
                  <a:pt x="1058368" y="31922"/>
                  <a:pt x="1055843" y="32878"/>
                  <a:pt x="1053065" y="34790"/>
                </a:cubicBezTo>
                <a:cubicBezTo>
                  <a:pt x="1050288" y="36702"/>
                  <a:pt x="1048106" y="39227"/>
                  <a:pt x="1046519" y="42365"/>
                </a:cubicBezTo>
                <a:cubicBezTo>
                  <a:pt x="1045364" y="44602"/>
                  <a:pt x="1044066" y="49166"/>
                  <a:pt x="1042623" y="56055"/>
                </a:cubicBezTo>
                <a:lnTo>
                  <a:pt x="1037699" y="79643"/>
                </a:lnTo>
                <a:lnTo>
                  <a:pt x="1022171" y="79643"/>
                </a:lnTo>
                <a:lnTo>
                  <a:pt x="1034183" y="22183"/>
                </a:lnTo>
                <a:close/>
                <a:moveTo>
                  <a:pt x="1142463" y="79643"/>
                </a:moveTo>
                <a:lnTo>
                  <a:pt x="1127747" y="79643"/>
                </a:lnTo>
                <a:lnTo>
                  <a:pt x="1129045" y="73426"/>
                </a:lnTo>
                <a:cubicBezTo>
                  <a:pt x="1126232" y="76150"/>
                  <a:pt x="1123463" y="78101"/>
                  <a:pt x="1120740" y="79282"/>
                </a:cubicBezTo>
                <a:cubicBezTo>
                  <a:pt x="1118017" y="80461"/>
                  <a:pt x="1114942" y="81050"/>
                  <a:pt x="1111515" y="81050"/>
                </a:cubicBezTo>
                <a:cubicBezTo>
                  <a:pt x="1105564" y="81050"/>
                  <a:pt x="1100739" y="79018"/>
                  <a:pt x="1097042" y="74953"/>
                </a:cubicBezTo>
                <a:cubicBezTo>
                  <a:pt x="1093345" y="70887"/>
                  <a:pt x="1091496" y="64879"/>
                  <a:pt x="1091496" y="56929"/>
                </a:cubicBezTo>
                <a:cubicBezTo>
                  <a:pt x="1091496" y="47715"/>
                  <a:pt x="1094093" y="39387"/>
                  <a:pt x="1099287" y="31943"/>
                </a:cubicBezTo>
                <a:cubicBezTo>
                  <a:pt x="1104481" y="24499"/>
                  <a:pt x="1111353" y="20777"/>
                  <a:pt x="1119901" y="20777"/>
                </a:cubicBezTo>
                <a:cubicBezTo>
                  <a:pt x="1127621" y="20777"/>
                  <a:pt x="1133410" y="23843"/>
                  <a:pt x="1137269" y="29974"/>
                </a:cubicBezTo>
                <a:lnTo>
                  <a:pt x="1143491" y="325"/>
                </a:lnTo>
                <a:lnTo>
                  <a:pt x="1159020" y="325"/>
                </a:lnTo>
                <a:lnTo>
                  <a:pt x="1142463" y="79643"/>
                </a:lnTo>
                <a:moveTo>
                  <a:pt x="1106592" y="56251"/>
                </a:moveTo>
                <a:cubicBezTo>
                  <a:pt x="1106592" y="60369"/>
                  <a:pt x="1107629" y="63584"/>
                  <a:pt x="1109703" y="65895"/>
                </a:cubicBezTo>
                <a:cubicBezTo>
                  <a:pt x="1111777" y="68207"/>
                  <a:pt x="1114329" y="69363"/>
                  <a:pt x="1117359" y="69363"/>
                </a:cubicBezTo>
                <a:cubicBezTo>
                  <a:pt x="1120172" y="69363"/>
                  <a:pt x="1122796" y="68397"/>
                  <a:pt x="1125231" y="66465"/>
                </a:cubicBezTo>
                <a:cubicBezTo>
                  <a:pt x="1127666" y="64532"/>
                  <a:pt x="1129613" y="61579"/>
                  <a:pt x="1131074" y="57605"/>
                </a:cubicBezTo>
                <a:cubicBezTo>
                  <a:pt x="1132535" y="53632"/>
                  <a:pt x="1133266" y="49821"/>
                  <a:pt x="1133266" y="46172"/>
                </a:cubicBezTo>
                <a:cubicBezTo>
                  <a:pt x="1133266" y="42019"/>
                  <a:pt x="1132147" y="38660"/>
                  <a:pt x="1129911" y="36095"/>
                </a:cubicBezTo>
                <a:cubicBezTo>
                  <a:pt x="1127675" y="33530"/>
                  <a:pt x="1125096" y="32247"/>
                  <a:pt x="1122174" y="32247"/>
                </a:cubicBezTo>
                <a:cubicBezTo>
                  <a:pt x="1117629" y="32247"/>
                  <a:pt x="1113896" y="34776"/>
                  <a:pt x="1110974" y="39834"/>
                </a:cubicBezTo>
                <a:cubicBezTo>
                  <a:pt x="1108052" y="44890"/>
                  <a:pt x="1106592" y="50363"/>
                  <a:pt x="1106592" y="56251"/>
                </a:cubicBezTo>
                <a:close/>
                <a:moveTo>
                  <a:pt x="1159793" y="43501"/>
                </a:moveTo>
                <a:lnTo>
                  <a:pt x="1189930" y="43501"/>
                </a:lnTo>
                <a:lnTo>
                  <a:pt x="1186792" y="58542"/>
                </a:lnTo>
                <a:lnTo>
                  <a:pt x="1156655" y="58542"/>
                </a:lnTo>
                <a:lnTo>
                  <a:pt x="1159793" y="43501"/>
                </a:lnTo>
                <a:close/>
                <a:moveTo>
                  <a:pt x="1195763" y="55791"/>
                </a:moveTo>
                <a:cubicBezTo>
                  <a:pt x="1195763" y="45131"/>
                  <a:pt x="1198766" y="36631"/>
                  <a:pt x="1204772" y="30289"/>
                </a:cubicBezTo>
                <a:cubicBezTo>
                  <a:pt x="1210777" y="23947"/>
                  <a:pt x="1218668" y="20777"/>
                  <a:pt x="1228443" y="20777"/>
                </a:cubicBezTo>
                <a:cubicBezTo>
                  <a:pt x="1236919" y="20777"/>
                  <a:pt x="1243538" y="23117"/>
                  <a:pt x="1248300" y="27797"/>
                </a:cubicBezTo>
                <a:cubicBezTo>
                  <a:pt x="1253061" y="32476"/>
                  <a:pt x="1255442" y="38772"/>
                  <a:pt x="1255442" y="46686"/>
                </a:cubicBezTo>
                <a:cubicBezTo>
                  <a:pt x="1255442" y="56008"/>
                  <a:pt x="1252466" y="64066"/>
                  <a:pt x="1246514" y="70860"/>
                </a:cubicBezTo>
                <a:cubicBezTo>
                  <a:pt x="1240563" y="77653"/>
                  <a:pt x="1232591" y="81050"/>
                  <a:pt x="1222599" y="81050"/>
                </a:cubicBezTo>
                <a:cubicBezTo>
                  <a:pt x="1217189" y="81050"/>
                  <a:pt x="1212392" y="79966"/>
                  <a:pt x="1208207" y="77799"/>
                </a:cubicBezTo>
                <a:cubicBezTo>
                  <a:pt x="1204023" y="75630"/>
                  <a:pt x="1200903" y="72558"/>
                  <a:pt x="1198847" y="68584"/>
                </a:cubicBezTo>
                <a:cubicBezTo>
                  <a:pt x="1196791" y="64608"/>
                  <a:pt x="1195763" y="60344"/>
                  <a:pt x="1195763" y="55791"/>
                </a:cubicBezTo>
                <a:moveTo>
                  <a:pt x="1240021" y="44673"/>
                </a:moveTo>
                <a:cubicBezTo>
                  <a:pt x="1240021" y="40983"/>
                  <a:pt x="1238948" y="38026"/>
                  <a:pt x="1236802" y="35801"/>
                </a:cubicBezTo>
                <a:cubicBezTo>
                  <a:pt x="1234656" y="33576"/>
                  <a:pt x="1231888" y="32463"/>
                  <a:pt x="1228497" y="32463"/>
                </a:cubicBezTo>
                <a:cubicBezTo>
                  <a:pt x="1225142" y="32463"/>
                  <a:pt x="1222167" y="33504"/>
                  <a:pt x="1219570" y="35585"/>
                </a:cubicBezTo>
                <a:cubicBezTo>
                  <a:pt x="1216972" y="37664"/>
                  <a:pt x="1214953" y="40685"/>
                  <a:pt x="1213510" y="44647"/>
                </a:cubicBezTo>
                <a:cubicBezTo>
                  <a:pt x="1212067" y="48608"/>
                  <a:pt x="1211346" y="52252"/>
                  <a:pt x="1211346" y="55580"/>
                </a:cubicBezTo>
                <a:cubicBezTo>
                  <a:pt x="1211346" y="59704"/>
                  <a:pt x="1212464" y="62979"/>
                  <a:pt x="1214700" y="65403"/>
                </a:cubicBezTo>
                <a:cubicBezTo>
                  <a:pt x="1216936" y="67827"/>
                  <a:pt x="1219750" y="69039"/>
                  <a:pt x="1223141" y="69039"/>
                </a:cubicBezTo>
                <a:cubicBezTo>
                  <a:pt x="1227397" y="69039"/>
                  <a:pt x="1230968" y="67211"/>
                  <a:pt x="1233853" y="63557"/>
                </a:cubicBezTo>
                <a:cubicBezTo>
                  <a:pt x="1237965" y="58384"/>
                  <a:pt x="1240021" y="52090"/>
                  <a:pt x="1240021" y="44673"/>
                </a:cubicBezTo>
                <a:close/>
                <a:moveTo>
                  <a:pt x="1272067" y="22183"/>
                </a:moveTo>
                <a:lnTo>
                  <a:pt x="1286568" y="22183"/>
                </a:lnTo>
                <a:lnTo>
                  <a:pt x="1284241" y="33305"/>
                </a:lnTo>
                <a:cubicBezTo>
                  <a:pt x="1289652" y="24953"/>
                  <a:pt x="1295513" y="20777"/>
                  <a:pt x="1301825" y="20777"/>
                </a:cubicBezTo>
                <a:cubicBezTo>
                  <a:pt x="1304062" y="20777"/>
                  <a:pt x="1306461" y="21336"/>
                  <a:pt x="1309022" y="22454"/>
                </a:cubicBezTo>
                <a:lnTo>
                  <a:pt x="1303070" y="35169"/>
                </a:lnTo>
                <a:cubicBezTo>
                  <a:pt x="1301663" y="34664"/>
                  <a:pt x="1300166" y="34411"/>
                  <a:pt x="1298579" y="34411"/>
                </a:cubicBezTo>
                <a:cubicBezTo>
                  <a:pt x="1295910" y="34411"/>
                  <a:pt x="1293196" y="35423"/>
                  <a:pt x="1290436" y="37448"/>
                </a:cubicBezTo>
                <a:cubicBezTo>
                  <a:pt x="1287677" y="39471"/>
                  <a:pt x="1285522" y="42172"/>
                  <a:pt x="1283971" y="45552"/>
                </a:cubicBezTo>
                <a:cubicBezTo>
                  <a:pt x="1282420" y="48930"/>
                  <a:pt x="1280887" y="54288"/>
                  <a:pt x="1279372" y="61625"/>
                </a:cubicBezTo>
                <a:lnTo>
                  <a:pt x="1275584" y="79643"/>
                </a:lnTo>
                <a:lnTo>
                  <a:pt x="1260056" y="79643"/>
                </a:lnTo>
                <a:lnTo>
                  <a:pt x="1272067" y="22183"/>
                </a:lnTo>
                <a:close/>
                <a:moveTo>
                  <a:pt x="1356982" y="79643"/>
                </a:moveTo>
                <a:lnTo>
                  <a:pt x="1342265" y="79643"/>
                </a:lnTo>
                <a:lnTo>
                  <a:pt x="1343564" y="73426"/>
                </a:lnTo>
                <a:cubicBezTo>
                  <a:pt x="1340750" y="76150"/>
                  <a:pt x="1337982" y="78101"/>
                  <a:pt x="1335259" y="79282"/>
                </a:cubicBezTo>
                <a:cubicBezTo>
                  <a:pt x="1332535" y="80461"/>
                  <a:pt x="1329460" y="81050"/>
                  <a:pt x="1326034" y="81050"/>
                </a:cubicBezTo>
                <a:cubicBezTo>
                  <a:pt x="1320082" y="81050"/>
                  <a:pt x="1315258" y="79018"/>
                  <a:pt x="1311560" y="74953"/>
                </a:cubicBezTo>
                <a:cubicBezTo>
                  <a:pt x="1307863" y="70887"/>
                  <a:pt x="1306015" y="64879"/>
                  <a:pt x="1306015" y="56929"/>
                </a:cubicBezTo>
                <a:cubicBezTo>
                  <a:pt x="1306015" y="47715"/>
                  <a:pt x="1308612" y="39387"/>
                  <a:pt x="1313806" y="31943"/>
                </a:cubicBezTo>
                <a:cubicBezTo>
                  <a:pt x="1319000" y="24499"/>
                  <a:pt x="1325871" y="20777"/>
                  <a:pt x="1334420" y="20777"/>
                </a:cubicBezTo>
                <a:cubicBezTo>
                  <a:pt x="1342139" y="20777"/>
                  <a:pt x="1347928" y="23843"/>
                  <a:pt x="1351788" y="29974"/>
                </a:cubicBezTo>
                <a:lnTo>
                  <a:pt x="1358010" y="325"/>
                </a:lnTo>
                <a:lnTo>
                  <a:pt x="1373538" y="325"/>
                </a:lnTo>
                <a:lnTo>
                  <a:pt x="1356982" y="79643"/>
                </a:lnTo>
                <a:moveTo>
                  <a:pt x="1321110" y="56251"/>
                </a:moveTo>
                <a:cubicBezTo>
                  <a:pt x="1321110" y="60369"/>
                  <a:pt x="1322147" y="63584"/>
                  <a:pt x="1324221" y="65895"/>
                </a:cubicBezTo>
                <a:cubicBezTo>
                  <a:pt x="1326295" y="68207"/>
                  <a:pt x="1328847" y="69363"/>
                  <a:pt x="1331877" y="69363"/>
                </a:cubicBezTo>
                <a:cubicBezTo>
                  <a:pt x="1334691" y="69363"/>
                  <a:pt x="1337315" y="68397"/>
                  <a:pt x="1339749" y="66465"/>
                </a:cubicBezTo>
                <a:cubicBezTo>
                  <a:pt x="1342184" y="64532"/>
                  <a:pt x="1344132" y="61579"/>
                  <a:pt x="1345593" y="57605"/>
                </a:cubicBezTo>
                <a:cubicBezTo>
                  <a:pt x="1347054" y="53632"/>
                  <a:pt x="1347784" y="49821"/>
                  <a:pt x="1347784" y="46172"/>
                </a:cubicBezTo>
                <a:cubicBezTo>
                  <a:pt x="1347784" y="42019"/>
                  <a:pt x="1346666" y="38660"/>
                  <a:pt x="1344430" y="36095"/>
                </a:cubicBezTo>
                <a:cubicBezTo>
                  <a:pt x="1342193" y="33530"/>
                  <a:pt x="1339614" y="32247"/>
                  <a:pt x="1336692" y="32247"/>
                </a:cubicBezTo>
                <a:cubicBezTo>
                  <a:pt x="1332148" y="32247"/>
                  <a:pt x="1328414" y="34776"/>
                  <a:pt x="1325493" y="39834"/>
                </a:cubicBezTo>
                <a:cubicBezTo>
                  <a:pt x="1322571" y="44890"/>
                  <a:pt x="1321110" y="50363"/>
                  <a:pt x="1321110" y="56251"/>
                </a:cubicBezTo>
                <a:close/>
                <a:moveTo>
                  <a:pt x="1427281" y="55729"/>
                </a:moveTo>
                <a:lnTo>
                  <a:pt x="1388325" y="55729"/>
                </a:lnTo>
                <a:cubicBezTo>
                  <a:pt x="1388289" y="56342"/>
                  <a:pt x="1388271" y="56811"/>
                  <a:pt x="1388271" y="57135"/>
                </a:cubicBezTo>
                <a:cubicBezTo>
                  <a:pt x="1388271" y="60959"/>
                  <a:pt x="1389362" y="64043"/>
                  <a:pt x="1391544" y="66387"/>
                </a:cubicBezTo>
                <a:cubicBezTo>
                  <a:pt x="1393726" y="68732"/>
                  <a:pt x="1396386" y="69904"/>
                  <a:pt x="1399524" y="69904"/>
                </a:cubicBezTo>
                <a:cubicBezTo>
                  <a:pt x="1404683" y="69904"/>
                  <a:pt x="1408704" y="67235"/>
                  <a:pt x="1411590" y="61897"/>
                </a:cubicBezTo>
                <a:lnTo>
                  <a:pt x="1425495" y="64277"/>
                </a:lnTo>
                <a:cubicBezTo>
                  <a:pt x="1422790" y="69868"/>
                  <a:pt x="1419174" y="74061"/>
                  <a:pt x="1414647" y="76857"/>
                </a:cubicBezTo>
                <a:cubicBezTo>
                  <a:pt x="1410120" y="79652"/>
                  <a:pt x="1405043" y="81050"/>
                  <a:pt x="1399416" y="81050"/>
                </a:cubicBezTo>
                <a:cubicBezTo>
                  <a:pt x="1391697" y="81050"/>
                  <a:pt x="1385421" y="78602"/>
                  <a:pt x="1380588" y="73705"/>
                </a:cubicBezTo>
                <a:cubicBezTo>
                  <a:pt x="1375754" y="68809"/>
                  <a:pt x="1373337" y="62332"/>
                  <a:pt x="1373337" y="54275"/>
                </a:cubicBezTo>
                <a:cubicBezTo>
                  <a:pt x="1373337" y="46397"/>
                  <a:pt x="1375520" y="39386"/>
                  <a:pt x="1379884" y="33243"/>
                </a:cubicBezTo>
                <a:cubicBezTo>
                  <a:pt x="1385836" y="24932"/>
                  <a:pt x="1394330" y="20777"/>
                  <a:pt x="1405368" y="20777"/>
                </a:cubicBezTo>
                <a:cubicBezTo>
                  <a:pt x="1412402" y="20777"/>
                  <a:pt x="1417992" y="22953"/>
                  <a:pt x="1422141" y="27306"/>
                </a:cubicBezTo>
                <a:cubicBezTo>
                  <a:pt x="1426289" y="31660"/>
                  <a:pt x="1428363" y="37756"/>
                  <a:pt x="1428363" y="45596"/>
                </a:cubicBezTo>
                <a:cubicBezTo>
                  <a:pt x="1428363" y="49353"/>
                  <a:pt x="1428002" y="52730"/>
                  <a:pt x="1427281" y="55729"/>
                </a:cubicBezTo>
                <a:moveTo>
                  <a:pt x="1414187" y="46206"/>
                </a:moveTo>
                <a:cubicBezTo>
                  <a:pt x="1414223" y="45523"/>
                  <a:pt x="1414241" y="45002"/>
                  <a:pt x="1414241" y="44644"/>
                </a:cubicBezTo>
                <a:cubicBezTo>
                  <a:pt x="1414241" y="40403"/>
                  <a:pt x="1413285" y="37223"/>
                  <a:pt x="1411374" y="35103"/>
                </a:cubicBezTo>
                <a:cubicBezTo>
                  <a:pt x="1409462" y="32982"/>
                  <a:pt x="1406901" y="31922"/>
                  <a:pt x="1403691" y="31922"/>
                </a:cubicBezTo>
                <a:cubicBezTo>
                  <a:pt x="1400480" y="31922"/>
                  <a:pt x="1397604" y="33126"/>
                  <a:pt x="1395061" y="35534"/>
                </a:cubicBezTo>
                <a:cubicBezTo>
                  <a:pt x="1392518" y="37942"/>
                  <a:pt x="1390795" y="41499"/>
                  <a:pt x="1389894" y="46206"/>
                </a:cubicBezTo>
                <a:lnTo>
                  <a:pt x="1414187" y="46206"/>
                </a:lnTo>
                <a:close/>
                <a:moveTo>
                  <a:pt x="1443997" y="22183"/>
                </a:moveTo>
                <a:lnTo>
                  <a:pt x="1458498" y="22183"/>
                </a:lnTo>
                <a:lnTo>
                  <a:pt x="1456171" y="33305"/>
                </a:lnTo>
                <a:cubicBezTo>
                  <a:pt x="1461582" y="24953"/>
                  <a:pt x="1467443" y="20777"/>
                  <a:pt x="1473756" y="20777"/>
                </a:cubicBezTo>
                <a:cubicBezTo>
                  <a:pt x="1475992" y="20777"/>
                  <a:pt x="1478391" y="21336"/>
                  <a:pt x="1480952" y="22454"/>
                </a:cubicBezTo>
                <a:lnTo>
                  <a:pt x="1475000" y="35169"/>
                </a:lnTo>
                <a:cubicBezTo>
                  <a:pt x="1473593" y="34664"/>
                  <a:pt x="1472096" y="34411"/>
                  <a:pt x="1470509" y="34411"/>
                </a:cubicBezTo>
                <a:cubicBezTo>
                  <a:pt x="1467840" y="34411"/>
                  <a:pt x="1465126" y="35423"/>
                  <a:pt x="1462366" y="37448"/>
                </a:cubicBezTo>
                <a:cubicBezTo>
                  <a:pt x="1459607" y="39471"/>
                  <a:pt x="1457452" y="42172"/>
                  <a:pt x="1455901" y="45552"/>
                </a:cubicBezTo>
                <a:cubicBezTo>
                  <a:pt x="1454350" y="48930"/>
                  <a:pt x="1452817" y="54288"/>
                  <a:pt x="1451302" y="61625"/>
                </a:cubicBezTo>
                <a:lnTo>
                  <a:pt x="1447514" y="79643"/>
                </a:lnTo>
                <a:lnTo>
                  <a:pt x="1431986" y="79643"/>
                </a:lnTo>
                <a:lnTo>
                  <a:pt x="1443997" y="22183"/>
                </a:lnTo>
                <a:close/>
                <a:moveTo>
                  <a:pt x="1518117" y="22183"/>
                </a:moveTo>
                <a:lnTo>
                  <a:pt x="1532834" y="22183"/>
                </a:lnTo>
                <a:lnTo>
                  <a:pt x="1531589" y="28094"/>
                </a:lnTo>
                <a:cubicBezTo>
                  <a:pt x="1534728" y="25474"/>
                  <a:pt x="1537667" y="23599"/>
                  <a:pt x="1540409" y="22471"/>
                </a:cubicBezTo>
                <a:cubicBezTo>
                  <a:pt x="1543150" y="21341"/>
                  <a:pt x="1546090" y="20777"/>
                  <a:pt x="1549228" y="20777"/>
                </a:cubicBezTo>
                <a:cubicBezTo>
                  <a:pt x="1555252" y="20777"/>
                  <a:pt x="1560094" y="22855"/>
                  <a:pt x="1563755" y="27010"/>
                </a:cubicBezTo>
                <a:cubicBezTo>
                  <a:pt x="1567416" y="31165"/>
                  <a:pt x="1569247" y="37362"/>
                  <a:pt x="1569247" y="45601"/>
                </a:cubicBezTo>
                <a:cubicBezTo>
                  <a:pt x="1569247" y="55972"/>
                  <a:pt x="1566091" y="64735"/>
                  <a:pt x="1559778" y="71889"/>
                </a:cubicBezTo>
                <a:cubicBezTo>
                  <a:pt x="1554368" y="77997"/>
                  <a:pt x="1547965" y="81050"/>
                  <a:pt x="1540571" y="81050"/>
                </a:cubicBezTo>
                <a:cubicBezTo>
                  <a:pt x="1532960" y="81050"/>
                  <a:pt x="1527207" y="77981"/>
                  <a:pt x="1523311" y="71842"/>
                </a:cubicBezTo>
                <a:lnTo>
                  <a:pt x="1517089" y="101610"/>
                </a:lnTo>
                <a:lnTo>
                  <a:pt x="1501561" y="101610"/>
                </a:lnTo>
                <a:lnTo>
                  <a:pt x="1518117" y="22183"/>
                </a:lnTo>
                <a:moveTo>
                  <a:pt x="1527477" y="55120"/>
                </a:moveTo>
                <a:cubicBezTo>
                  <a:pt x="1527477" y="59631"/>
                  <a:pt x="1528569" y="63133"/>
                  <a:pt x="1530751" y="65625"/>
                </a:cubicBezTo>
                <a:cubicBezTo>
                  <a:pt x="1532933" y="68117"/>
                  <a:pt x="1535503" y="69363"/>
                  <a:pt x="1538461" y="69363"/>
                </a:cubicBezTo>
                <a:cubicBezTo>
                  <a:pt x="1541022" y="69363"/>
                  <a:pt x="1543493" y="68432"/>
                  <a:pt x="1545873" y="66568"/>
                </a:cubicBezTo>
                <a:cubicBezTo>
                  <a:pt x="1548254" y="64705"/>
                  <a:pt x="1550229" y="61612"/>
                  <a:pt x="1551798" y="57289"/>
                </a:cubicBezTo>
                <a:cubicBezTo>
                  <a:pt x="1553367" y="52967"/>
                  <a:pt x="1554151" y="48960"/>
                  <a:pt x="1554151" y="45271"/>
                </a:cubicBezTo>
                <a:cubicBezTo>
                  <a:pt x="1554151" y="40966"/>
                  <a:pt x="1553123" y="37665"/>
                  <a:pt x="1551067" y="35368"/>
                </a:cubicBezTo>
                <a:cubicBezTo>
                  <a:pt x="1549011" y="33071"/>
                  <a:pt x="1546396" y="31922"/>
                  <a:pt x="1543222" y="31922"/>
                </a:cubicBezTo>
                <a:cubicBezTo>
                  <a:pt x="1540264" y="31922"/>
                  <a:pt x="1537568" y="32977"/>
                  <a:pt x="1535133" y="35086"/>
                </a:cubicBezTo>
                <a:cubicBezTo>
                  <a:pt x="1532699" y="37195"/>
                  <a:pt x="1530814" y="40295"/>
                  <a:pt x="1529479" y="44387"/>
                </a:cubicBezTo>
                <a:cubicBezTo>
                  <a:pt x="1528145" y="48479"/>
                  <a:pt x="1527477" y="52056"/>
                  <a:pt x="1527477" y="55120"/>
                </a:cubicBezTo>
                <a:close/>
                <a:moveTo>
                  <a:pt x="1585170" y="22183"/>
                </a:moveTo>
                <a:lnTo>
                  <a:pt x="1599670" y="22183"/>
                </a:lnTo>
                <a:lnTo>
                  <a:pt x="1597343" y="33305"/>
                </a:lnTo>
                <a:cubicBezTo>
                  <a:pt x="1602754" y="24953"/>
                  <a:pt x="1608615" y="20777"/>
                  <a:pt x="1614928" y="20777"/>
                </a:cubicBezTo>
                <a:cubicBezTo>
                  <a:pt x="1617164" y="20777"/>
                  <a:pt x="1619563" y="21336"/>
                  <a:pt x="1622124" y="22454"/>
                </a:cubicBezTo>
                <a:lnTo>
                  <a:pt x="1616172" y="35169"/>
                </a:lnTo>
                <a:cubicBezTo>
                  <a:pt x="1614765" y="34664"/>
                  <a:pt x="1613269" y="34411"/>
                  <a:pt x="1611681" y="34411"/>
                </a:cubicBezTo>
                <a:cubicBezTo>
                  <a:pt x="1609012" y="34411"/>
                  <a:pt x="1606298" y="35423"/>
                  <a:pt x="1603539" y="37448"/>
                </a:cubicBezTo>
                <a:cubicBezTo>
                  <a:pt x="1600779" y="39471"/>
                  <a:pt x="1598624" y="42172"/>
                  <a:pt x="1597073" y="45552"/>
                </a:cubicBezTo>
                <a:cubicBezTo>
                  <a:pt x="1595522" y="48930"/>
                  <a:pt x="1593989" y="54288"/>
                  <a:pt x="1592474" y="61625"/>
                </a:cubicBezTo>
                <a:lnTo>
                  <a:pt x="1588687" y="79643"/>
                </a:lnTo>
                <a:lnTo>
                  <a:pt x="1573158" y="79643"/>
                </a:lnTo>
                <a:lnTo>
                  <a:pt x="1585170" y="22183"/>
                </a:lnTo>
                <a:close/>
                <a:moveTo>
                  <a:pt x="1619279" y="55791"/>
                </a:moveTo>
                <a:cubicBezTo>
                  <a:pt x="1619279" y="45131"/>
                  <a:pt x="1622281" y="36631"/>
                  <a:pt x="1628287" y="30289"/>
                </a:cubicBezTo>
                <a:cubicBezTo>
                  <a:pt x="1634293" y="23947"/>
                  <a:pt x="1642183" y="20777"/>
                  <a:pt x="1651958" y="20777"/>
                </a:cubicBezTo>
                <a:cubicBezTo>
                  <a:pt x="1660435" y="20777"/>
                  <a:pt x="1667054" y="23117"/>
                  <a:pt x="1671815" y="27797"/>
                </a:cubicBezTo>
                <a:cubicBezTo>
                  <a:pt x="1676576" y="32476"/>
                  <a:pt x="1678957" y="38772"/>
                  <a:pt x="1678957" y="46686"/>
                </a:cubicBezTo>
                <a:cubicBezTo>
                  <a:pt x="1678957" y="56008"/>
                  <a:pt x="1675981" y="64066"/>
                  <a:pt x="1670030" y="70860"/>
                </a:cubicBezTo>
                <a:cubicBezTo>
                  <a:pt x="1664078" y="77653"/>
                  <a:pt x="1656106" y="81050"/>
                  <a:pt x="1646115" y="81050"/>
                </a:cubicBezTo>
                <a:cubicBezTo>
                  <a:pt x="1640704" y="81050"/>
                  <a:pt x="1635907" y="79966"/>
                  <a:pt x="1631723" y="77799"/>
                </a:cubicBezTo>
                <a:cubicBezTo>
                  <a:pt x="1627539" y="75630"/>
                  <a:pt x="1624419" y="72558"/>
                  <a:pt x="1622363" y="68584"/>
                </a:cubicBezTo>
                <a:cubicBezTo>
                  <a:pt x="1620307" y="64608"/>
                  <a:pt x="1619279" y="60344"/>
                  <a:pt x="1619279" y="55791"/>
                </a:cubicBezTo>
                <a:moveTo>
                  <a:pt x="1663537" y="44673"/>
                </a:moveTo>
                <a:cubicBezTo>
                  <a:pt x="1663537" y="40983"/>
                  <a:pt x="1662464" y="38026"/>
                  <a:pt x="1660318" y="35801"/>
                </a:cubicBezTo>
                <a:cubicBezTo>
                  <a:pt x="1658171" y="33576"/>
                  <a:pt x="1655403" y="32463"/>
                  <a:pt x="1652012" y="32463"/>
                </a:cubicBezTo>
                <a:cubicBezTo>
                  <a:pt x="1648658" y="32463"/>
                  <a:pt x="1645682" y="33504"/>
                  <a:pt x="1643085" y="35585"/>
                </a:cubicBezTo>
                <a:cubicBezTo>
                  <a:pt x="1640488" y="37664"/>
                  <a:pt x="1638468" y="40685"/>
                  <a:pt x="1637025" y="44647"/>
                </a:cubicBezTo>
                <a:cubicBezTo>
                  <a:pt x="1635582" y="48608"/>
                  <a:pt x="1634861" y="52252"/>
                  <a:pt x="1634861" y="55580"/>
                </a:cubicBezTo>
                <a:cubicBezTo>
                  <a:pt x="1634861" y="59704"/>
                  <a:pt x="1635979" y="62979"/>
                  <a:pt x="1638216" y="65403"/>
                </a:cubicBezTo>
                <a:cubicBezTo>
                  <a:pt x="1640452" y="67827"/>
                  <a:pt x="1643265" y="69039"/>
                  <a:pt x="1646656" y="69039"/>
                </a:cubicBezTo>
                <a:cubicBezTo>
                  <a:pt x="1650912" y="69039"/>
                  <a:pt x="1654483" y="67211"/>
                  <a:pt x="1657369" y="63557"/>
                </a:cubicBezTo>
                <a:cubicBezTo>
                  <a:pt x="1661481" y="58384"/>
                  <a:pt x="1663537" y="52090"/>
                  <a:pt x="1663537" y="44673"/>
                </a:cubicBezTo>
                <a:close/>
                <a:moveTo>
                  <a:pt x="1710895" y="63591"/>
                </a:moveTo>
                <a:lnTo>
                  <a:pt x="1696612" y="79643"/>
                </a:lnTo>
                <a:lnTo>
                  <a:pt x="1677566" y="79643"/>
                </a:lnTo>
                <a:lnTo>
                  <a:pt x="1704132" y="50136"/>
                </a:lnTo>
                <a:lnTo>
                  <a:pt x="1689524" y="22183"/>
                </a:lnTo>
                <a:lnTo>
                  <a:pt x="1706026" y="22183"/>
                </a:lnTo>
                <a:lnTo>
                  <a:pt x="1714412" y="38479"/>
                </a:lnTo>
                <a:lnTo>
                  <a:pt x="1728967" y="22183"/>
                </a:lnTo>
                <a:lnTo>
                  <a:pt x="1747849" y="22183"/>
                </a:lnTo>
                <a:lnTo>
                  <a:pt x="1721175" y="52043"/>
                </a:lnTo>
                <a:lnTo>
                  <a:pt x="1735676" y="79643"/>
                </a:lnTo>
                <a:lnTo>
                  <a:pt x="1719174" y="79643"/>
                </a:lnTo>
                <a:lnTo>
                  <a:pt x="1710895" y="63591"/>
                </a:lnTo>
                <a:close/>
                <a:moveTo>
                  <a:pt x="1762510" y="325"/>
                </a:moveTo>
                <a:lnTo>
                  <a:pt x="1778038" y="325"/>
                </a:lnTo>
                <a:lnTo>
                  <a:pt x="1775117" y="14392"/>
                </a:lnTo>
                <a:lnTo>
                  <a:pt x="1759588" y="14392"/>
                </a:lnTo>
                <a:lnTo>
                  <a:pt x="1762510" y="325"/>
                </a:lnTo>
                <a:moveTo>
                  <a:pt x="1757965" y="22183"/>
                </a:moveTo>
                <a:lnTo>
                  <a:pt x="1773493" y="22183"/>
                </a:lnTo>
                <a:lnTo>
                  <a:pt x="1761482" y="79643"/>
                </a:lnTo>
                <a:lnTo>
                  <a:pt x="1745954" y="79643"/>
                </a:lnTo>
                <a:lnTo>
                  <a:pt x="1757965" y="22183"/>
                </a:lnTo>
                <a:close/>
                <a:moveTo>
                  <a:pt x="1788237" y="22183"/>
                </a:moveTo>
                <a:lnTo>
                  <a:pt x="1802845" y="22183"/>
                </a:lnTo>
                <a:lnTo>
                  <a:pt x="1801384" y="29161"/>
                </a:lnTo>
                <a:cubicBezTo>
                  <a:pt x="1807083" y="23571"/>
                  <a:pt x="1813071" y="20777"/>
                  <a:pt x="1819347" y="20777"/>
                </a:cubicBezTo>
                <a:cubicBezTo>
                  <a:pt x="1823676" y="20777"/>
                  <a:pt x="1827012" y="21683"/>
                  <a:pt x="1829357" y="23497"/>
                </a:cubicBezTo>
                <a:cubicBezTo>
                  <a:pt x="1831701" y="25310"/>
                  <a:pt x="1833198" y="27811"/>
                  <a:pt x="1833848" y="31002"/>
                </a:cubicBezTo>
                <a:cubicBezTo>
                  <a:pt x="1835831" y="28101"/>
                  <a:pt x="1838681" y="25671"/>
                  <a:pt x="1842396" y="23713"/>
                </a:cubicBezTo>
                <a:cubicBezTo>
                  <a:pt x="1846112" y="21755"/>
                  <a:pt x="1849971" y="20777"/>
                  <a:pt x="1853975" y="20777"/>
                </a:cubicBezTo>
                <a:cubicBezTo>
                  <a:pt x="1858556" y="20777"/>
                  <a:pt x="1862127" y="22009"/>
                  <a:pt x="1864688" y="24474"/>
                </a:cubicBezTo>
                <a:cubicBezTo>
                  <a:pt x="1867249" y="26939"/>
                  <a:pt x="1868529" y="30203"/>
                  <a:pt x="1868529" y="34264"/>
                </a:cubicBezTo>
                <a:cubicBezTo>
                  <a:pt x="1868529" y="36234"/>
                  <a:pt x="1868024" y="39653"/>
                  <a:pt x="1867014" y="44519"/>
                </a:cubicBezTo>
                <a:lnTo>
                  <a:pt x="1859656" y="79643"/>
                </a:lnTo>
                <a:lnTo>
                  <a:pt x="1844128" y="79643"/>
                </a:lnTo>
                <a:lnTo>
                  <a:pt x="1851486" y="44515"/>
                </a:lnTo>
                <a:cubicBezTo>
                  <a:pt x="1852388" y="40115"/>
                  <a:pt x="1852839" y="37626"/>
                  <a:pt x="1852839" y="37050"/>
                </a:cubicBezTo>
                <a:cubicBezTo>
                  <a:pt x="1852839" y="35467"/>
                  <a:pt x="1852361" y="34216"/>
                  <a:pt x="1851405" y="33299"/>
                </a:cubicBezTo>
                <a:cubicBezTo>
                  <a:pt x="1850449" y="32381"/>
                  <a:pt x="1849015" y="31922"/>
                  <a:pt x="1847103" y="31922"/>
                </a:cubicBezTo>
                <a:cubicBezTo>
                  <a:pt x="1843244" y="31922"/>
                  <a:pt x="1839799" y="33960"/>
                  <a:pt x="1836769" y="38034"/>
                </a:cubicBezTo>
                <a:cubicBezTo>
                  <a:pt x="1834569" y="40956"/>
                  <a:pt x="1832693" y="46131"/>
                  <a:pt x="1831142" y="53559"/>
                </a:cubicBezTo>
                <a:lnTo>
                  <a:pt x="1825678" y="79643"/>
                </a:lnTo>
                <a:lnTo>
                  <a:pt x="1810149" y="79643"/>
                </a:lnTo>
                <a:lnTo>
                  <a:pt x="1817400" y="44908"/>
                </a:lnTo>
                <a:cubicBezTo>
                  <a:pt x="1818229" y="40904"/>
                  <a:pt x="1818644" y="38307"/>
                  <a:pt x="1818644" y="37116"/>
                </a:cubicBezTo>
                <a:cubicBezTo>
                  <a:pt x="1818644" y="35601"/>
                  <a:pt x="1818130" y="34357"/>
                  <a:pt x="1817102" y="33383"/>
                </a:cubicBezTo>
                <a:cubicBezTo>
                  <a:pt x="1816074" y="32409"/>
                  <a:pt x="1814658" y="31922"/>
                  <a:pt x="1812855" y="31922"/>
                </a:cubicBezTo>
                <a:cubicBezTo>
                  <a:pt x="1811159" y="31922"/>
                  <a:pt x="1809410" y="32427"/>
                  <a:pt x="1807606" y="33437"/>
                </a:cubicBezTo>
                <a:cubicBezTo>
                  <a:pt x="1805803" y="34447"/>
                  <a:pt x="1804225" y="35836"/>
                  <a:pt x="1802872" y="37605"/>
                </a:cubicBezTo>
                <a:cubicBezTo>
                  <a:pt x="1801520" y="39372"/>
                  <a:pt x="1800356" y="41645"/>
                  <a:pt x="1799382" y="44422"/>
                </a:cubicBezTo>
                <a:cubicBezTo>
                  <a:pt x="1798950" y="45721"/>
                  <a:pt x="1798246" y="48661"/>
                  <a:pt x="1797272" y="53243"/>
                </a:cubicBezTo>
                <a:lnTo>
                  <a:pt x="1791753" y="79643"/>
                </a:lnTo>
                <a:lnTo>
                  <a:pt x="1776225" y="79643"/>
                </a:lnTo>
                <a:lnTo>
                  <a:pt x="1788237" y="22183"/>
                </a:lnTo>
                <a:close/>
                <a:moveTo>
                  <a:pt x="1891458" y="325"/>
                </a:moveTo>
                <a:lnTo>
                  <a:pt x="1906986" y="325"/>
                </a:lnTo>
                <a:lnTo>
                  <a:pt x="1904065" y="14392"/>
                </a:lnTo>
                <a:lnTo>
                  <a:pt x="1888536" y="14392"/>
                </a:lnTo>
                <a:lnTo>
                  <a:pt x="1891458" y="325"/>
                </a:lnTo>
                <a:moveTo>
                  <a:pt x="1886913" y="22183"/>
                </a:moveTo>
                <a:lnTo>
                  <a:pt x="1902442" y="22183"/>
                </a:lnTo>
                <a:lnTo>
                  <a:pt x="1890430" y="79643"/>
                </a:lnTo>
                <a:lnTo>
                  <a:pt x="1874902" y="79643"/>
                </a:lnTo>
                <a:lnTo>
                  <a:pt x="1886913" y="22183"/>
                </a:lnTo>
                <a:close/>
                <a:moveTo>
                  <a:pt x="1909556" y="33762"/>
                </a:moveTo>
                <a:lnTo>
                  <a:pt x="1911936" y="22183"/>
                </a:lnTo>
                <a:lnTo>
                  <a:pt x="1919575" y="22183"/>
                </a:lnTo>
                <a:lnTo>
                  <a:pt x="1921462" y="12985"/>
                </a:lnTo>
                <a:lnTo>
                  <a:pt x="1939205" y="2272"/>
                </a:lnTo>
                <a:lnTo>
                  <a:pt x="1935104" y="22183"/>
                </a:lnTo>
                <a:lnTo>
                  <a:pt x="1944508" y="22183"/>
                </a:lnTo>
                <a:lnTo>
                  <a:pt x="1942127" y="33762"/>
                </a:lnTo>
                <a:lnTo>
                  <a:pt x="1932718" y="33762"/>
                </a:lnTo>
                <a:lnTo>
                  <a:pt x="1927573" y="57846"/>
                </a:lnTo>
                <a:cubicBezTo>
                  <a:pt x="1926671" y="62204"/>
                  <a:pt x="1926220" y="64690"/>
                  <a:pt x="1926220" y="65302"/>
                </a:cubicBezTo>
                <a:cubicBezTo>
                  <a:pt x="1926220" y="66493"/>
                  <a:pt x="1926599" y="67423"/>
                  <a:pt x="1927356" y="68092"/>
                </a:cubicBezTo>
                <a:cubicBezTo>
                  <a:pt x="1928114" y="68759"/>
                  <a:pt x="1929484" y="69093"/>
                  <a:pt x="1931468" y="69093"/>
                </a:cubicBezTo>
                <a:cubicBezTo>
                  <a:pt x="1932154" y="69093"/>
                  <a:pt x="1933867" y="68967"/>
                  <a:pt x="1936608" y="68714"/>
                </a:cubicBezTo>
                <a:lnTo>
                  <a:pt x="1934174" y="80239"/>
                </a:lnTo>
                <a:cubicBezTo>
                  <a:pt x="1931504" y="80780"/>
                  <a:pt x="1928763" y="81050"/>
                  <a:pt x="1925950" y="81050"/>
                </a:cubicBezTo>
                <a:cubicBezTo>
                  <a:pt x="1920467" y="81050"/>
                  <a:pt x="1916481" y="79991"/>
                  <a:pt x="1913992" y="77871"/>
                </a:cubicBezTo>
                <a:cubicBezTo>
                  <a:pt x="1911503" y="75751"/>
                  <a:pt x="1910259" y="72807"/>
                  <a:pt x="1910259" y="69039"/>
                </a:cubicBezTo>
                <a:cubicBezTo>
                  <a:pt x="1910259" y="67271"/>
                  <a:pt x="1910926" y="63195"/>
                  <a:pt x="1912261" y="56809"/>
                </a:cubicBezTo>
                <a:lnTo>
                  <a:pt x="1917274" y="33762"/>
                </a:lnTo>
                <a:lnTo>
                  <a:pt x="1909556" y="33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Text y">
            <a:extLst xmlns:a="http://schemas.openxmlformats.org/drawingml/2006/main">
              <a:ext uri="{FF2B5EF4-FFF2-40B4-BE49-F238E27FC236}">
                <a16:creationId xmlns:a16="http://schemas.microsoft.com/office/drawing/2014/main" id="{469B9906-6ED8-4AD1-9705-2C50C3B7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608" y="6891380"/>
            <a:ext cx="68065" cy="80834"/>
          </a:xfrm>
          <a:custGeom xmlns:a="http://schemas.openxmlformats.org/drawingml/2006/main">
            <a:pathLst>
              <a:path w="68065" h="80834">
                <a:moveTo>
                  <a:pt x="8549" y="0"/>
                </a:moveTo>
                <a:lnTo>
                  <a:pt x="24023" y="0"/>
                </a:lnTo>
                <a:lnTo>
                  <a:pt x="27918" y="28620"/>
                </a:lnTo>
                <a:cubicBezTo>
                  <a:pt x="28892" y="35984"/>
                  <a:pt x="29433" y="41125"/>
                  <a:pt x="29542" y="44042"/>
                </a:cubicBezTo>
                <a:cubicBezTo>
                  <a:pt x="31562" y="38208"/>
                  <a:pt x="34339" y="32021"/>
                  <a:pt x="37874" y="25484"/>
                </a:cubicBezTo>
                <a:lnTo>
                  <a:pt x="51617" y="0"/>
                </a:lnTo>
                <a:lnTo>
                  <a:pt x="68065" y="0"/>
                </a:lnTo>
                <a:lnTo>
                  <a:pt x="32572" y="63087"/>
                </a:lnTo>
                <a:cubicBezTo>
                  <a:pt x="29650" y="68333"/>
                  <a:pt x="27350" y="72005"/>
                  <a:pt x="25673" y="74104"/>
                </a:cubicBezTo>
                <a:cubicBezTo>
                  <a:pt x="23996" y="76203"/>
                  <a:pt x="21976" y="77849"/>
                  <a:pt x="19613" y="79043"/>
                </a:cubicBezTo>
                <a:cubicBezTo>
                  <a:pt x="17251" y="80237"/>
                  <a:pt x="14410" y="80834"/>
                  <a:pt x="11092" y="80834"/>
                </a:cubicBezTo>
                <a:cubicBezTo>
                  <a:pt x="7809" y="80834"/>
                  <a:pt x="4112" y="80254"/>
                  <a:pt x="0" y="79096"/>
                </a:cubicBezTo>
                <a:lnTo>
                  <a:pt x="1353" y="67470"/>
                </a:lnTo>
                <a:cubicBezTo>
                  <a:pt x="3228" y="68011"/>
                  <a:pt x="5050" y="68281"/>
                  <a:pt x="6817" y="68281"/>
                </a:cubicBezTo>
                <a:cubicBezTo>
                  <a:pt x="11579" y="68281"/>
                  <a:pt x="15492" y="64674"/>
                  <a:pt x="18558" y="57460"/>
                </a:cubicBezTo>
                <a:lnTo>
                  <a:pt x="85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Text AS174">
            <a:extLst xmlns:a="http://schemas.openxmlformats.org/drawingml/2006/main">
              <a:ext uri="{FF2B5EF4-FFF2-40B4-BE49-F238E27FC236}">
                <a16:creationId xmlns:a16="http://schemas.microsoft.com/office/drawing/2014/main" id="{57BA2100-7DD8-4A8D-9AAE-4BDE5022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043" y="7810282"/>
            <a:ext cx="417638" cy="93362"/>
          </a:xfrm>
          <a:custGeom xmlns:a="http://schemas.openxmlformats.org/drawingml/2006/main">
            <a:pathLst>
              <a:path w="417638" h="93362">
                <a:moveTo>
                  <a:pt x="90352" y="91642"/>
                </a:moveTo>
                <a:lnTo>
                  <a:pt x="70574" y="91642"/>
                </a:lnTo>
                <a:lnTo>
                  <a:pt x="62712" y="71127"/>
                </a:lnTo>
                <a:lnTo>
                  <a:pt x="26719" y="71127"/>
                </a:lnTo>
                <a:lnTo>
                  <a:pt x="19287" y="91642"/>
                </a:lnTo>
                <a:lnTo>
                  <a:pt x="0" y="91642"/>
                </a:lnTo>
                <a:lnTo>
                  <a:pt x="35072" y="1597"/>
                </a:lnTo>
                <a:lnTo>
                  <a:pt x="54297" y="1597"/>
                </a:lnTo>
                <a:lnTo>
                  <a:pt x="90352" y="91642"/>
                </a:lnTo>
                <a:moveTo>
                  <a:pt x="56877" y="55894"/>
                </a:moveTo>
                <a:lnTo>
                  <a:pt x="44470" y="22603"/>
                </a:lnTo>
                <a:lnTo>
                  <a:pt x="32308" y="55894"/>
                </a:lnTo>
                <a:lnTo>
                  <a:pt x="56877" y="55894"/>
                </a:lnTo>
                <a:close/>
                <a:moveTo>
                  <a:pt x="95636" y="62405"/>
                </a:moveTo>
                <a:lnTo>
                  <a:pt x="113326" y="60685"/>
                </a:lnTo>
                <a:cubicBezTo>
                  <a:pt x="114390" y="66644"/>
                  <a:pt x="116550" y="71021"/>
                  <a:pt x="119806" y="73816"/>
                </a:cubicBezTo>
                <a:cubicBezTo>
                  <a:pt x="123061" y="76610"/>
                  <a:pt x="127453" y="78006"/>
                  <a:pt x="132981" y="78006"/>
                </a:cubicBezTo>
                <a:cubicBezTo>
                  <a:pt x="138836" y="78006"/>
                  <a:pt x="143249" y="76764"/>
                  <a:pt x="146217" y="74279"/>
                </a:cubicBezTo>
                <a:cubicBezTo>
                  <a:pt x="149186" y="71794"/>
                  <a:pt x="150670" y="68887"/>
                  <a:pt x="150670" y="65559"/>
                </a:cubicBezTo>
                <a:cubicBezTo>
                  <a:pt x="150670" y="63423"/>
                  <a:pt x="150046" y="61606"/>
                  <a:pt x="148797" y="60107"/>
                </a:cubicBezTo>
                <a:cubicBezTo>
                  <a:pt x="147548" y="58608"/>
                  <a:pt x="145368" y="57303"/>
                  <a:pt x="142256" y="56194"/>
                </a:cubicBezTo>
                <a:cubicBezTo>
                  <a:pt x="140126" y="55455"/>
                  <a:pt x="135274" y="54142"/>
                  <a:pt x="127699" y="52255"/>
                </a:cubicBezTo>
                <a:cubicBezTo>
                  <a:pt x="117953" y="49834"/>
                  <a:pt x="111114" y="46859"/>
                  <a:pt x="107183" y="43330"/>
                </a:cubicBezTo>
                <a:cubicBezTo>
                  <a:pt x="101655" y="38365"/>
                  <a:pt x="98891" y="32313"/>
                  <a:pt x="98891" y="25174"/>
                </a:cubicBezTo>
                <a:cubicBezTo>
                  <a:pt x="98891" y="20578"/>
                  <a:pt x="100192" y="16281"/>
                  <a:pt x="102792" y="12281"/>
                </a:cubicBezTo>
                <a:cubicBezTo>
                  <a:pt x="105392" y="8279"/>
                  <a:pt x="109139" y="5232"/>
                  <a:pt x="114032" y="3140"/>
                </a:cubicBezTo>
                <a:cubicBezTo>
                  <a:pt x="118925" y="1047"/>
                  <a:pt x="124832" y="0"/>
                  <a:pt x="131752" y="0"/>
                </a:cubicBezTo>
                <a:cubicBezTo>
                  <a:pt x="143054" y="0"/>
                  <a:pt x="151561" y="2489"/>
                  <a:pt x="157273" y="7467"/>
                </a:cubicBezTo>
                <a:cubicBezTo>
                  <a:pt x="162986" y="12443"/>
                  <a:pt x="165985" y="19086"/>
                  <a:pt x="166272" y="27394"/>
                </a:cubicBezTo>
                <a:lnTo>
                  <a:pt x="148091" y="28131"/>
                </a:lnTo>
                <a:cubicBezTo>
                  <a:pt x="147313" y="23504"/>
                  <a:pt x="145644" y="20177"/>
                  <a:pt x="143085" y="18150"/>
                </a:cubicBezTo>
                <a:cubicBezTo>
                  <a:pt x="140526" y="16123"/>
                  <a:pt x="136687" y="15110"/>
                  <a:pt x="131568" y="15110"/>
                </a:cubicBezTo>
                <a:cubicBezTo>
                  <a:pt x="126286" y="15110"/>
                  <a:pt x="122150" y="16196"/>
                  <a:pt x="119161" y="18367"/>
                </a:cubicBezTo>
                <a:cubicBezTo>
                  <a:pt x="117236" y="19759"/>
                  <a:pt x="116274" y="21623"/>
                  <a:pt x="116274" y="23959"/>
                </a:cubicBezTo>
                <a:cubicBezTo>
                  <a:pt x="116274" y="26089"/>
                  <a:pt x="117175" y="27912"/>
                  <a:pt x="118977" y="29427"/>
                </a:cubicBezTo>
                <a:cubicBezTo>
                  <a:pt x="121270" y="31353"/>
                  <a:pt x="126839" y="33362"/>
                  <a:pt x="135683" y="35454"/>
                </a:cubicBezTo>
                <a:cubicBezTo>
                  <a:pt x="144528" y="37546"/>
                  <a:pt x="151070" y="39711"/>
                  <a:pt x="155308" y="41948"/>
                </a:cubicBezTo>
                <a:cubicBezTo>
                  <a:pt x="159546" y="44183"/>
                  <a:pt x="162863" y="47239"/>
                  <a:pt x="165258" y="51117"/>
                </a:cubicBezTo>
                <a:cubicBezTo>
                  <a:pt x="167654" y="54993"/>
                  <a:pt x="168851" y="59782"/>
                  <a:pt x="168851" y="65486"/>
                </a:cubicBezTo>
                <a:cubicBezTo>
                  <a:pt x="168851" y="70654"/>
                  <a:pt x="167418" y="75495"/>
                  <a:pt x="164552" y="80008"/>
                </a:cubicBezTo>
                <a:cubicBezTo>
                  <a:pt x="161686" y="84522"/>
                  <a:pt x="157632" y="87875"/>
                  <a:pt x="152390" y="90070"/>
                </a:cubicBezTo>
                <a:cubicBezTo>
                  <a:pt x="147149" y="92265"/>
                  <a:pt x="140618" y="93362"/>
                  <a:pt x="132797" y="93362"/>
                </a:cubicBezTo>
                <a:cubicBezTo>
                  <a:pt x="121413" y="93362"/>
                  <a:pt x="112671" y="90726"/>
                  <a:pt x="106569" y="85454"/>
                </a:cubicBezTo>
                <a:cubicBezTo>
                  <a:pt x="100468" y="80182"/>
                  <a:pt x="96824" y="72499"/>
                  <a:pt x="95636" y="62405"/>
                </a:cubicBezTo>
                <a:close/>
                <a:moveTo>
                  <a:pt x="259687" y="91642"/>
                </a:moveTo>
                <a:lnTo>
                  <a:pt x="242427" y="91642"/>
                </a:lnTo>
                <a:lnTo>
                  <a:pt x="242427" y="26667"/>
                </a:lnTo>
                <a:cubicBezTo>
                  <a:pt x="236121" y="32586"/>
                  <a:pt x="228689" y="36965"/>
                  <a:pt x="220131" y="39802"/>
                </a:cubicBezTo>
                <a:lnTo>
                  <a:pt x="220131" y="24078"/>
                </a:lnTo>
                <a:cubicBezTo>
                  <a:pt x="224635" y="22600"/>
                  <a:pt x="229528" y="19798"/>
                  <a:pt x="234811" y="15672"/>
                </a:cubicBezTo>
                <a:cubicBezTo>
                  <a:pt x="240093" y="11545"/>
                  <a:pt x="243717" y="6731"/>
                  <a:pt x="245682" y="1228"/>
                </a:cubicBezTo>
                <a:lnTo>
                  <a:pt x="259687" y="1228"/>
                </a:lnTo>
                <a:lnTo>
                  <a:pt x="259687" y="91642"/>
                </a:lnTo>
                <a:close/>
                <a:moveTo>
                  <a:pt x="285716" y="18795"/>
                </a:moveTo>
                <a:lnTo>
                  <a:pt x="285716" y="2703"/>
                </a:lnTo>
                <a:lnTo>
                  <a:pt x="344743" y="2703"/>
                </a:lnTo>
                <a:lnTo>
                  <a:pt x="344743" y="15233"/>
                </a:lnTo>
                <a:cubicBezTo>
                  <a:pt x="339870" y="20031"/>
                  <a:pt x="334915" y="26922"/>
                  <a:pt x="329879" y="35905"/>
                </a:cubicBezTo>
                <a:cubicBezTo>
                  <a:pt x="324842" y="44887"/>
                  <a:pt x="321003" y="54433"/>
                  <a:pt x="318362" y="64543"/>
                </a:cubicBezTo>
                <a:cubicBezTo>
                  <a:pt x="315721" y="74652"/>
                  <a:pt x="314421" y="83685"/>
                  <a:pt x="314462" y="91642"/>
                </a:cubicBezTo>
                <a:lnTo>
                  <a:pt x="297816" y="91642"/>
                </a:lnTo>
                <a:cubicBezTo>
                  <a:pt x="298103" y="79184"/>
                  <a:pt x="300673" y="66479"/>
                  <a:pt x="305525" y="53530"/>
                </a:cubicBezTo>
                <a:cubicBezTo>
                  <a:pt x="310377" y="40578"/>
                  <a:pt x="316857" y="29000"/>
                  <a:pt x="324965" y="18795"/>
                </a:cubicBezTo>
                <a:lnTo>
                  <a:pt x="285716" y="18795"/>
                </a:lnTo>
                <a:close/>
                <a:moveTo>
                  <a:pt x="389752" y="91642"/>
                </a:moveTo>
                <a:lnTo>
                  <a:pt x="389752" y="73461"/>
                </a:lnTo>
                <a:lnTo>
                  <a:pt x="352898" y="73461"/>
                </a:lnTo>
                <a:lnTo>
                  <a:pt x="352898" y="58413"/>
                </a:lnTo>
                <a:lnTo>
                  <a:pt x="391963" y="1228"/>
                </a:lnTo>
                <a:lnTo>
                  <a:pt x="406459" y="1228"/>
                </a:lnTo>
                <a:lnTo>
                  <a:pt x="406459" y="58351"/>
                </a:lnTo>
                <a:lnTo>
                  <a:pt x="417638" y="58351"/>
                </a:lnTo>
                <a:lnTo>
                  <a:pt x="417638" y="73461"/>
                </a:lnTo>
                <a:lnTo>
                  <a:pt x="406459" y="73461"/>
                </a:lnTo>
                <a:lnTo>
                  <a:pt x="406459" y="91642"/>
                </a:lnTo>
                <a:lnTo>
                  <a:pt x="389752" y="91642"/>
                </a:lnTo>
                <a:moveTo>
                  <a:pt x="389752" y="58351"/>
                </a:moveTo>
                <a:lnTo>
                  <a:pt x="389752" y="27613"/>
                </a:lnTo>
                <a:lnTo>
                  <a:pt x="369052" y="58351"/>
                </a:lnTo>
                <a:lnTo>
                  <a:pt x="389752" y="58351"/>
                </a:lnTo>
                <a:close/>
              </a:path>
            </a:pathLst>
          </a:custGeom>
          <a:solidFill xmlns:a="http://schemas.openxmlformats.org/drawingml/2006/main">
            <a:srgbClr val="181EA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a3d2ab4204a20"/>
          <a:stretch xmlns:a="http://schemas.openxmlformats.org/drawingml/2006/main"/>
        </p:blipFill>
        <p:spPr>
          <a:xfrm xmlns:a="http://schemas.openxmlformats.org/drawingml/2006/main">
            <a:off x="6054575" y="8056552"/>
            <a:ext cx="235296" cy="367205"/>
          </a:xfrm>
          <a:prstGeom xmlns:a="http://schemas.openxmlformats.org/drawingml/2006/main" prst="rect">
            <a:avLst/>
          </a:prstGeom>
        </p:spPr>
      </p:pic>
      <p:sp>
        <p:nvSpPr>
          <p:cNvPr id="527" name="Text AS40563">
            <a:extLst xmlns:a="http://schemas.openxmlformats.org/drawingml/2006/main">
              <a:ext uri="{FF2B5EF4-FFF2-40B4-BE49-F238E27FC236}">
                <a16:creationId xmlns:a16="http://schemas.microsoft.com/office/drawing/2014/main" id="{5CE771FA-5B76-4A53-A849-2282855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668" y="8456977"/>
            <a:ext cx="555503" cy="93362"/>
          </a:xfrm>
          <a:custGeom xmlns:a="http://schemas.openxmlformats.org/drawingml/2006/main">
            <a:pathLst>
              <a:path w="555503" h="93362">
                <a:moveTo>
                  <a:pt x="90352" y="91642"/>
                </a:moveTo>
                <a:lnTo>
                  <a:pt x="70574" y="91642"/>
                </a:lnTo>
                <a:lnTo>
                  <a:pt x="62712" y="71127"/>
                </a:lnTo>
                <a:lnTo>
                  <a:pt x="26719" y="71127"/>
                </a:lnTo>
                <a:lnTo>
                  <a:pt x="19287" y="91642"/>
                </a:lnTo>
                <a:lnTo>
                  <a:pt x="0" y="91642"/>
                </a:lnTo>
                <a:lnTo>
                  <a:pt x="35072" y="1597"/>
                </a:lnTo>
                <a:lnTo>
                  <a:pt x="54297" y="1597"/>
                </a:lnTo>
                <a:lnTo>
                  <a:pt x="90352" y="91642"/>
                </a:lnTo>
                <a:moveTo>
                  <a:pt x="56877" y="55894"/>
                </a:moveTo>
                <a:lnTo>
                  <a:pt x="44470" y="22603"/>
                </a:lnTo>
                <a:lnTo>
                  <a:pt x="32308" y="55894"/>
                </a:lnTo>
                <a:lnTo>
                  <a:pt x="56877" y="55894"/>
                </a:lnTo>
                <a:close/>
                <a:moveTo>
                  <a:pt x="95636" y="62405"/>
                </a:moveTo>
                <a:lnTo>
                  <a:pt x="113326" y="60685"/>
                </a:lnTo>
                <a:cubicBezTo>
                  <a:pt x="114391" y="66644"/>
                  <a:pt x="116551" y="71021"/>
                  <a:pt x="119806" y="73816"/>
                </a:cubicBezTo>
                <a:cubicBezTo>
                  <a:pt x="123061" y="76610"/>
                  <a:pt x="127453" y="78006"/>
                  <a:pt x="132981" y="78006"/>
                </a:cubicBezTo>
                <a:cubicBezTo>
                  <a:pt x="138837" y="78006"/>
                  <a:pt x="143249" y="76764"/>
                  <a:pt x="146218" y="74279"/>
                </a:cubicBezTo>
                <a:cubicBezTo>
                  <a:pt x="149186" y="71794"/>
                  <a:pt x="150671" y="68887"/>
                  <a:pt x="150671" y="65559"/>
                </a:cubicBezTo>
                <a:cubicBezTo>
                  <a:pt x="150671" y="63423"/>
                  <a:pt x="150046" y="61606"/>
                  <a:pt x="148797" y="60107"/>
                </a:cubicBezTo>
                <a:cubicBezTo>
                  <a:pt x="147548" y="58608"/>
                  <a:pt x="145368" y="57303"/>
                  <a:pt x="142256" y="56194"/>
                </a:cubicBezTo>
                <a:cubicBezTo>
                  <a:pt x="140127" y="55455"/>
                  <a:pt x="135274" y="54142"/>
                  <a:pt x="127699" y="52255"/>
                </a:cubicBezTo>
                <a:cubicBezTo>
                  <a:pt x="117953" y="49834"/>
                  <a:pt x="111115" y="46859"/>
                  <a:pt x="107184" y="43330"/>
                </a:cubicBezTo>
                <a:cubicBezTo>
                  <a:pt x="101656" y="38365"/>
                  <a:pt x="98892" y="32313"/>
                  <a:pt x="98892" y="25174"/>
                </a:cubicBezTo>
                <a:cubicBezTo>
                  <a:pt x="98892" y="20578"/>
                  <a:pt x="100192" y="16281"/>
                  <a:pt x="102792" y="12281"/>
                </a:cubicBezTo>
                <a:cubicBezTo>
                  <a:pt x="105392" y="8279"/>
                  <a:pt x="109139" y="5232"/>
                  <a:pt x="114032" y="3140"/>
                </a:cubicBezTo>
                <a:cubicBezTo>
                  <a:pt x="118926" y="1047"/>
                  <a:pt x="124832" y="0"/>
                  <a:pt x="131753" y="0"/>
                </a:cubicBezTo>
                <a:cubicBezTo>
                  <a:pt x="143054" y="0"/>
                  <a:pt x="151561" y="2489"/>
                  <a:pt x="157274" y="7467"/>
                </a:cubicBezTo>
                <a:cubicBezTo>
                  <a:pt x="162986" y="12443"/>
                  <a:pt x="165985" y="19086"/>
                  <a:pt x="166272" y="27394"/>
                </a:cubicBezTo>
                <a:lnTo>
                  <a:pt x="148091" y="28131"/>
                </a:lnTo>
                <a:cubicBezTo>
                  <a:pt x="147313" y="23504"/>
                  <a:pt x="145644" y="20177"/>
                  <a:pt x="143085" y="18150"/>
                </a:cubicBezTo>
                <a:cubicBezTo>
                  <a:pt x="140526" y="16123"/>
                  <a:pt x="136687" y="15110"/>
                  <a:pt x="131568" y="15110"/>
                </a:cubicBezTo>
                <a:cubicBezTo>
                  <a:pt x="126286" y="15110"/>
                  <a:pt x="122150" y="16196"/>
                  <a:pt x="119161" y="18367"/>
                </a:cubicBezTo>
                <a:cubicBezTo>
                  <a:pt x="117237" y="19759"/>
                  <a:pt x="116274" y="21623"/>
                  <a:pt x="116274" y="23959"/>
                </a:cubicBezTo>
                <a:cubicBezTo>
                  <a:pt x="116274" y="26089"/>
                  <a:pt x="117175" y="27912"/>
                  <a:pt x="118977" y="29427"/>
                </a:cubicBezTo>
                <a:cubicBezTo>
                  <a:pt x="121270" y="31353"/>
                  <a:pt x="126839" y="33362"/>
                  <a:pt x="135684" y="35454"/>
                </a:cubicBezTo>
                <a:cubicBezTo>
                  <a:pt x="144528" y="37546"/>
                  <a:pt x="151070" y="39711"/>
                  <a:pt x="155308" y="41948"/>
                </a:cubicBezTo>
                <a:cubicBezTo>
                  <a:pt x="159546" y="44183"/>
                  <a:pt x="162863" y="47239"/>
                  <a:pt x="165259" y="51117"/>
                </a:cubicBezTo>
                <a:cubicBezTo>
                  <a:pt x="167654" y="54993"/>
                  <a:pt x="168852" y="59782"/>
                  <a:pt x="168852" y="65486"/>
                </a:cubicBezTo>
                <a:cubicBezTo>
                  <a:pt x="168852" y="70654"/>
                  <a:pt x="167419" y="75495"/>
                  <a:pt x="164552" y="80008"/>
                </a:cubicBezTo>
                <a:cubicBezTo>
                  <a:pt x="161686" y="84522"/>
                  <a:pt x="157632" y="87875"/>
                  <a:pt x="152391" y="90070"/>
                </a:cubicBezTo>
                <a:cubicBezTo>
                  <a:pt x="147149" y="92265"/>
                  <a:pt x="140618" y="93362"/>
                  <a:pt x="132797" y="93362"/>
                </a:cubicBezTo>
                <a:cubicBezTo>
                  <a:pt x="121413" y="93362"/>
                  <a:pt x="112671" y="90726"/>
                  <a:pt x="106570" y="85454"/>
                </a:cubicBezTo>
                <a:cubicBezTo>
                  <a:pt x="100468" y="80182"/>
                  <a:pt x="96824" y="72499"/>
                  <a:pt x="95636" y="62405"/>
                </a:cubicBezTo>
                <a:close/>
                <a:moveTo>
                  <a:pt x="249368" y="91642"/>
                </a:moveTo>
                <a:lnTo>
                  <a:pt x="249368" y="73461"/>
                </a:lnTo>
                <a:lnTo>
                  <a:pt x="212515" y="73461"/>
                </a:lnTo>
                <a:lnTo>
                  <a:pt x="212515" y="58413"/>
                </a:lnTo>
                <a:lnTo>
                  <a:pt x="251579" y="1228"/>
                </a:lnTo>
                <a:lnTo>
                  <a:pt x="266075" y="1228"/>
                </a:lnTo>
                <a:lnTo>
                  <a:pt x="266075" y="58351"/>
                </a:lnTo>
                <a:lnTo>
                  <a:pt x="277254" y="58351"/>
                </a:lnTo>
                <a:lnTo>
                  <a:pt x="277254" y="73461"/>
                </a:lnTo>
                <a:lnTo>
                  <a:pt x="266075" y="73461"/>
                </a:lnTo>
                <a:lnTo>
                  <a:pt x="266075" y="91642"/>
                </a:lnTo>
                <a:lnTo>
                  <a:pt x="249368" y="91642"/>
                </a:lnTo>
                <a:moveTo>
                  <a:pt x="249368" y="58351"/>
                </a:moveTo>
                <a:lnTo>
                  <a:pt x="249368" y="27613"/>
                </a:lnTo>
                <a:lnTo>
                  <a:pt x="228669" y="58351"/>
                </a:lnTo>
                <a:lnTo>
                  <a:pt x="249368" y="58351"/>
                </a:lnTo>
                <a:close/>
                <a:moveTo>
                  <a:pt x="314892" y="1228"/>
                </a:moveTo>
                <a:cubicBezTo>
                  <a:pt x="323614" y="1228"/>
                  <a:pt x="330432" y="4342"/>
                  <a:pt x="335345" y="10570"/>
                </a:cubicBezTo>
                <a:cubicBezTo>
                  <a:pt x="341201" y="17946"/>
                  <a:pt x="344129" y="30178"/>
                  <a:pt x="344129" y="47264"/>
                </a:cubicBezTo>
                <a:cubicBezTo>
                  <a:pt x="344129" y="64310"/>
                  <a:pt x="341181" y="76562"/>
                  <a:pt x="335284" y="84020"/>
                </a:cubicBezTo>
                <a:cubicBezTo>
                  <a:pt x="330411" y="90166"/>
                  <a:pt x="323614" y="93239"/>
                  <a:pt x="314892" y="93239"/>
                </a:cubicBezTo>
                <a:cubicBezTo>
                  <a:pt x="306129" y="93239"/>
                  <a:pt x="299065" y="89869"/>
                  <a:pt x="293701" y="83129"/>
                </a:cubicBezTo>
                <a:cubicBezTo>
                  <a:pt x="288337" y="76388"/>
                  <a:pt x="285655" y="64372"/>
                  <a:pt x="285655" y="47080"/>
                </a:cubicBezTo>
                <a:cubicBezTo>
                  <a:pt x="285655" y="30116"/>
                  <a:pt x="288603" y="17905"/>
                  <a:pt x="294500" y="10448"/>
                </a:cubicBezTo>
                <a:cubicBezTo>
                  <a:pt x="299372" y="4301"/>
                  <a:pt x="306170" y="1228"/>
                  <a:pt x="314892" y="1228"/>
                </a:cubicBezTo>
                <a:moveTo>
                  <a:pt x="314892" y="15601"/>
                </a:moveTo>
                <a:cubicBezTo>
                  <a:pt x="312803" y="15601"/>
                  <a:pt x="310940" y="16266"/>
                  <a:pt x="309302" y="17596"/>
                </a:cubicBezTo>
                <a:cubicBezTo>
                  <a:pt x="307664" y="18925"/>
                  <a:pt x="306395" y="21308"/>
                  <a:pt x="305494" y="24744"/>
                </a:cubicBezTo>
                <a:cubicBezTo>
                  <a:pt x="304307" y="29203"/>
                  <a:pt x="303713" y="36710"/>
                  <a:pt x="303713" y="47264"/>
                </a:cubicBezTo>
                <a:cubicBezTo>
                  <a:pt x="303713" y="57819"/>
                  <a:pt x="304245" y="65070"/>
                  <a:pt x="305310" y="69018"/>
                </a:cubicBezTo>
                <a:cubicBezTo>
                  <a:pt x="306375" y="72965"/>
                  <a:pt x="307716" y="75594"/>
                  <a:pt x="309333" y="76903"/>
                </a:cubicBezTo>
                <a:cubicBezTo>
                  <a:pt x="310951" y="78212"/>
                  <a:pt x="312803" y="78866"/>
                  <a:pt x="314892" y="78866"/>
                </a:cubicBezTo>
                <a:cubicBezTo>
                  <a:pt x="316980" y="78866"/>
                  <a:pt x="318843" y="78201"/>
                  <a:pt x="320481" y="76872"/>
                </a:cubicBezTo>
                <a:cubicBezTo>
                  <a:pt x="322119" y="75542"/>
                  <a:pt x="323389" y="73160"/>
                  <a:pt x="324289" y="69724"/>
                </a:cubicBezTo>
                <a:cubicBezTo>
                  <a:pt x="325477" y="65305"/>
                  <a:pt x="326071" y="57819"/>
                  <a:pt x="326071" y="47264"/>
                </a:cubicBezTo>
                <a:cubicBezTo>
                  <a:pt x="326071" y="36710"/>
                  <a:pt x="325538" y="29459"/>
                  <a:pt x="324474" y="25511"/>
                </a:cubicBezTo>
                <a:cubicBezTo>
                  <a:pt x="323409" y="21564"/>
                  <a:pt x="322068" y="18925"/>
                  <a:pt x="320451" y="17596"/>
                </a:cubicBezTo>
                <a:cubicBezTo>
                  <a:pt x="318833" y="16266"/>
                  <a:pt x="316980" y="15601"/>
                  <a:pt x="314892" y="15601"/>
                </a:cubicBezTo>
                <a:close/>
                <a:moveTo>
                  <a:pt x="356154" y="68486"/>
                </a:moveTo>
                <a:lnTo>
                  <a:pt x="373352" y="66705"/>
                </a:lnTo>
                <a:cubicBezTo>
                  <a:pt x="373843" y="70595"/>
                  <a:pt x="375297" y="73676"/>
                  <a:pt x="377713" y="75949"/>
                </a:cubicBezTo>
                <a:cubicBezTo>
                  <a:pt x="380129" y="78221"/>
                  <a:pt x="382913" y="79358"/>
                  <a:pt x="386066" y="79358"/>
                </a:cubicBezTo>
                <a:cubicBezTo>
                  <a:pt x="389670" y="79358"/>
                  <a:pt x="392721" y="77891"/>
                  <a:pt x="395218" y="74958"/>
                </a:cubicBezTo>
                <a:cubicBezTo>
                  <a:pt x="397716" y="72025"/>
                  <a:pt x="398965" y="67605"/>
                  <a:pt x="398965" y="61699"/>
                </a:cubicBezTo>
                <a:cubicBezTo>
                  <a:pt x="398965" y="56160"/>
                  <a:pt x="397726" y="52007"/>
                  <a:pt x="395249" y="49238"/>
                </a:cubicBezTo>
                <a:cubicBezTo>
                  <a:pt x="392772" y="46469"/>
                  <a:pt x="389547" y="45084"/>
                  <a:pt x="385575" y="45084"/>
                </a:cubicBezTo>
                <a:cubicBezTo>
                  <a:pt x="380620" y="45084"/>
                  <a:pt x="376177" y="47295"/>
                  <a:pt x="372246" y="51718"/>
                </a:cubicBezTo>
                <a:lnTo>
                  <a:pt x="358242" y="49671"/>
                </a:lnTo>
                <a:lnTo>
                  <a:pt x="367087" y="2703"/>
                </a:lnTo>
                <a:lnTo>
                  <a:pt x="412724" y="2703"/>
                </a:lnTo>
                <a:lnTo>
                  <a:pt x="412724" y="18918"/>
                </a:lnTo>
                <a:lnTo>
                  <a:pt x="380170" y="18918"/>
                </a:lnTo>
                <a:lnTo>
                  <a:pt x="377467" y="34203"/>
                </a:lnTo>
                <a:cubicBezTo>
                  <a:pt x="381316" y="32284"/>
                  <a:pt x="385248" y="31325"/>
                  <a:pt x="389260" y="31325"/>
                </a:cubicBezTo>
                <a:cubicBezTo>
                  <a:pt x="396918" y="31325"/>
                  <a:pt x="403408" y="34116"/>
                  <a:pt x="408731" y="39696"/>
                </a:cubicBezTo>
                <a:cubicBezTo>
                  <a:pt x="414055" y="45275"/>
                  <a:pt x="416716" y="52517"/>
                  <a:pt x="416716" y="61420"/>
                </a:cubicBezTo>
                <a:cubicBezTo>
                  <a:pt x="416716" y="68847"/>
                  <a:pt x="414566" y="75474"/>
                  <a:pt x="410267" y="81300"/>
                </a:cubicBezTo>
                <a:cubicBezTo>
                  <a:pt x="404411" y="89259"/>
                  <a:pt x="396283" y="93239"/>
                  <a:pt x="385882" y="93239"/>
                </a:cubicBezTo>
                <a:cubicBezTo>
                  <a:pt x="377570" y="93239"/>
                  <a:pt x="370793" y="91002"/>
                  <a:pt x="365551" y="86529"/>
                </a:cubicBezTo>
                <a:cubicBezTo>
                  <a:pt x="360310" y="82054"/>
                  <a:pt x="357178" y="76040"/>
                  <a:pt x="356154" y="68486"/>
                </a:cubicBezTo>
                <a:close/>
                <a:moveTo>
                  <a:pt x="484574" y="23832"/>
                </a:moveTo>
                <a:lnTo>
                  <a:pt x="467867" y="25675"/>
                </a:lnTo>
                <a:cubicBezTo>
                  <a:pt x="467458" y="22235"/>
                  <a:pt x="466393" y="19696"/>
                  <a:pt x="464673" y="18058"/>
                </a:cubicBezTo>
                <a:cubicBezTo>
                  <a:pt x="462953" y="16420"/>
                  <a:pt x="460722" y="15601"/>
                  <a:pt x="457978" y="15601"/>
                </a:cubicBezTo>
                <a:cubicBezTo>
                  <a:pt x="454334" y="15601"/>
                  <a:pt x="451252" y="17245"/>
                  <a:pt x="448734" y="20532"/>
                </a:cubicBezTo>
                <a:cubicBezTo>
                  <a:pt x="446216" y="23820"/>
                  <a:pt x="444629" y="30652"/>
                  <a:pt x="443974" y="41030"/>
                </a:cubicBezTo>
                <a:cubicBezTo>
                  <a:pt x="448273" y="35953"/>
                  <a:pt x="453617" y="33414"/>
                  <a:pt x="460005" y="33414"/>
                </a:cubicBezTo>
                <a:cubicBezTo>
                  <a:pt x="467212" y="33414"/>
                  <a:pt x="473385" y="36149"/>
                  <a:pt x="478524" y="41619"/>
                </a:cubicBezTo>
                <a:cubicBezTo>
                  <a:pt x="483663" y="47090"/>
                  <a:pt x="486232" y="54152"/>
                  <a:pt x="486232" y="62806"/>
                </a:cubicBezTo>
                <a:cubicBezTo>
                  <a:pt x="486232" y="71991"/>
                  <a:pt x="483530" y="79360"/>
                  <a:pt x="478125" y="84912"/>
                </a:cubicBezTo>
                <a:cubicBezTo>
                  <a:pt x="472720" y="90464"/>
                  <a:pt x="465779" y="93239"/>
                  <a:pt x="457303" y="93239"/>
                </a:cubicBezTo>
                <a:cubicBezTo>
                  <a:pt x="448212" y="93239"/>
                  <a:pt x="440739" y="89705"/>
                  <a:pt x="434883" y="82638"/>
                </a:cubicBezTo>
                <a:cubicBezTo>
                  <a:pt x="429028" y="75569"/>
                  <a:pt x="426100" y="63983"/>
                  <a:pt x="426100" y="47879"/>
                </a:cubicBezTo>
                <a:cubicBezTo>
                  <a:pt x="426100" y="31366"/>
                  <a:pt x="429151" y="19463"/>
                  <a:pt x="435252" y="12169"/>
                </a:cubicBezTo>
                <a:cubicBezTo>
                  <a:pt x="441353" y="4875"/>
                  <a:pt x="449277" y="1228"/>
                  <a:pt x="459022" y="1228"/>
                </a:cubicBezTo>
                <a:cubicBezTo>
                  <a:pt x="465861" y="1228"/>
                  <a:pt x="471522" y="3159"/>
                  <a:pt x="476006" y="7019"/>
                </a:cubicBezTo>
                <a:cubicBezTo>
                  <a:pt x="480489" y="10879"/>
                  <a:pt x="483346" y="16483"/>
                  <a:pt x="484574" y="23832"/>
                </a:cubicBezTo>
                <a:moveTo>
                  <a:pt x="445448" y="61463"/>
                </a:moveTo>
                <a:cubicBezTo>
                  <a:pt x="445448" y="67020"/>
                  <a:pt x="446738" y="71310"/>
                  <a:pt x="449318" y="74332"/>
                </a:cubicBezTo>
                <a:cubicBezTo>
                  <a:pt x="451897" y="77355"/>
                  <a:pt x="454846" y="78866"/>
                  <a:pt x="458162" y="78866"/>
                </a:cubicBezTo>
                <a:cubicBezTo>
                  <a:pt x="461356" y="78866"/>
                  <a:pt x="464018" y="77629"/>
                  <a:pt x="466147" y="75154"/>
                </a:cubicBezTo>
                <a:cubicBezTo>
                  <a:pt x="468277" y="72679"/>
                  <a:pt x="469341" y="68623"/>
                  <a:pt x="469341" y="62985"/>
                </a:cubicBezTo>
                <a:cubicBezTo>
                  <a:pt x="469341" y="57183"/>
                  <a:pt x="468195" y="52933"/>
                  <a:pt x="465902" y="50236"/>
                </a:cubicBezTo>
                <a:cubicBezTo>
                  <a:pt x="463609" y="47538"/>
                  <a:pt x="460742" y="46190"/>
                  <a:pt x="457303" y="46190"/>
                </a:cubicBezTo>
                <a:cubicBezTo>
                  <a:pt x="453986" y="46190"/>
                  <a:pt x="451181" y="47478"/>
                  <a:pt x="448888" y="50053"/>
                </a:cubicBezTo>
                <a:cubicBezTo>
                  <a:pt x="446595" y="52629"/>
                  <a:pt x="445448" y="56432"/>
                  <a:pt x="445448" y="61463"/>
                </a:cubicBezTo>
                <a:close/>
                <a:moveTo>
                  <a:pt x="495677" y="67749"/>
                </a:moveTo>
                <a:lnTo>
                  <a:pt x="512384" y="65722"/>
                </a:lnTo>
                <a:cubicBezTo>
                  <a:pt x="512917" y="69980"/>
                  <a:pt x="514350" y="73236"/>
                  <a:pt x="516684" y="75488"/>
                </a:cubicBezTo>
                <a:cubicBezTo>
                  <a:pt x="519018" y="77740"/>
                  <a:pt x="521843" y="78866"/>
                  <a:pt x="525160" y="78866"/>
                </a:cubicBezTo>
                <a:cubicBezTo>
                  <a:pt x="528723" y="78866"/>
                  <a:pt x="531722" y="77515"/>
                  <a:pt x="534159" y="74812"/>
                </a:cubicBezTo>
                <a:cubicBezTo>
                  <a:pt x="536595" y="72110"/>
                  <a:pt x="537813" y="68465"/>
                  <a:pt x="537813" y="63879"/>
                </a:cubicBezTo>
                <a:cubicBezTo>
                  <a:pt x="537813" y="59539"/>
                  <a:pt x="536646" y="56099"/>
                  <a:pt x="534312" y="53560"/>
                </a:cubicBezTo>
                <a:cubicBezTo>
                  <a:pt x="531978" y="51021"/>
                  <a:pt x="529132" y="49752"/>
                  <a:pt x="525774" y="49752"/>
                </a:cubicBezTo>
                <a:cubicBezTo>
                  <a:pt x="523563" y="49752"/>
                  <a:pt x="520922" y="50182"/>
                  <a:pt x="517851" y="51042"/>
                </a:cubicBezTo>
                <a:lnTo>
                  <a:pt x="519755" y="37099"/>
                </a:lnTo>
                <a:cubicBezTo>
                  <a:pt x="524423" y="37222"/>
                  <a:pt x="527986" y="36212"/>
                  <a:pt x="530442" y="34068"/>
                </a:cubicBezTo>
                <a:cubicBezTo>
                  <a:pt x="532899" y="31924"/>
                  <a:pt x="534128" y="29075"/>
                  <a:pt x="534128" y="25523"/>
                </a:cubicBezTo>
                <a:cubicBezTo>
                  <a:pt x="534128" y="22502"/>
                  <a:pt x="533227" y="20093"/>
                  <a:pt x="531425" y="18296"/>
                </a:cubicBezTo>
                <a:cubicBezTo>
                  <a:pt x="529624" y="16500"/>
                  <a:pt x="527228" y="15601"/>
                  <a:pt x="524239" y="15601"/>
                </a:cubicBezTo>
                <a:cubicBezTo>
                  <a:pt x="521291" y="15601"/>
                  <a:pt x="518772" y="16625"/>
                  <a:pt x="516684" y="18672"/>
                </a:cubicBezTo>
                <a:cubicBezTo>
                  <a:pt x="514596" y="20720"/>
                  <a:pt x="513326" y="23709"/>
                  <a:pt x="512876" y="27640"/>
                </a:cubicBezTo>
                <a:lnTo>
                  <a:pt x="496967" y="24937"/>
                </a:lnTo>
                <a:cubicBezTo>
                  <a:pt x="498073" y="19449"/>
                  <a:pt x="499742" y="15064"/>
                  <a:pt x="501973" y="11783"/>
                </a:cubicBezTo>
                <a:cubicBezTo>
                  <a:pt x="504205" y="8503"/>
                  <a:pt x="507317" y="5923"/>
                  <a:pt x="511309" y="4046"/>
                </a:cubicBezTo>
                <a:cubicBezTo>
                  <a:pt x="515302" y="2168"/>
                  <a:pt x="519775" y="1228"/>
                  <a:pt x="524730" y="1228"/>
                </a:cubicBezTo>
                <a:cubicBezTo>
                  <a:pt x="533206" y="1228"/>
                  <a:pt x="540004" y="3935"/>
                  <a:pt x="545122" y="9348"/>
                </a:cubicBezTo>
                <a:cubicBezTo>
                  <a:pt x="549340" y="13778"/>
                  <a:pt x="551449" y="18781"/>
                  <a:pt x="551449" y="24358"/>
                </a:cubicBezTo>
                <a:cubicBezTo>
                  <a:pt x="551449" y="32272"/>
                  <a:pt x="547129" y="38588"/>
                  <a:pt x="538489" y="43305"/>
                </a:cubicBezTo>
                <a:cubicBezTo>
                  <a:pt x="543648" y="44410"/>
                  <a:pt x="547774" y="46888"/>
                  <a:pt x="550865" y="50737"/>
                </a:cubicBezTo>
                <a:cubicBezTo>
                  <a:pt x="553957" y="54586"/>
                  <a:pt x="555503" y="59233"/>
                  <a:pt x="555503" y="64680"/>
                </a:cubicBezTo>
                <a:cubicBezTo>
                  <a:pt x="555503" y="72581"/>
                  <a:pt x="552616" y="79317"/>
                  <a:pt x="546842" y="84886"/>
                </a:cubicBezTo>
                <a:cubicBezTo>
                  <a:pt x="541069" y="90455"/>
                  <a:pt x="533882" y="93239"/>
                  <a:pt x="525283" y="93239"/>
                </a:cubicBezTo>
                <a:cubicBezTo>
                  <a:pt x="517134" y="93239"/>
                  <a:pt x="510378" y="90889"/>
                  <a:pt x="505014" y="86189"/>
                </a:cubicBezTo>
                <a:cubicBezTo>
                  <a:pt x="499649" y="81489"/>
                  <a:pt x="496537" y="75342"/>
                  <a:pt x="495677" y="67749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c60a442fd40fe"/>
          <a:stretch xmlns:a="http://schemas.openxmlformats.org/drawingml/2006/main"/>
        </p:blipFill>
        <p:spPr>
          <a:xfrm xmlns:a="http://schemas.openxmlformats.org/drawingml/2006/main">
            <a:off x="4454883" y="7410158"/>
            <a:ext cx="235835" cy="366258"/>
          </a:xfrm>
          <a:prstGeom xmlns:a="http://schemas.openxmlformats.org/drawingml/2006/main" prst="rect">
            <a:avLst/>
          </a:prstGeom>
        </p:spPr>
      </p:pic>
      <p:sp>
        <p:nvSpPr>
          <p:cNvPr id="529" name="Text AS3549">
            <a:extLst xmlns:a="http://schemas.openxmlformats.org/drawingml/2006/main">
              <a:ext uri="{FF2B5EF4-FFF2-40B4-BE49-F238E27FC236}">
                <a16:creationId xmlns:a16="http://schemas.microsoft.com/office/drawing/2014/main" id="{3132A2FB-BC0B-4BD1-AC5E-9FD49A10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02" y="8354456"/>
            <a:ext cx="484881" cy="93362"/>
          </a:xfrm>
          <a:custGeom xmlns:a="http://schemas.openxmlformats.org/drawingml/2006/main">
            <a:pathLst>
              <a:path w="484881" h="93362">
                <a:moveTo>
                  <a:pt x="90352" y="91642"/>
                </a:moveTo>
                <a:lnTo>
                  <a:pt x="70574" y="91642"/>
                </a:lnTo>
                <a:lnTo>
                  <a:pt x="62712" y="71127"/>
                </a:lnTo>
                <a:lnTo>
                  <a:pt x="26719" y="71127"/>
                </a:lnTo>
                <a:lnTo>
                  <a:pt x="19287" y="91642"/>
                </a:lnTo>
                <a:lnTo>
                  <a:pt x="0" y="91642"/>
                </a:lnTo>
                <a:lnTo>
                  <a:pt x="35072" y="1597"/>
                </a:lnTo>
                <a:lnTo>
                  <a:pt x="54297" y="1597"/>
                </a:lnTo>
                <a:lnTo>
                  <a:pt x="90352" y="91642"/>
                </a:lnTo>
                <a:moveTo>
                  <a:pt x="56877" y="55894"/>
                </a:moveTo>
                <a:lnTo>
                  <a:pt x="44470" y="22603"/>
                </a:lnTo>
                <a:lnTo>
                  <a:pt x="32308" y="55894"/>
                </a:lnTo>
                <a:lnTo>
                  <a:pt x="56877" y="55894"/>
                </a:lnTo>
                <a:close/>
                <a:moveTo>
                  <a:pt x="95636" y="62405"/>
                </a:moveTo>
                <a:lnTo>
                  <a:pt x="113326" y="60685"/>
                </a:lnTo>
                <a:cubicBezTo>
                  <a:pt x="114391" y="66644"/>
                  <a:pt x="116551" y="71021"/>
                  <a:pt x="119806" y="73816"/>
                </a:cubicBezTo>
                <a:cubicBezTo>
                  <a:pt x="123061" y="76610"/>
                  <a:pt x="127453" y="78006"/>
                  <a:pt x="132981" y="78006"/>
                </a:cubicBezTo>
                <a:cubicBezTo>
                  <a:pt x="138837" y="78006"/>
                  <a:pt x="143249" y="76764"/>
                  <a:pt x="146218" y="74279"/>
                </a:cubicBezTo>
                <a:cubicBezTo>
                  <a:pt x="149186" y="71794"/>
                  <a:pt x="150671" y="68887"/>
                  <a:pt x="150671" y="65559"/>
                </a:cubicBezTo>
                <a:cubicBezTo>
                  <a:pt x="150671" y="63423"/>
                  <a:pt x="150046" y="61606"/>
                  <a:pt x="148797" y="60107"/>
                </a:cubicBezTo>
                <a:cubicBezTo>
                  <a:pt x="147548" y="58608"/>
                  <a:pt x="145368" y="57303"/>
                  <a:pt x="142256" y="56194"/>
                </a:cubicBezTo>
                <a:cubicBezTo>
                  <a:pt x="140127" y="55455"/>
                  <a:pt x="135274" y="54142"/>
                  <a:pt x="127699" y="52255"/>
                </a:cubicBezTo>
                <a:cubicBezTo>
                  <a:pt x="117953" y="49834"/>
                  <a:pt x="111115" y="46859"/>
                  <a:pt x="107184" y="43330"/>
                </a:cubicBezTo>
                <a:cubicBezTo>
                  <a:pt x="101656" y="38365"/>
                  <a:pt x="98892" y="32313"/>
                  <a:pt x="98892" y="25174"/>
                </a:cubicBezTo>
                <a:cubicBezTo>
                  <a:pt x="98892" y="20578"/>
                  <a:pt x="100192" y="16281"/>
                  <a:pt x="102792" y="12281"/>
                </a:cubicBezTo>
                <a:cubicBezTo>
                  <a:pt x="105392" y="8279"/>
                  <a:pt x="109139" y="5232"/>
                  <a:pt x="114032" y="3140"/>
                </a:cubicBezTo>
                <a:cubicBezTo>
                  <a:pt x="118926" y="1047"/>
                  <a:pt x="124832" y="0"/>
                  <a:pt x="131753" y="0"/>
                </a:cubicBezTo>
                <a:cubicBezTo>
                  <a:pt x="143054" y="0"/>
                  <a:pt x="151561" y="2489"/>
                  <a:pt x="157274" y="7467"/>
                </a:cubicBezTo>
                <a:cubicBezTo>
                  <a:pt x="162986" y="12443"/>
                  <a:pt x="165985" y="19086"/>
                  <a:pt x="166272" y="27394"/>
                </a:cubicBezTo>
                <a:lnTo>
                  <a:pt x="148091" y="28131"/>
                </a:lnTo>
                <a:cubicBezTo>
                  <a:pt x="147313" y="23504"/>
                  <a:pt x="145644" y="20177"/>
                  <a:pt x="143085" y="18150"/>
                </a:cubicBezTo>
                <a:cubicBezTo>
                  <a:pt x="140526" y="16123"/>
                  <a:pt x="136687" y="15110"/>
                  <a:pt x="131568" y="15110"/>
                </a:cubicBezTo>
                <a:cubicBezTo>
                  <a:pt x="126286" y="15110"/>
                  <a:pt x="122150" y="16196"/>
                  <a:pt x="119161" y="18367"/>
                </a:cubicBezTo>
                <a:cubicBezTo>
                  <a:pt x="117237" y="19759"/>
                  <a:pt x="116274" y="21623"/>
                  <a:pt x="116274" y="23959"/>
                </a:cubicBezTo>
                <a:cubicBezTo>
                  <a:pt x="116274" y="26089"/>
                  <a:pt x="117175" y="27912"/>
                  <a:pt x="118977" y="29427"/>
                </a:cubicBezTo>
                <a:cubicBezTo>
                  <a:pt x="121270" y="31353"/>
                  <a:pt x="126839" y="33362"/>
                  <a:pt x="135684" y="35454"/>
                </a:cubicBezTo>
                <a:cubicBezTo>
                  <a:pt x="144528" y="37546"/>
                  <a:pt x="151070" y="39711"/>
                  <a:pt x="155308" y="41948"/>
                </a:cubicBezTo>
                <a:cubicBezTo>
                  <a:pt x="159546" y="44183"/>
                  <a:pt x="162863" y="47239"/>
                  <a:pt x="165259" y="51117"/>
                </a:cubicBezTo>
                <a:cubicBezTo>
                  <a:pt x="167654" y="54993"/>
                  <a:pt x="168852" y="59782"/>
                  <a:pt x="168852" y="65486"/>
                </a:cubicBezTo>
                <a:cubicBezTo>
                  <a:pt x="168852" y="70654"/>
                  <a:pt x="167419" y="75495"/>
                  <a:pt x="164552" y="80008"/>
                </a:cubicBezTo>
                <a:cubicBezTo>
                  <a:pt x="161686" y="84522"/>
                  <a:pt x="157632" y="87875"/>
                  <a:pt x="152391" y="90070"/>
                </a:cubicBezTo>
                <a:cubicBezTo>
                  <a:pt x="147149" y="92265"/>
                  <a:pt x="140618" y="93362"/>
                  <a:pt x="132797" y="93362"/>
                </a:cubicBezTo>
                <a:cubicBezTo>
                  <a:pt x="121413" y="93362"/>
                  <a:pt x="112671" y="90726"/>
                  <a:pt x="106570" y="85454"/>
                </a:cubicBezTo>
                <a:cubicBezTo>
                  <a:pt x="100468" y="80182"/>
                  <a:pt x="96824" y="72499"/>
                  <a:pt x="95636" y="62405"/>
                </a:cubicBezTo>
                <a:close/>
                <a:moveTo>
                  <a:pt x="214910" y="67749"/>
                </a:moveTo>
                <a:lnTo>
                  <a:pt x="231617" y="65722"/>
                </a:lnTo>
                <a:cubicBezTo>
                  <a:pt x="232150" y="69980"/>
                  <a:pt x="233583" y="73236"/>
                  <a:pt x="235917" y="75488"/>
                </a:cubicBezTo>
                <a:cubicBezTo>
                  <a:pt x="238251" y="77740"/>
                  <a:pt x="241076" y="78866"/>
                  <a:pt x="244393" y="78866"/>
                </a:cubicBezTo>
                <a:cubicBezTo>
                  <a:pt x="247956" y="78866"/>
                  <a:pt x="250955" y="77515"/>
                  <a:pt x="253391" y="74812"/>
                </a:cubicBezTo>
                <a:cubicBezTo>
                  <a:pt x="255828" y="72110"/>
                  <a:pt x="257046" y="68465"/>
                  <a:pt x="257046" y="63879"/>
                </a:cubicBezTo>
                <a:cubicBezTo>
                  <a:pt x="257046" y="59539"/>
                  <a:pt x="255879" y="56099"/>
                  <a:pt x="253545" y="53560"/>
                </a:cubicBezTo>
                <a:cubicBezTo>
                  <a:pt x="251211" y="51021"/>
                  <a:pt x="248365" y="49752"/>
                  <a:pt x="245007" y="49752"/>
                </a:cubicBezTo>
                <a:cubicBezTo>
                  <a:pt x="242796" y="49752"/>
                  <a:pt x="240155" y="50182"/>
                  <a:pt x="237084" y="51042"/>
                </a:cubicBezTo>
                <a:lnTo>
                  <a:pt x="238988" y="37099"/>
                </a:lnTo>
                <a:cubicBezTo>
                  <a:pt x="243656" y="37222"/>
                  <a:pt x="247218" y="36212"/>
                  <a:pt x="249675" y="34068"/>
                </a:cubicBezTo>
                <a:cubicBezTo>
                  <a:pt x="252132" y="31924"/>
                  <a:pt x="253361" y="29075"/>
                  <a:pt x="253361" y="25523"/>
                </a:cubicBezTo>
                <a:cubicBezTo>
                  <a:pt x="253361" y="22502"/>
                  <a:pt x="252460" y="20093"/>
                  <a:pt x="250658" y="18296"/>
                </a:cubicBezTo>
                <a:cubicBezTo>
                  <a:pt x="248856" y="16500"/>
                  <a:pt x="246461" y="15601"/>
                  <a:pt x="243472" y="15601"/>
                </a:cubicBezTo>
                <a:cubicBezTo>
                  <a:pt x="240523" y="15601"/>
                  <a:pt x="238005" y="16625"/>
                  <a:pt x="235917" y="18672"/>
                </a:cubicBezTo>
                <a:cubicBezTo>
                  <a:pt x="233828" y="20720"/>
                  <a:pt x="232559" y="23709"/>
                  <a:pt x="232109" y="27640"/>
                </a:cubicBezTo>
                <a:lnTo>
                  <a:pt x="216200" y="24937"/>
                </a:lnTo>
                <a:cubicBezTo>
                  <a:pt x="217306" y="19449"/>
                  <a:pt x="218974" y="15064"/>
                  <a:pt x="221206" y="11783"/>
                </a:cubicBezTo>
                <a:cubicBezTo>
                  <a:pt x="223438" y="8503"/>
                  <a:pt x="226550" y="5923"/>
                  <a:pt x="230542" y="4046"/>
                </a:cubicBezTo>
                <a:cubicBezTo>
                  <a:pt x="234535" y="2168"/>
                  <a:pt x="239008" y="1228"/>
                  <a:pt x="243963" y="1228"/>
                </a:cubicBezTo>
                <a:cubicBezTo>
                  <a:pt x="252439" y="1228"/>
                  <a:pt x="259237" y="3935"/>
                  <a:pt x="264355" y="9348"/>
                </a:cubicBezTo>
                <a:cubicBezTo>
                  <a:pt x="268573" y="13778"/>
                  <a:pt x="270682" y="18781"/>
                  <a:pt x="270682" y="24358"/>
                </a:cubicBezTo>
                <a:cubicBezTo>
                  <a:pt x="270682" y="32272"/>
                  <a:pt x="266362" y="38588"/>
                  <a:pt x="257722" y="43305"/>
                </a:cubicBezTo>
                <a:cubicBezTo>
                  <a:pt x="262881" y="44410"/>
                  <a:pt x="267007" y="46888"/>
                  <a:pt x="270098" y="50737"/>
                </a:cubicBezTo>
                <a:cubicBezTo>
                  <a:pt x="273190" y="54586"/>
                  <a:pt x="274736" y="59233"/>
                  <a:pt x="274736" y="64680"/>
                </a:cubicBezTo>
                <a:cubicBezTo>
                  <a:pt x="274736" y="72581"/>
                  <a:pt x="271849" y="79317"/>
                  <a:pt x="266075" y="84886"/>
                </a:cubicBezTo>
                <a:cubicBezTo>
                  <a:pt x="260301" y="90455"/>
                  <a:pt x="253115" y="93239"/>
                  <a:pt x="244516" y="93239"/>
                </a:cubicBezTo>
                <a:cubicBezTo>
                  <a:pt x="236367" y="93239"/>
                  <a:pt x="229611" y="90889"/>
                  <a:pt x="224247" y="86189"/>
                </a:cubicBezTo>
                <a:cubicBezTo>
                  <a:pt x="218882" y="81489"/>
                  <a:pt x="215770" y="75342"/>
                  <a:pt x="214910" y="67749"/>
                </a:cubicBezTo>
                <a:close/>
                <a:moveTo>
                  <a:pt x="285962" y="68486"/>
                </a:moveTo>
                <a:lnTo>
                  <a:pt x="303160" y="66705"/>
                </a:lnTo>
                <a:cubicBezTo>
                  <a:pt x="303652" y="70595"/>
                  <a:pt x="305105" y="73676"/>
                  <a:pt x="307521" y="75949"/>
                </a:cubicBezTo>
                <a:cubicBezTo>
                  <a:pt x="309937" y="78221"/>
                  <a:pt x="312722" y="79358"/>
                  <a:pt x="315875" y="79358"/>
                </a:cubicBezTo>
                <a:cubicBezTo>
                  <a:pt x="319478" y="79358"/>
                  <a:pt x="322529" y="77891"/>
                  <a:pt x="325027" y="74958"/>
                </a:cubicBezTo>
                <a:cubicBezTo>
                  <a:pt x="327525" y="72025"/>
                  <a:pt x="328774" y="67605"/>
                  <a:pt x="328774" y="61699"/>
                </a:cubicBezTo>
                <a:cubicBezTo>
                  <a:pt x="328774" y="56160"/>
                  <a:pt x="327535" y="52007"/>
                  <a:pt x="325057" y="49238"/>
                </a:cubicBezTo>
                <a:cubicBezTo>
                  <a:pt x="322580" y="46469"/>
                  <a:pt x="319355" y="45084"/>
                  <a:pt x="315383" y="45084"/>
                </a:cubicBezTo>
                <a:cubicBezTo>
                  <a:pt x="310429" y="45084"/>
                  <a:pt x="305986" y="47295"/>
                  <a:pt x="302055" y="51718"/>
                </a:cubicBezTo>
                <a:lnTo>
                  <a:pt x="288051" y="49671"/>
                </a:lnTo>
                <a:lnTo>
                  <a:pt x="296895" y="2703"/>
                </a:lnTo>
                <a:lnTo>
                  <a:pt x="342532" y="2703"/>
                </a:lnTo>
                <a:lnTo>
                  <a:pt x="342532" y="18918"/>
                </a:lnTo>
                <a:lnTo>
                  <a:pt x="309978" y="18918"/>
                </a:lnTo>
                <a:lnTo>
                  <a:pt x="307276" y="34203"/>
                </a:lnTo>
                <a:cubicBezTo>
                  <a:pt x="311125" y="32284"/>
                  <a:pt x="315056" y="31325"/>
                  <a:pt x="319069" y="31325"/>
                </a:cubicBezTo>
                <a:cubicBezTo>
                  <a:pt x="326726" y="31325"/>
                  <a:pt x="333216" y="34116"/>
                  <a:pt x="338540" y="39696"/>
                </a:cubicBezTo>
                <a:cubicBezTo>
                  <a:pt x="343863" y="45275"/>
                  <a:pt x="346525" y="52517"/>
                  <a:pt x="346525" y="61420"/>
                </a:cubicBezTo>
                <a:cubicBezTo>
                  <a:pt x="346525" y="68847"/>
                  <a:pt x="344375" y="75474"/>
                  <a:pt x="340075" y="81300"/>
                </a:cubicBezTo>
                <a:cubicBezTo>
                  <a:pt x="334220" y="89259"/>
                  <a:pt x="326091" y="93239"/>
                  <a:pt x="315691" y="93239"/>
                </a:cubicBezTo>
                <a:cubicBezTo>
                  <a:pt x="307378" y="93239"/>
                  <a:pt x="300601" y="91002"/>
                  <a:pt x="295360" y="86529"/>
                </a:cubicBezTo>
                <a:cubicBezTo>
                  <a:pt x="290118" y="82054"/>
                  <a:pt x="286986" y="76040"/>
                  <a:pt x="285962" y="68486"/>
                </a:cubicBezTo>
                <a:close/>
                <a:moveTo>
                  <a:pt x="389752" y="91642"/>
                </a:moveTo>
                <a:lnTo>
                  <a:pt x="389752" y="73461"/>
                </a:lnTo>
                <a:lnTo>
                  <a:pt x="352898" y="73461"/>
                </a:lnTo>
                <a:lnTo>
                  <a:pt x="352898" y="58413"/>
                </a:lnTo>
                <a:lnTo>
                  <a:pt x="391963" y="1228"/>
                </a:lnTo>
                <a:lnTo>
                  <a:pt x="406459" y="1228"/>
                </a:lnTo>
                <a:lnTo>
                  <a:pt x="406459" y="58351"/>
                </a:lnTo>
                <a:lnTo>
                  <a:pt x="417638" y="58351"/>
                </a:lnTo>
                <a:lnTo>
                  <a:pt x="417638" y="73461"/>
                </a:lnTo>
                <a:lnTo>
                  <a:pt x="406459" y="73461"/>
                </a:lnTo>
                <a:lnTo>
                  <a:pt x="406459" y="91642"/>
                </a:lnTo>
                <a:lnTo>
                  <a:pt x="389752" y="91642"/>
                </a:lnTo>
                <a:moveTo>
                  <a:pt x="389752" y="58351"/>
                </a:moveTo>
                <a:lnTo>
                  <a:pt x="389752" y="27613"/>
                </a:lnTo>
                <a:lnTo>
                  <a:pt x="369052" y="58351"/>
                </a:lnTo>
                <a:lnTo>
                  <a:pt x="389752" y="58351"/>
                </a:lnTo>
                <a:close/>
                <a:moveTo>
                  <a:pt x="426469" y="70770"/>
                </a:moveTo>
                <a:lnTo>
                  <a:pt x="443175" y="68916"/>
                </a:lnTo>
                <a:cubicBezTo>
                  <a:pt x="443585" y="72335"/>
                  <a:pt x="444650" y="74869"/>
                  <a:pt x="446369" y="76517"/>
                </a:cubicBezTo>
                <a:cubicBezTo>
                  <a:pt x="448089" y="78165"/>
                  <a:pt x="450362" y="78989"/>
                  <a:pt x="453187" y="78989"/>
                </a:cubicBezTo>
                <a:cubicBezTo>
                  <a:pt x="456750" y="78989"/>
                  <a:pt x="459780" y="77345"/>
                  <a:pt x="462278" y="74058"/>
                </a:cubicBezTo>
                <a:cubicBezTo>
                  <a:pt x="464776" y="70771"/>
                  <a:pt x="466373" y="63959"/>
                  <a:pt x="467069" y="53622"/>
                </a:cubicBezTo>
                <a:cubicBezTo>
                  <a:pt x="462728" y="58658"/>
                  <a:pt x="457303" y="61177"/>
                  <a:pt x="450792" y="61177"/>
                </a:cubicBezTo>
                <a:cubicBezTo>
                  <a:pt x="443708" y="61177"/>
                  <a:pt x="437596" y="58447"/>
                  <a:pt x="432457" y="52986"/>
                </a:cubicBezTo>
                <a:cubicBezTo>
                  <a:pt x="427318" y="47525"/>
                  <a:pt x="424749" y="40417"/>
                  <a:pt x="424749" y="31663"/>
                </a:cubicBezTo>
                <a:cubicBezTo>
                  <a:pt x="424749" y="22541"/>
                  <a:pt x="427462" y="15188"/>
                  <a:pt x="432887" y="9605"/>
                </a:cubicBezTo>
                <a:cubicBezTo>
                  <a:pt x="438313" y="4021"/>
                  <a:pt x="445223" y="1228"/>
                  <a:pt x="453617" y="1228"/>
                </a:cubicBezTo>
                <a:cubicBezTo>
                  <a:pt x="462749" y="1228"/>
                  <a:pt x="470242" y="4765"/>
                  <a:pt x="476098" y="11839"/>
                </a:cubicBezTo>
                <a:cubicBezTo>
                  <a:pt x="481953" y="18912"/>
                  <a:pt x="484881" y="30546"/>
                  <a:pt x="484881" y="46742"/>
                </a:cubicBezTo>
                <a:cubicBezTo>
                  <a:pt x="484881" y="63225"/>
                  <a:pt x="481831" y="75116"/>
                  <a:pt x="475729" y="82415"/>
                </a:cubicBezTo>
                <a:cubicBezTo>
                  <a:pt x="469628" y="89713"/>
                  <a:pt x="461684" y="93362"/>
                  <a:pt x="451897" y="93362"/>
                </a:cubicBezTo>
                <a:cubicBezTo>
                  <a:pt x="444854" y="93362"/>
                  <a:pt x="439163" y="91474"/>
                  <a:pt x="434822" y="87700"/>
                </a:cubicBezTo>
                <a:cubicBezTo>
                  <a:pt x="430481" y="83923"/>
                  <a:pt x="427697" y="78280"/>
                  <a:pt x="426469" y="70770"/>
                </a:cubicBezTo>
                <a:moveTo>
                  <a:pt x="465533" y="33103"/>
                </a:moveTo>
                <a:cubicBezTo>
                  <a:pt x="465533" y="27554"/>
                  <a:pt x="464254" y="23250"/>
                  <a:pt x="461694" y="20191"/>
                </a:cubicBezTo>
                <a:cubicBezTo>
                  <a:pt x="459135" y="17131"/>
                  <a:pt x="456176" y="15601"/>
                  <a:pt x="452819" y="15601"/>
                </a:cubicBezTo>
                <a:cubicBezTo>
                  <a:pt x="449625" y="15601"/>
                  <a:pt x="446973" y="16856"/>
                  <a:pt x="444865" y="19365"/>
                </a:cubicBezTo>
                <a:cubicBezTo>
                  <a:pt x="442756" y="21873"/>
                  <a:pt x="441701" y="25984"/>
                  <a:pt x="441701" y="31696"/>
                </a:cubicBezTo>
                <a:cubicBezTo>
                  <a:pt x="441701" y="37489"/>
                  <a:pt x="442848" y="41742"/>
                  <a:pt x="445141" y="44454"/>
                </a:cubicBezTo>
                <a:cubicBezTo>
                  <a:pt x="447434" y="47167"/>
                  <a:pt x="450300" y="48524"/>
                  <a:pt x="453740" y="48524"/>
                </a:cubicBezTo>
                <a:cubicBezTo>
                  <a:pt x="457057" y="48524"/>
                  <a:pt x="459852" y="47218"/>
                  <a:pt x="462124" y="44608"/>
                </a:cubicBezTo>
                <a:cubicBezTo>
                  <a:pt x="464397" y="41996"/>
                  <a:pt x="465533" y="38161"/>
                  <a:pt x="465533" y="33103"/>
                </a:cubicBezTo>
                <a:close/>
              </a:path>
            </a:pathLst>
          </a:custGeom>
          <a:solidFill xmlns:a="http://schemas.openxmlformats.org/drawingml/2006/main">
            <a:srgbClr val="181EA8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c13059af04795"/>
          <a:stretch xmlns:a="http://schemas.openxmlformats.org/drawingml/2006/main"/>
        </p:blipFill>
        <p:spPr>
          <a:xfrm xmlns:a="http://schemas.openxmlformats.org/drawingml/2006/main">
            <a:off x="3915433" y="7954340"/>
            <a:ext cx="235835" cy="366258"/>
          </a:xfrm>
          <a:prstGeom xmlns:a="http://schemas.openxmlformats.org/drawingml/2006/main" prst="rect">
            <a:avLst/>
          </a:prstGeom>
        </p:spPr>
      </p:pic>
      <p:pic>
        <p:nvPicPr>
          <p:cNvPr id="1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c19a5cbde42dc"/>
          <a:stretch xmlns:a="http://schemas.openxmlformats.org/drawingml/2006/main"/>
        </p:blipFill>
        <p:spPr>
          <a:xfrm xmlns:a="http://schemas.openxmlformats.org/drawingml/2006/main">
            <a:off x="4312168" y="8372391"/>
            <a:ext cx="1586780" cy="164396"/>
          </a:xfrm>
          <a:prstGeom xmlns:a="http://schemas.openxmlformats.org/drawingml/2006/main" prst="rect">
            <a:avLst/>
          </a:prstGeom>
        </p:spPr>
      </p:pic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DB67F-B884-4CB8-B2D5-B3C980C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765" y="7922036"/>
            <a:ext cx="328134" cy="399453"/>
          </a:xfrm>
          <a:custGeom xmlns:a="http://schemas.openxmlformats.org/drawingml/2006/main">
            <a:pathLst>
              <a:path w="328134" h="399453">
                <a:moveTo>
                  <a:pt x="328134" y="100090"/>
                </a:moveTo>
                <a:lnTo>
                  <a:pt x="327125" y="0"/>
                </a:lnTo>
                <a:lnTo>
                  <a:pt x="228856" y="19038"/>
                </a:lnTo>
                <a:lnTo>
                  <a:pt x="278495" y="59560"/>
                </a:lnTo>
                <a:lnTo>
                  <a:pt x="328134" y="100090"/>
                </a:lnTo>
                <a:close/>
                <a:moveTo>
                  <a:pt x="199786" y="135706"/>
                </a:moveTo>
                <a:lnTo>
                  <a:pt x="219637" y="151922"/>
                </a:lnTo>
                <a:lnTo>
                  <a:pt x="284481" y="72502"/>
                </a:lnTo>
                <a:lnTo>
                  <a:pt x="264622" y="56287"/>
                </a:lnTo>
                <a:lnTo>
                  <a:pt x="199786" y="135706"/>
                </a:lnTo>
                <a:close/>
                <a:moveTo>
                  <a:pt x="134941" y="215133"/>
                </a:moveTo>
                <a:lnTo>
                  <a:pt x="154800" y="231341"/>
                </a:lnTo>
                <a:lnTo>
                  <a:pt x="171007" y="211482"/>
                </a:lnTo>
                <a:lnTo>
                  <a:pt x="151156" y="195275"/>
                </a:lnTo>
                <a:lnTo>
                  <a:pt x="134941" y="215133"/>
                </a:lnTo>
                <a:close/>
                <a:moveTo>
                  <a:pt x="86312" y="274694"/>
                </a:moveTo>
                <a:lnTo>
                  <a:pt x="39711" y="331781"/>
                </a:lnTo>
                <a:lnTo>
                  <a:pt x="0" y="299363"/>
                </a:lnTo>
                <a:lnTo>
                  <a:pt x="1009" y="399453"/>
                </a:lnTo>
                <a:lnTo>
                  <a:pt x="99278" y="380407"/>
                </a:lnTo>
                <a:lnTo>
                  <a:pt x="59569" y="347992"/>
                </a:lnTo>
                <a:lnTo>
                  <a:pt x="106171" y="290909"/>
                </a:lnTo>
                <a:lnTo>
                  <a:pt x="86312" y="274694"/>
                </a:lnTo>
                <a:close/>
              </a:path>
            </a:pathLst>
          </a:custGeom>
          <a:solidFill xmlns:a="http://schemas.openxmlformats.org/drawingml/2006/main">
            <a:srgbClr val="181E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36EF5-C94E-4FF3-B6B7-9876839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782" y="7343909"/>
            <a:ext cx="441024" cy="142907"/>
          </a:xfrm>
          <a:custGeom xmlns:a="http://schemas.openxmlformats.org/drawingml/2006/main">
            <a:pathLst>
              <a:path w="441024" h="142907">
                <a:moveTo>
                  <a:pt x="0" y="0"/>
                </a:moveTo>
                <a:lnTo>
                  <a:pt x="441024" y="0"/>
                </a:lnTo>
                <a:lnTo>
                  <a:pt x="44102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756DC-5291-4D10-A0E7-CF741721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183" y="7338034"/>
            <a:ext cx="452302" cy="154579"/>
          </a:xfrm>
          <a:custGeom xmlns:a="http://schemas.openxmlformats.org/drawingml/2006/main">
            <a:pathLst>
              <a:path w="452302" h="154579">
                <a:moveTo>
                  <a:pt x="4598" y="150"/>
                </a:moveTo>
                <a:lnTo>
                  <a:pt x="3352" y="592"/>
                </a:lnTo>
                <a:lnTo>
                  <a:pt x="2224" y="1293"/>
                </a:lnTo>
                <a:lnTo>
                  <a:pt x="1293" y="2232"/>
                </a:lnTo>
                <a:lnTo>
                  <a:pt x="584" y="3352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81"/>
                </a:lnTo>
                <a:lnTo>
                  <a:pt x="584" y="151227"/>
                </a:lnTo>
                <a:lnTo>
                  <a:pt x="1293" y="152355"/>
                </a:lnTo>
                <a:lnTo>
                  <a:pt x="2224" y="153286"/>
                </a:lnTo>
                <a:lnTo>
                  <a:pt x="3352" y="153996"/>
                </a:lnTo>
                <a:lnTo>
                  <a:pt x="4598" y="154429"/>
                </a:lnTo>
                <a:lnTo>
                  <a:pt x="5915" y="154579"/>
                </a:lnTo>
                <a:lnTo>
                  <a:pt x="446387" y="154579"/>
                </a:lnTo>
                <a:lnTo>
                  <a:pt x="447704" y="154429"/>
                </a:lnTo>
                <a:lnTo>
                  <a:pt x="448950" y="153996"/>
                </a:lnTo>
                <a:lnTo>
                  <a:pt x="450078" y="153286"/>
                </a:lnTo>
                <a:lnTo>
                  <a:pt x="451009" y="152355"/>
                </a:lnTo>
                <a:lnTo>
                  <a:pt x="451719" y="151227"/>
                </a:lnTo>
                <a:lnTo>
                  <a:pt x="452152" y="149981"/>
                </a:lnTo>
                <a:lnTo>
                  <a:pt x="452302" y="148664"/>
                </a:lnTo>
                <a:lnTo>
                  <a:pt x="452302" y="5915"/>
                </a:lnTo>
                <a:lnTo>
                  <a:pt x="452152" y="4598"/>
                </a:lnTo>
                <a:lnTo>
                  <a:pt x="451719" y="3352"/>
                </a:lnTo>
                <a:lnTo>
                  <a:pt x="451009" y="2232"/>
                </a:lnTo>
                <a:lnTo>
                  <a:pt x="450078" y="1293"/>
                </a:lnTo>
                <a:lnTo>
                  <a:pt x="448950" y="592"/>
                </a:lnTo>
                <a:lnTo>
                  <a:pt x="447704" y="150"/>
                </a:lnTo>
                <a:lnTo>
                  <a:pt x="446387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440472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440472" y="11830"/>
                </a:lnTo>
                <a:lnTo>
                  <a:pt x="440472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Text AS174">
            <a:extLst xmlns:a="http://schemas.openxmlformats.org/drawingml/2006/main">
              <a:ext uri="{FF2B5EF4-FFF2-40B4-BE49-F238E27FC236}">
                <a16:creationId xmlns:a16="http://schemas.microsoft.com/office/drawing/2014/main" id="{76B7379E-76A6-4B8A-ABA9-88652BA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882" y="7388457"/>
            <a:ext cx="235015" cy="52681"/>
          </a:xfrm>
          <a:custGeom xmlns:a="http://schemas.openxmlformats.org/drawingml/2006/main">
            <a:pathLst>
              <a:path w="235015" h="52681">
                <a:moveTo>
                  <a:pt x="50982" y="51710"/>
                </a:moveTo>
                <a:lnTo>
                  <a:pt x="39822" y="51710"/>
                </a:lnTo>
                <a:lnTo>
                  <a:pt x="35386" y="40134"/>
                </a:lnTo>
                <a:lnTo>
                  <a:pt x="15076" y="40134"/>
                </a:lnTo>
                <a:lnTo>
                  <a:pt x="10883" y="51710"/>
                </a:lnTo>
                <a:lnTo>
                  <a:pt x="0" y="51710"/>
                </a:lnTo>
                <a:lnTo>
                  <a:pt x="19790" y="901"/>
                </a:lnTo>
                <a:lnTo>
                  <a:pt x="30638" y="901"/>
                </a:lnTo>
                <a:lnTo>
                  <a:pt x="50982" y="51710"/>
                </a:lnTo>
                <a:moveTo>
                  <a:pt x="32094" y="31539"/>
                </a:moveTo>
                <a:lnTo>
                  <a:pt x="25093" y="12754"/>
                </a:lnTo>
                <a:lnTo>
                  <a:pt x="18230" y="31539"/>
                </a:lnTo>
                <a:lnTo>
                  <a:pt x="32094" y="31539"/>
                </a:lnTo>
                <a:close/>
                <a:moveTo>
                  <a:pt x="53829" y="35213"/>
                </a:moveTo>
                <a:lnTo>
                  <a:pt x="63810" y="34242"/>
                </a:lnTo>
                <a:cubicBezTo>
                  <a:pt x="64411" y="37605"/>
                  <a:pt x="65630" y="40075"/>
                  <a:pt x="67467" y="41652"/>
                </a:cubicBezTo>
                <a:cubicBezTo>
                  <a:pt x="69304" y="43228"/>
                  <a:pt x="71782" y="44016"/>
                  <a:pt x="74901" y="44016"/>
                </a:cubicBezTo>
                <a:cubicBezTo>
                  <a:pt x="78205" y="44016"/>
                  <a:pt x="80695" y="43315"/>
                  <a:pt x="82370" y="41913"/>
                </a:cubicBezTo>
                <a:cubicBezTo>
                  <a:pt x="84045" y="40511"/>
                  <a:pt x="84882" y="38870"/>
                  <a:pt x="84882" y="36992"/>
                </a:cubicBezTo>
                <a:cubicBezTo>
                  <a:pt x="84882" y="35787"/>
                  <a:pt x="84530" y="34762"/>
                  <a:pt x="83825" y="33916"/>
                </a:cubicBezTo>
                <a:cubicBezTo>
                  <a:pt x="83121" y="33070"/>
                  <a:pt x="81890" y="32334"/>
                  <a:pt x="80134" y="31708"/>
                </a:cubicBezTo>
                <a:cubicBezTo>
                  <a:pt x="78933" y="31291"/>
                  <a:pt x="76195" y="30551"/>
                  <a:pt x="71920" y="29486"/>
                </a:cubicBezTo>
                <a:cubicBezTo>
                  <a:pt x="66421" y="28119"/>
                  <a:pt x="62562" y="26441"/>
                  <a:pt x="60344" y="24449"/>
                </a:cubicBezTo>
                <a:cubicBezTo>
                  <a:pt x="57225" y="21648"/>
                  <a:pt x="55665" y="18233"/>
                  <a:pt x="55665" y="14205"/>
                </a:cubicBezTo>
                <a:cubicBezTo>
                  <a:pt x="55665" y="11612"/>
                  <a:pt x="56399" y="9187"/>
                  <a:pt x="57866" y="6930"/>
                </a:cubicBezTo>
                <a:cubicBezTo>
                  <a:pt x="59333" y="4672"/>
                  <a:pt x="61448" y="2952"/>
                  <a:pt x="64209" y="1772"/>
                </a:cubicBezTo>
                <a:cubicBezTo>
                  <a:pt x="66970" y="591"/>
                  <a:pt x="70303" y="0"/>
                  <a:pt x="74208" y="0"/>
                </a:cubicBezTo>
                <a:cubicBezTo>
                  <a:pt x="80585" y="0"/>
                  <a:pt x="85385" y="1404"/>
                  <a:pt x="88608" y="4213"/>
                </a:cubicBezTo>
                <a:cubicBezTo>
                  <a:pt x="91831" y="7021"/>
                  <a:pt x="93524" y="10769"/>
                  <a:pt x="93686" y="15458"/>
                </a:cubicBezTo>
                <a:lnTo>
                  <a:pt x="83427" y="15874"/>
                </a:lnTo>
                <a:cubicBezTo>
                  <a:pt x="82988" y="13263"/>
                  <a:pt x="82046" y="11385"/>
                  <a:pt x="80602" y="10242"/>
                </a:cubicBezTo>
                <a:cubicBezTo>
                  <a:pt x="79158" y="9098"/>
                  <a:pt x="76992" y="8526"/>
                  <a:pt x="74104" y="8526"/>
                </a:cubicBezTo>
                <a:cubicBezTo>
                  <a:pt x="71123" y="8526"/>
                  <a:pt x="68789" y="9139"/>
                  <a:pt x="67103" y="10364"/>
                </a:cubicBezTo>
                <a:cubicBezTo>
                  <a:pt x="66017" y="11150"/>
                  <a:pt x="65474" y="12201"/>
                  <a:pt x="65474" y="13519"/>
                </a:cubicBezTo>
                <a:cubicBezTo>
                  <a:pt x="65474" y="14721"/>
                  <a:pt x="65982" y="15750"/>
                  <a:pt x="66999" y="16605"/>
                </a:cubicBezTo>
                <a:cubicBezTo>
                  <a:pt x="68293" y="17691"/>
                  <a:pt x="71435" y="18825"/>
                  <a:pt x="76426" y="20005"/>
                </a:cubicBezTo>
                <a:cubicBezTo>
                  <a:pt x="81417" y="21186"/>
                  <a:pt x="85108" y="22407"/>
                  <a:pt x="87499" y="23669"/>
                </a:cubicBezTo>
                <a:cubicBezTo>
                  <a:pt x="89891" y="24931"/>
                  <a:pt x="91762" y="26656"/>
                  <a:pt x="93114" y="28843"/>
                </a:cubicBezTo>
                <a:cubicBezTo>
                  <a:pt x="94465" y="31030"/>
                  <a:pt x="95141" y="33733"/>
                  <a:pt x="95141" y="36951"/>
                </a:cubicBezTo>
                <a:cubicBezTo>
                  <a:pt x="95141" y="39868"/>
                  <a:pt x="94333" y="42599"/>
                  <a:pt x="92715" y="45146"/>
                </a:cubicBezTo>
                <a:cubicBezTo>
                  <a:pt x="91098" y="47692"/>
                  <a:pt x="88810" y="49585"/>
                  <a:pt x="85853" y="50823"/>
                </a:cubicBezTo>
                <a:cubicBezTo>
                  <a:pt x="82895" y="52062"/>
                  <a:pt x="79210" y="52681"/>
                  <a:pt x="74797" y="52681"/>
                </a:cubicBezTo>
                <a:cubicBezTo>
                  <a:pt x="68374" y="52681"/>
                  <a:pt x="63440" y="51193"/>
                  <a:pt x="59998" y="48218"/>
                </a:cubicBezTo>
                <a:cubicBezTo>
                  <a:pt x="56555" y="45244"/>
                  <a:pt x="54499" y="40908"/>
                  <a:pt x="53829" y="35213"/>
                </a:cubicBezTo>
                <a:close/>
                <a:moveTo>
                  <a:pt x="146235" y="51710"/>
                </a:moveTo>
                <a:lnTo>
                  <a:pt x="136496" y="51710"/>
                </a:lnTo>
                <a:lnTo>
                  <a:pt x="136496" y="15047"/>
                </a:lnTo>
                <a:cubicBezTo>
                  <a:pt x="132938" y="18387"/>
                  <a:pt x="128744" y="20858"/>
                  <a:pt x="123915" y="22459"/>
                </a:cubicBezTo>
                <a:lnTo>
                  <a:pt x="123915" y="13586"/>
                </a:lnTo>
                <a:cubicBezTo>
                  <a:pt x="126457" y="12752"/>
                  <a:pt x="129218" y="11171"/>
                  <a:pt x="132198" y="8843"/>
                </a:cubicBezTo>
                <a:cubicBezTo>
                  <a:pt x="135179" y="6515"/>
                  <a:pt x="137224" y="3798"/>
                  <a:pt x="138333" y="693"/>
                </a:cubicBezTo>
                <a:lnTo>
                  <a:pt x="146235" y="693"/>
                </a:lnTo>
                <a:lnTo>
                  <a:pt x="146235" y="51710"/>
                </a:lnTo>
                <a:close/>
                <a:moveTo>
                  <a:pt x="160750" y="10605"/>
                </a:moveTo>
                <a:lnTo>
                  <a:pt x="160750" y="1525"/>
                </a:lnTo>
                <a:lnTo>
                  <a:pt x="194056" y="1525"/>
                </a:lnTo>
                <a:lnTo>
                  <a:pt x="194056" y="8595"/>
                </a:lnTo>
                <a:cubicBezTo>
                  <a:pt x="191307" y="11303"/>
                  <a:pt x="188511" y="15191"/>
                  <a:pt x="185669" y="20260"/>
                </a:cubicBezTo>
                <a:cubicBezTo>
                  <a:pt x="182827" y="25328"/>
                  <a:pt x="180661" y="30715"/>
                  <a:pt x="179170" y="36419"/>
                </a:cubicBezTo>
                <a:cubicBezTo>
                  <a:pt x="177680" y="42124"/>
                  <a:pt x="176947" y="47221"/>
                  <a:pt x="176970" y="51710"/>
                </a:cubicBezTo>
                <a:lnTo>
                  <a:pt x="167577" y="51710"/>
                </a:lnTo>
                <a:cubicBezTo>
                  <a:pt x="167739" y="44680"/>
                  <a:pt x="169189" y="37512"/>
                  <a:pt x="171927" y="30205"/>
                </a:cubicBezTo>
                <a:cubicBezTo>
                  <a:pt x="174665" y="22897"/>
                  <a:pt x="178321" y="16364"/>
                  <a:pt x="182896" y="10605"/>
                </a:cubicBezTo>
                <a:lnTo>
                  <a:pt x="160750" y="10605"/>
                </a:lnTo>
                <a:close/>
                <a:moveTo>
                  <a:pt x="219280" y="51710"/>
                </a:moveTo>
                <a:lnTo>
                  <a:pt x="219280" y="41451"/>
                </a:lnTo>
                <a:lnTo>
                  <a:pt x="198485" y="41451"/>
                </a:lnTo>
                <a:lnTo>
                  <a:pt x="198485" y="32960"/>
                </a:lnTo>
                <a:lnTo>
                  <a:pt x="220528" y="693"/>
                </a:lnTo>
                <a:lnTo>
                  <a:pt x="228707" y="693"/>
                </a:lnTo>
                <a:lnTo>
                  <a:pt x="228707" y="32925"/>
                </a:lnTo>
                <a:lnTo>
                  <a:pt x="235015" y="32925"/>
                </a:lnTo>
                <a:lnTo>
                  <a:pt x="235015" y="41451"/>
                </a:lnTo>
                <a:lnTo>
                  <a:pt x="228707" y="41451"/>
                </a:lnTo>
                <a:lnTo>
                  <a:pt x="228707" y="51710"/>
                </a:lnTo>
                <a:lnTo>
                  <a:pt x="219280" y="51710"/>
                </a:lnTo>
                <a:moveTo>
                  <a:pt x="219280" y="32925"/>
                </a:moveTo>
                <a:lnTo>
                  <a:pt x="219280" y="15581"/>
                </a:lnTo>
                <a:lnTo>
                  <a:pt x="207600" y="32925"/>
                </a:lnTo>
                <a:lnTo>
                  <a:pt x="219280" y="3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2F756-A6AA-46F9-9839-85599FE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807" y="7343909"/>
            <a:ext cx="430614" cy="142907"/>
          </a:xfrm>
          <a:custGeom xmlns:a="http://schemas.openxmlformats.org/drawingml/2006/main">
            <a:pathLst>
              <a:path w="430614" h="142907">
                <a:moveTo>
                  <a:pt x="0" y="0"/>
                </a:moveTo>
                <a:lnTo>
                  <a:pt x="430614" y="0"/>
                </a:lnTo>
                <a:lnTo>
                  <a:pt x="43061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56738-73CB-4554-BD9E-FD6B1392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55" y="7338034"/>
            <a:ext cx="442444" cy="154579"/>
          </a:xfrm>
          <a:custGeom xmlns:a="http://schemas.openxmlformats.org/drawingml/2006/main">
            <a:pathLst>
              <a:path w="442444" h="154579">
                <a:moveTo>
                  <a:pt x="4598" y="150"/>
                </a:moveTo>
                <a:lnTo>
                  <a:pt x="3352" y="592"/>
                </a:lnTo>
                <a:lnTo>
                  <a:pt x="2224" y="1293"/>
                </a:lnTo>
                <a:lnTo>
                  <a:pt x="1293" y="2232"/>
                </a:lnTo>
                <a:lnTo>
                  <a:pt x="584" y="3352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81"/>
                </a:lnTo>
                <a:lnTo>
                  <a:pt x="584" y="151227"/>
                </a:lnTo>
                <a:lnTo>
                  <a:pt x="1293" y="152355"/>
                </a:lnTo>
                <a:lnTo>
                  <a:pt x="2224" y="153286"/>
                </a:lnTo>
                <a:lnTo>
                  <a:pt x="3352" y="153996"/>
                </a:lnTo>
                <a:lnTo>
                  <a:pt x="4598" y="154429"/>
                </a:lnTo>
                <a:lnTo>
                  <a:pt x="5915" y="154579"/>
                </a:lnTo>
                <a:lnTo>
                  <a:pt x="436529" y="154579"/>
                </a:lnTo>
                <a:lnTo>
                  <a:pt x="437846" y="154429"/>
                </a:lnTo>
                <a:lnTo>
                  <a:pt x="439092" y="153996"/>
                </a:lnTo>
                <a:lnTo>
                  <a:pt x="440220" y="153286"/>
                </a:lnTo>
                <a:lnTo>
                  <a:pt x="441150" y="152355"/>
                </a:lnTo>
                <a:lnTo>
                  <a:pt x="441860" y="151227"/>
                </a:lnTo>
                <a:lnTo>
                  <a:pt x="442294" y="149981"/>
                </a:lnTo>
                <a:lnTo>
                  <a:pt x="442444" y="148664"/>
                </a:lnTo>
                <a:lnTo>
                  <a:pt x="442444" y="5915"/>
                </a:lnTo>
                <a:lnTo>
                  <a:pt x="442294" y="4598"/>
                </a:lnTo>
                <a:lnTo>
                  <a:pt x="441860" y="3352"/>
                </a:lnTo>
                <a:lnTo>
                  <a:pt x="441150" y="2232"/>
                </a:lnTo>
                <a:lnTo>
                  <a:pt x="440220" y="1293"/>
                </a:lnTo>
                <a:lnTo>
                  <a:pt x="439092" y="592"/>
                </a:lnTo>
                <a:lnTo>
                  <a:pt x="437846" y="150"/>
                </a:lnTo>
                <a:lnTo>
                  <a:pt x="436529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430614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430614" y="11830"/>
                </a:lnTo>
                <a:lnTo>
                  <a:pt x="430614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Text 3">
            <a:extLst xmlns:a="http://schemas.openxmlformats.org/drawingml/2006/main">
              <a:ext uri="{FF2B5EF4-FFF2-40B4-BE49-F238E27FC236}">
                <a16:creationId xmlns:a16="http://schemas.microsoft.com/office/drawing/2014/main" id="{E659306A-FAD8-40A8-9D0B-81053907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829" y="7389150"/>
            <a:ext cx="33757" cy="51918"/>
          </a:xfrm>
          <a:custGeom xmlns:a="http://schemas.openxmlformats.org/drawingml/2006/main">
            <a:pathLst>
              <a:path w="33757" h="51918">
                <a:moveTo>
                  <a:pt x="0" y="37535"/>
                </a:moveTo>
                <a:lnTo>
                  <a:pt x="9427" y="36391"/>
                </a:lnTo>
                <a:cubicBezTo>
                  <a:pt x="9727" y="38794"/>
                  <a:pt x="10536" y="40631"/>
                  <a:pt x="11853" y="41902"/>
                </a:cubicBezTo>
                <a:cubicBezTo>
                  <a:pt x="13170" y="43173"/>
                  <a:pt x="14764" y="43808"/>
                  <a:pt x="16636" y="43808"/>
                </a:cubicBezTo>
                <a:cubicBezTo>
                  <a:pt x="18646" y="43808"/>
                  <a:pt x="20339" y="43046"/>
                  <a:pt x="21713" y="41521"/>
                </a:cubicBezTo>
                <a:cubicBezTo>
                  <a:pt x="23088" y="39996"/>
                  <a:pt x="23776" y="37939"/>
                  <a:pt x="23776" y="35352"/>
                </a:cubicBezTo>
                <a:cubicBezTo>
                  <a:pt x="23776" y="32902"/>
                  <a:pt x="23117" y="30961"/>
                  <a:pt x="21800" y="29529"/>
                </a:cubicBezTo>
                <a:cubicBezTo>
                  <a:pt x="20483" y="28096"/>
                  <a:pt x="18877" y="27380"/>
                  <a:pt x="16983" y="27380"/>
                </a:cubicBezTo>
                <a:cubicBezTo>
                  <a:pt x="15735" y="27380"/>
                  <a:pt x="14245" y="27623"/>
                  <a:pt x="12512" y="28108"/>
                </a:cubicBezTo>
                <a:lnTo>
                  <a:pt x="13586" y="20240"/>
                </a:lnTo>
                <a:cubicBezTo>
                  <a:pt x="16220" y="20310"/>
                  <a:pt x="18230" y="19740"/>
                  <a:pt x="19617" y="18530"/>
                </a:cubicBezTo>
                <a:cubicBezTo>
                  <a:pt x="21003" y="17320"/>
                  <a:pt x="21696" y="15713"/>
                  <a:pt x="21696" y="13708"/>
                </a:cubicBezTo>
                <a:cubicBezTo>
                  <a:pt x="21696" y="12004"/>
                  <a:pt x="21188" y="10644"/>
                  <a:pt x="20171" y="9631"/>
                </a:cubicBezTo>
                <a:cubicBezTo>
                  <a:pt x="19155" y="8617"/>
                  <a:pt x="17803" y="8110"/>
                  <a:pt x="16116" y="8110"/>
                </a:cubicBezTo>
                <a:cubicBezTo>
                  <a:pt x="14453" y="8110"/>
                  <a:pt x="13032" y="8688"/>
                  <a:pt x="11853" y="9843"/>
                </a:cubicBezTo>
                <a:cubicBezTo>
                  <a:pt x="10675" y="10998"/>
                  <a:pt x="9958" y="12685"/>
                  <a:pt x="9704" y="14903"/>
                </a:cubicBezTo>
                <a:lnTo>
                  <a:pt x="728" y="13378"/>
                </a:lnTo>
                <a:cubicBezTo>
                  <a:pt x="1352" y="10281"/>
                  <a:pt x="2293" y="7807"/>
                  <a:pt x="3552" y="5956"/>
                </a:cubicBezTo>
                <a:cubicBezTo>
                  <a:pt x="4812" y="4104"/>
                  <a:pt x="6568" y="2649"/>
                  <a:pt x="8821" y="1590"/>
                </a:cubicBezTo>
                <a:cubicBezTo>
                  <a:pt x="11073" y="530"/>
                  <a:pt x="13598" y="0"/>
                  <a:pt x="16393" y="0"/>
                </a:cubicBezTo>
                <a:cubicBezTo>
                  <a:pt x="21176" y="0"/>
                  <a:pt x="25012" y="1527"/>
                  <a:pt x="27900" y="4581"/>
                </a:cubicBezTo>
                <a:cubicBezTo>
                  <a:pt x="30280" y="7081"/>
                  <a:pt x="31470" y="9904"/>
                  <a:pt x="31470" y="13051"/>
                </a:cubicBezTo>
                <a:cubicBezTo>
                  <a:pt x="31470" y="17517"/>
                  <a:pt x="29032" y="21081"/>
                  <a:pt x="24157" y="23742"/>
                </a:cubicBezTo>
                <a:cubicBezTo>
                  <a:pt x="27068" y="24366"/>
                  <a:pt x="29396" y="25764"/>
                  <a:pt x="31141" y="27936"/>
                </a:cubicBezTo>
                <a:cubicBezTo>
                  <a:pt x="32885" y="30108"/>
                  <a:pt x="33757" y="32730"/>
                  <a:pt x="33757" y="35803"/>
                </a:cubicBezTo>
                <a:cubicBezTo>
                  <a:pt x="33757" y="40262"/>
                  <a:pt x="32128" y="44062"/>
                  <a:pt x="28870" y="47205"/>
                </a:cubicBezTo>
                <a:cubicBezTo>
                  <a:pt x="25613" y="50347"/>
                  <a:pt x="21557" y="51918"/>
                  <a:pt x="16705" y="51918"/>
                </a:cubicBezTo>
                <a:cubicBezTo>
                  <a:pt x="12107" y="51918"/>
                  <a:pt x="8295" y="50592"/>
                  <a:pt x="5268" y="47940"/>
                </a:cubicBezTo>
                <a:cubicBezTo>
                  <a:pt x="2241" y="45288"/>
                  <a:pt x="485" y="41820"/>
                  <a:pt x="0" y="375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77107-655E-4026-A5E6-FAB0C18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782" y="7486816"/>
            <a:ext cx="441024" cy="142907"/>
          </a:xfrm>
          <a:custGeom xmlns:a="http://schemas.openxmlformats.org/drawingml/2006/main">
            <a:pathLst>
              <a:path w="441024" h="142907">
                <a:moveTo>
                  <a:pt x="0" y="0"/>
                </a:moveTo>
                <a:lnTo>
                  <a:pt x="441024" y="0"/>
                </a:lnTo>
                <a:lnTo>
                  <a:pt x="44102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3846E-3EF2-442A-884E-E72BE62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183" y="7480783"/>
            <a:ext cx="452302" cy="154579"/>
          </a:xfrm>
          <a:custGeom xmlns:a="http://schemas.openxmlformats.org/drawingml/2006/main">
            <a:pathLst>
              <a:path w="452302" h="154579">
                <a:moveTo>
                  <a:pt x="4598" y="150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9"/>
                </a:lnTo>
                <a:lnTo>
                  <a:pt x="5915" y="154579"/>
                </a:lnTo>
                <a:lnTo>
                  <a:pt x="446387" y="154579"/>
                </a:lnTo>
                <a:lnTo>
                  <a:pt x="447704" y="154429"/>
                </a:lnTo>
                <a:lnTo>
                  <a:pt x="448950" y="153988"/>
                </a:lnTo>
                <a:lnTo>
                  <a:pt x="450078" y="153286"/>
                </a:lnTo>
                <a:lnTo>
                  <a:pt x="451009" y="152347"/>
                </a:lnTo>
                <a:lnTo>
                  <a:pt x="451719" y="151227"/>
                </a:lnTo>
                <a:lnTo>
                  <a:pt x="452152" y="149973"/>
                </a:lnTo>
                <a:lnTo>
                  <a:pt x="452302" y="148664"/>
                </a:lnTo>
                <a:lnTo>
                  <a:pt x="452302" y="5915"/>
                </a:lnTo>
                <a:lnTo>
                  <a:pt x="452152" y="4598"/>
                </a:lnTo>
                <a:lnTo>
                  <a:pt x="451719" y="3344"/>
                </a:lnTo>
                <a:lnTo>
                  <a:pt x="451009" y="2224"/>
                </a:lnTo>
                <a:lnTo>
                  <a:pt x="450078" y="1286"/>
                </a:lnTo>
                <a:lnTo>
                  <a:pt x="448950" y="584"/>
                </a:lnTo>
                <a:lnTo>
                  <a:pt x="447704" y="150"/>
                </a:lnTo>
                <a:lnTo>
                  <a:pt x="446387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440472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440472" y="11830"/>
                </a:lnTo>
                <a:lnTo>
                  <a:pt x="440472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Text AS3549">
            <a:extLst xmlns:a="http://schemas.openxmlformats.org/drawingml/2006/main">
              <a:ext uri="{FF2B5EF4-FFF2-40B4-BE49-F238E27FC236}">
                <a16:creationId xmlns:a16="http://schemas.microsoft.com/office/drawing/2014/main" id="{06F7853D-74B9-4176-A66E-1CE0A621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882" y="7531205"/>
            <a:ext cx="272784" cy="52681"/>
          </a:xfrm>
          <a:custGeom xmlns:a="http://schemas.openxmlformats.org/drawingml/2006/main">
            <a:pathLst>
              <a:path w="272784" h="52681">
                <a:moveTo>
                  <a:pt x="50982" y="51710"/>
                </a:moveTo>
                <a:lnTo>
                  <a:pt x="39822" y="51710"/>
                </a:lnTo>
                <a:lnTo>
                  <a:pt x="35386" y="40134"/>
                </a:lnTo>
                <a:lnTo>
                  <a:pt x="15076" y="40134"/>
                </a:lnTo>
                <a:lnTo>
                  <a:pt x="10883" y="51710"/>
                </a:lnTo>
                <a:lnTo>
                  <a:pt x="0" y="51710"/>
                </a:lnTo>
                <a:lnTo>
                  <a:pt x="19790" y="901"/>
                </a:lnTo>
                <a:lnTo>
                  <a:pt x="30638" y="901"/>
                </a:lnTo>
                <a:lnTo>
                  <a:pt x="50982" y="51710"/>
                </a:lnTo>
                <a:moveTo>
                  <a:pt x="32094" y="31539"/>
                </a:moveTo>
                <a:lnTo>
                  <a:pt x="25093" y="12754"/>
                </a:lnTo>
                <a:lnTo>
                  <a:pt x="18230" y="31539"/>
                </a:lnTo>
                <a:lnTo>
                  <a:pt x="32094" y="31539"/>
                </a:lnTo>
                <a:close/>
                <a:moveTo>
                  <a:pt x="53829" y="35213"/>
                </a:moveTo>
                <a:lnTo>
                  <a:pt x="63810" y="34242"/>
                </a:lnTo>
                <a:cubicBezTo>
                  <a:pt x="64411" y="37605"/>
                  <a:pt x="65630" y="40075"/>
                  <a:pt x="67467" y="41652"/>
                </a:cubicBezTo>
                <a:cubicBezTo>
                  <a:pt x="69304" y="43228"/>
                  <a:pt x="71782" y="44016"/>
                  <a:pt x="74901" y="44016"/>
                </a:cubicBezTo>
                <a:cubicBezTo>
                  <a:pt x="78205" y="44016"/>
                  <a:pt x="80695" y="43315"/>
                  <a:pt x="82370" y="41913"/>
                </a:cubicBezTo>
                <a:cubicBezTo>
                  <a:pt x="84045" y="40511"/>
                  <a:pt x="84882" y="38870"/>
                  <a:pt x="84882" y="36992"/>
                </a:cubicBezTo>
                <a:cubicBezTo>
                  <a:pt x="84882" y="35787"/>
                  <a:pt x="84530" y="34762"/>
                  <a:pt x="83825" y="33916"/>
                </a:cubicBezTo>
                <a:cubicBezTo>
                  <a:pt x="83121" y="33070"/>
                  <a:pt x="81890" y="32334"/>
                  <a:pt x="80134" y="31708"/>
                </a:cubicBezTo>
                <a:cubicBezTo>
                  <a:pt x="78933" y="31291"/>
                  <a:pt x="76195" y="30551"/>
                  <a:pt x="71920" y="29486"/>
                </a:cubicBezTo>
                <a:cubicBezTo>
                  <a:pt x="66421" y="28119"/>
                  <a:pt x="62562" y="26441"/>
                  <a:pt x="60344" y="24449"/>
                </a:cubicBezTo>
                <a:cubicBezTo>
                  <a:pt x="57225" y="21648"/>
                  <a:pt x="55665" y="18233"/>
                  <a:pt x="55665" y="14205"/>
                </a:cubicBezTo>
                <a:cubicBezTo>
                  <a:pt x="55665" y="11612"/>
                  <a:pt x="56399" y="9187"/>
                  <a:pt x="57866" y="6930"/>
                </a:cubicBezTo>
                <a:cubicBezTo>
                  <a:pt x="59333" y="4672"/>
                  <a:pt x="61448" y="2952"/>
                  <a:pt x="64209" y="1772"/>
                </a:cubicBezTo>
                <a:cubicBezTo>
                  <a:pt x="66970" y="591"/>
                  <a:pt x="70303" y="0"/>
                  <a:pt x="74208" y="0"/>
                </a:cubicBezTo>
                <a:cubicBezTo>
                  <a:pt x="80585" y="0"/>
                  <a:pt x="85385" y="1404"/>
                  <a:pt x="88608" y="4213"/>
                </a:cubicBezTo>
                <a:cubicBezTo>
                  <a:pt x="91831" y="7021"/>
                  <a:pt x="93524" y="10769"/>
                  <a:pt x="93686" y="15458"/>
                </a:cubicBezTo>
                <a:lnTo>
                  <a:pt x="83427" y="15874"/>
                </a:lnTo>
                <a:cubicBezTo>
                  <a:pt x="82988" y="13263"/>
                  <a:pt x="82046" y="11385"/>
                  <a:pt x="80602" y="10242"/>
                </a:cubicBezTo>
                <a:cubicBezTo>
                  <a:pt x="79158" y="9098"/>
                  <a:pt x="76992" y="8526"/>
                  <a:pt x="74104" y="8526"/>
                </a:cubicBezTo>
                <a:cubicBezTo>
                  <a:pt x="71123" y="8526"/>
                  <a:pt x="68789" y="9139"/>
                  <a:pt x="67103" y="10364"/>
                </a:cubicBezTo>
                <a:cubicBezTo>
                  <a:pt x="66017" y="11150"/>
                  <a:pt x="65474" y="12201"/>
                  <a:pt x="65474" y="13519"/>
                </a:cubicBezTo>
                <a:cubicBezTo>
                  <a:pt x="65474" y="14721"/>
                  <a:pt x="65982" y="15750"/>
                  <a:pt x="66999" y="16605"/>
                </a:cubicBezTo>
                <a:cubicBezTo>
                  <a:pt x="68293" y="17691"/>
                  <a:pt x="71435" y="18825"/>
                  <a:pt x="76426" y="20005"/>
                </a:cubicBezTo>
                <a:cubicBezTo>
                  <a:pt x="81417" y="21186"/>
                  <a:pt x="85108" y="22407"/>
                  <a:pt x="87499" y="23669"/>
                </a:cubicBezTo>
                <a:cubicBezTo>
                  <a:pt x="89891" y="24931"/>
                  <a:pt x="91762" y="26656"/>
                  <a:pt x="93114" y="28843"/>
                </a:cubicBezTo>
                <a:cubicBezTo>
                  <a:pt x="94465" y="31030"/>
                  <a:pt x="95141" y="33733"/>
                  <a:pt x="95141" y="36951"/>
                </a:cubicBezTo>
                <a:cubicBezTo>
                  <a:pt x="95141" y="39868"/>
                  <a:pt x="94333" y="42599"/>
                  <a:pt x="92715" y="45146"/>
                </a:cubicBezTo>
                <a:cubicBezTo>
                  <a:pt x="91098" y="47692"/>
                  <a:pt x="88810" y="49585"/>
                  <a:pt x="85853" y="50823"/>
                </a:cubicBezTo>
                <a:cubicBezTo>
                  <a:pt x="82895" y="52062"/>
                  <a:pt x="79210" y="52681"/>
                  <a:pt x="74797" y="52681"/>
                </a:cubicBezTo>
                <a:cubicBezTo>
                  <a:pt x="68374" y="52681"/>
                  <a:pt x="63440" y="51193"/>
                  <a:pt x="59998" y="48218"/>
                </a:cubicBezTo>
                <a:cubicBezTo>
                  <a:pt x="56555" y="45244"/>
                  <a:pt x="54499" y="40908"/>
                  <a:pt x="53829" y="35213"/>
                </a:cubicBezTo>
                <a:close/>
                <a:moveTo>
                  <a:pt x="120969" y="38228"/>
                </a:moveTo>
                <a:lnTo>
                  <a:pt x="130396" y="37084"/>
                </a:lnTo>
                <a:cubicBezTo>
                  <a:pt x="130697" y="39487"/>
                  <a:pt x="131505" y="41324"/>
                  <a:pt x="132822" y="42595"/>
                </a:cubicBezTo>
                <a:cubicBezTo>
                  <a:pt x="134139" y="43866"/>
                  <a:pt x="135734" y="44501"/>
                  <a:pt x="137605" y="44501"/>
                </a:cubicBezTo>
                <a:cubicBezTo>
                  <a:pt x="139615" y="44501"/>
                  <a:pt x="141308" y="43739"/>
                  <a:pt x="142683" y="42214"/>
                </a:cubicBezTo>
                <a:cubicBezTo>
                  <a:pt x="144057" y="40689"/>
                  <a:pt x="144745" y="38633"/>
                  <a:pt x="144745" y="36045"/>
                </a:cubicBezTo>
                <a:cubicBezTo>
                  <a:pt x="144745" y="33595"/>
                  <a:pt x="144086" y="31655"/>
                  <a:pt x="142769" y="30222"/>
                </a:cubicBezTo>
                <a:cubicBezTo>
                  <a:pt x="141452" y="28790"/>
                  <a:pt x="139846" y="28073"/>
                  <a:pt x="137952" y="28073"/>
                </a:cubicBezTo>
                <a:cubicBezTo>
                  <a:pt x="136704" y="28073"/>
                  <a:pt x="135214" y="28316"/>
                  <a:pt x="133481" y="28801"/>
                </a:cubicBezTo>
                <a:lnTo>
                  <a:pt x="134555" y="20934"/>
                </a:lnTo>
                <a:cubicBezTo>
                  <a:pt x="137189" y="21003"/>
                  <a:pt x="139199" y="20433"/>
                  <a:pt x="140586" y="19223"/>
                </a:cubicBezTo>
                <a:cubicBezTo>
                  <a:pt x="141972" y="18013"/>
                  <a:pt x="142665" y="16406"/>
                  <a:pt x="142665" y="14402"/>
                </a:cubicBezTo>
                <a:cubicBezTo>
                  <a:pt x="142665" y="12697"/>
                  <a:pt x="142157" y="11338"/>
                  <a:pt x="141140" y="10324"/>
                </a:cubicBezTo>
                <a:cubicBezTo>
                  <a:pt x="140124" y="9310"/>
                  <a:pt x="138772" y="8803"/>
                  <a:pt x="137085" y="8803"/>
                </a:cubicBezTo>
                <a:cubicBezTo>
                  <a:pt x="135422" y="8803"/>
                  <a:pt x="134001" y="9381"/>
                  <a:pt x="132822" y="10536"/>
                </a:cubicBezTo>
                <a:cubicBezTo>
                  <a:pt x="131644" y="11691"/>
                  <a:pt x="130928" y="13378"/>
                  <a:pt x="130674" y="15596"/>
                </a:cubicBezTo>
                <a:lnTo>
                  <a:pt x="121697" y="14071"/>
                </a:lnTo>
                <a:cubicBezTo>
                  <a:pt x="122321" y="10974"/>
                  <a:pt x="123262" y="8500"/>
                  <a:pt x="124522" y="6649"/>
                </a:cubicBezTo>
                <a:cubicBezTo>
                  <a:pt x="125781" y="4798"/>
                  <a:pt x="127537" y="3342"/>
                  <a:pt x="129790" y="2283"/>
                </a:cubicBezTo>
                <a:cubicBezTo>
                  <a:pt x="132043" y="1223"/>
                  <a:pt x="134567" y="693"/>
                  <a:pt x="137363" y="693"/>
                </a:cubicBezTo>
                <a:cubicBezTo>
                  <a:pt x="142145" y="693"/>
                  <a:pt x="145981" y="2220"/>
                  <a:pt x="148869" y="5275"/>
                </a:cubicBezTo>
                <a:cubicBezTo>
                  <a:pt x="151249" y="7774"/>
                  <a:pt x="152439" y="10598"/>
                  <a:pt x="152439" y="13744"/>
                </a:cubicBezTo>
                <a:cubicBezTo>
                  <a:pt x="152439" y="18210"/>
                  <a:pt x="150001" y="21774"/>
                  <a:pt x="145126" y="24435"/>
                </a:cubicBezTo>
                <a:cubicBezTo>
                  <a:pt x="148037" y="25059"/>
                  <a:pt x="150365" y="26457"/>
                  <a:pt x="152110" y="28629"/>
                </a:cubicBezTo>
                <a:cubicBezTo>
                  <a:pt x="153854" y="30801"/>
                  <a:pt x="154726" y="33423"/>
                  <a:pt x="154726" y="36496"/>
                </a:cubicBezTo>
                <a:cubicBezTo>
                  <a:pt x="154726" y="40955"/>
                  <a:pt x="153097" y="44755"/>
                  <a:pt x="149840" y="47898"/>
                </a:cubicBezTo>
                <a:cubicBezTo>
                  <a:pt x="146582" y="51040"/>
                  <a:pt x="142527" y="52611"/>
                  <a:pt x="137675" y="52611"/>
                </a:cubicBezTo>
                <a:cubicBezTo>
                  <a:pt x="133077" y="52611"/>
                  <a:pt x="129264" y="51285"/>
                  <a:pt x="126237" y="48633"/>
                </a:cubicBezTo>
                <a:cubicBezTo>
                  <a:pt x="123210" y="45981"/>
                  <a:pt x="121454" y="42513"/>
                  <a:pt x="120969" y="38228"/>
                </a:cubicBezTo>
                <a:close/>
                <a:moveTo>
                  <a:pt x="160888" y="38644"/>
                </a:moveTo>
                <a:lnTo>
                  <a:pt x="170593" y="37639"/>
                </a:lnTo>
                <a:cubicBezTo>
                  <a:pt x="170870" y="39834"/>
                  <a:pt x="171690" y="41573"/>
                  <a:pt x="173053" y="42855"/>
                </a:cubicBezTo>
                <a:cubicBezTo>
                  <a:pt x="174417" y="44137"/>
                  <a:pt x="175988" y="44779"/>
                  <a:pt x="177767" y="44779"/>
                </a:cubicBezTo>
                <a:cubicBezTo>
                  <a:pt x="179800" y="44779"/>
                  <a:pt x="181521" y="43951"/>
                  <a:pt x="182931" y="42296"/>
                </a:cubicBezTo>
                <a:cubicBezTo>
                  <a:pt x="184340" y="40641"/>
                  <a:pt x="185045" y="38147"/>
                  <a:pt x="185045" y="34814"/>
                </a:cubicBezTo>
                <a:cubicBezTo>
                  <a:pt x="185045" y="31689"/>
                  <a:pt x="184346" y="29346"/>
                  <a:pt x="182948" y="27783"/>
                </a:cubicBezTo>
                <a:cubicBezTo>
                  <a:pt x="181550" y="26220"/>
                  <a:pt x="179731" y="25439"/>
                  <a:pt x="177490" y="25439"/>
                </a:cubicBezTo>
                <a:cubicBezTo>
                  <a:pt x="174694" y="25439"/>
                  <a:pt x="172187" y="26687"/>
                  <a:pt x="169969" y="29182"/>
                </a:cubicBezTo>
                <a:lnTo>
                  <a:pt x="162067" y="28028"/>
                </a:lnTo>
                <a:lnTo>
                  <a:pt x="167057" y="1525"/>
                </a:lnTo>
                <a:lnTo>
                  <a:pt x="192809" y="1525"/>
                </a:lnTo>
                <a:lnTo>
                  <a:pt x="192809" y="10675"/>
                </a:lnTo>
                <a:lnTo>
                  <a:pt x="174440" y="10675"/>
                </a:lnTo>
                <a:lnTo>
                  <a:pt x="172915" y="19299"/>
                </a:lnTo>
                <a:cubicBezTo>
                  <a:pt x="175087" y="18217"/>
                  <a:pt x="177305" y="17676"/>
                  <a:pt x="179569" y="17676"/>
                </a:cubicBezTo>
                <a:cubicBezTo>
                  <a:pt x="183890" y="17676"/>
                  <a:pt x="187552" y="19250"/>
                  <a:pt x="190556" y="22399"/>
                </a:cubicBezTo>
                <a:cubicBezTo>
                  <a:pt x="193559" y="25547"/>
                  <a:pt x="195061" y="29633"/>
                  <a:pt x="195061" y="34657"/>
                </a:cubicBezTo>
                <a:cubicBezTo>
                  <a:pt x="195061" y="38848"/>
                  <a:pt x="193848" y="42587"/>
                  <a:pt x="191422" y="45875"/>
                </a:cubicBezTo>
                <a:cubicBezTo>
                  <a:pt x="188118" y="50366"/>
                  <a:pt x="183532" y="52611"/>
                  <a:pt x="177663" y="52611"/>
                </a:cubicBezTo>
                <a:cubicBezTo>
                  <a:pt x="172972" y="52611"/>
                  <a:pt x="169148" y="51349"/>
                  <a:pt x="166191" y="48825"/>
                </a:cubicBezTo>
                <a:cubicBezTo>
                  <a:pt x="163233" y="46300"/>
                  <a:pt x="161466" y="42906"/>
                  <a:pt x="160888" y="38644"/>
                </a:cubicBezTo>
                <a:close/>
                <a:moveTo>
                  <a:pt x="219280" y="51710"/>
                </a:moveTo>
                <a:lnTo>
                  <a:pt x="219280" y="41451"/>
                </a:lnTo>
                <a:lnTo>
                  <a:pt x="198485" y="41451"/>
                </a:lnTo>
                <a:lnTo>
                  <a:pt x="198485" y="32960"/>
                </a:lnTo>
                <a:lnTo>
                  <a:pt x="220528" y="693"/>
                </a:lnTo>
                <a:lnTo>
                  <a:pt x="228707" y="693"/>
                </a:lnTo>
                <a:lnTo>
                  <a:pt x="228707" y="32925"/>
                </a:lnTo>
                <a:lnTo>
                  <a:pt x="235015" y="32925"/>
                </a:lnTo>
                <a:lnTo>
                  <a:pt x="235015" y="41451"/>
                </a:lnTo>
                <a:lnTo>
                  <a:pt x="228707" y="41451"/>
                </a:lnTo>
                <a:lnTo>
                  <a:pt x="228707" y="51710"/>
                </a:lnTo>
                <a:lnTo>
                  <a:pt x="219280" y="51710"/>
                </a:lnTo>
                <a:moveTo>
                  <a:pt x="219280" y="32925"/>
                </a:moveTo>
                <a:lnTo>
                  <a:pt x="219280" y="15581"/>
                </a:lnTo>
                <a:lnTo>
                  <a:pt x="207600" y="32925"/>
                </a:lnTo>
                <a:lnTo>
                  <a:pt x="219280" y="32925"/>
                </a:lnTo>
                <a:close/>
                <a:moveTo>
                  <a:pt x="239824" y="39933"/>
                </a:moveTo>
                <a:lnTo>
                  <a:pt x="249251" y="38887"/>
                </a:lnTo>
                <a:cubicBezTo>
                  <a:pt x="249482" y="40816"/>
                  <a:pt x="250083" y="42246"/>
                  <a:pt x="251054" y="43176"/>
                </a:cubicBezTo>
                <a:cubicBezTo>
                  <a:pt x="252024" y="44106"/>
                  <a:pt x="253306" y="44571"/>
                  <a:pt x="254901" y="44571"/>
                </a:cubicBezTo>
                <a:cubicBezTo>
                  <a:pt x="256911" y="44571"/>
                  <a:pt x="258621" y="43643"/>
                  <a:pt x="260030" y="41788"/>
                </a:cubicBezTo>
                <a:cubicBezTo>
                  <a:pt x="261439" y="39933"/>
                  <a:pt x="262341" y="36089"/>
                  <a:pt x="262733" y="30257"/>
                </a:cubicBezTo>
                <a:cubicBezTo>
                  <a:pt x="260284" y="33099"/>
                  <a:pt x="257223" y="34520"/>
                  <a:pt x="253549" y="34520"/>
                </a:cubicBezTo>
                <a:cubicBezTo>
                  <a:pt x="249552" y="34520"/>
                  <a:pt x="246103" y="32979"/>
                  <a:pt x="243203" y="29898"/>
                </a:cubicBezTo>
                <a:cubicBezTo>
                  <a:pt x="240304" y="26817"/>
                  <a:pt x="238854" y="22806"/>
                  <a:pt x="238854" y="17866"/>
                </a:cubicBezTo>
                <a:cubicBezTo>
                  <a:pt x="238854" y="12719"/>
                  <a:pt x="240385" y="8570"/>
                  <a:pt x="243446" y="5420"/>
                </a:cubicBezTo>
                <a:cubicBezTo>
                  <a:pt x="246508" y="2269"/>
                  <a:pt x="250407" y="693"/>
                  <a:pt x="255143" y="693"/>
                </a:cubicBezTo>
                <a:cubicBezTo>
                  <a:pt x="260296" y="693"/>
                  <a:pt x="264524" y="2689"/>
                  <a:pt x="267828" y="6680"/>
                </a:cubicBezTo>
                <a:cubicBezTo>
                  <a:pt x="271132" y="10671"/>
                  <a:pt x="272784" y="17236"/>
                  <a:pt x="272784" y="26375"/>
                </a:cubicBezTo>
                <a:cubicBezTo>
                  <a:pt x="272784" y="35676"/>
                  <a:pt x="271063" y="42385"/>
                  <a:pt x="267620" y="46504"/>
                </a:cubicBezTo>
                <a:cubicBezTo>
                  <a:pt x="264177" y="50622"/>
                  <a:pt x="259695" y="52681"/>
                  <a:pt x="254173" y="52681"/>
                </a:cubicBezTo>
                <a:cubicBezTo>
                  <a:pt x="250199" y="52681"/>
                  <a:pt x="246987" y="51616"/>
                  <a:pt x="244538" y="49486"/>
                </a:cubicBezTo>
                <a:cubicBezTo>
                  <a:pt x="242089" y="47355"/>
                  <a:pt x="240517" y="44171"/>
                  <a:pt x="239824" y="39933"/>
                </a:cubicBezTo>
                <a:moveTo>
                  <a:pt x="261867" y="18679"/>
                </a:moveTo>
                <a:cubicBezTo>
                  <a:pt x="261867" y="15548"/>
                  <a:pt x="261145" y="13119"/>
                  <a:pt x="259701" y="11393"/>
                </a:cubicBezTo>
                <a:cubicBezTo>
                  <a:pt x="258257" y="9666"/>
                  <a:pt x="256587" y="8803"/>
                  <a:pt x="254693" y="8803"/>
                </a:cubicBezTo>
                <a:cubicBezTo>
                  <a:pt x="252890" y="8803"/>
                  <a:pt x="251394" y="9511"/>
                  <a:pt x="250204" y="10927"/>
                </a:cubicBezTo>
                <a:cubicBezTo>
                  <a:pt x="249014" y="12342"/>
                  <a:pt x="248419" y="14662"/>
                  <a:pt x="248419" y="17885"/>
                </a:cubicBezTo>
                <a:cubicBezTo>
                  <a:pt x="248419" y="21154"/>
                  <a:pt x="249066" y="23553"/>
                  <a:pt x="250360" y="25084"/>
                </a:cubicBezTo>
                <a:cubicBezTo>
                  <a:pt x="251654" y="26615"/>
                  <a:pt x="253272" y="27380"/>
                  <a:pt x="255213" y="27380"/>
                </a:cubicBezTo>
                <a:cubicBezTo>
                  <a:pt x="257084" y="27380"/>
                  <a:pt x="258661" y="26644"/>
                  <a:pt x="259943" y="25171"/>
                </a:cubicBezTo>
                <a:cubicBezTo>
                  <a:pt x="261226" y="23697"/>
                  <a:pt x="261867" y="21533"/>
                  <a:pt x="261867" y="186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DCC12-CDB3-4F80-98B6-8B4B3BA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807" y="7486816"/>
            <a:ext cx="430614" cy="142907"/>
          </a:xfrm>
          <a:custGeom xmlns:a="http://schemas.openxmlformats.org/drawingml/2006/main">
            <a:pathLst>
              <a:path w="430614" h="142907">
                <a:moveTo>
                  <a:pt x="0" y="0"/>
                </a:moveTo>
                <a:lnTo>
                  <a:pt x="430614" y="0"/>
                </a:lnTo>
                <a:lnTo>
                  <a:pt x="43061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3589E-574B-4016-B34B-8E3E34ED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55" y="7480783"/>
            <a:ext cx="442444" cy="154579"/>
          </a:xfrm>
          <a:custGeom xmlns:a="http://schemas.openxmlformats.org/drawingml/2006/main">
            <a:pathLst>
              <a:path w="442444" h="154579">
                <a:moveTo>
                  <a:pt x="4598" y="150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9"/>
                </a:lnTo>
                <a:lnTo>
                  <a:pt x="5915" y="154579"/>
                </a:lnTo>
                <a:lnTo>
                  <a:pt x="436529" y="154579"/>
                </a:lnTo>
                <a:lnTo>
                  <a:pt x="437846" y="154429"/>
                </a:lnTo>
                <a:lnTo>
                  <a:pt x="439092" y="153988"/>
                </a:lnTo>
                <a:lnTo>
                  <a:pt x="440220" y="153286"/>
                </a:lnTo>
                <a:lnTo>
                  <a:pt x="441150" y="152347"/>
                </a:lnTo>
                <a:lnTo>
                  <a:pt x="441860" y="151227"/>
                </a:lnTo>
                <a:lnTo>
                  <a:pt x="442294" y="149973"/>
                </a:lnTo>
                <a:lnTo>
                  <a:pt x="442444" y="148664"/>
                </a:lnTo>
                <a:lnTo>
                  <a:pt x="442444" y="5915"/>
                </a:lnTo>
                <a:lnTo>
                  <a:pt x="442294" y="4598"/>
                </a:lnTo>
                <a:lnTo>
                  <a:pt x="441860" y="3344"/>
                </a:lnTo>
                <a:lnTo>
                  <a:pt x="441150" y="2224"/>
                </a:lnTo>
                <a:lnTo>
                  <a:pt x="440220" y="1286"/>
                </a:lnTo>
                <a:lnTo>
                  <a:pt x="439092" y="584"/>
                </a:lnTo>
                <a:lnTo>
                  <a:pt x="437846" y="150"/>
                </a:lnTo>
                <a:lnTo>
                  <a:pt x="436529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430614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430614" y="11830"/>
                </a:lnTo>
                <a:lnTo>
                  <a:pt x="430614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Text 26">
            <a:extLst xmlns:a="http://schemas.openxmlformats.org/drawingml/2006/main">
              <a:ext uri="{FF2B5EF4-FFF2-40B4-BE49-F238E27FC236}">
                <a16:creationId xmlns:a16="http://schemas.microsoft.com/office/drawing/2014/main" id="{4261699F-FF87-499E-A6DB-54FDDD7C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211" y="7531899"/>
            <a:ext cx="74612" cy="51918"/>
          </a:xfrm>
          <a:custGeom xmlns:a="http://schemas.openxmlformats.org/drawingml/2006/main">
            <a:pathLst>
              <a:path w="74612" h="51918">
                <a:moveTo>
                  <a:pt x="34138" y="41937"/>
                </a:moveTo>
                <a:lnTo>
                  <a:pt x="34138" y="51017"/>
                </a:lnTo>
                <a:lnTo>
                  <a:pt x="0" y="51017"/>
                </a:lnTo>
                <a:cubicBezTo>
                  <a:pt x="370" y="47600"/>
                  <a:pt x="1479" y="44363"/>
                  <a:pt x="3327" y="41304"/>
                </a:cubicBezTo>
                <a:cubicBezTo>
                  <a:pt x="5176" y="38245"/>
                  <a:pt x="8826" y="34187"/>
                  <a:pt x="14279" y="29130"/>
                </a:cubicBezTo>
                <a:cubicBezTo>
                  <a:pt x="18669" y="25044"/>
                  <a:pt x="21361" y="22274"/>
                  <a:pt x="22355" y="20820"/>
                </a:cubicBezTo>
                <a:cubicBezTo>
                  <a:pt x="23695" y="18811"/>
                  <a:pt x="24365" y="16826"/>
                  <a:pt x="24365" y="14863"/>
                </a:cubicBezTo>
                <a:cubicBezTo>
                  <a:pt x="24365" y="12693"/>
                  <a:pt x="23781" y="11025"/>
                  <a:pt x="22615" y="9859"/>
                </a:cubicBezTo>
                <a:cubicBezTo>
                  <a:pt x="21448" y="8693"/>
                  <a:pt x="19836" y="8110"/>
                  <a:pt x="17780" y="8110"/>
                </a:cubicBezTo>
                <a:cubicBezTo>
                  <a:pt x="15746" y="8110"/>
                  <a:pt x="14129" y="8725"/>
                  <a:pt x="12928" y="9956"/>
                </a:cubicBezTo>
                <a:cubicBezTo>
                  <a:pt x="11726" y="11185"/>
                  <a:pt x="11033" y="13227"/>
                  <a:pt x="10848" y="16081"/>
                </a:cubicBezTo>
                <a:lnTo>
                  <a:pt x="1144" y="15107"/>
                </a:lnTo>
                <a:cubicBezTo>
                  <a:pt x="1721" y="9723"/>
                  <a:pt x="3535" y="5859"/>
                  <a:pt x="6585" y="3516"/>
                </a:cubicBezTo>
                <a:cubicBezTo>
                  <a:pt x="9635" y="1172"/>
                  <a:pt x="13447" y="0"/>
                  <a:pt x="18022" y="0"/>
                </a:cubicBezTo>
                <a:cubicBezTo>
                  <a:pt x="23036" y="0"/>
                  <a:pt x="26976" y="1351"/>
                  <a:pt x="29841" y="4052"/>
                </a:cubicBezTo>
                <a:cubicBezTo>
                  <a:pt x="32706" y="6753"/>
                  <a:pt x="34138" y="10112"/>
                  <a:pt x="34138" y="14129"/>
                </a:cubicBezTo>
                <a:cubicBezTo>
                  <a:pt x="34138" y="16415"/>
                  <a:pt x="33728" y="18591"/>
                  <a:pt x="32908" y="20657"/>
                </a:cubicBezTo>
                <a:cubicBezTo>
                  <a:pt x="32088" y="22723"/>
                  <a:pt x="30788" y="24887"/>
                  <a:pt x="29009" y="27149"/>
                </a:cubicBezTo>
                <a:cubicBezTo>
                  <a:pt x="27831" y="28651"/>
                  <a:pt x="25705" y="30809"/>
                  <a:pt x="22632" y="33626"/>
                </a:cubicBezTo>
                <a:cubicBezTo>
                  <a:pt x="19559" y="36442"/>
                  <a:pt x="17612" y="38312"/>
                  <a:pt x="16792" y="39235"/>
                </a:cubicBezTo>
                <a:cubicBezTo>
                  <a:pt x="15972" y="40159"/>
                  <a:pt x="15307" y="41059"/>
                  <a:pt x="14799" y="41937"/>
                </a:cubicBezTo>
                <a:lnTo>
                  <a:pt x="34138" y="41937"/>
                </a:lnTo>
                <a:close/>
                <a:moveTo>
                  <a:pt x="73676" y="12754"/>
                </a:moveTo>
                <a:lnTo>
                  <a:pt x="64249" y="13794"/>
                </a:lnTo>
                <a:cubicBezTo>
                  <a:pt x="64018" y="11853"/>
                  <a:pt x="63417" y="10421"/>
                  <a:pt x="62447" y="9496"/>
                </a:cubicBezTo>
                <a:cubicBezTo>
                  <a:pt x="61476" y="8572"/>
                  <a:pt x="60217" y="8110"/>
                  <a:pt x="58669" y="8110"/>
                </a:cubicBezTo>
                <a:cubicBezTo>
                  <a:pt x="56612" y="8110"/>
                  <a:pt x="54874" y="9038"/>
                  <a:pt x="53453" y="10892"/>
                </a:cubicBezTo>
                <a:cubicBezTo>
                  <a:pt x="52032" y="12747"/>
                  <a:pt x="51136" y="16603"/>
                  <a:pt x="50767" y="22459"/>
                </a:cubicBezTo>
                <a:cubicBezTo>
                  <a:pt x="53193" y="19594"/>
                  <a:pt x="56208" y="18161"/>
                  <a:pt x="59813" y="18161"/>
                </a:cubicBezTo>
                <a:cubicBezTo>
                  <a:pt x="63879" y="18161"/>
                  <a:pt x="67362" y="19704"/>
                  <a:pt x="70262" y="22791"/>
                </a:cubicBezTo>
                <a:cubicBezTo>
                  <a:pt x="73162" y="25878"/>
                  <a:pt x="74612" y="29863"/>
                  <a:pt x="74612" y="34746"/>
                </a:cubicBezTo>
                <a:cubicBezTo>
                  <a:pt x="74612" y="39929"/>
                  <a:pt x="73087" y="44087"/>
                  <a:pt x="70037" y="47220"/>
                </a:cubicBezTo>
                <a:cubicBezTo>
                  <a:pt x="66987" y="50352"/>
                  <a:pt x="63070" y="51918"/>
                  <a:pt x="58288" y="51918"/>
                </a:cubicBezTo>
                <a:cubicBezTo>
                  <a:pt x="53158" y="51918"/>
                  <a:pt x="48941" y="49924"/>
                  <a:pt x="45637" y="45936"/>
                </a:cubicBezTo>
                <a:cubicBezTo>
                  <a:pt x="42333" y="41948"/>
                  <a:pt x="40681" y="35410"/>
                  <a:pt x="40681" y="26323"/>
                </a:cubicBezTo>
                <a:cubicBezTo>
                  <a:pt x="40681" y="17006"/>
                  <a:pt x="42403" y="10289"/>
                  <a:pt x="45845" y="6174"/>
                </a:cubicBezTo>
                <a:cubicBezTo>
                  <a:pt x="49288" y="2058"/>
                  <a:pt x="53759" y="0"/>
                  <a:pt x="59258" y="0"/>
                </a:cubicBezTo>
                <a:cubicBezTo>
                  <a:pt x="63117" y="0"/>
                  <a:pt x="66311" y="1089"/>
                  <a:pt x="68841" y="3268"/>
                </a:cubicBezTo>
                <a:cubicBezTo>
                  <a:pt x="71371" y="5445"/>
                  <a:pt x="72983" y="8608"/>
                  <a:pt x="73676" y="12754"/>
                </a:cubicBezTo>
                <a:moveTo>
                  <a:pt x="51599" y="33988"/>
                </a:moveTo>
                <a:cubicBezTo>
                  <a:pt x="51599" y="37124"/>
                  <a:pt x="52326" y="39544"/>
                  <a:pt x="53782" y="41250"/>
                </a:cubicBezTo>
                <a:cubicBezTo>
                  <a:pt x="55238" y="42955"/>
                  <a:pt x="56901" y="43808"/>
                  <a:pt x="58773" y="43808"/>
                </a:cubicBezTo>
                <a:cubicBezTo>
                  <a:pt x="60575" y="43808"/>
                  <a:pt x="62077" y="43110"/>
                  <a:pt x="63278" y="41713"/>
                </a:cubicBezTo>
                <a:cubicBezTo>
                  <a:pt x="64480" y="40317"/>
                  <a:pt x="65081" y="38028"/>
                  <a:pt x="65081" y="34847"/>
                </a:cubicBezTo>
                <a:cubicBezTo>
                  <a:pt x="65081" y="31573"/>
                  <a:pt x="64434" y="29175"/>
                  <a:pt x="63140" y="27653"/>
                </a:cubicBezTo>
                <a:cubicBezTo>
                  <a:pt x="61846" y="26131"/>
                  <a:pt x="60229" y="25370"/>
                  <a:pt x="58288" y="25370"/>
                </a:cubicBezTo>
                <a:cubicBezTo>
                  <a:pt x="56416" y="25370"/>
                  <a:pt x="54833" y="26097"/>
                  <a:pt x="53539" y="27550"/>
                </a:cubicBezTo>
                <a:cubicBezTo>
                  <a:pt x="52246" y="29004"/>
                  <a:pt x="51599" y="31150"/>
                  <a:pt x="51599" y="33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15527E-A02E-44E7-A0D1-AAA18B91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782" y="7629723"/>
            <a:ext cx="441024" cy="142907"/>
          </a:xfrm>
          <a:custGeom xmlns:a="http://schemas.openxmlformats.org/drawingml/2006/main">
            <a:pathLst>
              <a:path w="441024" h="142907">
                <a:moveTo>
                  <a:pt x="0" y="0"/>
                </a:moveTo>
                <a:lnTo>
                  <a:pt x="441024" y="0"/>
                </a:lnTo>
                <a:lnTo>
                  <a:pt x="44102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24A68-EFBA-43CB-B1EE-4524D14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183" y="7623532"/>
            <a:ext cx="452302" cy="154571"/>
          </a:xfrm>
          <a:custGeom xmlns:a="http://schemas.openxmlformats.org/drawingml/2006/main">
            <a:pathLst>
              <a:path w="452302" h="154571">
                <a:moveTo>
                  <a:pt x="4598" y="142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56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2"/>
                </a:lnTo>
                <a:lnTo>
                  <a:pt x="5915" y="154571"/>
                </a:lnTo>
                <a:lnTo>
                  <a:pt x="446387" y="154571"/>
                </a:lnTo>
                <a:lnTo>
                  <a:pt x="447704" y="154422"/>
                </a:lnTo>
                <a:lnTo>
                  <a:pt x="448950" y="153988"/>
                </a:lnTo>
                <a:lnTo>
                  <a:pt x="450078" y="153286"/>
                </a:lnTo>
                <a:lnTo>
                  <a:pt x="451009" y="152347"/>
                </a:lnTo>
                <a:lnTo>
                  <a:pt x="451719" y="151227"/>
                </a:lnTo>
                <a:lnTo>
                  <a:pt x="452152" y="149973"/>
                </a:lnTo>
                <a:lnTo>
                  <a:pt x="452302" y="148656"/>
                </a:lnTo>
                <a:lnTo>
                  <a:pt x="452302" y="5915"/>
                </a:lnTo>
                <a:lnTo>
                  <a:pt x="452152" y="4598"/>
                </a:lnTo>
                <a:lnTo>
                  <a:pt x="451719" y="3344"/>
                </a:lnTo>
                <a:lnTo>
                  <a:pt x="451009" y="2224"/>
                </a:lnTo>
                <a:lnTo>
                  <a:pt x="450078" y="1286"/>
                </a:lnTo>
                <a:lnTo>
                  <a:pt x="448950" y="584"/>
                </a:lnTo>
                <a:lnTo>
                  <a:pt x="447704" y="142"/>
                </a:lnTo>
                <a:lnTo>
                  <a:pt x="446387" y="0"/>
                </a:lnTo>
                <a:lnTo>
                  <a:pt x="5915" y="0"/>
                </a:lnTo>
                <a:lnTo>
                  <a:pt x="4598" y="142"/>
                </a:lnTo>
                <a:close/>
                <a:moveTo>
                  <a:pt x="440472" y="142741"/>
                </a:moveTo>
                <a:lnTo>
                  <a:pt x="11830" y="142741"/>
                </a:lnTo>
                <a:lnTo>
                  <a:pt x="11830" y="11830"/>
                </a:lnTo>
                <a:lnTo>
                  <a:pt x="440472" y="11830"/>
                </a:lnTo>
                <a:lnTo>
                  <a:pt x="440472" y="142741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Text AS40563">
            <a:extLst xmlns:a="http://schemas.openxmlformats.org/drawingml/2006/main">
              <a:ext uri="{FF2B5EF4-FFF2-40B4-BE49-F238E27FC236}">
                <a16:creationId xmlns:a16="http://schemas.microsoft.com/office/drawing/2014/main" id="{8A9DDCC9-1855-4694-AC62-3975B78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882" y="7673955"/>
            <a:ext cx="312460" cy="52681"/>
          </a:xfrm>
          <a:custGeom xmlns:a="http://schemas.openxmlformats.org/drawingml/2006/main">
            <a:pathLst>
              <a:path w="312460" h="52681">
                <a:moveTo>
                  <a:pt x="50982" y="51710"/>
                </a:moveTo>
                <a:lnTo>
                  <a:pt x="39822" y="51710"/>
                </a:lnTo>
                <a:lnTo>
                  <a:pt x="35386" y="40134"/>
                </a:lnTo>
                <a:lnTo>
                  <a:pt x="15076" y="40134"/>
                </a:lnTo>
                <a:lnTo>
                  <a:pt x="10883" y="51710"/>
                </a:lnTo>
                <a:lnTo>
                  <a:pt x="0" y="51710"/>
                </a:lnTo>
                <a:lnTo>
                  <a:pt x="19790" y="901"/>
                </a:lnTo>
                <a:lnTo>
                  <a:pt x="30638" y="901"/>
                </a:lnTo>
                <a:lnTo>
                  <a:pt x="50982" y="51710"/>
                </a:lnTo>
                <a:moveTo>
                  <a:pt x="32094" y="31539"/>
                </a:moveTo>
                <a:lnTo>
                  <a:pt x="25093" y="12754"/>
                </a:lnTo>
                <a:lnTo>
                  <a:pt x="18230" y="31539"/>
                </a:lnTo>
                <a:lnTo>
                  <a:pt x="32094" y="31539"/>
                </a:lnTo>
                <a:close/>
                <a:moveTo>
                  <a:pt x="53829" y="35213"/>
                </a:moveTo>
                <a:lnTo>
                  <a:pt x="63810" y="34242"/>
                </a:lnTo>
                <a:cubicBezTo>
                  <a:pt x="64411" y="37605"/>
                  <a:pt x="65630" y="40075"/>
                  <a:pt x="67467" y="41652"/>
                </a:cubicBezTo>
                <a:cubicBezTo>
                  <a:pt x="69304" y="43228"/>
                  <a:pt x="71782" y="44016"/>
                  <a:pt x="74901" y="44016"/>
                </a:cubicBezTo>
                <a:cubicBezTo>
                  <a:pt x="78205" y="44016"/>
                  <a:pt x="80695" y="43315"/>
                  <a:pt x="82370" y="41913"/>
                </a:cubicBezTo>
                <a:cubicBezTo>
                  <a:pt x="84045" y="40511"/>
                  <a:pt x="84882" y="38870"/>
                  <a:pt x="84882" y="36992"/>
                </a:cubicBezTo>
                <a:cubicBezTo>
                  <a:pt x="84882" y="35787"/>
                  <a:pt x="84530" y="34762"/>
                  <a:pt x="83825" y="33916"/>
                </a:cubicBezTo>
                <a:cubicBezTo>
                  <a:pt x="83121" y="33070"/>
                  <a:pt x="81890" y="32334"/>
                  <a:pt x="80134" y="31708"/>
                </a:cubicBezTo>
                <a:cubicBezTo>
                  <a:pt x="78933" y="31291"/>
                  <a:pt x="76195" y="30551"/>
                  <a:pt x="71920" y="29486"/>
                </a:cubicBezTo>
                <a:cubicBezTo>
                  <a:pt x="66421" y="28119"/>
                  <a:pt x="62562" y="26441"/>
                  <a:pt x="60344" y="24449"/>
                </a:cubicBezTo>
                <a:cubicBezTo>
                  <a:pt x="57225" y="21648"/>
                  <a:pt x="55665" y="18233"/>
                  <a:pt x="55665" y="14205"/>
                </a:cubicBezTo>
                <a:cubicBezTo>
                  <a:pt x="55665" y="11612"/>
                  <a:pt x="56399" y="9187"/>
                  <a:pt x="57866" y="6930"/>
                </a:cubicBezTo>
                <a:cubicBezTo>
                  <a:pt x="59333" y="4672"/>
                  <a:pt x="61448" y="2952"/>
                  <a:pt x="64209" y="1772"/>
                </a:cubicBezTo>
                <a:cubicBezTo>
                  <a:pt x="66970" y="591"/>
                  <a:pt x="70303" y="0"/>
                  <a:pt x="74208" y="0"/>
                </a:cubicBezTo>
                <a:cubicBezTo>
                  <a:pt x="80585" y="0"/>
                  <a:pt x="85385" y="1404"/>
                  <a:pt x="88608" y="4213"/>
                </a:cubicBezTo>
                <a:cubicBezTo>
                  <a:pt x="91831" y="7021"/>
                  <a:pt x="93524" y="10769"/>
                  <a:pt x="93686" y="15458"/>
                </a:cubicBezTo>
                <a:lnTo>
                  <a:pt x="83427" y="15874"/>
                </a:lnTo>
                <a:cubicBezTo>
                  <a:pt x="82988" y="13263"/>
                  <a:pt x="82046" y="11385"/>
                  <a:pt x="80602" y="10242"/>
                </a:cubicBezTo>
                <a:cubicBezTo>
                  <a:pt x="79158" y="9098"/>
                  <a:pt x="76992" y="8526"/>
                  <a:pt x="74104" y="8526"/>
                </a:cubicBezTo>
                <a:cubicBezTo>
                  <a:pt x="71123" y="8526"/>
                  <a:pt x="68789" y="9139"/>
                  <a:pt x="67103" y="10364"/>
                </a:cubicBezTo>
                <a:cubicBezTo>
                  <a:pt x="66017" y="11150"/>
                  <a:pt x="65474" y="12201"/>
                  <a:pt x="65474" y="13519"/>
                </a:cubicBezTo>
                <a:cubicBezTo>
                  <a:pt x="65474" y="14721"/>
                  <a:pt x="65982" y="15750"/>
                  <a:pt x="66999" y="16605"/>
                </a:cubicBezTo>
                <a:cubicBezTo>
                  <a:pt x="68293" y="17691"/>
                  <a:pt x="71435" y="18825"/>
                  <a:pt x="76426" y="20005"/>
                </a:cubicBezTo>
                <a:cubicBezTo>
                  <a:pt x="81417" y="21186"/>
                  <a:pt x="85108" y="22407"/>
                  <a:pt x="87499" y="23669"/>
                </a:cubicBezTo>
                <a:cubicBezTo>
                  <a:pt x="89891" y="24931"/>
                  <a:pt x="91762" y="26656"/>
                  <a:pt x="93114" y="28843"/>
                </a:cubicBezTo>
                <a:cubicBezTo>
                  <a:pt x="94465" y="31030"/>
                  <a:pt x="95141" y="33733"/>
                  <a:pt x="95141" y="36951"/>
                </a:cubicBezTo>
                <a:cubicBezTo>
                  <a:pt x="95141" y="39868"/>
                  <a:pt x="94333" y="42599"/>
                  <a:pt x="92715" y="45146"/>
                </a:cubicBezTo>
                <a:cubicBezTo>
                  <a:pt x="91098" y="47692"/>
                  <a:pt x="88810" y="49585"/>
                  <a:pt x="85853" y="50823"/>
                </a:cubicBezTo>
                <a:cubicBezTo>
                  <a:pt x="82895" y="52062"/>
                  <a:pt x="79210" y="52681"/>
                  <a:pt x="74797" y="52681"/>
                </a:cubicBezTo>
                <a:cubicBezTo>
                  <a:pt x="68374" y="52681"/>
                  <a:pt x="63440" y="51193"/>
                  <a:pt x="59998" y="48218"/>
                </a:cubicBezTo>
                <a:cubicBezTo>
                  <a:pt x="56555" y="45244"/>
                  <a:pt x="54499" y="40908"/>
                  <a:pt x="53829" y="35213"/>
                </a:cubicBezTo>
                <a:close/>
                <a:moveTo>
                  <a:pt x="140413" y="51710"/>
                </a:moveTo>
                <a:lnTo>
                  <a:pt x="140413" y="41451"/>
                </a:lnTo>
                <a:lnTo>
                  <a:pt x="119618" y="41451"/>
                </a:lnTo>
                <a:lnTo>
                  <a:pt x="119618" y="32960"/>
                </a:lnTo>
                <a:lnTo>
                  <a:pt x="141660" y="693"/>
                </a:lnTo>
                <a:lnTo>
                  <a:pt x="149840" y="693"/>
                </a:lnTo>
                <a:lnTo>
                  <a:pt x="149840" y="32925"/>
                </a:lnTo>
                <a:lnTo>
                  <a:pt x="156147" y="32925"/>
                </a:lnTo>
                <a:lnTo>
                  <a:pt x="156147" y="41451"/>
                </a:lnTo>
                <a:lnTo>
                  <a:pt x="149840" y="41451"/>
                </a:lnTo>
                <a:lnTo>
                  <a:pt x="149840" y="51710"/>
                </a:lnTo>
                <a:lnTo>
                  <a:pt x="140413" y="51710"/>
                </a:lnTo>
                <a:moveTo>
                  <a:pt x="140413" y="32925"/>
                </a:moveTo>
                <a:lnTo>
                  <a:pt x="140413" y="15581"/>
                </a:lnTo>
                <a:lnTo>
                  <a:pt x="128733" y="32925"/>
                </a:lnTo>
                <a:lnTo>
                  <a:pt x="140413" y="32925"/>
                </a:lnTo>
                <a:close/>
                <a:moveTo>
                  <a:pt x="177212" y="693"/>
                </a:moveTo>
                <a:cubicBezTo>
                  <a:pt x="182134" y="693"/>
                  <a:pt x="185981" y="2450"/>
                  <a:pt x="188754" y="5964"/>
                </a:cubicBezTo>
                <a:cubicBezTo>
                  <a:pt x="192058" y="10126"/>
                  <a:pt x="193710" y="17028"/>
                  <a:pt x="193710" y="26670"/>
                </a:cubicBezTo>
                <a:cubicBezTo>
                  <a:pt x="193710" y="36288"/>
                  <a:pt x="192046" y="43201"/>
                  <a:pt x="188719" y="47409"/>
                </a:cubicBezTo>
                <a:cubicBezTo>
                  <a:pt x="185969" y="50877"/>
                  <a:pt x="182134" y="52611"/>
                  <a:pt x="177212" y="52611"/>
                </a:cubicBezTo>
                <a:cubicBezTo>
                  <a:pt x="172268" y="52611"/>
                  <a:pt x="168282" y="50710"/>
                  <a:pt x="165255" y="46907"/>
                </a:cubicBezTo>
                <a:cubicBezTo>
                  <a:pt x="162228" y="43103"/>
                  <a:pt x="160715" y="36323"/>
                  <a:pt x="160715" y="26566"/>
                </a:cubicBezTo>
                <a:cubicBezTo>
                  <a:pt x="160715" y="16993"/>
                  <a:pt x="162379" y="10103"/>
                  <a:pt x="165706" y="5895"/>
                </a:cubicBezTo>
                <a:cubicBezTo>
                  <a:pt x="168455" y="2427"/>
                  <a:pt x="172291" y="693"/>
                  <a:pt x="177212" y="693"/>
                </a:cubicBezTo>
                <a:moveTo>
                  <a:pt x="177212" y="8803"/>
                </a:moveTo>
                <a:cubicBezTo>
                  <a:pt x="176034" y="8803"/>
                  <a:pt x="174983" y="9178"/>
                  <a:pt x="174058" y="9929"/>
                </a:cubicBezTo>
                <a:cubicBezTo>
                  <a:pt x="173134" y="10679"/>
                  <a:pt x="172418" y="12023"/>
                  <a:pt x="171910" y="13962"/>
                </a:cubicBezTo>
                <a:cubicBezTo>
                  <a:pt x="171239" y="16478"/>
                  <a:pt x="170904" y="20714"/>
                  <a:pt x="170904" y="26670"/>
                </a:cubicBezTo>
                <a:cubicBezTo>
                  <a:pt x="170904" y="32625"/>
                  <a:pt x="171205" y="36717"/>
                  <a:pt x="171806" y="38944"/>
                </a:cubicBezTo>
                <a:cubicBezTo>
                  <a:pt x="172406" y="41172"/>
                  <a:pt x="173163" y="42655"/>
                  <a:pt x="174076" y="43393"/>
                </a:cubicBezTo>
                <a:cubicBezTo>
                  <a:pt x="174988" y="44132"/>
                  <a:pt x="176034" y="44501"/>
                  <a:pt x="177212" y="44501"/>
                </a:cubicBezTo>
                <a:cubicBezTo>
                  <a:pt x="178391" y="44501"/>
                  <a:pt x="179442" y="44126"/>
                  <a:pt x="180366" y="43376"/>
                </a:cubicBezTo>
                <a:cubicBezTo>
                  <a:pt x="181290" y="42626"/>
                  <a:pt x="182007" y="41281"/>
                  <a:pt x="182515" y="39343"/>
                </a:cubicBezTo>
                <a:cubicBezTo>
                  <a:pt x="183185" y="36849"/>
                  <a:pt x="183520" y="32625"/>
                  <a:pt x="183520" y="26670"/>
                </a:cubicBezTo>
                <a:cubicBezTo>
                  <a:pt x="183520" y="20714"/>
                  <a:pt x="183220" y="16623"/>
                  <a:pt x="182619" y="14395"/>
                </a:cubicBezTo>
                <a:cubicBezTo>
                  <a:pt x="182018" y="12168"/>
                  <a:pt x="181262" y="10679"/>
                  <a:pt x="180349" y="9929"/>
                </a:cubicBezTo>
                <a:cubicBezTo>
                  <a:pt x="179436" y="9178"/>
                  <a:pt x="178391" y="8803"/>
                  <a:pt x="177212" y="8803"/>
                </a:cubicBezTo>
                <a:close/>
                <a:moveTo>
                  <a:pt x="200322" y="38644"/>
                </a:moveTo>
                <a:lnTo>
                  <a:pt x="210026" y="37639"/>
                </a:lnTo>
                <a:cubicBezTo>
                  <a:pt x="210303" y="39834"/>
                  <a:pt x="211124" y="41573"/>
                  <a:pt x="212487" y="42855"/>
                </a:cubicBezTo>
                <a:cubicBezTo>
                  <a:pt x="213850" y="44137"/>
                  <a:pt x="215421" y="44779"/>
                  <a:pt x="217200" y="44779"/>
                </a:cubicBezTo>
                <a:cubicBezTo>
                  <a:pt x="219234" y="44779"/>
                  <a:pt x="220955" y="43951"/>
                  <a:pt x="222364" y="42296"/>
                </a:cubicBezTo>
                <a:cubicBezTo>
                  <a:pt x="223774" y="40641"/>
                  <a:pt x="224479" y="38147"/>
                  <a:pt x="224479" y="34814"/>
                </a:cubicBezTo>
                <a:cubicBezTo>
                  <a:pt x="224479" y="31689"/>
                  <a:pt x="223780" y="29346"/>
                  <a:pt x="222382" y="27783"/>
                </a:cubicBezTo>
                <a:cubicBezTo>
                  <a:pt x="220984" y="26220"/>
                  <a:pt x="219164" y="25439"/>
                  <a:pt x="216923" y="25439"/>
                </a:cubicBezTo>
                <a:cubicBezTo>
                  <a:pt x="214127" y="25439"/>
                  <a:pt x="211620" y="26687"/>
                  <a:pt x="209402" y="29182"/>
                </a:cubicBezTo>
                <a:lnTo>
                  <a:pt x="201500" y="28028"/>
                </a:lnTo>
                <a:lnTo>
                  <a:pt x="206491" y="1525"/>
                </a:lnTo>
                <a:lnTo>
                  <a:pt x="232242" y="1525"/>
                </a:lnTo>
                <a:lnTo>
                  <a:pt x="232242" y="10675"/>
                </a:lnTo>
                <a:lnTo>
                  <a:pt x="213873" y="10675"/>
                </a:lnTo>
                <a:lnTo>
                  <a:pt x="212348" y="19299"/>
                </a:lnTo>
                <a:cubicBezTo>
                  <a:pt x="214520" y="18217"/>
                  <a:pt x="216738" y="17676"/>
                  <a:pt x="219003" y="17676"/>
                </a:cubicBezTo>
                <a:cubicBezTo>
                  <a:pt x="223323" y="17676"/>
                  <a:pt x="226986" y="19250"/>
                  <a:pt x="229989" y="22399"/>
                </a:cubicBezTo>
                <a:cubicBezTo>
                  <a:pt x="232993" y="25547"/>
                  <a:pt x="234495" y="29633"/>
                  <a:pt x="234495" y="34657"/>
                </a:cubicBezTo>
                <a:cubicBezTo>
                  <a:pt x="234495" y="38848"/>
                  <a:pt x="233282" y="42587"/>
                  <a:pt x="230856" y="45875"/>
                </a:cubicBezTo>
                <a:cubicBezTo>
                  <a:pt x="227552" y="50366"/>
                  <a:pt x="222965" y="52611"/>
                  <a:pt x="217096" y="52611"/>
                </a:cubicBezTo>
                <a:cubicBezTo>
                  <a:pt x="212406" y="52611"/>
                  <a:pt x="208582" y="51349"/>
                  <a:pt x="205624" y="48825"/>
                </a:cubicBezTo>
                <a:cubicBezTo>
                  <a:pt x="202667" y="46300"/>
                  <a:pt x="200899" y="42906"/>
                  <a:pt x="200322" y="38644"/>
                </a:cubicBezTo>
                <a:close/>
                <a:moveTo>
                  <a:pt x="272611" y="13447"/>
                </a:moveTo>
                <a:lnTo>
                  <a:pt x="263184" y="14487"/>
                </a:lnTo>
                <a:cubicBezTo>
                  <a:pt x="262953" y="12546"/>
                  <a:pt x="262352" y="11114"/>
                  <a:pt x="261382" y="10190"/>
                </a:cubicBezTo>
                <a:cubicBezTo>
                  <a:pt x="260411" y="9265"/>
                  <a:pt x="259152" y="8803"/>
                  <a:pt x="257604" y="8803"/>
                </a:cubicBezTo>
                <a:cubicBezTo>
                  <a:pt x="255548" y="8803"/>
                  <a:pt x="253809" y="9731"/>
                  <a:pt x="252388" y="11586"/>
                </a:cubicBezTo>
                <a:cubicBezTo>
                  <a:pt x="250967" y="13441"/>
                  <a:pt x="250072" y="17296"/>
                  <a:pt x="249702" y="23152"/>
                </a:cubicBezTo>
                <a:cubicBezTo>
                  <a:pt x="252128" y="20287"/>
                  <a:pt x="255143" y="18854"/>
                  <a:pt x="258748" y="18854"/>
                </a:cubicBezTo>
                <a:cubicBezTo>
                  <a:pt x="262814" y="18854"/>
                  <a:pt x="266297" y="20398"/>
                  <a:pt x="269197" y="23484"/>
                </a:cubicBezTo>
                <a:cubicBezTo>
                  <a:pt x="272097" y="26571"/>
                  <a:pt x="273547" y="30556"/>
                  <a:pt x="273547" y="35439"/>
                </a:cubicBezTo>
                <a:cubicBezTo>
                  <a:pt x="273547" y="40622"/>
                  <a:pt x="272022" y="44780"/>
                  <a:pt x="268972" y="47913"/>
                </a:cubicBezTo>
                <a:cubicBezTo>
                  <a:pt x="265922" y="51045"/>
                  <a:pt x="262006" y="52611"/>
                  <a:pt x="257223" y="52611"/>
                </a:cubicBezTo>
                <a:cubicBezTo>
                  <a:pt x="252093" y="52611"/>
                  <a:pt x="247877" y="50617"/>
                  <a:pt x="244572" y="46630"/>
                </a:cubicBezTo>
                <a:cubicBezTo>
                  <a:pt x="241268" y="42641"/>
                  <a:pt x="239616" y="36103"/>
                  <a:pt x="239616" y="27016"/>
                </a:cubicBezTo>
                <a:cubicBezTo>
                  <a:pt x="239616" y="17699"/>
                  <a:pt x="241338" y="10982"/>
                  <a:pt x="244780" y="6867"/>
                </a:cubicBezTo>
                <a:cubicBezTo>
                  <a:pt x="248223" y="2751"/>
                  <a:pt x="252694" y="693"/>
                  <a:pt x="258193" y="693"/>
                </a:cubicBezTo>
                <a:cubicBezTo>
                  <a:pt x="262052" y="693"/>
                  <a:pt x="265246" y="1782"/>
                  <a:pt x="267776" y="3961"/>
                </a:cubicBezTo>
                <a:cubicBezTo>
                  <a:pt x="270306" y="6138"/>
                  <a:pt x="271918" y="9301"/>
                  <a:pt x="272611" y="13447"/>
                </a:cubicBezTo>
                <a:moveTo>
                  <a:pt x="250534" y="34681"/>
                </a:moveTo>
                <a:cubicBezTo>
                  <a:pt x="250534" y="37817"/>
                  <a:pt x="251261" y="40238"/>
                  <a:pt x="252717" y="41943"/>
                </a:cubicBezTo>
                <a:cubicBezTo>
                  <a:pt x="254173" y="43649"/>
                  <a:pt x="255836" y="44501"/>
                  <a:pt x="257708" y="44501"/>
                </a:cubicBezTo>
                <a:cubicBezTo>
                  <a:pt x="259510" y="44501"/>
                  <a:pt x="261012" y="43803"/>
                  <a:pt x="262214" y="42407"/>
                </a:cubicBezTo>
                <a:cubicBezTo>
                  <a:pt x="263415" y="41010"/>
                  <a:pt x="264016" y="38721"/>
                  <a:pt x="264016" y="35540"/>
                </a:cubicBezTo>
                <a:cubicBezTo>
                  <a:pt x="264016" y="32266"/>
                  <a:pt x="263369" y="29868"/>
                  <a:pt x="262075" y="28346"/>
                </a:cubicBezTo>
                <a:cubicBezTo>
                  <a:pt x="260781" y="26824"/>
                  <a:pt x="259164" y="26063"/>
                  <a:pt x="257223" y="26063"/>
                </a:cubicBezTo>
                <a:cubicBezTo>
                  <a:pt x="255351" y="26063"/>
                  <a:pt x="253768" y="26790"/>
                  <a:pt x="252475" y="28243"/>
                </a:cubicBezTo>
                <a:cubicBezTo>
                  <a:pt x="251181" y="29697"/>
                  <a:pt x="250534" y="31843"/>
                  <a:pt x="250534" y="34681"/>
                </a:cubicBezTo>
                <a:close/>
                <a:moveTo>
                  <a:pt x="278703" y="38228"/>
                </a:moveTo>
                <a:lnTo>
                  <a:pt x="288130" y="37084"/>
                </a:lnTo>
                <a:cubicBezTo>
                  <a:pt x="288431" y="39487"/>
                  <a:pt x="289239" y="41324"/>
                  <a:pt x="290556" y="42595"/>
                </a:cubicBezTo>
                <a:cubicBezTo>
                  <a:pt x="291873" y="43866"/>
                  <a:pt x="293468" y="44501"/>
                  <a:pt x="295339" y="44501"/>
                </a:cubicBezTo>
                <a:cubicBezTo>
                  <a:pt x="297349" y="44501"/>
                  <a:pt x="299042" y="43739"/>
                  <a:pt x="300417" y="42214"/>
                </a:cubicBezTo>
                <a:cubicBezTo>
                  <a:pt x="301791" y="40689"/>
                  <a:pt x="302479" y="38633"/>
                  <a:pt x="302479" y="36045"/>
                </a:cubicBezTo>
                <a:cubicBezTo>
                  <a:pt x="302479" y="33595"/>
                  <a:pt x="301820" y="31655"/>
                  <a:pt x="300503" y="30222"/>
                </a:cubicBezTo>
                <a:cubicBezTo>
                  <a:pt x="299186" y="28790"/>
                  <a:pt x="297580" y="28073"/>
                  <a:pt x="295686" y="28073"/>
                </a:cubicBezTo>
                <a:cubicBezTo>
                  <a:pt x="294438" y="28073"/>
                  <a:pt x="292948" y="28316"/>
                  <a:pt x="291215" y="28801"/>
                </a:cubicBezTo>
                <a:lnTo>
                  <a:pt x="292289" y="20934"/>
                </a:lnTo>
                <a:cubicBezTo>
                  <a:pt x="294923" y="21003"/>
                  <a:pt x="296933" y="20433"/>
                  <a:pt x="298320" y="19223"/>
                </a:cubicBezTo>
                <a:cubicBezTo>
                  <a:pt x="299706" y="18013"/>
                  <a:pt x="300399" y="16406"/>
                  <a:pt x="300399" y="14402"/>
                </a:cubicBezTo>
                <a:cubicBezTo>
                  <a:pt x="300399" y="12697"/>
                  <a:pt x="299891" y="11338"/>
                  <a:pt x="298874" y="10324"/>
                </a:cubicBezTo>
                <a:cubicBezTo>
                  <a:pt x="297858" y="9310"/>
                  <a:pt x="296506" y="8803"/>
                  <a:pt x="294819" y="8803"/>
                </a:cubicBezTo>
                <a:cubicBezTo>
                  <a:pt x="293156" y="8803"/>
                  <a:pt x="291735" y="9381"/>
                  <a:pt x="290556" y="10536"/>
                </a:cubicBezTo>
                <a:cubicBezTo>
                  <a:pt x="289378" y="11691"/>
                  <a:pt x="288662" y="13378"/>
                  <a:pt x="288408" y="15596"/>
                </a:cubicBezTo>
                <a:lnTo>
                  <a:pt x="279431" y="14071"/>
                </a:lnTo>
                <a:cubicBezTo>
                  <a:pt x="280055" y="10974"/>
                  <a:pt x="280996" y="8500"/>
                  <a:pt x="282256" y="6649"/>
                </a:cubicBezTo>
                <a:cubicBezTo>
                  <a:pt x="283515" y="4798"/>
                  <a:pt x="285271" y="3342"/>
                  <a:pt x="287524" y="2283"/>
                </a:cubicBezTo>
                <a:cubicBezTo>
                  <a:pt x="289777" y="1223"/>
                  <a:pt x="292301" y="693"/>
                  <a:pt x="295097" y="693"/>
                </a:cubicBezTo>
                <a:cubicBezTo>
                  <a:pt x="299879" y="693"/>
                  <a:pt x="303715" y="2220"/>
                  <a:pt x="306603" y="5275"/>
                </a:cubicBezTo>
                <a:cubicBezTo>
                  <a:pt x="308983" y="7774"/>
                  <a:pt x="310173" y="10598"/>
                  <a:pt x="310173" y="13744"/>
                </a:cubicBezTo>
                <a:cubicBezTo>
                  <a:pt x="310173" y="18210"/>
                  <a:pt x="307735" y="21774"/>
                  <a:pt x="302860" y="24435"/>
                </a:cubicBezTo>
                <a:cubicBezTo>
                  <a:pt x="305771" y="25059"/>
                  <a:pt x="308099" y="26457"/>
                  <a:pt x="309844" y="28629"/>
                </a:cubicBezTo>
                <a:cubicBezTo>
                  <a:pt x="311588" y="30801"/>
                  <a:pt x="312460" y="33423"/>
                  <a:pt x="312460" y="36496"/>
                </a:cubicBezTo>
                <a:cubicBezTo>
                  <a:pt x="312460" y="40955"/>
                  <a:pt x="310831" y="44755"/>
                  <a:pt x="307574" y="47898"/>
                </a:cubicBezTo>
                <a:cubicBezTo>
                  <a:pt x="304316" y="51040"/>
                  <a:pt x="300261" y="52611"/>
                  <a:pt x="295409" y="52611"/>
                </a:cubicBezTo>
                <a:cubicBezTo>
                  <a:pt x="290811" y="52611"/>
                  <a:pt x="286998" y="51285"/>
                  <a:pt x="283971" y="48633"/>
                </a:cubicBezTo>
                <a:cubicBezTo>
                  <a:pt x="280944" y="45981"/>
                  <a:pt x="279188" y="42513"/>
                  <a:pt x="278703" y="382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08C01F-4BF2-4CA0-8413-ADEF779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807" y="7629723"/>
            <a:ext cx="430614" cy="142907"/>
          </a:xfrm>
          <a:custGeom xmlns:a="http://schemas.openxmlformats.org/drawingml/2006/main">
            <a:pathLst>
              <a:path w="430614" h="142907">
                <a:moveTo>
                  <a:pt x="0" y="0"/>
                </a:moveTo>
                <a:lnTo>
                  <a:pt x="430614" y="0"/>
                </a:lnTo>
                <a:lnTo>
                  <a:pt x="430614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8E134-3705-4882-9CE6-AEE0F7E9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55" y="7623532"/>
            <a:ext cx="442444" cy="154571"/>
          </a:xfrm>
          <a:custGeom xmlns:a="http://schemas.openxmlformats.org/drawingml/2006/main">
            <a:pathLst>
              <a:path w="442444" h="154571">
                <a:moveTo>
                  <a:pt x="4598" y="142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56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2"/>
                </a:lnTo>
                <a:lnTo>
                  <a:pt x="5915" y="154571"/>
                </a:lnTo>
                <a:lnTo>
                  <a:pt x="436529" y="154571"/>
                </a:lnTo>
                <a:lnTo>
                  <a:pt x="437846" y="154422"/>
                </a:lnTo>
                <a:lnTo>
                  <a:pt x="439092" y="153988"/>
                </a:lnTo>
                <a:lnTo>
                  <a:pt x="440220" y="153286"/>
                </a:lnTo>
                <a:lnTo>
                  <a:pt x="441150" y="152347"/>
                </a:lnTo>
                <a:lnTo>
                  <a:pt x="441860" y="151227"/>
                </a:lnTo>
                <a:lnTo>
                  <a:pt x="442294" y="149973"/>
                </a:lnTo>
                <a:lnTo>
                  <a:pt x="442444" y="148656"/>
                </a:lnTo>
                <a:lnTo>
                  <a:pt x="442444" y="5915"/>
                </a:lnTo>
                <a:lnTo>
                  <a:pt x="442294" y="4598"/>
                </a:lnTo>
                <a:lnTo>
                  <a:pt x="441860" y="3344"/>
                </a:lnTo>
                <a:lnTo>
                  <a:pt x="441150" y="2224"/>
                </a:lnTo>
                <a:lnTo>
                  <a:pt x="440220" y="1286"/>
                </a:lnTo>
                <a:lnTo>
                  <a:pt x="439092" y="584"/>
                </a:lnTo>
                <a:lnTo>
                  <a:pt x="437846" y="142"/>
                </a:lnTo>
                <a:lnTo>
                  <a:pt x="436529" y="0"/>
                </a:lnTo>
                <a:lnTo>
                  <a:pt x="5915" y="0"/>
                </a:lnTo>
                <a:lnTo>
                  <a:pt x="4598" y="142"/>
                </a:lnTo>
                <a:close/>
                <a:moveTo>
                  <a:pt x="430614" y="142741"/>
                </a:moveTo>
                <a:lnTo>
                  <a:pt x="11830" y="142741"/>
                </a:lnTo>
                <a:lnTo>
                  <a:pt x="11830" y="11830"/>
                </a:lnTo>
                <a:lnTo>
                  <a:pt x="430614" y="11830"/>
                </a:lnTo>
                <a:lnTo>
                  <a:pt x="430614" y="142741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Text 63535">
            <a:extLst xmlns:a="http://schemas.openxmlformats.org/drawingml/2006/main">
              <a:ext uri="{FF2B5EF4-FFF2-40B4-BE49-F238E27FC236}">
                <a16:creationId xmlns:a16="http://schemas.microsoft.com/office/drawing/2014/main" id="{7468B524-2D56-4B3C-9ECD-CAC2FF1F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308" y="7674648"/>
            <a:ext cx="192046" cy="51918"/>
          </a:xfrm>
          <a:custGeom xmlns:a="http://schemas.openxmlformats.org/drawingml/2006/main">
            <a:pathLst>
              <a:path w="192046" h="51918">
                <a:moveTo>
                  <a:pt x="32995" y="12754"/>
                </a:moveTo>
                <a:lnTo>
                  <a:pt x="23568" y="13794"/>
                </a:lnTo>
                <a:cubicBezTo>
                  <a:pt x="23337" y="11853"/>
                  <a:pt x="22736" y="10421"/>
                  <a:pt x="21765" y="9496"/>
                </a:cubicBezTo>
                <a:cubicBezTo>
                  <a:pt x="20795" y="8572"/>
                  <a:pt x="19536" y="8110"/>
                  <a:pt x="17988" y="8110"/>
                </a:cubicBezTo>
                <a:cubicBezTo>
                  <a:pt x="15931" y="8110"/>
                  <a:pt x="14193" y="9038"/>
                  <a:pt x="12772" y="10892"/>
                </a:cubicBezTo>
                <a:cubicBezTo>
                  <a:pt x="11351" y="12747"/>
                  <a:pt x="10455" y="16603"/>
                  <a:pt x="10086" y="22459"/>
                </a:cubicBezTo>
                <a:cubicBezTo>
                  <a:pt x="12512" y="19594"/>
                  <a:pt x="15527" y="18161"/>
                  <a:pt x="19131" y="18161"/>
                </a:cubicBezTo>
                <a:cubicBezTo>
                  <a:pt x="23198" y="18161"/>
                  <a:pt x="26681" y="19704"/>
                  <a:pt x="29581" y="22791"/>
                </a:cubicBezTo>
                <a:cubicBezTo>
                  <a:pt x="32481" y="25878"/>
                  <a:pt x="33931" y="29863"/>
                  <a:pt x="33931" y="34746"/>
                </a:cubicBezTo>
                <a:cubicBezTo>
                  <a:pt x="33931" y="39929"/>
                  <a:pt x="32406" y="44087"/>
                  <a:pt x="29356" y="47220"/>
                </a:cubicBezTo>
                <a:cubicBezTo>
                  <a:pt x="26306" y="50352"/>
                  <a:pt x="22389" y="51918"/>
                  <a:pt x="17606" y="51918"/>
                </a:cubicBezTo>
                <a:cubicBezTo>
                  <a:pt x="12477" y="51918"/>
                  <a:pt x="8260" y="49924"/>
                  <a:pt x="4956" y="45936"/>
                </a:cubicBezTo>
                <a:cubicBezTo>
                  <a:pt x="1652" y="41948"/>
                  <a:pt x="0" y="35410"/>
                  <a:pt x="0" y="26323"/>
                </a:cubicBezTo>
                <a:cubicBezTo>
                  <a:pt x="0" y="17006"/>
                  <a:pt x="1721" y="10289"/>
                  <a:pt x="5164" y="6174"/>
                </a:cubicBezTo>
                <a:cubicBezTo>
                  <a:pt x="8607" y="2058"/>
                  <a:pt x="13078" y="0"/>
                  <a:pt x="18577" y="0"/>
                </a:cubicBezTo>
                <a:cubicBezTo>
                  <a:pt x="22436" y="0"/>
                  <a:pt x="25630" y="1089"/>
                  <a:pt x="28160" y="3268"/>
                </a:cubicBezTo>
                <a:cubicBezTo>
                  <a:pt x="30690" y="5445"/>
                  <a:pt x="32302" y="8608"/>
                  <a:pt x="32995" y="12754"/>
                </a:cubicBezTo>
                <a:moveTo>
                  <a:pt x="10917" y="33988"/>
                </a:moveTo>
                <a:cubicBezTo>
                  <a:pt x="10917" y="37124"/>
                  <a:pt x="11645" y="39544"/>
                  <a:pt x="13101" y="41250"/>
                </a:cubicBezTo>
                <a:cubicBezTo>
                  <a:pt x="14557" y="42955"/>
                  <a:pt x="16220" y="43808"/>
                  <a:pt x="18092" y="43808"/>
                </a:cubicBezTo>
                <a:cubicBezTo>
                  <a:pt x="19894" y="43808"/>
                  <a:pt x="21396" y="43110"/>
                  <a:pt x="22597" y="41713"/>
                </a:cubicBezTo>
                <a:cubicBezTo>
                  <a:pt x="23799" y="40317"/>
                  <a:pt x="24399" y="38028"/>
                  <a:pt x="24399" y="34847"/>
                </a:cubicBezTo>
                <a:cubicBezTo>
                  <a:pt x="24399" y="31573"/>
                  <a:pt x="23753" y="29175"/>
                  <a:pt x="22459" y="27653"/>
                </a:cubicBezTo>
                <a:cubicBezTo>
                  <a:pt x="21165" y="26131"/>
                  <a:pt x="19547" y="25370"/>
                  <a:pt x="17606" y="25370"/>
                </a:cubicBezTo>
                <a:cubicBezTo>
                  <a:pt x="15735" y="25370"/>
                  <a:pt x="14152" y="26097"/>
                  <a:pt x="12858" y="27550"/>
                </a:cubicBezTo>
                <a:cubicBezTo>
                  <a:pt x="11564" y="29004"/>
                  <a:pt x="10917" y="31150"/>
                  <a:pt x="10917" y="33988"/>
                </a:cubicBezTo>
                <a:close/>
                <a:moveTo>
                  <a:pt x="39087" y="37535"/>
                </a:moveTo>
                <a:lnTo>
                  <a:pt x="48514" y="36391"/>
                </a:lnTo>
                <a:cubicBezTo>
                  <a:pt x="48814" y="38794"/>
                  <a:pt x="49623" y="40631"/>
                  <a:pt x="50940" y="41902"/>
                </a:cubicBezTo>
                <a:cubicBezTo>
                  <a:pt x="52257" y="43173"/>
                  <a:pt x="53851" y="43808"/>
                  <a:pt x="55723" y="43808"/>
                </a:cubicBezTo>
                <a:cubicBezTo>
                  <a:pt x="57733" y="43808"/>
                  <a:pt x="59426" y="43046"/>
                  <a:pt x="60800" y="41521"/>
                </a:cubicBezTo>
                <a:cubicBezTo>
                  <a:pt x="62175" y="39996"/>
                  <a:pt x="62863" y="37939"/>
                  <a:pt x="62863" y="35352"/>
                </a:cubicBezTo>
                <a:cubicBezTo>
                  <a:pt x="62863" y="32902"/>
                  <a:pt x="62204" y="30961"/>
                  <a:pt x="60887" y="29529"/>
                </a:cubicBezTo>
                <a:cubicBezTo>
                  <a:pt x="59570" y="28096"/>
                  <a:pt x="57964" y="27380"/>
                  <a:pt x="56070" y="27380"/>
                </a:cubicBezTo>
                <a:cubicBezTo>
                  <a:pt x="54822" y="27380"/>
                  <a:pt x="53331" y="27623"/>
                  <a:pt x="51599" y="28108"/>
                </a:cubicBezTo>
                <a:lnTo>
                  <a:pt x="52673" y="20240"/>
                </a:lnTo>
                <a:cubicBezTo>
                  <a:pt x="55307" y="20310"/>
                  <a:pt x="57317" y="19740"/>
                  <a:pt x="58704" y="18530"/>
                </a:cubicBezTo>
                <a:cubicBezTo>
                  <a:pt x="60090" y="17320"/>
                  <a:pt x="60783" y="15713"/>
                  <a:pt x="60783" y="13708"/>
                </a:cubicBezTo>
                <a:cubicBezTo>
                  <a:pt x="60783" y="12004"/>
                  <a:pt x="60275" y="10644"/>
                  <a:pt x="59258" y="9631"/>
                </a:cubicBezTo>
                <a:cubicBezTo>
                  <a:pt x="58241" y="8617"/>
                  <a:pt x="56890" y="8110"/>
                  <a:pt x="55203" y="8110"/>
                </a:cubicBezTo>
                <a:cubicBezTo>
                  <a:pt x="53539" y="8110"/>
                  <a:pt x="52118" y="8688"/>
                  <a:pt x="50940" y="9843"/>
                </a:cubicBezTo>
                <a:cubicBezTo>
                  <a:pt x="49762" y="10998"/>
                  <a:pt x="49045" y="12685"/>
                  <a:pt x="48791" y="14903"/>
                </a:cubicBezTo>
                <a:lnTo>
                  <a:pt x="39815" y="13378"/>
                </a:lnTo>
                <a:cubicBezTo>
                  <a:pt x="40439" y="10281"/>
                  <a:pt x="41380" y="7807"/>
                  <a:pt x="42639" y="5956"/>
                </a:cubicBezTo>
                <a:cubicBezTo>
                  <a:pt x="43899" y="4104"/>
                  <a:pt x="45655" y="2649"/>
                  <a:pt x="47907" y="1590"/>
                </a:cubicBezTo>
                <a:cubicBezTo>
                  <a:pt x="50160" y="530"/>
                  <a:pt x="52685" y="0"/>
                  <a:pt x="55480" y="0"/>
                </a:cubicBezTo>
                <a:cubicBezTo>
                  <a:pt x="60263" y="0"/>
                  <a:pt x="64099" y="1527"/>
                  <a:pt x="66987" y="4581"/>
                </a:cubicBezTo>
                <a:cubicBezTo>
                  <a:pt x="69367" y="7081"/>
                  <a:pt x="70557" y="9904"/>
                  <a:pt x="70557" y="13051"/>
                </a:cubicBezTo>
                <a:cubicBezTo>
                  <a:pt x="70557" y="17517"/>
                  <a:pt x="68119" y="21081"/>
                  <a:pt x="63244" y="23742"/>
                </a:cubicBezTo>
                <a:cubicBezTo>
                  <a:pt x="66155" y="24366"/>
                  <a:pt x="68483" y="25764"/>
                  <a:pt x="70227" y="27936"/>
                </a:cubicBezTo>
                <a:cubicBezTo>
                  <a:pt x="71972" y="30108"/>
                  <a:pt x="72844" y="32730"/>
                  <a:pt x="72844" y="35803"/>
                </a:cubicBezTo>
                <a:cubicBezTo>
                  <a:pt x="72844" y="40262"/>
                  <a:pt x="71215" y="44062"/>
                  <a:pt x="67957" y="47205"/>
                </a:cubicBezTo>
                <a:cubicBezTo>
                  <a:pt x="64699" y="50347"/>
                  <a:pt x="60644" y="51918"/>
                  <a:pt x="55792" y="51918"/>
                </a:cubicBezTo>
                <a:cubicBezTo>
                  <a:pt x="51194" y="51918"/>
                  <a:pt x="47382" y="50592"/>
                  <a:pt x="44355" y="47940"/>
                </a:cubicBezTo>
                <a:cubicBezTo>
                  <a:pt x="41328" y="45288"/>
                  <a:pt x="39572" y="41820"/>
                  <a:pt x="39087" y="37535"/>
                </a:cubicBezTo>
                <a:close/>
                <a:moveTo>
                  <a:pt x="79006" y="37951"/>
                </a:moveTo>
                <a:lnTo>
                  <a:pt x="88710" y="36946"/>
                </a:lnTo>
                <a:cubicBezTo>
                  <a:pt x="88987" y="39141"/>
                  <a:pt x="89807" y="40880"/>
                  <a:pt x="91171" y="42162"/>
                </a:cubicBezTo>
                <a:cubicBezTo>
                  <a:pt x="92534" y="43444"/>
                  <a:pt x="94105" y="44085"/>
                  <a:pt x="95884" y="44085"/>
                </a:cubicBezTo>
                <a:cubicBezTo>
                  <a:pt x="97918" y="44085"/>
                  <a:pt x="99639" y="43258"/>
                  <a:pt x="101048" y="41603"/>
                </a:cubicBezTo>
                <a:cubicBezTo>
                  <a:pt x="102458" y="39948"/>
                  <a:pt x="103163" y="37454"/>
                  <a:pt x="103163" y="34121"/>
                </a:cubicBezTo>
                <a:cubicBezTo>
                  <a:pt x="103163" y="30996"/>
                  <a:pt x="102464" y="28652"/>
                  <a:pt x="101066" y="27090"/>
                </a:cubicBezTo>
                <a:cubicBezTo>
                  <a:pt x="99668" y="25527"/>
                  <a:pt x="97848" y="24746"/>
                  <a:pt x="95607" y="24746"/>
                </a:cubicBezTo>
                <a:cubicBezTo>
                  <a:pt x="92811" y="24746"/>
                  <a:pt x="90304" y="25994"/>
                  <a:pt x="88086" y="28489"/>
                </a:cubicBezTo>
                <a:lnTo>
                  <a:pt x="80184" y="27335"/>
                </a:lnTo>
                <a:lnTo>
                  <a:pt x="85175" y="832"/>
                </a:lnTo>
                <a:lnTo>
                  <a:pt x="110926" y="832"/>
                </a:lnTo>
                <a:lnTo>
                  <a:pt x="110926" y="9982"/>
                </a:lnTo>
                <a:lnTo>
                  <a:pt x="92557" y="9982"/>
                </a:lnTo>
                <a:lnTo>
                  <a:pt x="91032" y="18606"/>
                </a:lnTo>
                <a:cubicBezTo>
                  <a:pt x="93204" y="17524"/>
                  <a:pt x="95422" y="16983"/>
                  <a:pt x="97686" y="16983"/>
                </a:cubicBezTo>
                <a:cubicBezTo>
                  <a:pt x="102007" y="16983"/>
                  <a:pt x="105669" y="18557"/>
                  <a:pt x="108673" y="21706"/>
                </a:cubicBezTo>
                <a:cubicBezTo>
                  <a:pt x="111677" y="24854"/>
                  <a:pt x="113179" y="28940"/>
                  <a:pt x="113179" y="33964"/>
                </a:cubicBezTo>
                <a:cubicBezTo>
                  <a:pt x="113179" y="38155"/>
                  <a:pt x="111966" y="41894"/>
                  <a:pt x="109540" y="45181"/>
                </a:cubicBezTo>
                <a:cubicBezTo>
                  <a:pt x="106236" y="49673"/>
                  <a:pt x="101649" y="51918"/>
                  <a:pt x="95780" y="51918"/>
                </a:cubicBezTo>
                <a:cubicBezTo>
                  <a:pt x="91090" y="51918"/>
                  <a:pt x="87266" y="50656"/>
                  <a:pt x="84308" y="48132"/>
                </a:cubicBezTo>
                <a:cubicBezTo>
                  <a:pt x="81351" y="45607"/>
                  <a:pt x="79583" y="42213"/>
                  <a:pt x="79006" y="37951"/>
                </a:cubicBezTo>
                <a:close/>
                <a:moveTo>
                  <a:pt x="117954" y="37535"/>
                </a:moveTo>
                <a:lnTo>
                  <a:pt x="127381" y="36391"/>
                </a:lnTo>
                <a:cubicBezTo>
                  <a:pt x="127681" y="38794"/>
                  <a:pt x="128490" y="40631"/>
                  <a:pt x="129807" y="41902"/>
                </a:cubicBezTo>
                <a:cubicBezTo>
                  <a:pt x="131124" y="43173"/>
                  <a:pt x="132718" y="43808"/>
                  <a:pt x="134590" y="43808"/>
                </a:cubicBezTo>
                <a:cubicBezTo>
                  <a:pt x="136600" y="43808"/>
                  <a:pt x="138293" y="43046"/>
                  <a:pt x="139667" y="41521"/>
                </a:cubicBezTo>
                <a:cubicBezTo>
                  <a:pt x="141042" y="39996"/>
                  <a:pt x="141730" y="37939"/>
                  <a:pt x="141730" y="35352"/>
                </a:cubicBezTo>
                <a:cubicBezTo>
                  <a:pt x="141730" y="32902"/>
                  <a:pt x="141071" y="30961"/>
                  <a:pt x="139754" y="29529"/>
                </a:cubicBezTo>
                <a:cubicBezTo>
                  <a:pt x="138437" y="28096"/>
                  <a:pt x="136831" y="27380"/>
                  <a:pt x="134937" y="27380"/>
                </a:cubicBezTo>
                <a:cubicBezTo>
                  <a:pt x="133689" y="27380"/>
                  <a:pt x="132198" y="27623"/>
                  <a:pt x="130466" y="28108"/>
                </a:cubicBezTo>
                <a:lnTo>
                  <a:pt x="131540" y="20240"/>
                </a:lnTo>
                <a:cubicBezTo>
                  <a:pt x="134174" y="20310"/>
                  <a:pt x="136184" y="19740"/>
                  <a:pt x="137571" y="18530"/>
                </a:cubicBezTo>
                <a:cubicBezTo>
                  <a:pt x="138957" y="17320"/>
                  <a:pt x="139650" y="15713"/>
                  <a:pt x="139650" y="13708"/>
                </a:cubicBezTo>
                <a:cubicBezTo>
                  <a:pt x="139650" y="12004"/>
                  <a:pt x="139142" y="10644"/>
                  <a:pt x="138125" y="9631"/>
                </a:cubicBezTo>
                <a:cubicBezTo>
                  <a:pt x="137108" y="8617"/>
                  <a:pt x="135757" y="8110"/>
                  <a:pt x="134070" y="8110"/>
                </a:cubicBezTo>
                <a:cubicBezTo>
                  <a:pt x="132406" y="8110"/>
                  <a:pt x="130985" y="8688"/>
                  <a:pt x="129807" y="9843"/>
                </a:cubicBezTo>
                <a:cubicBezTo>
                  <a:pt x="128629" y="10998"/>
                  <a:pt x="127912" y="12685"/>
                  <a:pt x="127658" y="14903"/>
                </a:cubicBezTo>
                <a:lnTo>
                  <a:pt x="118682" y="13378"/>
                </a:lnTo>
                <a:cubicBezTo>
                  <a:pt x="119306" y="10281"/>
                  <a:pt x="120247" y="7807"/>
                  <a:pt x="121506" y="5956"/>
                </a:cubicBezTo>
                <a:cubicBezTo>
                  <a:pt x="122766" y="4104"/>
                  <a:pt x="124522" y="2649"/>
                  <a:pt x="126774" y="1590"/>
                </a:cubicBezTo>
                <a:cubicBezTo>
                  <a:pt x="129027" y="530"/>
                  <a:pt x="131552" y="0"/>
                  <a:pt x="134347" y="0"/>
                </a:cubicBezTo>
                <a:cubicBezTo>
                  <a:pt x="139130" y="0"/>
                  <a:pt x="142966" y="1527"/>
                  <a:pt x="145854" y="4581"/>
                </a:cubicBezTo>
                <a:cubicBezTo>
                  <a:pt x="148234" y="7081"/>
                  <a:pt x="149424" y="9904"/>
                  <a:pt x="149424" y="13051"/>
                </a:cubicBezTo>
                <a:cubicBezTo>
                  <a:pt x="149424" y="17517"/>
                  <a:pt x="146986" y="21081"/>
                  <a:pt x="142111" y="23742"/>
                </a:cubicBezTo>
                <a:cubicBezTo>
                  <a:pt x="145022" y="24366"/>
                  <a:pt x="147350" y="25764"/>
                  <a:pt x="149094" y="27936"/>
                </a:cubicBezTo>
                <a:cubicBezTo>
                  <a:pt x="150839" y="30108"/>
                  <a:pt x="151711" y="32730"/>
                  <a:pt x="151711" y="35803"/>
                </a:cubicBezTo>
                <a:cubicBezTo>
                  <a:pt x="151711" y="40262"/>
                  <a:pt x="150082" y="44062"/>
                  <a:pt x="146824" y="47205"/>
                </a:cubicBezTo>
                <a:cubicBezTo>
                  <a:pt x="143566" y="50347"/>
                  <a:pt x="139511" y="51918"/>
                  <a:pt x="134659" y="51918"/>
                </a:cubicBezTo>
                <a:cubicBezTo>
                  <a:pt x="130061" y="51918"/>
                  <a:pt x="126249" y="50592"/>
                  <a:pt x="123222" y="47940"/>
                </a:cubicBezTo>
                <a:cubicBezTo>
                  <a:pt x="120195" y="45288"/>
                  <a:pt x="118439" y="41820"/>
                  <a:pt x="117954" y="37535"/>
                </a:cubicBezTo>
                <a:close/>
                <a:moveTo>
                  <a:pt x="157873" y="37951"/>
                </a:moveTo>
                <a:lnTo>
                  <a:pt x="167577" y="36946"/>
                </a:lnTo>
                <a:cubicBezTo>
                  <a:pt x="167854" y="39141"/>
                  <a:pt x="168674" y="40880"/>
                  <a:pt x="170038" y="42162"/>
                </a:cubicBezTo>
                <a:cubicBezTo>
                  <a:pt x="171401" y="43444"/>
                  <a:pt x="172972" y="44085"/>
                  <a:pt x="174751" y="44085"/>
                </a:cubicBezTo>
                <a:cubicBezTo>
                  <a:pt x="176785" y="44085"/>
                  <a:pt x="178506" y="43258"/>
                  <a:pt x="179915" y="41603"/>
                </a:cubicBezTo>
                <a:cubicBezTo>
                  <a:pt x="181325" y="39948"/>
                  <a:pt x="182030" y="37454"/>
                  <a:pt x="182030" y="34121"/>
                </a:cubicBezTo>
                <a:cubicBezTo>
                  <a:pt x="182030" y="30996"/>
                  <a:pt x="181331" y="28652"/>
                  <a:pt x="179933" y="27090"/>
                </a:cubicBezTo>
                <a:cubicBezTo>
                  <a:pt x="178535" y="25527"/>
                  <a:pt x="176715" y="24746"/>
                  <a:pt x="174474" y="24746"/>
                </a:cubicBezTo>
                <a:cubicBezTo>
                  <a:pt x="171678" y="24746"/>
                  <a:pt x="169171" y="25994"/>
                  <a:pt x="166953" y="28489"/>
                </a:cubicBezTo>
                <a:lnTo>
                  <a:pt x="159051" y="27335"/>
                </a:lnTo>
                <a:lnTo>
                  <a:pt x="164042" y="832"/>
                </a:lnTo>
                <a:lnTo>
                  <a:pt x="189793" y="832"/>
                </a:lnTo>
                <a:lnTo>
                  <a:pt x="189793" y="9982"/>
                </a:lnTo>
                <a:lnTo>
                  <a:pt x="171424" y="9982"/>
                </a:lnTo>
                <a:lnTo>
                  <a:pt x="169899" y="18606"/>
                </a:lnTo>
                <a:cubicBezTo>
                  <a:pt x="172071" y="17524"/>
                  <a:pt x="174289" y="16983"/>
                  <a:pt x="176553" y="16983"/>
                </a:cubicBezTo>
                <a:cubicBezTo>
                  <a:pt x="180874" y="16983"/>
                  <a:pt x="184536" y="18557"/>
                  <a:pt x="187540" y="21706"/>
                </a:cubicBezTo>
                <a:cubicBezTo>
                  <a:pt x="190544" y="24854"/>
                  <a:pt x="192046" y="28940"/>
                  <a:pt x="192046" y="33964"/>
                </a:cubicBezTo>
                <a:cubicBezTo>
                  <a:pt x="192046" y="38155"/>
                  <a:pt x="190833" y="41894"/>
                  <a:pt x="188407" y="45181"/>
                </a:cubicBezTo>
                <a:cubicBezTo>
                  <a:pt x="185103" y="49673"/>
                  <a:pt x="180516" y="51918"/>
                  <a:pt x="174647" y="51918"/>
                </a:cubicBezTo>
                <a:cubicBezTo>
                  <a:pt x="169957" y="51918"/>
                  <a:pt x="166133" y="50656"/>
                  <a:pt x="163175" y="48132"/>
                </a:cubicBezTo>
                <a:cubicBezTo>
                  <a:pt x="160218" y="45607"/>
                  <a:pt x="158450" y="42213"/>
                  <a:pt x="157873" y="379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CA9CF8-8F6E-483E-A987-870B8FDC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20" y="7343909"/>
            <a:ext cx="658697" cy="142907"/>
          </a:xfrm>
          <a:custGeom xmlns:a="http://schemas.openxmlformats.org/drawingml/2006/main">
            <a:pathLst>
              <a:path w="658697" h="142907">
                <a:moveTo>
                  <a:pt x="0" y="0"/>
                </a:moveTo>
                <a:lnTo>
                  <a:pt x="658697" y="0"/>
                </a:lnTo>
                <a:lnTo>
                  <a:pt x="658697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C9BD2-A9D9-4D28-BF9B-76E83A66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69" y="7338034"/>
            <a:ext cx="670764" cy="154579"/>
          </a:xfrm>
          <a:custGeom xmlns:a="http://schemas.openxmlformats.org/drawingml/2006/main">
            <a:pathLst>
              <a:path w="670764" h="154579">
                <a:moveTo>
                  <a:pt x="4598" y="150"/>
                </a:moveTo>
                <a:lnTo>
                  <a:pt x="3352" y="592"/>
                </a:lnTo>
                <a:lnTo>
                  <a:pt x="2224" y="1293"/>
                </a:lnTo>
                <a:lnTo>
                  <a:pt x="1293" y="2232"/>
                </a:lnTo>
                <a:lnTo>
                  <a:pt x="584" y="3352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81"/>
                </a:lnTo>
                <a:lnTo>
                  <a:pt x="584" y="151227"/>
                </a:lnTo>
                <a:lnTo>
                  <a:pt x="1293" y="152355"/>
                </a:lnTo>
                <a:lnTo>
                  <a:pt x="2224" y="153286"/>
                </a:lnTo>
                <a:lnTo>
                  <a:pt x="3352" y="153996"/>
                </a:lnTo>
                <a:lnTo>
                  <a:pt x="4598" y="154429"/>
                </a:lnTo>
                <a:lnTo>
                  <a:pt x="5915" y="154579"/>
                </a:lnTo>
                <a:lnTo>
                  <a:pt x="664849" y="154579"/>
                </a:lnTo>
                <a:lnTo>
                  <a:pt x="666166" y="154429"/>
                </a:lnTo>
                <a:lnTo>
                  <a:pt x="667412" y="153996"/>
                </a:lnTo>
                <a:lnTo>
                  <a:pt x="668540" y="153286"/>
                </a:lnTo>
                <a:lnTo>
                  <a:pt x="669470" y="152355"/>
                </a:lnTo>
                <a:lnTo>
                  <a:pt x="670180" y="151227"/>
                </a:lnTo>
                <a:lnTo>
                  <a:pt x="670614" y="149981"/>
                </a:lnTo>
                <a:lnTo>
                  <a:pt x="670764" y="148664"/>
                </a:lnTo>
                <a:lnTo>
                  <a:pt x="670764" y="5915"/>
                </a:lnTo>
                <a:lnTo>
                  <a:pt x="670614" y="4598"/>
                </a:lnTo>
                <a:lnTo>
                  <a:pt x="670180" y="3352"/>
                </a:lnTo>
                <a:lnTo>
                  <a:pt x="669470" y="2232"/>
                </a:lnTo>
                <a:lnTo>
                  <a:pt x="668540" y="1293"/>
                </a:lnTo>
                <a:lnTo>
                  <a:pt x="667412" y="592"/>
                </a:lnTo>
                <a:lnTo>
                  <a:pt x="666166" y="150"/>
                </a:lnTo>
                <a:lnTo>
                  <a:pt x="664849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658934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658934" y="11830"/>
                </a:lnTo>
                <a:lnTo>
                  <a:pt x="658934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Text Cogent">
            <a:extLst xmlns:a="http://schemas.openxmlformats.org/drawingml/2006/main">
              <a:ext uri="{FF2B5EF4-FFF2-40B4-BE49-F238E27FC236}">
                <a16:creationId xmlns:a16="http://schemas.microsoft.com/office/drawing/2014/main" id="{94AE9EAC-5F97-424E-BC6D-33E3A82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571" y="7388457"/>
            <a:ext cx="240236" cy="66683"/>
          </a:xfrm>
          <a:custGeom xmlns:a="http://schemas.openxmlformats.org/drawingml/2006/main">
            <a:pathLst>
              <a:path w="240236" h="66683">
                <a:moveTo>
                  <a:pt x="34312" y="32995"/>
                </a:moveTo>
                <a:lnTo>
                  <a:pt x="44259" y="36114"/>
                </a:lnTo>
                <a:cubicBezTo>
                  <a:pt x="42734" y="41695"/>
                  <a:pt x="40198" y="45840"/>
                  <a:pt x="36651" y="48549"/>
                </a:cubicBezTo>
                <a:cubicBezTo>
                  <a:pt x="33105" y="51257"/>
                  <a:pt x="28605" y="52611"/>
                  <a:pt x="23152" y="52611"/>
                </a:cubicBezTo>
                <a:cubicBezTo>
                  <a:pt x="16405" y="52611"/>
                  <a:pt x="10860" y="50304"/>
                  <a:pt x="6516" y="45688"/>
                </a:cubicBezTo>
                <a:cubicBezTo>
                  <a:pt x="2172" y="41072"/>
                  <a:pt x="0" y="34762"/>
                  <a:pt x="0" y="26757"/>
                </a:cubicBezTo>
                <a:cubicBezTo>
                  <a:pt x="0" y="18289"/>
                  <a:pt x="2183" y="11713"/>
                  <a:pt x="6550" y="7028"/>
                </a:cubicBezTo>
                <a:cubicBezTo>
                  <a:pt x="10917" y="2343"/>
                  <a:pt x="16659" y="0"/>
                  <a:pt x="23776" y="0"/>
                </a:cubicBezTo>
                <a:cubicBezTo>
                  <a:pt x="29991" y="0"/>
                  <a:pt x="35040" y="1841"/>
                  <a:pt x="38921" y="5524"/>
                </a:cubicBezTo>
                <a:cubicBezTo>
                  <a:pt x="41232" y="7701"/>
                  <a:pt x="42965" y="10827"/>
                  <a:pt x="44120" y="14903"/>
                </a:cubicBezTo>
                <a:lnTo>
                  <a:pt x="33965" y="17329"/>
                </a:lnTo>
                <a:cubicBezTo>
                  <a:pt x="33364" y="14695"/>
                  <a:pt x="32111" y="12616"/>
                  <a:pt x="30205" y="11091"/>
                </a:cubicBezTo>
                <a:cubicBezTo>
                  <a:pt x="28299" y="9566"/>
                  <a:pt x="25982" y="8803"/>
                  <a:pt x="23256" y="8803"/>
                </a:cubicBezTo>
                <a:cubicBezTo>
                  <a:pt x="19490" y="8803"/>
                  <a:pt x="16434" y="10155"/>
                  <a:pt x="14089" y="12858"/>
                </a:cubicBezTo>
                <a:cubicBezTo>
                  <a:pt x="11743" y="15562"/>
                  <a:pt x="10571" y="19940"/>
                  <a:pt x="10571" y="25994"/>
                </a:cubicBezTo>
                <a:cubicBezTo>
                  <a:pt x="10571" y="32417"/>
                  <a:pt x="11726" y="36992"/>
                  <a:pt x="14037" y="39718"/>
                </a:cubicBezTo>
                <a:cubicBezTo>
                  <a:pt x="16347" y="42445"/>
                  <a:pt x="19351" y="43808"/>
                  <a:pt x="23048" y="43808"/>
                </a:cubicBezTo>
                <a:cubicBezTo>
                  <a:pt x="25774" y="43808"/>
                  <a:pt x="28119" y="42939"/>
                  <a:pt x="30083" y="41201"/>
                </a:cubicBezTo>
                <a:cubicBezTo>
                  <a:pt x="32047" y="39463"/>
                  <a:pt x="33457" y="36727"/>
                  <a:pt x="34312" y="32995"/>
                </a:cubicBezTo>
                <a:close/>
                <a:moveTo>
                  <a:pt x="50744" y="32787"/>
                </a:moveTo>
                <a:cubicBezTo>
                  <a:pt x="50744" y="29552"/>
                  <a:pt x="51541" y="26421"/>
                  <a:pt x="53135" y="23394"/>
                </a:cubicBezTo>
                <a:cubicBezTo>
                  <a:pt x="54729" y="20368"/>
                  <a:pt x="56988" y="18057"/>
                  <a:pt x="59911" y="16463"/>
                </a:cubicBezTo>
                <a:cubicBezTo>
                  <a:pt x="62834" y="14868"/>
                  <a:pt x="66097" y="14071"/>
                  <a:pt x="69702" y="14071"/>
                </a:cubicBezTo>
                <a:cubicBezTo>
                  <a:pt x="75270" y="14071"/>
                  <a:pt x="79834" y="15879"/>
                  <a:pt x="83392" y="19495"/>
                </a:cubicBezTo>
                <a:cubicBezTo>
                  <a:pt x="86950" y="23111"/>
                  <a:pt x="88729" y="27680"/>
                  <a:pt x="88729" y="33203"/>
                </a:cubicBezTo>
                <a:cubicBezTo>
                  <a:pt x="88729" y="38771"/>
                  <a:pt x="86933" y="43386"/>
                  <a:pt x="83340" y="47049"/>
                </a:cubicBezTo>
                <a:cubicBezTo>
                  <a:pt x="79747" y="50711"/>
                  <a:pt x="75224" y="52542"/>
                  <a:pt x="69771" y="52542"/>
                </a:cubicBezTo>
                <a:cubicBezTo>
                  <a:pt x="66398" y="52542"/>
                  <a:pt x="63180" y="51780"/>
                  <a:pt x="60119" y="50255"/>
                </a:cubicBezTo>
                <a:cubicBezTo>
                  <a:pt x="57057" y="48730"/>
                  <a:pt x="54729" y="46494"/>
                  <a:pt x="53135" y="43548"/>
                </a:cubicBezTo>
                <a:cubicBezTo>
                  <a:pt x="51541" y="40602"/>
                  <a:pt x="50744" y="37015"/>
                  <a:pt x="50744" y="32787"/>
                </a:cubicBezTo>
                <a:moveTo>
                  <a:pt x="60725" y="33307"/>
                </a:moveTo>
                <a:cubicBezTo>
                  <a:pt x="60725" y="36946"/>
                  <a:pt x="61592" y="39733"/>
                  <a:pt x="63325" y="41668"/>
                </a:cubicBezTo>
                <a:cubicBezTo>
                  <a:pt x="65058" y="43603"/>
                  <a:pt x="67195" y="44571"/>
                  <a:pt x="69736" y="44571"/>
                </a:cubicBezTo>
                <a:cubicBezTo>
                  <a:pt x="72278" y="44571"/>
                  <a:pt x="74410" y="43603"/>
                  <a:pt x="76131" y="41668"/>
                </a:cubicBezTo>
                <a:cubicBezTo>
                  <a:pt x="77852" y="39733"/>
                  <a:pt x="78713" y="36923"/>
                  <a:pt x="78713" y="33237"/>
                </a:cubicBezTo>
                <a:cubicBezTo>
                  <a:pt x="78713" y="29644"/>
                  <a:pt x="77852" y="26880"/>
                  <a:pt x="76131" y="24945"/>
                </a:cubicBezTo>
                <a:cubicBezTo>
                  <a:pt x="74410" y="23010"/>
                  <a:pt x="72278" y="22043"/>
                  <a:pt x="69736" y="22043"/>
                </a:cubicBezTo>
                <a:cubicBezTo>
                  <a:pt x="67195" y="22043"/>
                  <a:pt x="65058" y="23010"/>
                  <a:pt x="63325" y="24945"/>
                </a:cubicBezTo>
                <a:cubicBezTo>
                  <a:pt x="61592" y="26880"/>
                  <a:pt x="60725" y="29668"/>
                  <a:pt x="60725" y="33307"/>
                </a:cubicBezTo>
                <a:close/>
                <a:moveTo>
                  <a:pt x="95472" y="54067"/>
                </a:moveTo>
                <a:lnTo>
                  <a:pt x="106597" y="55453"/>
                </a:lnTo>
                <a:cubicBezTo>
                  <a:pt x="106782" y="56760"/>
                  <a:pt x="107210" y="57657"/>
                  <a:pt x="107880" y="58147"/>
                </a:cubicBezTo>
                <a:cubicBezTo>
                  <a:pt x="108804" y="58847"/>
                  <a:pt x="110259" y="59196"/>
                  <a:pt x="112247" y="59196"/>
                </a:cubicBezTo>
                <a:cubicBezTo>
                  <a:pt x="114788" y="59196"/>
                  <a:pt x="116694" y="58812"/>
                  <a:pt x="117965" y="58044"/>
                </a:cubicBezTo>
                <a:cubicBezTo>
                  <a:pt x="118820" y="57532"/>
                  <a:pt x="119467" y="56706"/>
                  <a:pt x="119906" y="55566"/>
                </a:cubicBezTo>
                <a:cubicBezTo>
                  <a:pt x="120206" y="54752"/>
                  <a:pt x="120357" y="53251"/>
                  <a:pt x="120357" y="51064"/>
                </a:cubicBezTo>
                <a:lnTo>
                  <a:pt x="120357" y="45653"/>
                </a:lnTo>
                <a:cubicBezTo>
                  <a:pt x="117445" y="49691"/>
                  <a:pt x="113772" y="51710"/>
                  <a:pt x="109335" y="51710"/>
                </a:cubicBezTo>
                <a:cubicBezTo>
                  <a:pt x="104391" y="51710"/>
                  <a:pt x="100474" y="49619"/>
                  <a:pt x="97586" y="45437"/>
                </a:cubicBezTo>
                <a:cubicBezTo>
                  <a:pt x="95322" y="42133"/>
                  <a:pt x="94190" y="38020"/>
                  <a:pt x="94190" y="33099"/>
                </a:cubicBezTo>
                <a:cubicBezTo>
                  <a:pt x="94190" y="26930"/>
                  <a:pt x="95674" y="22216"/>
                  <a:pt x="98643" y="18958"/>
                </a:cubicBezTo>
                <a:cubicBezTo>
                  <a:pt x="101612" y="15700"/>
                  <a:pt x="105303" y="14071"/>
                  <a:pt x="109716" y="14071"/>
                </a:cubicBezTo>
                <a:cubicBezTo>
                  <a:pt x="114268" y="14071"/>
                  <a:pt x="118023" y="16079"/>
                  <a:pt x="120980" y="20095"/>
                </a:cubicBezTo>
                <a:lnTo>
                  <a:pt x="120980" y="14903"/>
                </a:lnTo>
                <a:lnTo>
                  <a:pt x="130096" y="14903"/>
                </a:lnTo>
                <a:lnTo>
                  <a:pt x="130096" y="47954"/>
                </a:lnTo>
                <a:cubicBezTo>
                  <a:pt x="130096" y="52301"/>
                  <a:pt x="129737" y="55549"/>
                  <a:pt x="129021" y="57700"/>
                </a:cubicBezTo>
                <a:cubicBezTo>
                  <a:pt x="128305" y="59850"/>
                  <a:pt x="127300" y="61538"/>
                  <a:pt x="126006" y="62763"/>
                </a:cubicBezTo>
                <a:cubicBezTo>
                  <a:pt x="124712" y="63989"/>
                  <a:pt x="122985" y="64949"/>
                  <a:pt x="120824" y="65642"/>
                </a:cubicBezTo>
                <a:cubicBezTo>
                  <a:pt x="118664" y="66336"/>
                  <a:pt x="115932" y="66683"/>
                  <a:pt x="112628" y="66683"/>
                </a:cubicBezTo>
                <a:cubicBezTo>
                  <a:pt x="106389" y="66683"/>
                  <a:pt x="101965" y="65605"/>
                  <a:pt x="99354" y="63450"/>
                </a:cubicBezTo>
                <a:cubicBezTo>
                  <a:pt x="96743" y="61295"/>
                  <a:pt x="95437" y="58564"/>
                  <a:pt x="95437" y="55255"/>
                </a:cubicBezTo>
                <a:cubicBezTo>
                  <a:pt x="95437" y="54929"/>
                  <a:pt x="95449" y="54533"/>
                  <a:pt x="95472" y="54067"/>
                </a:cubicBezTo>
                <a:moveTo>
                  <a:pt x="104171" y="32544"/>
                </a:moveTo>
                <a:cubicBezTo>
                  <a:pt x="104171" y="36437"/>
                  <a:pt x="104928" y="39288"/>
                  <a:pt x="106441" y="41096"/>
                </a:cubicBezTo>
                <a:cubicBezTo>
                  <a:pt x="107955" y="42904"/>
                  <a:pt x="109820" y="43808"/>
                  <a:pt x="112039" y="43808"/>
                </a:cubicBezTo>
                <a:cubicBezTo>
                  <a:pt x="114418" y="43808"/>
                  <a:pt x="116429" y="42881"/>
                  <a:pt x="118069" y="41027"/>
                </a:cubicBezTo>
                <a:cubicBezTo>
                  <a:pt x="119710" y="39173"/>
                  <a:pt x="120530" y="36426"/>
                  <a:pt x="120530" y="32787"/>
                </a:cubicBezTo>
                <a:cubicBezTo>
                  <a:pt x="120530" y="28986"/>
                  <a:pt x="119744" y="26164"/>
                  <a:pt x="118173" y="24321"/>
                </a:cubicBezTo>
                <a:cubicBezTo>
                  <a:pt x="116602" y="22479"/>
                  <a:pt x="114615" y="21557"/>
                  <a:pt x="112212" y="21557"/>
                </a:cubicBezTo>
                <a:cubicBezTo>
                  <a:pt x="109878" y="21557"/>
                  <a:pt x="107955" y="22461"/>
                  <a:pt x="106441" y="24270"/>
                </a:cubicBezTo>
                <a:cubicBezTo>
                  <a:pt x="104928" y="26078"/>
                  <a:pt x="104171" y="28836"/>
                  <a:pt x="104171" y="32544"/>
                </a:cubicBezTo>
                <a:close/>
                <a:moveTo>
                  <a:pt x="161065" y="39996"/>
                </a:moveTo>
                <a:lnTo>
                  <a:pt x="170769" y="41659"/>
                </a:lnTo>
                <a:cubicBezTo>
                  <a:pt x="169522" y="45206"/>
                  <a:pt x="167552" y="47907"/>
                  <a:pt x="164860" y="49761"/>
                </a:cubicBezTo>
                <a:cubicBezTo>
                  <a:pt x="162168" y="51615"/>
                  <a:pt x="158801" y="52542"/>
                  <a:pt x="154757" y="52542"/>
                </a:cubicBezTo>
                <a:cubicBezTo>
                  <a:pt x="148357" y="52542"/>
                  <a:pt x="143620" y="50451"/>
                  <a:pt x="140547" y="46269"/>
                </a:cubicBezTo>
                <a:cubicBezTo>
                  <a:pt x="138121" y="42919"/>
                  <a:pt x="136908" y="38690"/>
                  <a:pt x="136908" y="33584"/>
                </a:cubicBezTo>
                <a:cubicBezTo>
                  <a:pt x="136908" y="27484"/>
                  <a:pt x="138502" y="22707"/>
                  <a:pt x="141691" y="19253"/>
                </a:cubicBezTo>
                <a:cubicBezTo>
                  <a:pt x="144880" y="15798"/>
                  <a:pt x="148912" y="14071"/>
                  <a:pt x="153787" y="14071"/>
                </a:cubicBezTo>
                <a:cubicBezTo>
                  <a:pt x="159263" y="14071"/>
                  <a:pt x="163584" y="15879"/>
                  <a:pt x="166749" y="19495"/>
                </a:cubicBezTo>
                <a:cubicBezTo>
                  <a:pt x="169914" y="23111"/>
                  <a:pt x="171428" y="28651"/>
                  <a:pt x="171289" y="36114"/>
                </a:cubicBezTo>
                <a:lnTo>
                  <a:pt x="146890" y="36114"/>
                </a:lnTo>
                <a:cubicBezTo>
                  <a:pt x="146959" y="39002"/>
                  <a:pt x="147745" y="41249"/>
                  <a:pt x="149247" y="42855"/>
                </a:cubicBezTo>
                <a:cubicBezTo>
                  <a:pt x="150748" y="44461"/>
                  <a:pt x="152620" y="45264"/>
                  <a:pt x="154861" y="45264"/>
                </a:cubicBezTo>
                <a:cubicBezTo>
                  <a:pt x="156386" y="45264"/>
                  <a:pt x="157669" y="44848"/>
                  <a:pt x="158708" y="44016"/>
                </a:cubicBezTo>
                <a:cubicBezTo>
                  <a:pt x="159748" y="43184"/>
                  <a:pt x="160534" y="41844"/>
                  <a:pt x="161065" y="39996"/>
                </a:cubicBezTo>
                <a:moveTo>
                  <a:pt x="161620" y="30153"/>
                </a:moveTo>
                <a:cubicBezTo>
                  <a:pt x="161550" y="27345"/>
                  <a:pt x="160822" y="25211"/>
                  <a:pt x="159436" y="23750"/>
                </a:cubicBezTo>
                <a:cubicBezTo>
                  <a:pt x="158050" y="22288"/>
                  <a:pt x="156363" y="21557"/>
                  <a:pt x="154376" y="21557"/>
                </a:cubicBezTo>
                <a:cubicBezTo>
                  <a:pt x="152250" y="21557"/>
                  <a:pt x="150494" y="22328"/>
                  <a:pt x="149108" y="23870"/>
                </a:cubicBezTo>
                <a:cubicBezTo>
                  <a:pt x="147722" y="25412"/>
                  <a:pt x="147040" y="27506"/>
                  <a:pt x="147063" y="30153"/>
                </a:cubicBezTo>
                <a:lnTo>
                  <a:pt x="161620" y="30153"/>
                </a:lnTo>
                <a:close/>
                <a:moveTo>
                  <a:pt x="212664" y="51710"/>
                </a:moveTo>
                <a:lnTo>
                  <a:pt x="202925" y="51710"/>
                </a:lnTo>
                <a:lnTo>
                  <a:pt x="202925" y="32947"/>
                </a:lnTo>
                <a:cubicBezTo>
                  <a:pt x="202925" y="28977"/>
                  <a:pt x="202717" y="26410"/>
                  <a:pt x="202301" y="25244"/>
                </a:cubicBezTo>
                <a:cubicBezTo>
                  <a:pt x="201885" y="24079"/>
                  <a:pt x="201209" y="23173"/>
                  <a:pt x="200273" y="22527"/>
                </a:cubicBezTo>
                <a:cubicBezTo>
                  <a:pt x="199337" y="21881"/>
                  <a:pt x="198211" y="21557"/>
                  <a:pt x="196894" y="21557"/>
                </a:cubicBezTo>
                <a:cubicBezTo>
                  <a:pt x="195207" y="21557"/>
                  <a:pt x="193694" y="22019"/>
                  <a:pt x="192354" y="22943"/>
                </a:cubicBezTo>
                <a:cubicBezTo>
                  <a:pt x="191014" y="23866"/>
                  <a:pt x="190095" y="25089"/>
                  <a:pt x="189599" y="26612"/>
                </a:cubicBezTo>
                <a:cubicBezTo>
                  <a:pt x="189102" y="28135"/>
                  <a:pt x="188853" y="30951"/>
                  <a:pt x="188853" y="35059"/>
                </a:cubicBezTo>
                <a:lnTo>
                  <a:pt x="188853" y="51710"/>
                </a:lnTo>
                <a:lnTo>
                  <a:pt x="179114" y="51710"/>
                </a:lnTo>
                <a:lnTo>
                  <a:pt x="179114" y="14903"/>
                </a:lnTo>
                <a:lnTo>
                  <a:pt x="188160" y="14903"/>
                </a:lnTo>
                <a:lnTo>
                  <a:pt x="188160" y="20310"/>
                </a:lnTo>
                <a:cubicBezTo>
                  <a:pt x="191372" y="16151"/>
                  <a:pt x="195415" y="14071"/>
                  <a:pt x="200291" y="14071"/>
                </a:cubicBezTo>
                <a:cubicBezTo>
                  <a:pt x="202439" y="14071"/>
                  <a:pt x="204403" y="14458"/>
                  <a:pt x="206183" y="15232"/>
                </a:cubicBezTo>
                <a:cubicBezTo>
                  <a:pt x="207962" y="16006"/>
                  <a:pt x="209308" y="16994"/>
                  <a:pt x="210220" y="18196"/>
                </a:cubicBezTo>
                <a:cubicBezTo>
                  <a:pt x="211133" y="19397"/>
                  <a:pt x="211768" y="20760"/>
                  <a:pt x="212126" y="22285"/>
                </a:cubicBezTo>
                <a:cubicBezTo>
                  <a:pt x="212485" y="23810"/>
                  <a:pt x="212664" y="25994"/>
                  <a:pt x="212664" y="28836"/>
                </a:cubicBezTo>
                <a:lnTo>
                  <a:pt x="212664" y="51710"/>
                </a:lnTo>
                <a:close/>
                <a:moveTo>
                  <a:pt x="239439" y="14903"/>
                </a:moveTo>
                <a:lnTo>
                  <a:pt x="239439" y="22667"/>
                </a:lnTo>
                <a:lnTo>
                  <a:pt x="232784" y="22667"/>
                </a:lnTo>
                <a:lnTo>
                  <a:pt x="232784" y="37477"/>
                </a:lnTo>
                <a:cubicBezTo>
                  <a:pt x="232784" y="40476"/>
                  <a:pt x="232848" y="42224"/>
                  <a:pt x="232975" y="42720"/>
                </a:cubicBezTo>
                <a:cubicBezTo>
                  <a:pt x="233102" y="43215"/>
                  <a:pt x="233391" y="43624"/>
                  <a:pt x="233842" y="43948"/>
                </a:cubicBezTo>
                <a:cubicBezTo>
                  <a:pt x="234292" y="44271"/>
                  <a:pt x="234841" y="44432"/>
                  <a:pt x="235488" y="44432"/>
                </a:cubicBezTo>
                <a:cubicBezTo>
                  <a:pt x="236389" y="44432"/>
                  <a:pt x="237694" y="44120"/>
                  <a:pt x="239404" y="43496"/>
                </a:cubicBezTo>
                <a:lnTo>
                  <a:pt x="240236" y="51080"/>
                </a:lnTo>
                <a:cubicBezTo>
                  <a:pt x="237972" y="52055"/>
                  <a:pt x="235407" y="52542"/>
                  <a:pt x="232542" y="52542"/>
                </a:cubicBezTo>
                <a:cubicBezTo>
                  <a:pt x="230786" y="52542"/>
                  <a:pt x="229203" y="52247"/>
                  <a:pt x="227794" y="51658"/>
                </a:cubicBezTo>
                <a:cubicBezTo>
                  <a:pt x="226384" y="51069"/>
                  <a:pt x="225350" y="50307"/>
                  <a:pt x="224692" y="49371"/>
                </a:cubicBezTo>
                <a:cubicBezTo>
                  <a:pt x="224033" y="48435"/>
                  <a:pt x="223577" y="47170"/>
                  <a:pt x="223323" y="45576"/>
                </a:cubicBezTo>
                <a:cubicBezTo>
                  <a:pt x="223115" y="44444"/>
                  <a:pt x="223011" y="42156"/>
                  <a:pt x="223011" y="38713"/>
                </a:cubicBezTo>
                <a:lnTo>
                  <a:pt x="223011" y="22667"/>
                </a:lnTo>
                <a:lnTo>
                  <a:pt x="218540" y="22667"/>
                </a:lnTo>
                <a:lnTo>
                  <a:pt x="218540" y="14903"/>
                </a:lnTo>
                <a:lnTo>
                  <a:pt x="223011" y="14903"/>
                </a:lnTo>
                <a:lnTo>
                  <a:pt x="223011" y="7556"/>
                </a:lnTo>
                <a:lnTo>
                  <a:pt x="232784" y="1802"/>
                </a:lnTo>
                <a:lnTo>
                  <a:pt x="232784" y="14903"/>
                </a:lnTo>
                <a:lnTo>
                  <a:pt x="239439" y="14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035A9-B8AA-4A32-BB37-886AE0BC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20" y="7486816"/>
            <a:ext cx="658697" cy="142907"/>
          </a:xfrm>
          <a:custGeom xmlns:a="http://schemas.openxmlformats.org/drawingml/2006/main">
            <a:pathLst>
              <a:path w="658697" h="142907">
                <a:moveTo>
                  <a:pt x="0" y="0"/>
                </a:moveTo>
                <a:lnTo>
                  <a:pt x="658697" y="0"/>
                </a:lnTo>
                <a:lnTo>
                  <a:pt x="658697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20149-1EF6-4904-A45A-964C6C6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69" y="7480783"/>
            <a:ext cx="671158" cy="154579"/>
          </a:xfrm>
          <a:custGeom xmlns:a="http://schemas.openxmlformats.org/drawingml/2006/main">
            <a:pathLst>
              <a:path w="671158" h="154579">
                <a:moveTo>
                  <a:pt x="4598" y="150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64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9"/>
                </a:lnTo>
                <a:lnTo>
                  <a:pt x="5915" y="154579"/>
                </a:lnTo>
                <a:lnTo>
                  <a:pt x="665243" y="154579"/>
                </a:lnTo>
                <a:lnTo>
                  <a:pt x="666560" y="154429"/>
                </a:lnTo>
                <a:lnTo>
                  <a:pt x="667806" y="153988"/>
                </a:lnTo>
                <a:lnTo>
                  <a:pt x="668934" y="153286"/>
                </a:lnTo>
                <a:lnTo>
                  <a:pt x="669865" y="152347"/>
                </a:lnTo>
                <a:lnTo>
                  <a:pt x="670575" y="151227"/>
                </a:lnTo>
                <a:lnTo>
                  <a:pt x="671008" y="149973"/>
                </a:lnTo>
                <a:lnTo>
                  <a:pt x="671158" y="148664"/>
                </a:lnTo>
                <a:lnTo>
                  <a:pt x="671158" y="5915"/>
                </a:lnTo>
                <a:lnTo>
                  <a:pt x="671008" y="4598"/>
                </a:lnTo>
                <a:lnTo>
                  <a:pt x="670575" y="3344"/>
                </a:lnTo>
                <a:lnTo>
                  <a:pt x="669865" y="2224"/>
                </a:lnTo>
                <a:lnTo>
                  <a:pt x="668934" y="1286"/>
                </a:lnTo>
                <a:lnTo>
                  <a:pt x="667806" y="584"/>
                </a:lnTo>
                <a:lnTo>
                  <a:pt x="666560" y="150"/>
                </a:lnTo>
                <a:lnTo>
                  <a:pt x="665243" y="0"/>
                </a:lnTo>
                <a:lnTo>
                  <a:pt x="5915" y="0"/>
                </a:lnTo>
                <a:lnTo>
                  <a:pt x="4598" y="150"/>
                </a:lnTo>
                <a:close/>
                <a:moveTo>
                  <a:pt x="659328" y="142749"/>
                </a:moveTo>
                <a:lnTo>
                  <a:pt x="11830" y="142749"/>
                </a:lnTo>
                <a:lnTo>
                  <a:pt x="11830" y="11830"/>
                </a:lnTo>
                <a:lnTo>
                  <a:pt x="659328" y="11830"/>
                </a:lnTo>
                <a:lnTo>
                  <a:pt x="659328" y="142749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Text Level-3">
            <a:extLst xmlns:a="http://schemas.openxmlformats.org/drawingml/2006/main">
              <a:ext uri="{FF2B5EF4-FFF2-40B4-BE49-F238E27FC236}">
                <a16:creationId xmlns:a16="http://schemas.microsoft.com/office/drawing/2014/main" id="{EAC04C1C-F812-46B1-836A-F159661A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045" y="7531899"/>
            <a:ext cx="236039" cy="51918"/>
          </a:xfrm>
          <a:custGeom xmlns:a="http://schemas.openxmlformats.org/drawingml/2006/main">
            <a:pathLst>
              <a:path w="236039" h="51918">
                <a:moveTo>
                  <a:pt x="0" y="51017"/>
                </a:moveTo>
                <a:lnTo>
                  <a:pt x="0" y="624"/>
                </a:lnTo>
                <a:lnTo>
                  <a:pt x="10259" y="624"/>
                </a:lnTo>
                <a:lnTo>
                  <a:pt x="10259" y="42422"/>
                </a:lnTo>
                <a:lnTo>
                  <a:pt x="35767" y="42422"/>
                </a:lnTo>
                <a:lnTo>
                  <a:pt x="35767" y="51017"/>
                </a:lnTo>
                <a:lnTo>
                  <a:pt x="0" y="51017"/>
                </a:lnTo>
                <a:close/>
                <a:moveTo>
                  <a:pt x="64345" y="39303"/>
                </a:moveTo>
                <a:lnTo>
                  <a:pt x="74049" y="40966"/>
                </a:lnTo>
                <a:cubicBezTo>
                  <a:pt x="72802" y="44513"/>
                  <a:pt x="70832" y="47213"/>
                  <a:pt x="68140" y="49068"/>
                </a:cubicBezTo>
                <a:cubicBezTo>
                  <a:pt x="65448" y="50922"/>
                  <a:pt x="62081" y="51849"/>
                  <a:pt x="58037" y="51849"/>
                </a:cubicBezTo>
                <a:cubicBezTo>
                  <a:pt x="51637" y="51849"/>
                  <a:pt x="46900" y="49758"/>
                  <a:pt x="43827" y="45576"/>
                </a:cubicBezTo>
                <a:cubicBezTo>
                  <a:pt x="41401" y="42225"/>
                  <a:pt x="40188" y="37997"/>
                  <a:pt x="40188" y="32891"/>
                </a:cubicBezTo>
                <a:cubicBezTo>
                  <a:pt x="40188" y="26791"/>
                  <a:pt x="41783" y="22014"/>
                  <a:pt x="44971" y="18560"/>
                </a:cubicBezTo>
                <a:cubicBezTo>
                  <a:pt x="48160" y="15105"/>
                  <a:pt x="52192" y="13378"/>
                  <a:pt x="57067" y="13378"/>
                </a:cubicBezTo>
                <a:cubicBezTo>
                  <a:pt x="62543" y="13378"/>
                  <a:pt x="66864" y="15186"/>
                  <a:pt x="70029" y="18802"/>
                </a:cubicBezTo>
                <a:cubicBezTo>
                  <a:pt x="73195" y="22418"/>
                  <a:pt x="74708" y="27958"/>
                  <a:pt x="74569" y="35421"/>
                </a:cubicBezTo>
                <a:lnTo>
                  <a:pt x="50170" y="35421"/>
                </a:lnTo>
                <a:cubicBezTo>
                  <a:pt x="50239" y="38309"/>
                  <a:pt x="51025" y="40556"/>
                  <a:pt x="52527" y="42162"/>
                </a:cubicBezTo>
                <a:cubicBezTo>
                  <a:pt x="54029" y="43768"/>
                  <a:pt x="55900" y="44571"/>
                  <a:pt x="58141" y="44571"/>
                </a:cubicBezTo>
                <a:cubicBezTo>
                  <a:pt x="59666" y="44571"/>
                  <a:pt x="60949" y="44155"/>
                  <a:pt x="61988" y="43323"/>
                </a:cubicBezTo>
                <a:cubicBezTo>
                  <a:pt x="63028" y="42491"/>
                  <a:pt x="63814" y="41151"/>
                  <a:pt x="64345" y="39303"/>
                </a:cubicBezTo>
                <a:moveTo>
                  <a:pt x="64900" y="29460"/>
                </a:moveTo>
                <a:cubicBezTo>
                  <a:pt x="64830" y="26652"/>
                  <a:pt x="64103" y="24518"/>
                  <a:pt x="62716" y="23056"/>
                </a:cubicBezTo>
                <a:cubicBezTo>
                  <a:pt x="61330" y="21595"/>
                  <a:pt x="59643" y="20864"/>
                  <a:pt x="57656" y="20864"/>
                </a:cubicBezTo>
                <a:cubicBezTo>
                  <a:pt x="55530" y="20864"/>
                  <a:pt x="53774" y="21635"/>
                  <a:pt x="52388" y="23177"/>
                </a:cubicBezTo>
                <a:cubicBezTo>
                  <a:pt x="51002" y="24719"/>
                  <a:pt x="50320" y="26813"/>
                  <a:pt x="50343" y="29460"/>
                </a:cubicBezTo>
                <a:lnTo>
                  <a:pt x="64900" y="29460"/>
                </a:lnTo>
                <a:close/>
                <a:moveTo>
                  <a:pt x="92584" y="51017"/>
                </a:moveTo>
                <a:lnTo>
                  <a:pt x="77751" y="14210"/>
                </a:lnTo>
                <a:lnTo>
                  <a:pt x="87975" y="14210"/>
                </a:lnTo>
                <a:lnTo>
                  <a:pt x="94906" y="32995"/>
                </a:lnTo>
                <a:lnTo>
                  <a:pt x="96917" y="39268"/>
                </a:lnTo>
                <a:cubicBezTo>
                  <a:pt x="97448" y="37674"/>
                  <a:pt x="97783" y="36622"/>
                  <a:pt x="97922" y="36114"/>
                </a:cubicBezTo>
                <a:cubicBezTo>
                  <a:pt x="98245" y="35074"/>
                  <a:pt x="98592" y="34034"/>
                  <a:pt x="98961" y="32995"/>
                </a:cubicBezTo>
                <a:lnTo>
                  <a:pt x="105962" y="14210"/>
                </a:lnTo>
                <a:lnTo>
                  <a:pt x="115979" y="14210"/>
                </a:lnTo>
                <a:lnTo>
                  <a:pt x="101353" y="51017"/>
                </a:lnTo>
                <a:lnTo>
                  <a:pt x="92584" y="51017"/>
                </a:lnTo>
                <a:close/>
                <a:moveTo>
                  <a:pt x="143212" y="39303"/>
                </a:moveTo>
                <a:lnTo>
                  <a:pt x="152916" y="40966"/>
                </a:lnTo>
                <a:cubicBezTo>
                  <a:pt x="151669" y="44513"/>
                  <a:pt x="149699" y="47213"/>
                  <a:pt x="147007" y="49068"/>
                </a:cubicBezTo>
                <a:cubicBezTo>
                  <a:pt x="144315" y="50922"/>
                  <a:pt x="140948" y="51849"/>
                  <a:pt x="136904" y="51849"/>
                </a:cubicBezTo>
                <a:cubicBezTo>
                  <a:pt x="130504" y="51849"/>
                  <a:pt x="125767" y="49758"/>
                  <a:pt x="122694" y="45576"/>
                </a:cubicBezTo>
                <a:cubicBezTo>
                  <a:pt x="120268" y="42225"/>
                  <a:pt x="119055" y="37997"/>
                  <a:pt x="119055" y="32891"/>
                </a:cubicBezTo>
                <a:cubicBezTo>
                  <a:pt x="119055" y="26791"/>
                  <a:pt x="120650" y="22014"/>
                  <a:pt x="123838" y="18560"/>
                </a:cubicBezTo>
                <a:cubicBezTo>
                  <a:pt x="127027" y="15105"/>
                  <a:pt x="131059" y="13378"/>
                  <a:pt x="135934" y="13378"/>
                </a:cubicBezTo>
                <a:cubicBezTo>
                  <a:pt x="141410" y="13378"/>
                  <a:pt x="145731" y="15186"/>
                  <a:pt x="148896" y="18802"/>
                </a:cubicBezTo>
                <a:cubicBezTo>
                  <a:pt x="152062" y="22418"/>
                  <a:pt x="153575" y="27958"/>
                  <a:pt x="153436" y="35421"/>
                </a:cubicBezTo>
                <a:lnTo>
                  <a:pt x="129037" y="35421"/>
                </a:lnTo>
                <a:cubicBezTo>
                  <a:pt x="129106" y="38309"/>
                  <a:pt x="129892" y="40556"/>
                  <a:pt x="131394" y="42162"/>
                </a:cubicBezTo>
                <a:cubicBezTo>
                  <a:pt x="132896" y="43768"/>
                  <a:pt x="134767" y="44571"/>
                  <a:pt x="137008" y="44571"/>
                </a:cubicBezTo>
                <a:cubicBezTo>
                  <a:pt x="138533" y="44571"/>
                  <a:pt x="139816" y="44155"/>
                  <a:pt x="140855" y="43323"/>
                </a:cubicBezTo>
                <a:cubicBezTo>
                  <a:pt x="141895" y="42491"/>
                  <a:pt x="142681" y="41151"/>
                  <a:pt x="143212" y="39303"/>
                </a:cubicBezTo>
                <a:moveTo>
                  <a:pt x="143767" y="29460"/>
                </a:moveTo>
                <a:cubicBezTo>
                  <a:pt x="143697" y="26652"/>
                  <a:pt x="142970" y="24518"/>
                  <a:pt x="141583" y="23056"/>
                </a:cubicBezTo>
                <a:cubicBezTo>
                  <a:pt x="140197" y="21595"/>
                  <a:pt x="138510" y="20864"/>
                  <a:pt x="136523" y="20864"/>
                </a:cubicBezTo>
                <a:cubicBezTo>
                  <a:pt x="134397" y="20864"/>
                  <a:pt x="132641" y="21635"/>
                  <a:pt x="131255" y="23177"/>
                </a:cubicBezTo>
                <a:cubicBezTo>
                  <a:pt x="129869" y="24719"/>
                  <a:pt x="129187" y="26813"/>
                  <a:pt x="129210" y="29460"/>
                </a:cubicBezTo>
                <a:lnTo>
                  <a:pt x="143767" y="29460"/>
                </a:lnTo>
                <a:close/>
                <a:moveTo>
                  <a:pt x="161331" y="51017"/>
                </a:moveTo>
                <a:lnTo>
                  <a:pt x="161331" y="208"/>
                </a:lnTo>
                <a:lnTo>
                  <a:pt x="171070" y="208"/>
                </a:lnTo>
                <a:lnTo>
                  <a:pt x="171070" y="51017"/>
                </a:lnTo>
                <a:lnTo>
                  <a:pt x="161331" y="51017"/>
                </a:lnTo>
                <a:close/>
                <a:moveTo>
                  <a:pt x="179939" y="37431"/>
                </a:moveTo>
                <a:lnTo>
                  <a:pt x="179939" y="27657"/>
                </a:lnTo>
                <a:lnTo>
                  <a:pt x="199070" y="27657"/>
                </a:lnTo>
                <a:lnTo>
                  <a:pt x="199070" y="37431"/>
                </a:lnTo>
                <a:lnTo>
                  <a:pt x="179939" y="37431"/>
                </a:lnTo>
                <a:close/>
                <a:moveTo>
                  <a:pt x="202282" y="37535"/>
                </a:moveTo>
                <a:lnTo>
                  <a:pt x="211709" y="36391"/>
                </a:lnTo>
                <a:cubicBezTo>
                  <a:pt x="212009" y="38794"/>
                  <a:pt x="212818" y="40631"/>
                  <a:pt x="214135" y="41902"/>
                </a:cubicBezTo>
                <a:cubicBezTo>
                  <a:pt x="215452" y="43173"/>
                  <a:pt x="217046" y="43808"/>
                  <a:pt x="218918" y="43808"/>
                </a:cubicBezTo>
                <a:cubicBezTo>
                  <a:pt x="220928" y="43808"/>
                  <a:pt x="222620" y="43046"/>
                  <a:pt x="223995" y="41521"/>
                </a:cubicBezTo>
                <a:cubicBezTo>
                  <a:pt x="225370" y="39996"/>
                  <a:pt x="226057" y="37939"/>
                  <a:pt x="226057" y="35352"/>
                </a:cubicBezTo>
                <a:cubicBezTo>
                  <a:pt x="226057" y="32902"/>
                  <a:pt x="225399" y="30961"/>
                  <a:pt x="224082" y="29529"/>
                </a:cubicBezTo>
                <a:cubicBezTo>
                  <a:pt x="222765" y="28096"/>
                  <a:pt x="221159" y="27380"/>
                  <a:pt x="219264" y="27380"/>
                </a:cubicBezTo>
                <a:cubicBezTo>
                  <a:pt x="218017" y="27380"/>
                  <a:pt x="216526" y="27623"/>
                  <a:pt x="214793" y="28108"/>
                </a:cubicBezTo>
                <a:lnTo>
                  <a:pt x="215868" y="20240"/>
                </a:lnTo>
                <a:cubicBezTo>
                  <a:pt x="218502" y="20310"/>
                  <a:pt x="220512" y="19740"/>
                  <a:pt x="221898" y="18530"/>
                </a:cubicBezTo>
                <a:cubicBezTo>
                  <a:pt x="223285" y="17320"/>
                  <a:pt x="223978" y="15713"/>
                  <a:pt x="223978" y="13708"/>
                </a:cubicBezTo>
                <a:cubicBezTo>
                  <a:pt x="223978" y="12004"/>
                  <a:pt x="223470" y="10644"/>
                  <a:pt x="222453" y="9631"/>
                </a:cubicBezTo>
                <a:cubicBezTo>
                  <a:pt x="221436" y="8617"/>
                  <a:pt x="220085" y="8110"/>
                  <a:pt x="218398" y="8110"/>
                </a:cubicBezTo>
                <a:cubicBezTo>
                  <a:pt x="216734" y="8110"/>
                  <a:pt x="215313" y="8688"/>
                  <a:pt x="214135" y="9843"/>
                </a:cubicBezTo>
                <a:cubicBezTo>
                  <a:pt x="212957" y="10998"/>
                  <a:pt x="212240" y="12685"/>
                  <a:pt x="211986" y="14903"/>
                </a:cubicBezTo>
                <a:lnTo>
                  <a:pt x="203010" y="13378"/>
                </a:lnTo>
                <a:cubicBezTo>
                  <a:pt x="203633" y="10281"/>
                  <a:pt x="204575" y="7807"/>
                  <a:pt x="205834" y="5956"/>
                </a:cubicBezTo>
                <a:cubicBezTo>
                  <a:pt x="207094" y="4104"/>
                  <a:pt x="208850" y="2649"/>
                  <a:pt x="211102" y="1590"/>
                </a:cubicBezTo>
                <a:cubicBezTo>
                  <a:pt x="213355" y="530"/>
                  <a:pt x="215879" y="0"/>
                  <a:pt x="218675" y="0"/>
                </a:cubicBezTo>
                <a:cubicBezTo>
                  <a:pt x="223458" y="0"/>
                  <a:pt x="227294" y="1527"/>
                  <a:pt x="230182" y="4581"/>
                </a:cubicBezTo>
                <a:cubicBezTo>
                  <a:pt x="232562" y="7081"/>
                  <a:pt x="233752" y="9904"/>
                  <a:pt x="233752" y="13051"/>
                </a:cubicBezTo>
                <a:cubicBezTo>
                  <a:pt x="233752" y="17517"/>
                  <a:pt x="231314" y="21081"/>
                  <a:pt x="226439" y="23742"/>
                </a:cubicBezTo>
                <a:cubicBezTo>
                  <a:pt x="229350" y="24366"/>
                  <a:pt x="231678" y="25764"/>
                  <a:pt x="233422" y="27936"/>
                </a:cubicBezTo>
                <a:cubicBezTo>
                  <a:pt x="235167" y="30108"/>
                  <a:pt x="236039" y="32730"/>
                  <a:pt x="236039" y="35803"/>
                </a:cubicBezTo>
                <a:cubicBezTo>
                  <a:pt x="236039" y="40262"/>
                  <a:pt x="234410" y="44062"/>
                  <a:pt x="231152" y="47205"/>
                </a:cubicBezTo>
                <a:cubicBezTo>
                  <a:pt x="227894" y="50347"/>
                  <a:pt x="223839" y="51918"/>
                  <a:pt x="218987" y="51918"/>
                </a:cubicBezTo>
                <a:cubicBezTo>
                  <a:pt x="214389" y="51918"/>
                  <a:pt x="210577" y="50592"/>
                  <a:pt x="207550" y="47940"/>
                </a:cubicBezTo>
                <a:cubicBezTo>
                  <a:pt x="204523" y="45288"/>
                  <a:pt x="202767" y="41820"/>
                  <a:pt x="202282" y="375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77E17-C139-47D5-9B70-C562599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20" y="7629723"/>
            <a:ext cx="658697" cy="142907"/>
          </a:xfrm>
          <a:custGeom xmlns:a="http://schemas.openxmlformats.org/drawingml/2006/main">
            <a:pathLst>
              <a:path w="658697" h="142907">
                <a:moveTo>
                  <a:pt x="0" y="0"/>
                </a:moveTo>
                <a:lnTo>
                  <a:pt x="658697" y="0"/>
                </a:lnTo>
                <a:lnTo>
                  <a:pt x="658697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52C61-497E-4CB2-9420-49CEFDDB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69" y="7623532"/>
            <a:ext cx="670370" cy="154571"/>
          </a:xfrm>
          <a:custGeom xmlns:a="http://schemas.openxmlformats.org/drawingml/2006/main">
            <a:pathLst>
              <a:path w="670370" h="154571">
                <a:moveTo>
                  <a:pt x="4598" y="142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56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2"/>
                </a:lnTo>
                <a:lnTo>
                  <a:pt x="5915" y="154571"/>
                </a:lnTo>
                <a:lnTo>
                  <a:pt x="664454" y="154571"/>
                </a:lnTo>
                <a:lnTo>
                  <a:pt x="665772" y="154422"/>
                </a:lnTo>
                <a:lnTo>
                  <a:pt x="667018" y="153988"/>
                </a:lnTo>
                <a:lnTo>
                  <a:pt x="668145" y="153286"/>
                </a:lnTo>
                <a:lnTo>
                  <a:pt x="669076" y="152347"/>
                </a:lnTo>
                <a:lnTo>
                  <a:pt x="669786" y="151227"/>
                </a:lnTo>
                <a:lnTo>
                  <a:pt x="670220" y="149973"/>
                </a:lnTo>
                <a:lnTo>
                  <a:pt x="670370" y="148656"/>
                </a:lnTo>
                <a:lnTo>
                  <a:pt x="670370" y="5915"/>
                </a:lnTo>
                <a:lnTo>
                  <a:pt x="670220" y="4598"/>
                </a:lnTo>
                <a:lnTo>
                  <a:pt x="669786" y="3344"/>
                </a:lnTo>
                <a:lnTo>
                  <a:pt x="669076" y="2224"/>
                </a:lnTo>
                <a:lnTo>
                  <a:pt x="668145" y="1286"/>
                </a:lnTo>
                <a:lnTo>
                  <a:pt x="667018" y="584"/>
                </a:lnTo>
                <a:lnTo>
                  <a:pt x="665772" y="142"/>
                </a:lnTo>
                <a:lnTo>
                  <a:pt x="664454" y="0"/>
                </a:lnTo>
                <a:lnTo>
                  <a:pt x="5915" y="0"/>
                </a:lnTo>
                <a:lnTo>
                  <a:pt x="4598" y="142"/>
                </a:lnTo>
                <a:close/>
                <a:moveTo>
                  <a:pt x="658539" y="142741"/>
                </a:moveTo>
                <a:lnTo>
                  <a:pt x="11830" y="142741"/>
                </a:lnTo>
                <a:lnTo>
                  <a:pt x="11830" y="11830"/>
                </a:lnTo>
                <a:lnTo>
                  <a:pt x="658539" y="11830"/>
                </a:lnTo>
                <a:lnTo>
                  <a:pt x="658539" y="142741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Text Imetrik">
            <a:extLst xmlns:a="http://schemas.openxmlformats.org/drawingml/2006/main">
              <a:ext uri="{FF2B5EF4-FFF2-40B4-BE49-F238E27FC236}">
                <a16:creationId xmlns:a16="http://schemas.microsoft.com/office/drawing/2014/main" id="{38DB4370-B4D3-42FE-93D3-3C4E037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977" y="7674856"/>
            <a:ext cx="227154" cy="51641"/>
          </a:xfrm>
          <a:custGeom xmlns:a="http://schemas.openxmlformats.org/drawingml/2006/main">
            <a:pathLst>
              <a:path w="227154" h="51641">
                <a:moveTo>
                  <a:pt x="0" y="50809"/>
                </a:moveTo>
                <a:lnTo>
                  <a:pt x="0" y="0"/>
                </a:lnTo>
                <a:lnTo>
                  <a:pt x="10259" y="0"/>
                </a:lnTo>
                <a:lnTo>
                  <a:pt x="10259" y="50809"/>
                </a:lnTo>
                <a:lnTo>
                  <a:pt x="0" y="50809"/>
                </a:lnTo>
                <a:close/>
                <a:moveTo>
                  <a:pt x="19232" y="14002"/>
                </a:moveTo>
                <a:lnTo>
                  <a:pt x="28208" y="14002"/>
                </a:lnTo>
                <a:lnTo>
                  <a:pt x="28208" y="19027"/>
                </a:lnTo>
                <a:cubicBezTo>
                  <a:pt x="31420" y="15123"/>
                  <a:pt x="35244" y="13170"/>
                  <a:pt x="39680" y="13170"/>
                </a:cubicBezTo>
                <a:cubicBezTo>
                  <a:pt x="42037" y="13170"/>
                  <a:pt x="44082" y="13658"/>
                  <a:pt x="45814" y="14632"/>
                </a:cubicBezTo>
                <a:cubicBezTo>
                  <a:pt x="47547" y="15607"/>
                  <a:pt x="48968" y="17081"/>
                  <a:pt x="50077" y="19055"/>
                </a:cubicBezTo>
                <a:cubicBezTo>
                  <a:pt x="51695" y="17081"/>
                  <a:pt x="53439" y="15607"/>
                  <a:pt x="55311" y="14632"/>
                </a:cubicBezTo>
                <a:cubicBezTo>
                  <a:pt x="57182" y="13658"/>
                  <a:pt x="59181" y="13170"/>
                  <a:pt x="61307" y="13170"/>
                </a:cubicBezTo>
                <a:cubicBezTo>
                  <a:pt x="64010" y="13170"/>
                  <a:pt x="66298" y="13719"/>
                  <a:pt x="68169" y="14816"/>
                </a:cubicBezTo>
                <a:cubicBezTo>
                  <a:pt x="70041" y="15914"/>
                  <a:pt x="71439" y="17526"/>
                  <a:pt x="72363" y="19651"/>
                </a:cubicBezTo>
                <a:cubicBezTo>
                  <a:pt x="73033" y="21222"/>
                  <a:pt x="73368" y="23764"/>
                  <a:pt x="73368" y="27276"/>
                </a:cubicBezTo>
                <a:lnTo>
                  <a:pt x="73368" y="50809"/>
                </a:lnTo>
                <a:lnTo>
                  <a:pt x="63629" y="50809"/>
                </a:lnTo>
                <a:lnTo>
                  <a:pt x="63629" y="29795"/>
                </a:lnTo>
                <a:cubicBezTo>
                  <a:pt x="63629" y="26149"/>
                  <a:pt x="63294" y="23795"/>
                  <a:pt x="62624" y="22734"/>
                </a:cubicBezTo>
                <a:cubicBezTo>
                  <a:pt x="61723" y="21349"/>
                  <a:pt x="60336" y="20656"/>
                  <a:pt x="58465" y="20656"/>
                </a:cubicBezTo>
                <a:cubicBezTo>
                  <a:pt x="57102" y="20656"/>
                  <a:pt x="55819" y="21072"/>
                  <a:pt x="54618" y="21903"/>
                </a:cubicBezTo>
                <a:cubicBezTo>
                  <a:pt x="53416" y="22733"/>
                  <a:pt x="52550" y="23951"/>
                  <a:pt x="52018" y="25555"/>
                </a:cubicBezTo>
                <a:cubicBezTo>
                  <a:pt x="51487" y="27159"/>
                  <a:pt x="51221" y="29692"/>
                  <a:pt x="51221" y="33154"/>
                </a:cubicBezTo>
                <a:lnTo>
                  <a:pt x="51221" y="50809"/>
                </a:lnTo>
                <a:lnTo>
                  <a:pt x="41482" y="50809"/>
                </a:lnTo>
                <a:lnTo>
                  <a:pt x="41482" y="30661"/>
                </a:lnTo>
                <a:cubicBezTo>
                  <a:pt x="41482" y="27084"/>
                  <a:pt x="41309" y="24776"/>
                  <a:pt x="40962" y="23738"/>
                </a:cubicBezTo>
                <a:cubicBezTo>
                  <a:pt x="40616" y="22699"/>
                  <a:pt x="40079" y="21925"/>
                  <a:pt x="39351" y="21418"/>
                </a:cubicBezTo>
                <a:cubicBezTo>
                  <a:pt x="38623" y="20910"/>
                  <a:pt x="37635" y="20656"/>
                  <a:pt x="36387" y="20656"/>
                </a:cubicBezTo>
                <a:cubicBezTo>
                  <a:pt x="34886" y="20656"/>
                  <a:pt x="33534" y="21060"/>
                  <a:pt x="32332" y="21868"/>
                </a:cubicBezTo>
                <a:cubicBezTo>
                  <a:pt x="31131" y="22676"/>
                  <a:pt x="30270" y="23841"/>
                  <a:pt x="29750" y="25364"/>
                </a:cubicBezTo>
                <a:cubicBezTo>
                  <a:pt x="29230" y="26888"/>
                  <a:pt x="28971" y="29415"/>
                  <a:pt x="28971" y="32946"/>
                </a:cubicBezTo>
                <a:lnTo>
                  <a:pt x="28971" y="50809"/>
                </a:lnTo>
                <a:lnTo>
                  <a:pt x="19232" y="50809"/>
                </a:lnTo>
                <a:lnTo>
                  <a:pt x="19232" y="14002"/>
                </a:lnTo>
                <a:close/>
                <a:moveTo>
                  <a:pt x="104368" y="39095"/>
                </a:moveTo>
                <a:lnTo>
                  <a:pt x="114072" y="40758"/>
                </a:lnTo>
                <a:cubicBezTo>
                  <a:pt x="112824" y="44305"/>
                  <a:pt x="110854" y="47005"/>
                  <a:pt x="108163" y="48860"/>
                </a:cubicBezTo>
                <a:cubicBezTo>
                  <a:pt x="105471" y="50714"/>
                  <a:pt x="102103" y="51641"/>
                  <a:pt x="98060" y="51641"/>
                </a:cubicBezTo>
                <a:cubicBezTo>
                  <a:pt x="91659" y="51641"/>
                  <a:pt x="86923" y="49550"/>
                  <a:pt x="83850" y="45368"/>
                </a:cubicBezTo>
                <a:cubicBezTo>
                  <a:pt x="81424" y="42017"/>
                  <a:pt x="80211" y="37789"/>
                  <a:pt x="80211" y="32683"/>
                </a:cubicBezTo>
                <a:cubicBezTo>
                  <a:pt x="80211" y="26583"/>
                  <a:pt x="81805" y="21806"/>
                  <a:pt x="84994" y="18352"/>
                </a:cubicBezTo>
                <a:cubicBezTo>
                  <a:pt x="88182" y="14897"/>
                  <a:pt x="92214" y="13170"/>
                  <a:pt x="97089" y="13170"/>
                </a:cubicBezTo>
                <a:cubicBezTo>
                  <a:pt x="102565" y="13170"/>
                  <a:pt x="106886" y="14978"/>
                  <a:pt x="110052" y="18594"/>
                </a:cubicBezTo>
                <a:cubicBezTo>
                  <a:pt x="113217" y="22210"/>
                  <a:pt x="114730" y="27750"/>
                  <a:pt x="114592" y="35213"/>
                </a:cubicBezTo>
                <a:lnTo>
                  <a:pt x="90192" y="35213"/>
                </a:lnTo>
                <a:cubicBezTo>
                  <a:pt x="90262" y="38101"/>
                  <a:pt x="91047" y="40348"/>
                  <a:pt x="92549" y="41954"/>
                </a:cubicBezTo>
                <a:cubicBezTo>
                  <a:pt x="94051" y="43560"/>
                  <a:pt x="95922" y="44363"/>
                  <a:pt x="98164" y="44363"/>
                </a:cubicBezTo>
                <a:cubicBezTo>
                  <a:pt x="99689" y="44363"/>
                  <a:pt x="100971" y="43947"/>
                  <a:pt x="102011" y="43115"/>
                </a:cubicBezTo>
                <a:cubicBezTo>
                  <a:pt x="103051" y="42283"/>
                  <a:pt x="103836" y="40943"/>
                  <a:pt x="104368" y="39095"/>
                </a:cubicBezTo>
                <a:moveTo>
                  <a:pt x="104922" y="29252"/>
                </a:moveTo>
                <a:cubicBezTo>
                  <a:pt x="104853" y="26444"/>
                  <a:pt x="104125" y="24310"/>
                  <a:pt x="102739" y="22849"/>
                </a:cubicBezTo>
                <a:cubicBezTo>
                  <a:pt x="101352" y="21387"/>
                  <a:pt x="99666" y="20656"/>
                  <a:pt x="97678" y="20656"/>
                </a:cubicBezTo>
                <a:cubicBezTo>
                  <a:pt x="95553" y="20656"/>
                  <a:pt x="93797" y="21427"/>
                  <a:pt x="92410" y="22969"/>
                </a:cubicBezTo>
                <a:cubicBezTo>
                  <a:pt x="91024" y="24511"/>
                  <a:pt x="90342" y="26605"/>
                  <a:pt x="90366" y="29252"/>
                </a:cubicBezTo>
                <a:lnTo>
                  <a:pt x="104922" y="29252"/>
                </a:lnTo>
                <a:close/>
                <a:moveTo>
                  <a:pt x="139365" y="14002"/>
                </a:moveTo>
                <a:lnTo>
                  <a:pt x="139365" y="21765"/>
                </a:lnTo>
                <a:lnTo>
                  <a:pt x="132711" y="21765"/>
                </a:lnTo>
                <a:lnTo>
                  <a:pt x="132711" y="36575"/>
                </a:lnTo>
                <a:cubicBezTo>
                  <a:pt x="132711" y="39575"/>
                  <a:pt x="132774" y="41322"/>
                  <a:pt x="132901" y="41819"/>
                </a:cubicBezTo>
                <a:cubicBezTo>
                  <a:pt x="133028" y="42314"/>
                  <a:pt x="133317" y="42723"/>
                  <a:pt x="133768" y="43047"/>
                </a:cubicBezTo>
                <a:cubicBezTo>
                  <a:pt x="134218" y="43370"/>
                  <a:pt x="134767" y="43531"/>
                  <a:pt x="135414" y="43531"/>
                </a:cubicBezTo>
                <a:cubicBezTo>
                  <a:pt x="136315" y="43531"/>
                  <a:pt x="137621" y="43219"/>
                  <a:pt x="139330" y="42595"/>
                </a:cubicBezTo>
                <a:lnTo>
                  <a:pt x="140162" y="50179"/>
                </a:lnTo>
                <a:cubicBezTo>
                  <a:pt x="137898" y="51154"/>
                  <a:pt x="135333" y="51641"/>
                  <a:pt x="132468" y="51641"/>
                </a:cubicBezTo>
                <a:cubicBezTo>
                  <a:pt x="130712" y="51641"/>
                  <a:pt x="129129" y="51346"/>
                  <a:pt x="127720" y="50757"/>
                </a:cubicBezTo>
                <a:cubicBezTo>
                  <a:pt x="126310" y="50168"/>
                  <a:pt x="125276" y="49405"/>
                  <a:pt x="124618" y="48470"/>
                </a:cubicBezTo>
                <a:cubicBezTo>
                  <a:pt x="123959" y="47534"/>
                  <a:pt x="123503" y="46269"/>
                  <a:pt x="123249" y="44675"/>
                </a:cubicBezTo>
                <a:cubicBezTo>
                  <a:pt x="123041" y="43542"/>
                  <a:pt x="122937" y="41255"/>
                  <a:pt x="122937" y="37812"/>
                </a:cubicBezTo>
                <a:lnTo>
                  <a:pt x="122937" y="21765"/>
                </a:lnTo>
                <a:lnTo>
                  <a:pt x="118466" y="21765"/>
                </a:lnTo>
                <a:lnTo>
                  <a:pt x="118466" y="14002"/>
                </a:lnTo>
                <a:lnTo>
                  <a:pt x="122937" y="14002"/>
                </a:lnTo>
                <a:lnTo>
                  <a:pt x="122937" y="6654"/>
                </a:lnTo>
                <a:lnTo>
                  <a:pt x="132711" y="901"/>
                </a:lnTo>
                <a:lnTo>
                  <a:pt x="132711" y="14002"/>
                </a:lnTo>
                <a:lnTo>
                  <a:pt x="139365" y="14002"/>
                </a:lnTo>
                <a:close/>
                <a:moveTo>
                  <a:pt x="155470" y="50809"/>
                </a:moveTo>
                <a:lnTo>
                  <a:pt x="145731" y="50809"/>
                </a:lnTo>
                <a:lnTo>
                  <a:pt x="145731" y="14002"/>
                </a:lnTo>
                <a:lnTo>
                  <a:pt x="154776" y="14002"/>
                </a:lnTo>
                <a:lnTo>
                  <a:pt x="154776" y="19235"/>
                </a:lnTo>
                <a:cubicBezTo>
                  <a:pt x="156325" y="16763"/>
                  <a:pt x="157717" y="15134"/>
                  <a:pt x="158953" y="14349"/>
                </a:cubicBezTo>
                <a:cubicBezTo>
                  <a:pt x="160189" y="13563"/>
                  <a:pt x="161593" y="13170"/>
                  <a:pt x="163164" y="13170"/>
                </a:cubicBezTo>
                <a:cubicBezTo>
                  <a:pt x="165382" y="13170"/>
                  <a:pt x="167519" y="13782"/>
                  <a:pt x="169576" y="15007"/>
                </a:cubicBezTo>
                <a:lnTo>
                  <a:pt x="166560" y="23498"/>
                </a:lnTo>
                <a:cubicBezTo>
                  <a:pt x="164920" y="22436"/>
                  <a:pt x="163395" y="21904"/>
                  <a:pt x="161985" y="21904"/>
                </a:cubicBezTo>
                <a:cubicBezTo>
                  <a:pt x="160622" y="21904"/>
                  <a:pt x="159467" y="22280"/>
                  <a:pt x="158520" y="23030"/>
                </a:cubicBezTo>
                <a:cubicBezTo>
                  <a:pt x="157572" y="23781"/>
                  <a:pt x="156827" y="25139"/>
                  <a:pt x="156284" y="27103"/>
                </a:cubicBezTo>
                <a:cubicBezTo>
                  <a:pt x="155741" y="29067"/>
                  <a:pt x="155470" y="33180"/>
                  <a:pt x="155470" y="39441"/>
                </a:cubicBezTo>
                <a:lnTo>
                  <a:pt x="155470" y="50809"/>
                </a:lnTo>
                <a:close/>
                <a:moveTo>
                  <a:pt x="173750" y="9011"/>
                </a:moveTo>
                <a:lnTo>
                  <a:pt x="173750" y="0"/>
                </a:lnTo>
                <a:lnTo>
                  <a:pt x="183489" y="0"/>
                </a:lnTo>
                <a:lnTo>
                  <a:pt x="183489" y="9011"/>
                </a:lnTo>
                <a:lnTo>
                  <a:pt x="173750" y="9011"/>
                </a:lnTo>
                <a:moveTo>
                  <a:pt x="173750" y="50809"/>
                </a:moveTo>
                <a:lnTo>
                  <a:pt x="173750" y="14002"/>
                </a:lnTo>
                <a:lnTo>
                  <a:pt x="183489" y="14002"/>
                </a:lnTo>
                <a:lnTo>
                  <a:pt x="183489" y="50809"/>
                </a:lnTo>
                <a:lnTo>
                  <a:pt x="173750" y="50809"/>
                </a:lnTo>
                <a:close/>
                <a:moveTo>
                  <a:pt x="193120" y="50809"/>
                </a:moveTo>
                <a:lnTo>
                  <a:pt x="193120" y="0"/>
                </a:lnTo>
                <a:lnTo>
                  <a:pt x="202859" y="0"/>
                </a:lnTo>
                <a:lnTo>
                  <a:pt x="202859" y="26964"/>
                </a:lnTo>
                <a:lnTo>
                  <a:pt x="214261" y="14002"/>
                </a:lnTo>
                <a:lnTo>
                  <a:pt x="226253" y="14002"/>
                </a:lnTo>
                <a:lnTo>
                  <a:pt x="213672" y="27455"/>
                </a:lnTo>
                <a:lnTo>
                  <a:pt x="227154" y="50809"/>
                </a:lnTo>
                <a:lnTo>
                  <a:pt x="216653" y="50809"/>
                </a:lnTo>
                <a:lnTo>
                  <a:pt x="207399" y="34273"/>
                </a:lnTo>
                <a:lnTo>
                  <a:pt x="202859" y="39025"/>
                </a:lnTo>
                <a:lnTo>
                  <a:pt x="202859" y="50809"/>
                </a:lnTo>
                <a:lnTo>
                  <a:pt x="193120" y="508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21A5E-874D-4394-8ACB-72595C4E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860" y="7201002"/>
            <a:ext cx="431560" cy="142907"/>
          </a:xfrm>
          <a:custGeom xmlns:a="http://schemas.openxmlformats.org/drawingml/2006/main">
            <a:pathLst>
              <a:path w="431560" h="142907">
                <a:moveTo>
                  <a:pt x="0" y="0"/>
                </a:moveTo>
                <a:lnTo>
                  <a:pt x="431560" y="0"/>
                </a:lnTo>
                <a:lnTo>
                  <a:pt x="431560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9D250-DD74-4CF4-A24E-79A2954D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261" y="7195292"/>
            <a:ext cx="442838" cy="154571"/>
          </a:xfrm>
          <a:custGeom xmlns:a="http://schemas.openxmlformats.org/drawingml/2006/main">
            <a:pathLst>
              <a:path w="442838" h="154571">
                <a:moveTo>
                  <a:pt x="4598" y="142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56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2"/>
                </a:lnTo>
                <a:lnTo>
                  <a:pt x="5915" y="154571"/>
                </a:lnTo>
                <a:lnTo>
                  <a:pt x="436923" y="154571"/>
                </a:lnTo>
                <a:lnTo>
                  <a:pt x="438240" y="154422"/>
                </a:lnTo>
                <a:lnTo>
                  <a:pt x="439486" y="153988"/>
                </a:lnTo>
                <a:lnTo>
                  <a:pt x="440614" y="153286"/>
                </a:lnTo>
                <a:lnTo>
                  <a:pt x="441545" y="152347"/>
                </a:lnTo>
                <a:lnTo>
                  <a:pt x="442255" y="151227"/>
                </a:lnTo>
                <a:lnTo>
                  <a:pt x="442688" y="149973"/>
                </a:lnTo>
                <a:lnTo>
                  <a:pt x="442838" y="148656"/>
                </a:lnTo>
                <a:lnTo>
                  <a:pt x="442838" y="5915"/>
                </a:lnTo>
                <a:lnTo>
                  <a:pt x="442688" y="4598"/>
                </a:lnTo>
                <a:lnTo>
                  <a:pt x="442255" y="3344"/>
                </a:lnTo>
                <a:lnTo>
                  <a:pt x="441545" y="2224"/>
                </a:lnTo>
                <a:lnTo>
                  <a:pt x="440614" y="1286"/>
                </a:lnTo>
                <a:lnTo>
                  <a:pt x="439486" y="584"/>
                </a:lnTo>
                <a:lnTo>
                  <a:pt x="438240" y="142"/>
                </a:lnTo>
                <a:lnTo>
                  <a:pt x="436923" y="0"/>
                </a:lnTo>
                <a:lnTo>
                  <a:pt x="5915" y="0"/>
                </a:lnTo>
                <a:lnTo>
                  <a:pt x="4598" y="142"/>
                </a:lnTo>
                <a:close/>
                <a:moveTo>
                  <a:pt x="431008" y="142741"/>
                </a:moveTo>
                <a:lnTo>
                  <a:pt x="11830" y="142741"/>
                </a:lnTo>
                <a:lnTo>
                  <a:pt x="11830" y="11830"/>
                </a:lnTo>
                <a:lnTo>
                  <a:pt x="431008" y="11830"/>
                </a:lnTo>
                <a:lnTo>
                  <a:pt x="431008" y="142741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Text ASRank">
            <a:extLst xmlns:a="http://schemas.openxmlformats.org/drawingml/2006/main">
              <a:ext uri="{FF2B5EF4-FFF2-40B4-BE49-F238E27FC236}">
                <a16:creationId xmlns:a16="http://schemas.microsoft.com/office/drawing/2014/main" id="{529FF73C-D347-49F4-AC66-4A79B4CB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578" y="7245715"/>
            <a:ext cx="291157" cy="52681"/>
          </a:xfrm>
          <a:custGeom xmlns:a="http://schemas.openxmlformats.org/drawingml/2006/main">
            <a:pathLst>
              <a:path w="291157" h="52681">
                <a:moveTo>
                  <a:pt x="50982" y="51710"/>
                </a:moveTo>
                <a:lnTo>
                  <a:pt x="39822" y="51710"/>
                </a:lnTo>
                <a:lnTo>
                  <a:pt x="35386" y="40134"/>
                </a:lnTo>
                <a:lnTo>
                  <a:pt x="15076" y="40134"/>
                </a:lnTo>
                <a:lnTo>
                  <a:pt x="10883" y="51710"/>
                </a:lnTo>
                <a:lnTo>
                  <a:pt x="0" y="51710"/>
                </a:lnTo>
                <a:lnTo>
                  <a:pt x="19790" y="901"/>
                </a:lnTo>
                <a:lnTo>
                  <a:pt x="30638" y="901"/>
                </a:lnTo>
                <a:lnTo>
                  <a:pt x="50982" y="51710"/>
                </a:lnTo>
                <a:moveTo>
                  <a:pt x="32094" y="31539"/>
                </a:moveTo>
                <a:lnTo>
                  <a:pt x="25093" y="12754"/>
                </a:lnTo>
                <a:lnTo>
                  <a:pt x="18230" y="31539"/>
                </a:lnTo>
                <a:lnTo>
                  <a:pt x="32094" y="31539"/>
                </a:lnTo>
                <a:close/>
                <a:moveTo>
                  <a:pt x="53828" y="35213"/>
                </a:moveTo>
                <a:lnTo>
                  <a:pt x="63810" y="34242"/>
                </a:lnTo>
                <a:cubicBezTo>
                  <a:pt x="64411" y="37605"/>
                  <a:pt x="65629" y="40075"/>
                  <a:pt x="67466" y="41652"/>
                </a:cubicBezTo>
                <a:cubicBezTo>
                  <a:pt x="69303" y="43228"/>
                  <a:pt x="71781" y="44016"/>
                  <a:pt x="74901" y="44016"/>
                </a:cubicBezTo>
                <a:cubicBezTo>
                  <a:pt x="78205" y="44016"/>
                  <a:pt x="80694" y="43315"/>
                  <a:pt x="82369" y="41913"/>
                </a:cubicBezTo>
                <a:cubicBezTo>
                  <a:pt x="84045" y="40511"/>
                  <a:pt x="84882" y="38870"/>
                  <a:pt x="84882" y="36992"/>
                </a:cubicBezTo>
                <a:cubicBezTo>
                  <a:pt x="84882" y="35787"/>
                  <a:pt x="84530" y="34762"/>
                  <a:pt x="83825" y="33916"/>
                </a:cubicBezTo>
                <a:cubicBezTo>
                  <a:pt x="83120" y="33070"/>
                  <a:pt x="81890" y="32334"/>
                  <a:pt x="80134" y="31708"/>
                </a:cubicBezTo>
                <a:cubicBezTo>
                  <a:pt x="78932" y="31291"/>
                  <a:pt x="76194" y="30551"/>
                  <a:pt x="71920" y="29486"/>
                </a:cubicBezTo>
                <a:cubicBezTo>
                  <a:pt x="66421" y="28119"/>
                  <a:pt x="62562" y="26441"/>
                  <a:pt x="60344" y="24449"/>
                </a:cubicBezTo>
                <a:cubicBezTo>
                  <a:pt x="57225" y="21648"/>
                  <a:pt x="55665" y="18233"/>
                  <a:pt x="55665" y="14205"/>
                </a:cubicBezTo>
                <a:cubicBezTo>
                  <a:pt x="55665" y="11612"/>
                  <a:pt x="56399" y="9187"/>
                  <a:pt x="57866" y="6930"/>
                </a:cubicBezTo>
                <a:cubicBezTo>
                  <a:pt x="59333" y="4672"/>
                  <a:pt x="61447" y="2952"/>
                  <a:pt x="64208" y="1772"/>
                </a:cubicBezTo>
                <a:cubicBezTo>
                  <a:pt x="66970" y="591"/>
                  <a:pt x="70303" y="0"/>
                  <a:pt x="74207" y="0"/>
                </a:cubicBezTo>
                <a:cubicBezTo>
                  <a:pt x="80585" y="0"/>
                  <a:pt x="85385" y="1404"/>
                  <a:pt x="88608" y="4213"/>
                </a:cubicBezTo>
                <a:cubicBezTo>
                  <a:pt x="91831" y="7021"/>
                  <a:pt x="93524" y="10769"/>
                  <a:pt x="93685" y="15458"/>
                </a:cubicBezTo>
                <a:lnTo>
                  <a:pt x="83426" y="15874"/>
                </a:lnTo>
                <a:cubicBezTo>
                  <a:pt x="82987" y="13263"/>
                  <a:pt x="82046" y="11385"/>
                  <a:pt x="80602" y="10242"/>
                </a:cubicBezTo>
                <a:cubicBezTo>
                  <a:pt x="79158" y="9098"/>
                  <a:pt x="76992" y="8526"/>
                  <a:pt x="74103" y="8526"/>
                </a:cubicBezTo>
                <a:cubicBezTo>
                  <a:pt x="71123" y="8526"/>
                  <a:pt x="68789" y="9139"/>
                  <a:pt x="67102" y="10364"/>
                </a:cubicBezTo>
                <a:cubicBezTo>
                  <a:pt x="66016" y="11150"/>
                  <a:pt x="65473" y="12201"/>
                  <a:pt x="65473" y="13519"/>
                </a:cubicBezTo>
                <a:cubicBezTo>
                  <a:pt x="65473" y="14721"/>
                  <a:pt x="65982" y="15750"/>
                  <a:pt x="66998" y="16605"/>
                </a:cubicBezTo>
                <a:cubicBezTo>
                  <a:pt x="68292" y="17691"/>
                  <a:pt x="71435" y="18825"/>
                  <a:pt x="76426" y="20005"/>
                </a:cubicBezTo>
                <a:cubicBezTo>
                  <a:pt x="81416" y="21186"/>
                  <a:pt x="85107" y="22407"/>
                  <a:pt x="87499" y="23669"/>
                </a:cubicBezTo>
                <a:cubicBezTo>
                  <a:pt x="89890" y="24931"/>
                  <a:pt x="91762" y="26656"/>
                  <a:pt x="93114" y="28843"/>
                </a:cubicBezTo>
                <a:cubicBezTo>
                  <a:pt x="94465" y="31030"/>
                  <a:pt x="95141" y="33733"/>
                  <a:pt x="95141" y="36951"/>
                </a:cubicBezTo>
                <a:cubicBezTo>
                  <a:pt x="95141" y="39868"/>
                  <a:pt x="94332" y="42599"/>
                  <a:pt x="92715" y="45146"/>
                </a:cubicBezTo>
                <a:cubicBezTo>
                  <a:pt x="91098" y="47692"/>
                  <a:pt x="88810" y="49585"/>
                  <a:pt x="85853" y="50823"/>
                </a:cubicBezTo>
                <a:cubicBezTo>
                  <a:pt x="82895" y="52062"/>
                  <a:pt x="79210" y="52681"/>
                  <a:pt x="74797" y="52681"/>
                </a:cubicBezTo>
                <a:cubicBezTo>
                  <a:pt x="68373" y="52681"/>
                  <a:pt x="63440" y="51193"/>
                  <a:pt x="59997" y="48218"/>
                </a:cubicBezTo>
                <a:cubicBezTo>
                  <a:pt x="56555" y="45244"/>
                  <a:pt x="54498" y="40908"/>
                  <a:pt x="53828" y="35213"/>
                </a:cubicBezTo>
                <a:close/>
                <a:moveTo>
                  <a:pt x="123499" y="51710"/>
                </a:moveTo>
                <a:lnTo>
                  <a:pt x="123499" y="901"/>
                </a:lnTo>
                <a:lnTo>
                  <a:pt x="145091" y="901"/>
                </a:lnTo>
                <a:cubicBezTo>
                  <a:pt x="150521" y="901"/>
                  <a:pt x="154466" y="1357"/>
                  <a:pt x="156927" y="2270"/>
                </a:cubicBezTo>
                <a:cubicBezTo>
                  <a:pt x="159388" y="3183"/>
                  <a:pt x="161358" y="4806"/>
                  <a:pt x="162836" y="7140"/>
                </a:cubicBezTo>
                <a:cubicBezTo>
                  <a:pt x="164315" y="9473"/>
                  <a:pt x="165055" y="12142"/>
                  <a:pt x="165055" y="15146"/>
                </a:cubicBezTo>
                <a:cubicBezTo>
                  <a:pt x="165055" y="18958"/>
                  <a:pt x="163934" y="22106"/>
                  <a:pt x="161693" y="24590"/>
                </a:cubicBezTo>
                <a:cubicBezTo>
                  <a:pt x="159452" y="27074"/>
                  <a:pt x="156101" y="28639"/>
                  <a:pt x="151642" y="29286"/>
                </a:cubicBezTo>
                <a:cubicBezTo>
                  <a:pt x="153860" y="30580"/>
                  <a:pt x="155691" y="32001"/>
                  <a:pt x="157135" y="33549"/>
                </a:cubicBezTo>
                <a:cubicBezTo>
                  <a:pt x="158579" y="35097"/>
                  <a:pt x="160526" y="37847"/>
                  <a:pt x="162975" y="41798"/>
                </a:cubicBezTo>
                <a:lnTo>
                  <a:pt x="169179" y="51710"/>
                </a:lnTo>
                <a:lnTo>
                  <a:pt x="156910" y="51710"/>
                </a:lnTo>
                <a:lnTo>
                  <a:pt x="149493" y="40651"/>
                </a:lnTo>
                <a:cubicBezTo>
                  <a:pt x="146859" y="36701"/>
                  <a:pt x="145057" y="34213"/>
                  <a:pt x="144086" y="33185"/>
                </a:cubicBezTo>
                <a:cubicBezTo>
                  <a:pt x="143116" y="32157"/>
                  <a:pt x="142088" y="31452"/>
                  <a:pt x="141002" y="31071"/>
                </a:cubicBezTo>
                <a:cubicBezTo>
                  <a:pt x="139916" y="30690"/>
                  <a:pt x="138194" y="30499"/>
                  <a:pt x="135838" y="30499"/>
                </a:cubicBezTo>
                <a:lnTo>
                  <a:pt x="133758" y="30499"/>
                </a:lnTo>
                <a:lnTo>
                  <a:pt x="133758" y="51710"/>
                </a:lnTo>
                <a:lnTo>
                  <a:pt x="123499" y="51710"/>
                </a:lnTo>
                <a:moveTo>
                  <a:pt x="133758" y="22389"/>
                </a:moveTo>
                <a:lnTo>
                  <a:pt x="141348" y="22389"/>
                </a:lnTo>
                <a:cubicBezTo>
                  <a:pt x="146270" y="22389"/>
                  <a:pt x="149343" y="22181"/>
                  <a:pt x="150567" y="21765"/>
                </a:cubicBezTo>
                <a:cubicBezTo>
                  <a:pt x="151792" y="21350"/>
                  <a:pt x="152751" y="20633"/>
                  <a:pt x="153444" y="19617"/>
                </a:cubicBezTo>
                <a:cubicBezTo>
                  <a:pt x="154137" y="18600"/>
                  <a:pt x="154484" y="17329"/>
                  <a:pt x="154484" y="15804"/>
                </a:cubicBezTo>
                <a:cubicBezTo>
                  <a:pt x="154484" y="14094"/>
                  <a:pt x="154027" y="12714"/>
                  <a:pt x="153115" y="11663"/>
                </a:cubicBezTo>
                <a:cubicBezTo>
                  <a:pt x="152202" y="10611"/>
                  <a:pt x="150914" y="9947"/>
                  <a:pt x="149250" y="9670"/>
                </a:cubicBezTo>
                <a:cubicBezTo>
                  <a:pt x="148419" y="9554"/>
                  <a:pt x="145923" y="9496"/>
                  <a:pt x="141764" y="9496"/>
                </a:cubicBezTo>
                <a:lnTo>
                  <a:pt x="133758" y="9496"/>
                </a:lnTo>
                <a:lnTo>
                  <a:pt x="133758" y="22389"/>
                </a:lnTo>
                <a:close/>
                <a:moveTo>
                  <a:pt x="181937" y="26271"/>
                </a:moveTo>
                <a:lnTo>
                  <a:pt x="173099" y="24677"/>
                </a:lnTo>
                <a:cubicBezTo>
                  <a:pt x="174093" y="21072"/>
                  <a:pt x="175803" y="18403"/>
                  <a:pt x="178229" y="16671"/>
                </a:cubicBezTo>
                <a:cubicBezTo>
                  <a:pt x="180655" y="14938"/>
                  <a:pt x="184259" y="14071"/>
                  <a:pt x="189042" y="14071"/>
                </a:cubicBezTo>
                <a:cubicBezTo>
                  <a:pt x="193386" y="14071"/>
                  <a:pt x="196621" y="14585"/>
                  <a:pt x="198746" y="15614"/>
                </a:cubicBezTo>
                <a:cubicBezTo>
                  <a:pt x="200872" y="16642"/>
                  <a:pt x="202368" y="17947"/>
                  <a:pt x="203235" y="19530"/>
                </a:cubicBezTo>
                <a:cubicBezTo>
                  <a:pt x="204101" y="21113"/>
                  <a:pt x="204534" y="24018"/>
                  <a:pt x="204534" y="28247"/>
                </a:cubicBezTo>
                <a:lnTo>
                  <a:pt x="204430" y="39614"/>
                </a:lnTo>
                <a:cubicBezTo>
                  <a:pt x="204430" y="42849"/>
                  <a:pt x="204586" y="45235"/>
                  <a:pt x="204898" y="46771"/>
                </a:cubicBezTo>
                <a:cubicBezTo>
                  <a:pt x="205210" y="48308"/>
                  <a:pt x="205794" y="49954"/>
                  <a:pt x="206648" y="51710"/>
                </a:cubicBezTo>
                <a:lnTo>
                  <a:pt x="197013" y="51710"/>
                </a:lnTo>
                <a:cubicBezTo>
                  <a:pt x="196759" y="51063"/>
                  <a:pt x="196447" y="50104"/>
                  <a:pt x="196078" y="48834"/>
                </a:cubicBezTo>
                <a:cubicBezTo>
                  <a:pt x="195916" y="48256"/>
                  <a:pt x="195800" y="47875"/>
                  <a:pt x="195731" y="47690"/>
                </a:cubicBezTo>
                <a:cubicBezTo>
                  <a:pt x="194068" y="49307"/>
                  <a:pt x="192288" y="50520"/>
                  <a:pt x="190394" y="51329"/>
                </a:cubicBezTo>
                <a:cubicBezTo>
                  <a:pt x="188499" y="52138"/>
                  <a:pt x="186477" y="52542"/>
                  <a:pt x="184329" y="52542"/>
                </a:cubicBezTo>
                <a:cubicBezTo>
                  <a:pt x="180539" y="52542"/>
                  <a:pt x="177553" y="51518"/>
                  <a:pt x="175369" y="49470"/>
                </a:cubicBezTo>
                <a:cubicBezTo>
                  <a:pt x="173186" y="47423"/>
                  <a:pt x="172094" y="44834"/>
                  <a:pt x="172094" y="41705"/>
                </a:cubicBezTo>
                <a:cubicBezTo>
                  <a:pt x="172094" y="39634"/>
                  <a:pt x="172591" y="37788"/>
                  <a:pt x="173584" y="36166"/>
                </a:cubicBezTo>
                <a:cubicBezTo>
                  <a:pt x="174578" y="34544"/>
                  <a:pt x="175970" y="33301"/>
                  <a:pt x="177761" y="32438"/>
                </a:cubicBezTo>
                <a:cubicBezTo>
                  <a:pt x="179551" y="31575"/>
                  <a:pt x="182133" y="30822"/>
                  <a:pt x="185507" y="30178"/>
                </a:cubicBezTo>
                <a:cubicBezTo>
                  <a:pt x="190059" y="29326"/>
                  <a:pt x="193213" y="28532"/>
                  <a:pt x="194969" y="27796"/>
                </a:cubicBezTo>
                <a:lnTo>
                  <a:pt x="194969" y="26815"/>
                </a:lnTo>
                <a:cubicBezTo>
                  <a:pt x="194969" y="24922"/>
                  <a:pt x="194507" y="23573"/>
                  <a:pt x="193582" y="22767"/>
                </a:cubicBezTo>
                <a:cubicBezTo>
                  <a:pt x="192658" y="21961"/>
                  <a:pt x="190914" y="21557"/>
                  <a:pt x="188349" y="21557"/>
                </a:cubicBezTo>
                <a:cubicBezTo>
                  <a:pt x="186616" y="21557"/>
                  <a:pt x="185264" y="21906"/>
                  <a:pt x="184294" y="22604"/>
                </a:cubicBezTo>
                <a:cubicBezTo>
                  <a:pt x="183323" y="23301"/>
                  <a:pt x="182538" y="24523"/>
                  <a:pt x="181937" y="26271"/>
                </a:cubicBezTo>
                <a:moveTo>
                  <a:pt x="194969" y="34173"/>
                </a:moveTo>
                <a:cubicBezTo>
                  <a:pt x="193721" y="34584"/>
                  <a:pt x="191745" y="35075"/>
                  <a:pt x="189042" y="35646"/>
                </a:cubicBezTo>
                <a:cubicBezTo>
                  <a:pt x="186339" y="36217"/>
                  <a:pt x="184571" y="36776"/>
                  <a:pt x="183739" y="37324"/>
                </a:cubicBezTo>
                <a:cubicBezTo>
                  <a:pt x="182469" y="38214"/>
                  <a:pt x="181833" y="39344"/>
                  <a:pt x="181833" y="40714"/>
                </a:cubicBezTo>
                <a:cubicBezTo>
                  <a:pt x="181833" y="42061"/>
                  <a:pt x="182341" y="43226"/>
                  <a:pt x="183358" y="44208"/>
                </a:cubicBezTo>
                <a:cubicBezTo>
                  <a:pt x="184375" y="45189"/>
                  <a:pt x="185669" y="45680"/>
                  <a:pt x="187240" y="45680"/>
                </a:cubicBezTo>
                <a:cubicBezTo>
                  <a:pt x="188996" y="45680"/>
                  <a:pt x="190671" y="45109"/>
                  <a:pt x="192265" y="43967"/>
                </a:cubicBezTo>
                <a:cubicBezTo>
                  <a:pt x="193444" y="43100"/>
                  <a:pt x="194218" y="42038"/>
                  <a:pt x="194587" y="40782"/>
                </a:cubicBezTo>
                <a:cubicBezTo>
                  <a:pt x="194842" y="39960"/>
                  <a:pt x="194969" y="38397"/>
                  <a:pt x="194969" y="36091"/>
                </a:cubicBezTo>
                <a:lnTo>
                  <a:pt x="194969" y="34173"/>
                </a:lnTo>
                <a:close/>
                <a:moveTo>
                  <a:pt x="247572" y="51710"/>
                </a:moveTo>
                <a:lnTo>
                  <a:pt x="237833" y="51710"/>
                </a:lnTo>
                <a:lnTo>
                  <a:pt x="237833" y="32947"/>
                </a:lnTo>
                <a:cubicBezTo>
                  <a:pt x="237833" y="28977"/>
                  <a:pt x="237625" y="26410"/>
                  <a:pt x="237209" y="25244"/>
                </a:cubicBezTo>
                <a:cubicBezTo>
                  <a:pt x="236794" y="24079"/>
                  <a:pt x="236118" y="23173"/>
                  <a:pt x="235182" y="22527"/>
                </a:cubicBezTo>
                <a:cubicBezTo>
                  <a:pt x="234246" y="21881"/>
                  <a:pt x="233120" y="21557"/>
                  <a:pt x="231803" y="21557"/>
                </a:cubicBezTo>
                <a:cubicBezTo>
                  <a:pt x="230116" y="21557"/>
                  <a:pt x="228603" y="22019"/>
                  <a:pt x="227263" y="22943"/>
                </a:cubicBezTo>
                <a:cubicBezTo>
                  <a:pt x="225922" y="23866"/>
                  <a:pt x="225004" y="25089"/>
                  <a:pt x="224507" y="26612"/>
                </a:cubicBezTo>
                <a:cubicBezTo>
                  <a:pt x="224010" y="28135"/>
                  <a:pt x="223762" y="30951"/>
                  <a:pt x="223762" y="35059"/>
                </a:cubicBezTo>
                <a:lnTo>
                  <a:pt x="223762" y="51710"/>
                </a:lnTo>
                <a:lnTo>
                  <a:pt x="214023" y="51710"/>
                </a:lnTo>
                <a:lnTo>
                  <a:pt x="214023" y="14903"/>
                </a:lnTo>
                <a:lnTo>
                  <a:pt x="223069" y="14903"/>
                </a:lnTo>
                <a:lnTo>
                  <a:pt x="223069" y="20310"/>
                </a:lnTo>
                <a:cubicBezTo>
                  <a:pt x="226281" y="16151"/>
                  <a:pt x="230324" y="14071"/>
                  <a:pt x="235199" y="14071"/>
                </a:cubicBezTo>
                <a:cubicBezTo>
                  <a:pt x="237348" y="14071"/>
                  <a:pt x="239312" y="14458"/>
                  <a:pt x="241091" y="15232"/>
                </a:cubicBezTo>
                <a:cubicBezTo>
                  <a:pt x="242870" y="16006"/>
                  <a:pt x="244216" y="16994"/>
                  <a:pt x="245129" y="18196"/>
                </a:cubicBezTo>
                <a:cubicBezTo>
                  <a:pt x="246042" y="19397"/>
                  <a:pt x="246677" y="20760"/>
                  <a:pt x="247035" y="22285"/>
                </a:cubicBezTo>
                <a:cubicBezTo>
                  <a:pt x="247393" y="23810"/>
                  <a:pt x="247572" y="25994"/>
                  <a:pt x="247572" y="28836"/>
                </a:cubicBezTo>
                <a:lnTo>
                  <a:pt x="247572" y="51710"/>
                </a:lnTo>
                <a:close/>
                <a:moveTo>
                  <a:pt x="257123" y="51710"/>
                </a:moveTo>
                <a:lnTo>
                  <a:pt x="257123" y="901"/>
                </a:lnTo>
                <a:lnTo>
                  <a:pt x="266862" y="901"/>
                </a:lnTo>
                <a:lnTo>
                  <a:pt x="266862" y="27865"/>
                </a:lnTo>
                <a:lnTo>
                  <a:pt x="278264" y="14903"/>
                </a:lnTo>
                <a:lnTo>
                  <a:pt x="290256" y="14903"/>
                </a:lnTo>
                <a:lnTo>
                  <a:pt x="277675" y="28356"/>
                </a:lnTo>
                <a:lnTo>
                  <a:pt x="291157" y="51710"/>
                </a:lnTo>
                <a:lnTo>
                  <a:pt x="280656" y="51710"/>
                </a:lnTo>
                <a:lnTo>
                  <a:pt x="271402" y="35174"/>
                </a:lnTo>
                <a:lnTo>
                  <a:pt x="266862" y="39926"/>
                </a:lnTo>
                <a:lnTo>
                  <a:pt x="266862" y="51710"/>
                </a:lnTo>
                <a:lnTo>
                  <a:pt x="257123" y="51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3C5DF-6113-4D26-BF4C-AA9B8E08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3420" y="7201002"/>
            <a:ext cx="658697" cy="142907"/>
          </a:xfrm>
          <a:custGeom xmlns:a="http://schemas.openxmlformats.org/drawingml/2006/main">
            <a:pathLst>
              <a:path w="658697" h="142907">
                <a:moveTo>
                  <a:pt x="0" y="0"/>
                </a:moveTo>
                <a:lnTo>
                  <a:pt x="658697" y="0"/>
                </a:lnTo>
                <a:lnTo>
                  <a:pt x="658697" y="142907"/>
                </a:lnTo>
                <a:lnTo>
                  <a:pt x="0" y="142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89597-FF61-4C35-8DD7-EC117ACE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7269" y="7195292"/>
            <a:ext cx="670764" cy="154571"/>
          </a:xfrm>
          <a:custGeom xmlns:a="http://schemas.openxmlformats.org/drawingml/2006/main">
            <a:pathLst>
              <a:path w="670764" h="154571">
                <a:moveTo>
                  <a:pt x="4598" y="142"/>
                </a:moveTo>
                <a:lnTo>
                  <a:pt x="3352" y="584"/>
                </a:lnTo>
                <a:lnTo>
                  <a:pt x="2224" y="1286"/>
                </a:lnTo>
                <a:lnTo>
                  <a:pt x="1293" y="2224"/>
                </a:lnTo>
                <a:lnTo>
                  <a:pt x="584" y="3344"/>
                </a:lnTo>
                <a:lnTo>
                  <a:pt x="150" y="4598"/>
                </a:lnTo>
                <a:lnTo>
                  <a:pt x="0" y="5915"/>
                </a:lnTo>
                <a:lnTo>
                  <a:pt x="0" y="148656"/>
                </a:lnTo>
                <a:lnTo>
                  <a:pt x="150" y="149973"/>
                </a:lnTo>
                <a:lnTo>
                  <a:pt x="584" y="151227"/>
                </a:lnTo>
                <a:lnTo>
                  <a:pt x="1293" y="152347"/>
                </a:lnTo>
                <a:lnTo>
                  <a:pt x="2224" y="153286"/>
                </a:lnTo>
                <a:lnTo>
                  <a:pt x="3352" y="153988"/>
                </a:lnTo>
                <a:lnTo>
                  <a:pt x="4598" y="154422"/>
                </a:lnTo>
                <a:lnTo>
                  <a:pt x="5915" y="154571"/>
                </a:lnTo>
                <a:lnTo>
                  <a:pt x="664849" y="154571"/>
                </a:lnTo>
                <a:lnTo>
                  <a:pt x="666166" y="154422"/>
                </a:lnTo>
                <a:lnTo>
                  <a:pt x="667412" y="153988"/>
                </a:lnTo>
                <a:lnTo>
                  <a:pt x="668540" y="153286"/>
                </a:lnTo>
                <a:lnTo>
                  <a:pt x="669470" y="152347"/>
                </a:lnTo>
                <a:lnTo>
                  <a:pt x="670180" y="151227"/>
                </a:lnTo>
                <a:lnTo>
                  <a:pt x="670614" y="149973"/>
                </a:lnTo>
                <a:lnTo>
                  <a:pt x="670764" y="148656"/>
                </a:lnTo>
                <a:lnTo>
                  <a:pt x="670764" y="5915"/>
                </a:lnTo>
                <a:lnTo>
                  <a:pt x="670614" y="4598"/>
                </a:lnTo>
                <a:lnTo>
                  <a:pt x="670180" y="3344"/>
                </a:lnTo>
                <a:lnTo>
                  <a:pt x="669470" y="2224"/>
                </a:lnTo>
                <a:lnTo>
                  <a:pt x="668540" y="1286"/>
                </a:lnTo>
                <a:lnTo>
                  <a:pt x="667412" y="584"/>
                </a:lnTo>
                <a:lnTo>
                  <a:pt x="666166" y="142"/>
                </a:lnTo>
                <a:lnTo>
                  <a:pt x="664849" y="0"/>
                </a:lnTo>
                <a:lnTo>
                  <a:pt x="5915" y="0"/>
                </a:lnTo>
                <a:lnTo>
                  <a:pt x="4598" y="142"/>
                </a:lnTo>
                <a:close/>
                <a:moveTo>
                  <a:pt x="658934" y="142741"/>
                </a:moveTo>
                <a:lnTo>
                  <a:pt x="11830" y="142741"/>
                </a:lnTo>
                <a:lnTo>
                  <a:pt x="11830" y="11830"/>
                </a:lnTo>
                <a:lnTo>
                  <a:pt x="658934" y="11830"/>
                </a:lnTo>
                <a:lnTo>
                  <a:pt x="658934" y="142741"/>
                </a:lnTo>
                <a:close/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Text Organization">
            <a:extLst xmlns:a="http://schemas.openxmlformats.org/drawingml/2006/main">
              <a:ext uri="{FF2B5EF4-FFF2-40B4-BE49-F238E27FC236}">
                <a16:creationId xmlns:a16="http://schemas.microsoft.com/office/drawing/2014/main" id="{A9BCBE8A-D58A-4B84-83E9-7EBCE65A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654" y="7245715"/>
            <a:ext cx="425882" cy="66683"/>
          </a:xfrm>
          <a:custGeom xmlns:a="http://schemas.openxmlformats.org/drawingml/2006/main">
            <a:pathLst>
              <a:path w="425882" h="66683">
                <a:moveTo>
                  <a:pt x="0" y="26618"/>
                </a:moveTo>
                <a:cubicBezTo>
                  <a:pt x="0" y="21435"/>
                  <a:pt x="774" y="17086"/>
                  <a:pt x="2322" y="13570"/>
                </a:cubicBezTo>
                <a:cubicBezTo>
                  <a:pt x="3477" y="10978"/>
                  <a:pt x="5054" y="8653"/>
                  <a:pt x="7053" y="6594"/>
                </a:cubicBezTo>
                <a:cubicBezTo>
                  <a:pt x="9052" y="4534"/>
                  <a:pt x="11241" y="3007"/>
                  <a:pt x="13621" y="2012"/>
                </a:cubicBezTo>
                <a:cubicBezTo>
                  <a:pt x="16786" y="671"/>
                  <a:pt x="20437" y="0"/>
                  <a:pt x="24573" y="0"/>
                </a:cubicBezTo>
                <a:cubicBezTo>
                  <a:pt x="32059" y="0"/>
                  <a:pt x="38049" y="2325"/>
                  <a:pt x="42543" y="6976"/>
                </a:cubicBezTo>
                <a:cubicBezTo>
                  <a:pt x="47037" y="11626"/>
                  <a:pt x="49284" y="18092"/>
                  <a:pt x="49284" y="26375"/>
                </a:cubicBezTo>
                <a:cubicBezTo>
                  <a:pt x="49284" y="34588"/>
                  <a:pt x="47054" y="41015"/>
                  <a:pt x="42595" y="45654"/>
                </a:cubicBezTo>
                <a:cubicBezTo>
                  <a:pt x="38136" y="50292"/>
                  <a:pt x="32175" y="52611"/>
                  <a:pt x="24711" y="52611"/>
                </a:cubicBezTo>
                <a:cubicBezTo>
                  <a:pt x="17156" y="52611"/>
                  <a:pt x="11148" y="50304"/>
                  <a:pt x="6689" y="45688"/>
                </a:cubicBezTo>
                <a:cubicBezTo>
                  <a:pt x="2230" y="41072"/>
                  <a:pt x="0" y="34715"/>
                  <a:pt x="0" y="26618"/>
                </a:cubicBezTo>
                <a:moveTo>
                  <a:pt x="10571" y="26271"/>
                </a:moveTo>
                <a:cubicBezTo>
                  <a:pt x="10571" y="32024"/>
                  <a:pt x="11899" y="36385"/>
                  <a:pt x="14557" y="39355"/>
                </a:cubicBezTo>
                <a:cubicBezTo>
                  <a:pt x="17214" y="42324"/>
                  <a:pt x="20587" y="43808"/>
                  <a:pt x="24677" y="43808"/>
                </a:cubicBezTo>
                <a:cubicBezTo>
                  <a:pt x="28766" y="43808"/>
                  <a:pt x="32123" y="42335"/>
                  <a:pt x="34745" y="39389"/>
                </a:cubicBezTo>
                <a:cubicBezTo>
                  <a:pt x="37367" y="36443"/>
                  <a:pt x="38679" y="32024"/>
                  <a:pt x="38679" y="26132"/>
                </a:cubicBezTo>
                <a:cubicBezTo>
                  <a:pt x="38679" y="20310"/>
                  <a:pt x="37402" y="15966"/>
                  <a:pt x="34849" y="13101"/>
                </a:cubicBezTo>
                <a:cubicBezTo>
                  <a:pt x="32296" y="10236"/>
                  <a:pt x="28905" y="8803"/>
                  <a:pt x="24677" y="8803"/>
                </a:cubicBezTo>
                <a:cubicBezTo>
                  <a:pt x="20448" y="8803"/>
                  <a:pt x="17040" y="10253"/>
                  <a:pt x="14453" y="13153"/>
                </a:cubicBezTo>
                <a:cubicBezTo>
                  <a:pt x="11865" y="16053"/>
                  <a:pt x="10571" y="20425"/>
                  <a:pt x="10571" y="26271"/>
                </a:cubicBezTo>
                <a:close/>
                <a:moveTo>
                  <a:pt x="66540" y="51710"/>
                </a:moveTo>
                <a:lnTo>
                  <a:pt x="56801" y="51710"/>
                </a:lnTo>
                <a:lnTo>
                  <a:pt x="56801" y="14903"/>
                </a:lnTo>
                <a:lnTo>
                  <a:pt x="65847" y="14903"/>
                </a:lnTo>
                <a:lnTo>
                  <a:pt x="65847" y="20136"/>
                </a:lnTo>
                <a:cubicBezTo>
                  <a:pt x="67395" y="17664"/>
                  <a:pt x="68787" y="16035"/>
                  <a:pt x="70023" y="15250"/>
                </a:cubicBezTo>
                <a:cubicBezTo>
                  <a:pt x="71259" y="14464"/>
                  <a:pt x="72663" y="14071"/>
                  <a:pt x="74234" y="14071"/>
                </a:cubicBezTo>
                <a:cubicBezTo>
                  <a:pt x="76452" y="14071"/>
                  <a:pt x="78589" y="14684"/>
                  <a:pt x="80646" y="15908"/>
                </a:cubicBezTo>
                <a:lnTo>
                  <a:pt x="77631" y="24399"/>
                </a:lnTo>
                <a:cubicBezTo>
                  <a:pt x="75990" y="23337"/>
                  <a:pt x="74465" y="22805"/>
                  <a:pt x="73056" y="22805"/>
                </a:cubicBezTo>
                <a:cubicBezTo>
                  <a:pt x="71692" y="22805"/>
                  <a:pt x="70537" y="23181"/>
                  <a:pt x="69590" y="23932"/>
                </a:cubicBezTo>
                <a:cubicBezTo>
                  <a:pt x="68643" y="24683"/>
                  <a:pt x="67897" y="26040"/>
                  <a:pt x="67354" y="28004"/>
                </a:cubicBezTo>
                <a:cubicBezTo>
                  <a:pt x="66811" y="29968"/>
                  <a:pt x="66540" y="34081"/>
                  <a:pt x="66540" y="40342"/>
                </a:cubicBezTo>
                <a:lnTo>
                  <a:pt x="66540" y="51710"/>
                </a:lnTo>
                <a:close/>
                <a:moveTo>
                  <a:pt x="83919" y="54067"/>
                </a:moveTo>
                <a:lnTo>
                  <a:pt x="95044" y="55453"/>
                </a:lnTo>
                <a:cubicBezTo>
                  <a:pt x="95229" y="56760"/>
                  <a:pt x="95657" y="57657"/>
                  <a:pt x="96327" y="58147"/>
                </a:cubicBezTo>
                <a:cubicBezTo>
                  <a:pt x="97251" y="58847"/>
                  <a:pt x="98707" y="59196"/>
                  <a:pt x="100694" y="59196"/>
                </a:cubicBezTo>
                <a:cubicBezTo>
                  <a:pt x="103235" y="59196"/>
                  <a:pt x="105142" y="58812"/>
                  <a:pt x="106412" y="58044"/>
                </a:cubicBezTo>
                <a:cubicBezTo>
                  <a:pt x="107267" y="57532"/>
                  <a:pt x="107914" y="56706"/>
                  <a:pt x="108353" y="55566"/>
                </a:cubicBezTo>
                <a:cubicBezTo>
                  <a:pt x="108654" y="54752"/>
                  <a:pt x="108804" y="53251"/>
                  <a:pt x="108804" y="51064"/>
                </a:cubicBezTo>
                <a:lnTo>
                  <a:pt x="108804" y="45653"/>
                </a:lnTo>
                <a:cubicBezTo>
                  <a:pt x="105893" y="49691"/>
                  <a:pt x="102219" y="51710"/>
                  <a:pt x="97782" y="51710"/>
                </a:cubicBezTo>
                <a:cubicBezTo>
                  <a:pt x="92838" y="51710"/>
                  <a:pt x="88921" y="49619"/>
                  <a:pt x="86033" y="45437"/>
                </a:cubicBezTo>
                <a:cubicBezTo>
                  <a:pt x="83769" y="42133"/>
                  <a:pt x="82637" y="38020"/>
                  <a:pt x="82637" y="33099"/>
                </a:cubicBezTo>
                <a:cubicBezTo>
                  <a:pt x="82637" y="26930"/>
                  <a:pt x="84121" y="22216"/>
                  <a:pt x="87090" y="18958"/>
                </a:cubicBezTo>
                <a:cubicBezTo>
                  <a:pt x="90059" y="15700"/>
                  <a:pt x="93751" y="14071"/>
                  <a:pt x="98164" y="14071"/>
                </a:cubicBezTo>
                <a:cubicBezTo>
                  <a:pt x="102716" y="14071"/>
                  <a:pt x="106470" y="16079"/>
                  <a:pt x="109428" y="20095"/>
                </a:cubicBezTo>
                <a:lnTo>
                  <a:pt x="109428" y="14903"/>
                </a:lnTo>
                <a:lnTo>
                  <a:pt x="118543" y="14903"/>
                </a:lnTo>
                <a:lnTo>
                  <a:pt x="118543" y="47954"/>
                </a:lnTo>
                <a:cubicBezTo>
                  <a:pt x="118543" y="52301"/>
                  <a:pt x="118185" y="55549"/>
                  <a:pt x="117468" y="57700"/>
                </a:cubicBezTo>
                <a:cubicBezTo>
                  <a:pt x="116752" y="59850"/>
                  <a:pt x="115747" y="61538"/>
                  <a:pt x="114453" y="62763"/>
                </a:cubicBezTo>
                <a:cubicBezTo>
                  <a:pt x="113159" y="63989"/>
                  <a:pt x="111432" y="64949"/>
                  <a:pt x="109272" y="65642"/>
                </a:cubicBezTo>
                <a:cubicBezTo>
                  <a:pt x="107111" y="66336"/>
                  <a:pt x="104379" y="66683"/>
                  <a:pt x="101075" y="66683"/>
                </a:cubicBezTo>
                <a:cubicBezTo>
                  <a:pt x="94837" y="66683"/>
                  <a:pt x="90412" y="65605"/>
                  <a:pt x="87801" y="63450"/>
                </a:cubicBezTo>
                <a:cubicBezTo>
                  <a:pt x="85190" y="61295"/>
                  <a:pt x="83884" y="58564"/>
                  <a:pt x="83884" y="55255"/>
                </a:cubicBezTo>
                <a:cubicBezTo>
                  <a:pt x="83884" y="54929"/>
                  <a:pt x="83896" y="54533"/>
                  <a:pt x="83919" y="54067"/>
                </a:cubicBezTo>
                <a:moveTo>
                  <a:pt x="92618" y="32544"/>
                </a:moveTo>
                <a:cubicBezTo>
                  <a:pt x="92618" y="36437"/>
                  <a:pt x="93375" y="39288"/>
                  <a:pt x="94888" y="41096"/>
                </a:cubicBezTo>
                <a:cubicBezTo>
                  <a:pt x="96402" y="42904"/>
                  <a:pt x="98268" y="43808"/>
                  <a:pt x="100486" y="43808"/>
                </a:cubicBezTo>
                <a:cubicBezTo>
                  <a:pt x="102866" y="43808"/>
                  <a:pt x="104876" y="42881"/>
                  <a:pt x="106516" y="41027"/>
                </a:cubicBezTo>
                <a:cubicBezTo>
                  <a:pt x="108157" y="39173"/>
                  <a:pt x="108977" y="36426"/>
                  <a:pt x="108977" y="32787"/>
                </a:cubicBezTo>
                <a:cubicBezTo>
                  <a:pt x="108977" y="28986"/>
                  <a:pt x="108192" y="26164"/>
                  <a:pt x="106620" y="24321"/>
                </a:cubicBezTo>
                <a:cubicBezTo>
                  <a:pt x="105049" y="22479"/>
                  <a:pt x="103062" y="21557"/>
                  <a:pt x="100659" y="21557"/>
                </a:cubicBezTo>
                <a:cubicBezTo>
                  <a:pt x="98325" y="21557"/>
                  <a:pt x="96402" y="22461"/>
                  <a:pt x="94888" y="24270"/>
                </a:cubicBezTo>
                <a:cubicBezTo>
                  <a:pt x="93375" y="26078"/>
                  <a:pt x="92618" y="28836"/>
                  <a:pt x="92618" y="32544"/>
                </a:cubicBezTo>
                <a:close/>
                <a:moveTo>
                  <a:pt x="135476" y="26271"/>
                </a:moveTo>
                <a:lnTo>
                  <a:pt x="126638" y="24677"/>
                </a:lnTo>
                <a:cubicBezTo>
                  <a:pt x="127631" y="21072"/>
                  <a:pt x="129341" y="18403"/>
                  <a:pt x="131767" y="16671"/>
                </a:cubicBezTo>
                <a:cubicBezTo>
                  <a:pt x="134193" y="14938"/>
                  <a:pt x="137798" y="14071"/>
                  <a:pt x="142581" y="14071"/>
                </a:cubicBezTo>
                <a:cubicBezTo>
                  <a:pt x="146924" y="14071"/>
                  <a:pt x="150159" y="14585"/>
                  <a:pt x="152285" y="15614"/>
                </a:cubicBezTo>
                <a:cubicBezTo>
                  <a:pt x="154411" y="16642"/>
                  <a:pt x="155907" y="17947"/>
                  <a:pt x="156773" y="19530"/>
                </a:cubicBezTo>
                <a:cubicBezTo>
                  <a:pt x="157640" y="21113"/>
                  <a:pt x="158073" y="24018"/>
                  <a:pt x="158073" y="28247"/>
                </a:cubicBezTo>
                <a:lnTo>
                  <a:pt x="157969" y="39614"/>
                </a:lnTo>
                <a:cubicBezTo>
                  <a:pt x="157969" y="42849"/>
                  <a:pt x="158125" y="45235"/>
                  <a:pt x="158437" y="46771"/>
                </a:cubicBezTo>
                <a:cubicBezTo>
                  <a:pt x="158749" y="48308"/>
                  <a:pt x="159332" y="49954"/>
                  <a:pt x="160187" y="51710"/>
                </a:cubicBezTo>
                <a:lnTo>
                  <a:pt x="150552" y="51710"/>
                </a:lnTo>
                <a:cubicBezTo>
                  <a:pt x="150298" y="51063"/>
                  <a:pt x="149986" y="50104"/>
                  <a:pt x="149616" y="48834"/>
                </a:cubicBezTo>
                <a:cubicBezTo>
                  <a:pt x="149455" y="48256"/>
                  <a:pt x="149339" y="47875"/>
                  <a:pt x="149270" y="47690"/>
                </a:cubicBezTo>
                <a:cubicBezTo>
                  <a:pt x="147606" y="49307"/>
                  <a:pt x="145827" y="50520"/>
                  <a:pt x="143932" y="51329"/>
                </a:cubicBezTo>
                <a:cubicBezTo>
                  <a:pt x="142038" y="52138"/>
                  <a:pt x="140016" y="52542"/>
                  <a:pt x="137867" y="52542"/>
                </a:cubicBezTo>
                <a:cubicBezTo>
                  <a:pt x="134078" y="52542"/>
                  <a:pt x="131091" y="51518"/>
                  <a:pt x="128908" y="49470"/>
                </a:cubicBezTo>
                <a:cubicBezTo>
                  <a:pt x="126724" y="47423"/>
                  <a:pt x="125633" y="44834"/>
                  <a:pt x="125633" y="41705"/>
                </a:cubicBezTo>
                <a:cubicBezTo>
                  <a:pt x="125633" y="39634"/>
                  <a:pt x="126129" y="37788"/>
                  <a:pt x="127123" y="36166"/>
                </a:cubicBezTo>
                <a:cubicBezTo>
                  <a:pt x="128117" y="34544"/>
                  <a:pt x="129509" y="33301"/>
                  <a:pt x="131299" y="32438"/>
                </a:cubicBezTo>
                <a:cubicBezTo>
                  <a:pt x="133090" y="31575"/>
                  <a:pt x="135672" y="30822"/>
                  <a:pt x="139045" y="30178"/>
                </a:cubicBezTo>
                <a:cubicBezTo>
                  <a:pt x="143597" y="29326"/>
                  <a:pt x="146751" y="28532"/>
                  <a:pt x="148507" y="27796"/>
                </a:cubicBezTo>
                <a:lnTo>
                  <a:pt x="148507" y="26815"/>
                </a:lnTo>
                <a:cubicBezTo>
                  <a:pt x="148507" y="24922"/>
                  <a:pt x="148045" y="23573"/>
                  <a:pt x="147121" y="22767"/>
                </a:cubicBezTo>
                <a:cubicBezTo>
                  <a:pt x="146197" y="21961"/>
                  <a:pt x="144452" y="21557"/>
                  <a:pt x="141887" y="21557"/>
                </a:cubicBezTo>
                <a:cubicBezTo>
                  <a:pt x="140155" y="21557"/>
                  <a:pt x="138803" y="21906"/>
                  <a:pt x="137832" y="22604"/>
                </a:cubicBezTo>
                <a:cubicBezTo>
                  <a:pt x="136862" y="23301"/>
                  <a:pt x="136076" y="24523"/>
                  <a:pt x="135476" y="26271"/>
                </a:cubicBezTo>
                <a:moveTo>
                  <a:pt x="148507" y="34173"/>
                </a:moveTo>
                <a:cubicBezTo>
                  <a:pt x="147259" y="34584"/>
                  <a:pt x="145284" y="35075"/>
                  <a:pt x="142581" y="35646"/>
                </a:cubicBezTo>
                <a:cubicBezTo>
                  <a:pt x="139877" y="36217"/>
                  <a:pt x="138110" y="36776"/>
                  <a:pt x="137278" y="37324"/>
                </a:cubicBezTo>
                <a:cubicBezTo>
                  <a:pt x="136007" y="38214"/>
                  <a:pt x="135372" y="39344"/>
                  <a:pt x="135372" y="40714"/>
                </a:cubicBezTo>
                <a:cubicBezTo>
                  <a:pt x="135372" y="42061"/>
                  <a:pt x="135880" y="43226"/>
                  <a:pt x="136897" y="44208"/>
                </a:cubicBezTo>
                <a:cubicBezTo>
                  <a:pt x="137913" y="45189"/>
                  <a:pt x="139207" y="45680"/>
                  <a:pt x="140778" y="45680"/>
                </a:cubicBezTo>
                <a:cubicBezTo>
                  <a:pt x="142534" y="45680"/>
                  <a:pt x="144210" y="45109"/>
                  <a:pt x="145804" y="43967"/>
                </a:cubicBezTo>
                <a:cubicBezTo>
                  <a:pt x="146982" y="43100"/>
                  <a:pt x="147756" y="42038"/>
                  <a:pt x="148126" y="40782"/>
                </a:cubicBezTo>
                <a:cubicBezTo>
                  <a:pt x="148380" y="39960"/>
                  <a:pt x="148507" y="38397"/>
                  <a:pt x="148507" y="36091"/>
                </a:cubicBezTo>
                <a:lnTo>
                  <a:pt x="148507" y="34173"/>
                </a:lnTo>
                <a:close/>
                <a:moveTo>
                  <a:pt x="201111" y="51710"/>
                </a:moveTo>
                <a:lnTo>
                  <a:pt x="191372" y="51710"/>
                </a:lnTo>
                <a:lnTo>
                  <a:pt x="191372" y="32947"/>
                </a:lnTo>
                <a:cubicBezTo>
                  <a:pt x="191372" y="28977"/>
                  <a:pt x="191164" y="26410"/>
                  <a:pt x="190748" y="25244"/>
                </a:cubicBezTo>
                <a:cubicBezTo>
                  <a:pt x="190332" y="24079"/>
                  <a:pt x="189656" y="23173"/>
                  <a:pt x="188720" y="22527"/>
                </a:cubicBezTo>
                <a:cubicBezTo>
                  <a:pt x="187785" y="21881"/>
                  <a:pt x="186658" y="21557"/>
                  <a:pt x="185341" y="21557"/>
                </a:cubicBezTo>
                <a:cubicBezTo>
                  <a:pt x="183655" y="21557"/>
                  <a:pt x="182141" y="22019"/>
                  <a:pt x="180801" y="22943"/>
                </a:cubicBezTo>
                <a:cubicBezTo>
                  <a:pt x="179461" y="23866"/>
                  <a:pt x="178542" y="25089"/>
                  <a:pt x="178046" y="26612"/>
                </a:cubicBezTo>
                <a:cubicBezTo>
                  <a:pt x="177549" y="28135"/>
                  <a:pt x="177301" y="30951"/>
                  <a:pt x="177301" y="35059"/>
                </a:cubicBezTo>
                <a:lnTo>
                  <a:pt x="177301" y="51710"/>
                </a:lnTo>
                <a:lnTo>
                  <a:pt x="167562" y="51710"/>
                </a:lnTo>
                <a:lnTo>
                  <a:pt x="167562" y="14903"/>
                </a:lnTo>
                <a:lnTo>
                  <a:pt x="176607" y="14903"/>
                </a:lnTo>
                <a:lnTo>
                  <a:pt x="176607" y="20310"/>
                </a:lnTo>
                <a:cubicBezTo>
                  <a:pt x="179819" y="16151"/>
                  <a:pt x="183863" y="14071"/>
                  <a:pt x="188738" y="14071"/>
                </a:cubicBezTo>
                <a:cubicBezTo>
                  <a:pt x="190887" y="14071"/>
                  <a:pt x="192851" y="14458"/>
                  <a:pt x="194630" y="15232"/>
                </a:cubicBezTo>
                <a:cubicBezTo>
                  <a:pt x="196409" y="16006"/>
                  <a:pt x="197755" y="16994"/>
                  <a:pt x="198667" y="18196"/>
                </a:cubicBezTo>
                <a:cubicBezTo>
                  <a:pt x="199580" y="19397"/>
                  <a:pt x="200216" y="20760"/>
                  <a:pt x="200574" y="22285"/>
                </a:cubicBezTo>
                <a:cubicBezTo>
                  <a:pt x="200932" y="23810"/>
                  <a:pt x="201111" y="25994"/>
                  <a:pt x="201111" y="28836"/>
                </a:cubicBezTo>
                <a:lnTo>
                  <a:pt x="201111" y="51710"/>
                </a:lnTo>
                <a:close/>
                <a:moveTo>
                  <a:pt x="211007" y="9912"/>
                </a:moveTo>
                <a:lnTo>
                  <a:pt x="211007" y="901"/>
                </a:lnTo>
                <a:lnTo>
                  <a:pt x="220746" y="901"/>
                </a:lnTo>
                <a:lnTo>
                  <a:pt x="220746" y="9912"/>
                </a:lnTo>
                <a:lnTo>
                  <a:pt x="211007" y="9912"/>
                </a:lnTo>
                <a:moveTo>
                  <a:pt x="211007" y="51710"/>
                </a:moveTo>
                <a:lnTo>
                  <a:pt x="211007" y="14903"/>
                </a:lnTo>
                <a:lnTo>
                  <a:pt x="220746" y="14903"/>
                </a:lnTo>
                <a:lnTo>
                  <a:pt x="220746" y="51710"/>
                </a:lnTo>
                <a:lnTo>
                  <a:pt x="211007" y="51710"/>
                </a:lnTo>
                <a:close/>
                <a:moveTo>
                  <a:pt x="226808" y="51710"/>
                </a:moveTo>
                <a:lnTo>
                  <a:pt x="226808" y="44016"/>
                </a:lnTo>
                <a:lnTo>
                  <a:pt x="240602" y="28280"/>
                </a:lnTo>
                <a:cubicBezTo>
                  <a:pt x="242866" y="25709"/>
                  <a:pt x="244542" y="23884"/>
                  <a:pt x="245628" y="22805"/>
                </a:cubicBezTo>
                <a:cubicBezTo>
                  <a:pt x="244495" y="22875"/>
                  <a:pt x="243005" y="22921"/>
                  <a:pt x="241157" y="22944"/>
                </a:cubicBezTo>
                <a:lnTo>
                  <a:pt x="228160" y="23013"/>
                </a:lnTo>
                <a:lnTo>
                  <a:pt x="228160" y="14903"/>
                </a:lnTo>
                <a:lnTo>
                  <a:pt x="258590" y="14903"/>
                </a:lnTo>
                <a:lnTo>
                  <a:pt x="258590" y="21835"/>
                </a:lnTo>
                <a:lnTo>
                  <a:pt x="244519" y="37977"/>
                </a:lnTo>
                <a:lnTo>
                  <a:pt x="239562" y="43323"/>
                </a:lnTo>
                <a:cubicBezTo>
                  <a:pt x="242266" y="43184"/>
                  <a:pt x="243941" y="43115"/>
                  <a:pt x="244588" y="43115"/>
                </a:cubicBezTo>
                <a:lnTo>
                  <a:pt x="259664" y="43115"/>
                </a:lnTo>
                <a:lnTo>
                  <a:pt x="259664" y="51710"/>
                </a:lnTo>
                <a:lnTo>
                  <a:pt x="226808" y="51710"/>
                </a:lnTo>
                <a:close/>
                <a:moveTo>
                  <a:pt x="273493" y="26271"/>
                </a:moveTo>
                <a:lnTo>
                  <a:pt x="264655" y="24677"/>
                </a:lnTo>
                <a:cubicBezTo>
                  <a:pt x="265649" y="21072"/>
                  <a:pt x="267358" y="18403"/>
                  <a:pt x="269784" y="16671"/>
                </a:cubicBezTo>
                <a:cubicBezTo>
                  <a:pt x="272211" y="14938"/>
                  <a:pt x="275815" y="14071"/>
                  <a:pt x="280598" y="14071"/>
                </a:cubicBezTo>
                <a:cubicBezTo>
                  <a:pt x="284942" y="14071"/>
                  <a:pt x="288176" y="14585"/>
                  <a:pt x="290302" y="15614"/>
                </a:cubicBezTo>
                <a:cubicBezTo>
                  <a:pt x="292428" y="16642"/>
                  <a:pt x="293924" y="17947"/>
                  <a:pt x="294790" y="19530"/>
                </a:cubicBezTo>
                <a:cubicBezTo>
                  <a:pt x="295657" y="21113"/>
                  <a:pt x="296090" y="24018"/>
                  <a:pt x="296090" y="28247"/>
                </a:cubicBezTo>
                <a:lnTo>
                  <a:pt x="295986" y="39614"/>
                </a:lnTo>
                <a:cubicBezTo>
                  <a:pt x="295986" y="42849"/>
                  <a:pt x="296142" y="45235"/>
                  <a:pt x="296454" y="46771"/>
                </a:cubicBezTo>
                <a:cubicBezTo>
                  <a:pt x="296766" y="48308"/>
                  <a:pt x="297349" y="49954"/>
                  <a:pt x="298204" y="51710"/>
                </a:cubicBezTo>
                <a:lnTo>
                  <a:pt x="288569" y="51710"/>
                </a:lnTo>
                <a:cubicBezTo>
                  <a:pt x="288315" y="51063"/>
                  <a:pt x="288003" y="50104"/>
                  <a:pt x="287633" y="48834"/>
                </a:cubicBezTo>
                <a:cubicBezTo>
                  <a:pt x="287472" y="48256"/>
                  <a:pt x="287356" y="47875"/>
                  <a:pt x="287287" y="47690"/>
                </a:cubicBezTo>
                <a:cubicBezTo>
                  <a:pt x="285623" y="49307"/>
                  <a:pt x="283844" y="50520"/>
                  <a:pt x="281950" y="51329"/>
                </a:cubicBezTo>
                <a:cubicBezTo>
                  <a:pt x="280055" y="52138"/>
                  <a:pt x="278033" y="52542"/>
                  <a:pt x="275884" y="52542"/>
                </a:cubicBezTo>
                <a:cubicBezTo>
                  <a:pt x="272095" y="52542"/>
                  <a:pt x="269109" y="51518"/>
                  <a:pt x="266925" y="49470"/>
                </a:cubicBezTo>
                <a:cubicBezTo>
                  <a:pt x="264742" y="47423"/>
                  <a:pt x="263650" y="44834"/>
                  <a:pt x="263650" y="41705"/>
                </a:cubicBezTo>
                <a:cubicBezTo>
                  <a:pt x="263650" y="39634"/>
                  <a:pt x="264147" y="37788"/>
                  <a:pt x="265140" y="36166"/>
                </a:cubicBezTo>
                <a:cubicBezTo>
                  <a:pt x="266134" y="34544"/>
                  <a:pt x="267526" y="33301"/>
                  <a:pt x="269317" y="32438"/>
                </a:cubicBezTo>
                <a:cubicBezTo>
                  <a:pt x="271107" y="31575"/>
                  <a:pt x="273689" y="30822"/>
                  <a:pt x="277063" y="30178"/>
                </a:cubicBezTo>
                <a:cubicBezTo>
                  <a:pt x="281614" y="29326"/>
                  <a:pt x="284768" y="28532"/>
                  <a:pt x="286524" y="27796"/>
                </a:cubicBezTo>
                <a:lnTo>
                  <a:pt x="286524" y="26815"/>
                </a:lnTo>
                <a:cubicBezTo>
                  <a:pt x="286524" y="24922"/>
                  <a:pt x="286062" y="23573"/>
                  <a:pt x="285138" y="22767"/>
                </a:cubicBezTo>
                <a:cubicBezTo>
                  <a:pt x="284214" y="21961"/>
                  <a:pt x="282469" y="21557"/>
                  <a:pt x="279905" y="21557"/>
                </a:cubicBezTo>
                <a:cubicBezTo>
                  <a:pt x="278172" y="21557"/>
                  <a:pt x="276820" y="21906"/>
                  <a:pt x="275850" y="22604"/>
                </a:cubicBezTo>
                <a:cubicBezTo>
                  <a:pt x="274879" y="23301"/>
                  <a:pt x="274094" y="24523"/>
                  <a:pt x="273493" y="26271"/>
                </a:cubicBezTo>
                <a:moveTo>
                  <a:pt x="286524" y="34173"/>
                </a:moveTo>
                <a:cubicBezTo>
                  <a:pt x="285277" y="34584"/>
                  <a:pt x="283301" y="35075"/>
                  <a:pt x="280598" y="35646"/>
                </a:cubicBezTo>
                <a:cubicBezTo>
                  <a:pt x="277894" y="36217"/>
                  <a:pt x="276127" y="36776"/>
                  <a:pt x="275295" y="37324"/>
                </a:cubicBezTo>
                <a:cubicBezTo>
                  <a:pt x="274024" y="38214"/>
                  <a:pt x="273389" y="39344"/>
                  <a:pt x="273389" y="40714"/>
                </a:cubicBezTo>
                <a:cubicBezTo>
                  <a:pt x="273389" y="42061"/>
                  <a:pt x="273897" y="43226"/>
                  <a:pt x="274914" y="44208"/>
                </a:cubicBezTo>
                <a:cubicBezTo>
                  <a:pt x="275931" y="45189"/>
                  <a:pt x="277224" y="45680"/>
                  <a:pt x="278796" y="45680"/>
                </a:cubicBezTo>
                <a:cubicBezTo>
                  <a:pt x="280552" y="45680"/>
                  <a:pt x="282227" y="45109"/>
                  <a:pt x="283821" y="43967"/>
                </a:cubicBezTo>
                <a:cubicBezTo>
                  <a:pt x="284999" y="43100"/>
                  <a:pt x="285773" y="42038"/>
                  <a:pt x="286143" y="40782"/>
                </a:cubicBezTo>
                <a:cubicBezTo>
                  <a:pt x="286397" y="39960"/>
                  <a:pt x="286524" y="38397"/>
                  <a:pt x="286524" y="36091"/>
                </a:cubicBezTo>
                <a:lnTo>
                  <a:pt x="286524" y="34173"/>
                </a:lnTo>
                <a:close/>
                <a:moveTo>
                  <a:pt x="322526" y="14903"/>
                </a:moveTo>
                <a:lnTo>
                  <a:pt x="322526" y="22667"/>
                </a:lnTo>
                <a:lnTo>
                  <a:pt x="315872" y="22667"/>
                </a:lnTo>
                <a:lnTo>
                  <a:pt x="315872" y="37477"/>
                </a:lnTo>
                <a:cubicBezTo>
                  <a:pt x="315872" y="40476"/>
                  <a:pt x="315936" y="42224"/>
                  <a:pt x="316063" y="42720"/>
                </a:cubicBezTo>
                <a:cubicBezTo>
                  <a:pt x="316190" y="43215"/>
                  <a:pt x="316479" y="43624"/>
                  <a:pt x="316929" y="43948"/>
                </a:cubicBezTo>
                <a:cubicBezTo>
                  <a:pt x="317380" y="44271"/>
                  <a:pt x="317928" y="44432"/>
                  <a:pt x="318575" y="44432"/>
                </a:cubicBezTo>
                <a:cubicBezTo>
                  <a:pt x="319477" y="44432"/>
                  <a:pt x="320782" y="44120"/>
                  <a:pt x="322492" y="43496"/>
                </a:cubicBezTo>
                <a:lnTo>
                  <a:pt x="323324" y="51080"/>
                </a:lnTo>
                <a:cubicBezTo>
                  <a:pt x="321059" y="52055"/>
                  <a:pt x="318495" y="52542"/>
                  <a:pt x="315629" y="52542"/>
                </a:cubicBezTo>
                <a:cubicBezTo>
                  <a:pt x="313873" y="52542"/>
                  <a:pt x="312291" y="52247"/>
                  <a:pt x="310881" y="51658"/>
                </a:cubicBezTo>
                <a:cubicBezTo>
                  <a:pt x="309472" y="51069"/>
                  <a:pt x="308438" y="50307"/>
                  <a:pt x="307779" y="49371"/>
                </a:cubicBezTo>
                <a:cubicBezTo>
                  <a:pt x="307121" y="48435"/>
                  <a:pt x="306664" y="47170"/>
                  <a:pt x="306410" y="45576"/>
                </a:cubicBezTo>
                <a:cubicBezTo>
                  <a:pt x="306202" y="44444"/>
                  <a:pt x="306098" y="42156"/>
                  <a:pt x="306098" y="38713"/>
                </a:cubicBezTo>
                <a:lnTo>
                  <a:pt x="306098" y="22667"/>
                </a:lnTo>
                <a:lnTo>
                  <a:pt x="301627" y="22667"/>
                </a:lnTo>
                <a:lnTo>
                  <a:pt x="301627" y="14903"/>
                </a:lnTo>
                <a:lnTo>
                  <a:pt x="306098" y="14903"/>
                </a:lnTo>
                <a:lnTo>
                  <a:pt x="306098" y="7556"/>
                </a:lnTo>
                <a:lnTo>
                  <a:pt x="315872" y="1802"/>
                </a:lnTo>
                <a:lnTo>
                  <a:pt x="315872" y="14903"/>
                </a:lnTo>
                <a:lnTo>
                  <a:pt x="322526" y="14903"/>
                </a:lnTo>
                <a:close/>
                <a:moveTo>
                  <a:pt x="329308" y="9912"/>
                </a:moveTo>
                <a:lnTo>
                  <a:pt x="329308" y="901"/>
                </a:lnTo>
                <a:lnTo>
                  <a:pt x="339047" y="901"/>
                </a:lnTo>
                <a:lnTo>
                  <a:pt x="339047" y="9912"/>
                </a:lnTo>
                <a:lnTo>
                  <a:pt x="329308" y="9912"/>
                </a:lnTo>
                <a:moveTo>
                  <a:pt x="329308" y="51710"/>
                </a:moveTo>
                <a:lnTo>
                  <a:pt x="329308" y="14903"/>
                </a:lnTo>
                <a:lnTo>
                  <a:pt x="339047" y="14903"/>
                </a:lnTo>
                <a:lnTo>
                  <a:pt x="339047" y="51710"/>
                </a:lnTo>
                <a:lnTo>
                  <a:pt x="329308" y="51710"/>
                </a:lnTo>
                <a:close/>
                <a:moveTo>
                  <a:pt x="346772" y="32787"/>
                </a:moveTo>
                <a:cubicBezTo>
                  <a:pt x="346772" y="29552"/>
                  <a:pt x="347569" y="26421"/>
                  <a:pt x="349164" y="23394"/>
                </a:cubicBezTo>
                <a:cubicBezTo>
                  <a:pt x="350758" y="20368"/>
                  <a:pt x="353016" y="18057"/>
                  <a:pt x="355939" y="16463"/>
                </a:cubicBezTo>
                <a:cubicBezTo>
                  <a:pt x="358862" y="14868"/>
                  <a:pt x="362126" y="14071"/>
                  <a:pt x="365730" y="14071"/>
                </a:cubicBezTo>
                <a:cubicBezTo>
                  <a:pt x="371299" y="14071"/>
                  <a:pt x="375862" y="15879"/>
                  <a:pt x="379420" y="19495"/>
                </a:cubicBezTo>
                <a:cubicBezTo>
                  <a:pt x="382979" y="23111"/>
                  <a:pt x="384758" y="27680"/>
                  <a:pt x="384758" y="33203"/>
                </a:cubicBezTo>
                <a:cubicBezTo>
                  <a:pt x="384758" y="38771"/>
                  <a:pt x="382961" y="43386"/>
                  <a:pt x="379368" y="47049"/>
                </a:cubicBezTo>
                <a:cubicBezTo>
                  <a:pt x="375775" y="50711"/>
                  <a:pt x="371253" y="52542"/>
                  <a:pt x="365800" y="52542"/>
                </a:cubicBezTo>
                <a:cubicBezTo>
                  <a:pt x="362426" y="52542"/>
                  <a:pt x="359209" y="51780"/>
                  <a:pt x="356147" y="50255"/>
                </a:cubicBezTo>
                <a:cubicBezTo>
                  <a:pt x="353086" y="48730"/>
                  <a:pt x="350758" y="46494"/>
                  <a:pt x="349164" y="43548"/>
                </a:cubicBezTo>
                <a:cubicBezTo>
                  <a:pt x="347569" y="40602"/>
                  <a:pt x="346772" y="37015"/>
                  <a:pt x="346772" y="32787"/>
                </a:cubicBezTo>
                <a:moveTo>
                  <a:pt x="356754" y="33307"/>
                </a:moveTo>
                <a:cubicBezTo>
                  <a:pt x="356754" y="36946"/>
                  <a:pt x="357620" y="39733"/>
                  <a:pt x="359353" y="41668"/>
                </a:cubicBezTo>
                <a:cubicBezTo>
                  <a:pt x="361086" y="43603"/>
                  <a:pt x="363223" y="44571"/>
                  <a:pt x="365765" y="44571"/>
                </a:cubicBezTo>
                <a:cubicBezTo>
                  <a:pt x="368307" y="44571"/>
                  <a:pt x="370438" y="43603"/>
                  <a:pt x="372159" y="41668"/>
                </a:cubicBezTo>
                <a:cubicBezTo>
                  <a:pt x="373881" y="39733"/>
                  <a:pt x="374741" y="36923"/>
                  <a:pt x="374741" y="33237"/>
                </a:cubicBezTo>
                <a:cubicBezTo>
                  <a:pt x="374741" y="29644"/>
                  <a:pt x="373881" y="26880"/>
                  <a:pt x="372159" y="24945"/>
                </a:cubicBezTo>
                <a:cubicBezTo>
                  <a:pt x="370438" y="23010"/>
                  <a:pt x="368307" y="22043"/>
                  <a:pt x="365765" y="22043"/>
                </a:cubicBezTo>
                <a:cubicBezTo>
                  <a:pt x="363223" y="22043"/>
                  <a:pt x="361086" y="23010"/>
                  <a:pt x="359353" y="24945"/>
                </a:cubicBezTo>
                <a:cubicBezTo>
                  <a:pt x="357620" y="26880"/>
                  <a:pt x="356754" y="29668"/>
                  <a:pt x="356754" y="33307"/>
                </a:cubicBezTo>
                <a:close/>
                <a:moveTo>
                  <a:pt x="425882" y="51710"/>
                </a:moveTo>
                <a:lnTo>
                  <a:pt x="416143" y="51710"/>
                </a:lnTo>
                <a:lnTo>
                  <a:pt x="416143" y="32947"/>
                </a:lnTo>
                <a:cubicBezTo>
                  <a:pt x="416143" y="28977"/>
                  <a:pt x="415935" y="26410"/>
                  <a:pt x="415519" y="25244"/>
                </a:cubicBezTo>
                <a:cubicBezTo>
                  <a:pt x="415103" y="24079"/>
                  <a:pt x="414427" y="23173"/>
                  <a:pt x="413491" y="22527"/>
                </a:cubicBezTo>
                <a:cubicBezTo>
                  <a:pt x="412556" y="21881"/>
                  <a:pt x="411429" y="21557"/>
                  <a:pt x="410112" y="21557"/>
                </a:cubicBezTo>
                <a:cubicBezTo>
                  <a:pt x="408426" y="21557"/>
                  <a:pt x="406912" y="22019"/>
                  <a:pt x="405572" y="22943"/>
                </a:cubicBezTo>
                <a:cubicBezTo>
                  <a:pt x="404232" y="23866"/>
                  <a:pt x="403313" y="25089"/>
                  <a:pt x="402817" y="26612"/>
                </a:cubicBezTo>
                <a:cubicBezTo>
                  <a:pt x="402320" y="28135"/>
                  <a:pt x="402072" y="30951"/>
                  <a:pt x="402072" y="35059"/>
                </a:cubicBezTo>
                <a:lnTo>
                  <a:pt x="402072" y="51710"/>
                </a:lnTo>
                <a:lnTo>
                  <a:pt x="392333" y="51710"/>
                </a:lnTo>
                <a:lnTo>
                  <a:pt x="392333" y="14903"/>
                </a:lnTo>
                <a:lnTo>
                  <a:pt x="401378" y="14903"/>
                </a:lnTo>
                <a:lnTo>
                  <a:pt x="401378" y="20310"/>
                </a:lnTo>
                <a:cubicBezTo>
                  <a:pt x="404590" y="16151"/>
                  <a:pt x="408633" y="14071"/>
                  <a:pt x="413509" y="14071"/>
                </a:cubicBezTo>
                <a:cubicBezTo>
                  <a:pt x="415658" y="14071"/>
                  <a:pt x="417622" y="14458"/>
                  <a:pt x="419401" y="15232"/>
                </a:cubicBezTo>
                <a:cubicBezTo>
                  <a:pt x="421180" y="16006"/>
                  <a:pt x="422526" y="16994"/>
                  <a:pt x="423438" y="18196"/>
                </a:cubicBezTo>
                <a:cubicBezTo>
                  <a:pt x="424351" y="19397"/>
                  <a:pt x="424986" y="20760"/>
                  <a:pt x="425345" y="22285"/>
                </a:cubicBezTo>
                <a:cubicBezTo>
                  <a:pt x="425703" y="23810"/>
                  <a:pt x="425882" y="25994"/>
                  <a:pt x="425882" y="28836"/>
                </a:cubicBezTo>
                <a:lnTo>
                  <a:pt x="425882" y="51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1B62A-83D2-4154-8F3F-17577227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923" y="8605797"/>
            <a:ext cx="3063983" cy="11830"/>
          </a:xfrm>
          <a:custGeom xmlns:a="http://schemas.openxmlformats.org/drawingml/2006/main">
            <a:pathLst>
              <a:path w="3063983" h="11830">
                <a:moveTo>
                  <a:pt x="0" y="0"/>
                </a:moveTo>
                <a:lnTo>
                  <a:pt x="3063983" y="0"/>
                </a:lnTo>
                <a:lnTo>
                  <a:pt x="3063983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112667d024048"/>
          <a:stretch xmlns:a="http://schemas.openxmlformats.org/drawingml/2006/main"/>
        </p:blipFill>
        <p:spPr>
          <a:xfrm xmlns:a="http://schemas.openxmlformats.org/drawingml/2006/main">
            <a:off x="3646173" y="8602248"/>
            <a:ext cx="873726" cy="209384"/>
          </a:xfrm>
          <a:prstGeom xmlns:a="http://schemas.openxmlformats.org/drawingml/2006/main" prst="rect">
            <a:avLst/>
          </a:prstGeom>
        </p:spPr>
      </p:pic>
      <p:pic>
        <p:nvPicPr>
          <p:cNvPr id="1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9d343039949f5"/>
          <a:stretch xmlns:a="http://schemas.openxmlformats.org/drawingml/2006/main"/>
        </p:blipFill>
        <p:spPr>
          <a:xfrm xmlns:a="http://schemas.openxmlformats.org/drawingml/2006/main">
            <a:off x="3704695" y="8652234"/>
            <a:ext cx="346005" cy="116196"/>
          </a:xfrm>
          <a:prstGeom xmlns:a="http://schemas.openxmlformats.org/drawingml/2006/main" prst="rect">
            <a:avLst/>
          </a:prstGeom>
        </p:spPr>
      </p:pic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C7A89-E906-4114-876D-B9E9C441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1" y="1763296"/>
            <a:ext cx="3575443" cy="466254"/>
          </a:xfrm>
          <a:custGeom xmlns:a="http://schemas.openxmlformats.org/drawingml/2006/main">
            <a:pathLst>
              <a:path w="3575443" h="466254">
                <a:moveTo>
                  <a:pt x="3573708" y="0"/>
                </a:moveTo>
                <a:lnTo>
                  <a:pt x="3464170" y="13873"/>
                </a:lnTo>
                <a:lnTo>
                  <a:pt x="3465905" y="27564"/>
                </a:lnTo>
                <a:lnTo>
                  <a:pt x="3575443" y="13691"/>
                </a:lnTo>
                <a:lnTo>
                  <a:pt x="3573708" y="0"/>
                </a:lnTo>
                <a:close/>
                <a:moveTo>
                  <a:pt x="3423096" y="19070"/>
                </a:moveTo>
                <a:lnTo>
                  <a:pt x="3313558" y="32943"/>
                </a:lnTo>
                <a:lnTo>
                  <a:pt x="3315285" y="46634"/>
                </a:lnTo>
                <a:lnTo>
                  <a:pt x="3424823" y="32769"/>
                </a:lnTo>
                <a:lnTo>
                  <a:pt x="3423096" y="19070"/>
                </a:lnTo>
                <a:close/>
                <a:moveTo>
                  <a:pt x="3272476" y="38148"/>
                </a:moveTo>
                <a:lnTo>
                  <a:pt x="3162937" y="52021"/>
                </a:lnTo>
                <a:lnTo>
                  <a:pt x="3164672" y="65712"/>
                </a:lnTo>
                <a:lnTo>
                  <a:pt x="3274211" y="51839"/>
                </a:lnTo>
                <a:lnTo>
                  <a:pt x="3272476" y="38148"/>
                </a:lnTo>
                <a:close/>
                <a:moveTo>
                  <a:pt x="3121863" y="57218"/>
                </a:moveTo>
                <a:lnTo>
                  <a:pt x="3012325" y="71091"/>
                </a:lnTo>
                <a:lnTo>
                  <a:pt x="3014052" y="84782"/>
                </a:lnTo>
                <a:lnTo>
                  <a:pt x="3123591" y="70909"/>
                </a:lnTo>
                <a:lnTo>
                  <a:pt x="3121863" y="57218"/>
                </a:lnTo>
                <a:close/>
                <a:moveTo>
                  <a:pt x="2971243" y="76296"/>
                </a:moveTo>
                <a:lnTo>
                  <a:pt x="2861705" y="90169"/>
                </a:lnTo>
                <a:lnTo>
                  <a:pt x="2863440" y="103860"/>
                </a:lnTo>
                <a:lnTo>
                  <a:pt x="2972978" y="89987"/>
                </a:lnTo>
                <a:lnTo>
                  <a:pt x="2971243" y="76296"/>
                </a:lnTo>
                <a:close/>
                <a:moveTo>
                  <a:pt x="2820631" y="95366"/>
                </a:moveTo>
                <a:lnTo>
                  <a:pt x="2711093" y="109239"/>
                </a:lnTo>
                <a:lnTo>
                  <a:pt x="2712820" y="122930"/>
                </a:lnTo>
                <a:lnTo>
                  <a:pt x="2822366" y="109057"/>
                </a:lnTo>
                <a:lnTo>
                  <a:pt x="2820631" y="95366"/>
                </a:lnTo>
                <a:close/>
                <a:moveTo>
                  <a:pt x="2670011" y="114444"/>
                </a:moveTo>
                <a:lnTo>
                  <a:pt x="2560472" y="128317"/>
                </a:lnTo>
                <a:lnTo>
                  <a:pt x="2562207" y="142008"/>
                </a:lnTo>
                <a:lnTo>
                  <a:pt x="2671746" y="128135"/>
                </a:lnTo>
                <a:lnTo>
                  <a:pt x="2670011" y="114444"/>
                </a:lnTo>
                <a:close/>
                <a:moveTo>
                  <a:pt x="2519398" y="133514"/>
                </a:moveTo>
                <a:lnTo>
                  <a:pt x="2409860" y="147387"/>
                </a:lnTo>
                <a:lnTo>
                  <a:pt x="2411587" y="161078"/>
                </a:lnTo>
                <a:lnTo>
                  <a:pt x="2521134" y="147205"/>
                </a:lnTo>
                <a:lnTo>
                  <a:pt x="2519398" y="133514"/>
                </a:lnTo>
                <a:close/>
                <a:moveTo>
                  <a:pt x="2368778" y="152592"/>
                </a:moveTo>
                <a:lnTo>
                  <a:pt x="2259240" y="166457"/>
                </a:lnTo>
                <a:lnTo>
                  <a:pt x="2260975" y="180156"/>
                </a:lnTo>
                <a:lnTo>
                  <a:pt x="2370513" y="166283"/>
                </a:lnTo>
                <a:lnTo>
                  <a:pt x="2368778" y="152592"/>
                </a:lnTo>
                <a:close/>
                <a:moveTo>
                  <a:pt x="2218166" y="171662"/>
                </a:moveTo>
                <a:lnTo>
                  <a:pt x="2108628" y="185535"/>
                </a:lnTo>
                <a:lnTo>
                  <a:pt x="2110363" y="199226"/>
                </a:lnTo>
                <a:lnTo>
                  <a:pt x="2219901" y="185353"/>
                </a:lnTo>
                <a:lnTo>
                  <a:pt x="2218166" y="171662"/>
                </a:lnTo>
                <a:close/>
                <a:moveTo>
                  <a:pt x="2067546" y="190732"/>
                </a:moveTo>
                <a:lnTo>
                  <a:pt x="1958007" y="204605"/>
                </a:lnTo>
                <a:lnTo>
                  <a:pt x="1959742" y="218304"/>
                </a:lnTo>
                <a:lnTo>
                  <a:pt x="2069281" y="204431"/>
                </a:lnTo>
                <a:lnTo>
                  <a:pt x="2067546" y="190732"/>
                </a:lnTo>
                <a:close/>
                <a:moveTo>
                  <a:pt x="1916933" y="209810"/>
                </a:moveTo>
                <a:lnTo>
                  <a:pt x="1807395" y="223683"/>
                </a:lnTo>
                <a:lnTo>
                  <a:pt x="1809130" y="237374"/>
                </a:lnTo>
                <a:lnTo>
                  <a:pt x="1918668" y="223501"/>
                </a:lnTo>
                <a:lnTo>
                  <a:pt x="1916933" y="209810"/>
                </a:lnTo>
                <a:close/>
                <a:moveTo>
                  <a:pt x="1766313" y="228880"/>
                </a:moveTo>
                <a:lnTo>
                  <a:pt x="1656775" y="242753"/>
                </a:lnTo>
                <a:lnTo>
                  <a:pt x="1658510" y="256444"/>
                </a:lnTo>
                <a:lnTo>
                  <a:pt x="1768048" y="242579"/>
                </a:lnTo>
                <a:lnTo>
                  <a:pt x="1766313" y="228880"/>
                </a:lnTo>
                <a:close/>
                <a:moveTo>
                  <a:pt x="1615701" y="247958"/>
                </a:moveTo>
                <a:lnTo>
                  <a:pt x="1506163" y="261831"/>
                </a:lnTo>
                <a:lnTo>
                  <a:pt x="1507898" y="275522"/>
                </a:lnTo>
                <a:lnTo>
                  <a:pt x="1617436" y="261649"/>
                </a:lnTo>
                <a:lnTo>
                  <a:pt x="1615701" y="247958"/>
                </a:lnTo>
                <a:close/>
                <a:moveTo>
                  <a:pt x="1465081" y="267028"/>
                </a:moveTo>
                <a:lnTo>
                  <a:pt x="1355542" y="280901"/>
                </a:lnTo>
                <a:lnTo>
                  <a:pt x="1357277" y="294592"/>
                </a:lnTo>
                <a:lnTo>
                  <a:pt x="1466816" y="280719"/>
                </a:lnTo>
                <a:lnTo>
                  <a:pt x="1465081" y="267028"/>
                </a:lnTo>
                <a:close/>
                <a:moveTo>
                  <a:pt x="1314468" y="286106"/>
                </a:moveTo>
                <a:lnTo>
                  <a:pt x="1204930" y="299979"/>
                </a:lnTo>
                <a:lnTo>
                  <a:pt x="1206665" y="313670"/>
                </a:lnTo>
                <a:lnTo>
                  <a:pt x="1316203" y="299797"/>
                </a:lnTo>
                <a:lnTo>
                  <a:pt x="1314468" y="286106"/>
                </a:lnTo>
                <a:close/>
                <a:moveTo>
                  <a:pt x="1163848" y="305176"/>
                </a:moveTo>
                <a:lnTo>
                  <a:pt x="1054310" y="319049"/>
                </a:lnTo>
                <a:lnTo>
                  <a:pt x="1056045" y="332740"/>
                </a:lnTo>
                <a:lnTo>
                  <a:pt x="1165583" y="318867"/>
                </a:lnTo>
                <a:lnTo>
                  <a:pt x="1163848" y="305176"/>
                </a:lnTo>
                <a:close/>
                <a:moveTo>
                  <a:pt x="1013236" y="324254"/>
                </a:moveTo>
                <a:lnTo>
                  <a:pt x="903698" y="338126"/>
                </a:lnTo>
                <a:lnTo>
                  <a:pt x="905433" y="351818"/>
                </a:lnTo>
                <a:lnTo>
                  <a:pt x="1014971" y="337945"/>
                </a:lnTo>
                <a:lnTo>
                  <a:pt x="1013236" y="324254"/>
                </a:lnTo>
                <a:close/>
                <a:moveTo>
                  <a:pt x="862624" y="343324"/>
                </a:moveTo>
                <a:lnTo>
                  <a:pt x="753077" y="357197"/>
                </a:lnTo>
                <a:lnTo>
                  <a:pt x="754812" y="370888"/>
                </a:lnTo>
                <a:lnTo>
                  <a:pt x="864351" y="357015"/>
                </a:lnTo>
                <a:lnTo>
                  <a:pt x="862624" y="343324"/>
                </a:lnTo>
                <a:close/>
                <a:moveTo>
                  <a:pt x="712003" y="362402"/>
                </a:moveTo>
                <a:lnTo>
                  <a:pt x="602465" y="376267"/>
                </a:lnTo>
                <a:lnTo>
                  <a:pt x="604200" y="389966"/>
                </a:lnTo>
                <a:lnTo>
                  <a:pt x="713738" y="376093"/>
                </a:lnTo>
                <a:lnTo>
                  <a:pt x="712003" y="362402"/>
                </a:lnTo>
                <a:close/>
                <a:moveTo>
                  <a:pt x="561391" y="381472"/>
                </a:moveTo>
                <a:lnTo>
                  <a:pt x="451845" y="395344"/>
                </a:lnTo>
                <a:lnTo>
                  <a:pt x="453580" y="409036"/>
                </a:lnTo>
                <a:lnTo>
                  <a:pt x="563118" y="395163"/>
                </a:lnTo>
                <a:lnTo>
                  <a:pt x="561391" y="381472"/>
                </a:lnTo>
                <a:close/>
                <a:moveTo>
                  <a:pt x="410771" y="400550"/>
                </a:moveTo>
                <a:lnTo>
                  <a:pt x="301233" y="414415"/>
                </a:lnTo>
                <a:lnTo>
                  <a:pt x="302968" y="428114"/>
                </a:lnTo>
                <a:lnTo>
                  <a:pt x="412506" y="414241"/>
                </a:lnTo>
                <a:lnTo>
                  <a:pt x="410771" y="400550"/>
                </a:lnTo>
                <a:close/>
                <a:moveTo>
                  <a:pt x="260159" y="419620"/>
                </a:moveTo>
                <a:lnTo>
                  <a:pt x="150620" y="433492"/>
                </a:lnTo>
                <a:lnTo>
                  <a:pt x="152347" y="447184"/>
                </a:lnTo>
                <a:lnTo>
                  <a:pt x="261886" y="433311"/>
                </a:lnTo>
                <a:lnTo>
                  <a:pt x="260159" y="419620"/>
                </a:lnTo>
                <a:close/>
                <a:moveTo>
                  <a:pt x="109538" y="438690"/>
                </a:moveTo>
                <a:lnTo>
                  <a:pt x="0" y="452563"/>
                </a:lnTo>
                <a:lnTo>
                  <a:pt x="1735" y="466254"/>
                </a:lnTo>
                <a:lnTo>
                  <a:pt x="111273" y="452389"/>
                </a:lnTo>
                <a:lnTo>
                  <a:pt x="109538" y="438690"/>
                </a:lnTo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73651-341E-492A-AE77-EC66A303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32" y="1755552"/>
            <a:ext cx="1848359" cy="462949"/>
          </a:xfrm>
          <a:custGeom xmlns:a="http://schemas.openxmlformats.org/drawingml/2006/main">
            <a:pathLst>
              <a:path w="1848359" h="462949">
                <a:moveTo>
                  <a:pt x="1845093" y="462949"/>
                </a:moveTo>
                <a:lnTo>
                  <a:pt x="1737819" y="436813"/>
                </a:lnTo>
                <a:lnTo>
                  <a:pt x="1741084" y="423405"/>
                </a:lnTo>
                <a:lnTo>
                  <a:pt x="1848359" y="449542"/>
                </a:lnTo>
                <a:lnTo>
                  <a:pt x="1845093" y="462949"/>
                </a:lnTo>
                <a:close/>
                <a:moveTo>
                  <a:pt x="1697589" y="427010"/>
                </a:moveTo>
                <a:lnTo>
                  <a:pt x="1590314" y="400873"/>
                </a:lnTo>
                <a:lnTo>
                  <a:pt x="1593579" y="387466"/>
                </a:lnTo>
                <a:lnTo>
                  <a:pt x="1700854" y="413602"/>
                </a:lnTo>
                <a:lnTo>
                  <a:pt x="1697589" y="427010"/>
                </a:lnTo>
                <a:close/>
                <a:moveTo>
                  <a:pt x="1550084" y="391070"/>
                </a:moveTo>
                <a:lnTo>
                  <a:pt x="1442809" y="364933"/>
                </a:lnTo>
                <a:lnTo>
                  <a:pt x="1446074" y="351526"/>
                </a:lnTo>
                <a:lnTo>
                  <a:pt x="1553349" y="377663"/>
                </a:lnTo>
                <a:lnTo>
                  <a:pt x="1550084" y="391070"/>
                </a:lnTo>
                <a:close/>
                <a:moveTo>
                  <a:pt x="1402579" y="355138"/>
                </a:moveTo>
                <a:lnTo>
                  <a:pt x="1295304" y="329002"/>
                </a:lnTo>
                <a:lnTo>
                  <a:pt x="1298569" y="315586"/>
                </a:lnTo>
                <a:lnTo>
                  <a:pt x="1405844" y="341723"/>
                </a:lnTo>
                <a:lnTo>
                  <a:pt x="1402579" y="355138"/>
                </a:lnTo>
                <a:close/>
                <a:moveTo>
                  <a:pt x="1255074" y="319198"/>
                </a:moveTo>
                <a:lnTo>
                  <a:pt x="1147799" y="293062"/>
                </a:lnTo>
                <a:lnTo>
                  <a:pt x="1151064" y="279654"/>
                </a:lnTo>
                <a:lnTo>
                  <a:pt x="1258347" y="305791"/>
                </a:lnTo>
                <a:lnTo>
                  <a:pt x="1255074" y="319198"/>
                </a:lnTo>
                <a:close/>
                <a:moveTo>
                  <a:pt x="1107569" y="283259"/>
                </a:moveTo>
                <a:lnTo>
                  <a:pt x="1000294" y="257122"/>
                </a:lnTo>
                <a:lnTo>
                  <a:pt x="1003567" y="243715"/>
                </a:lnTo>
                <a:lnTo>
                  <a:pt x="1110842" y="269851"/>
                </a:lnTo>
                <a:lnTo>
                  <a:pt x="1107569" y="283259"/>
                </a:lnTo>
                <a:close/>
                <a:moveTo>
                  <a:pt x="960072" y="247319"/>
                </a:moveTo>
                <a:lnTo>
                  <a:pt x="852789" y="221183"/>
                </a:lnTo>
                <a:lnTo>
                  <a:pt x="856062" y="207775"/>
                </a:lnTo>
                <a:lnTo>
                  <a:pt x="963337" y="233912"/>
                </a:lnTo>
                <a:lnTo>
                  <a:pt x="960072" y="247319"/>
                </a:lnTo>
                <a:close/>
                <a:moveTo>
                  <a:pt x="812567" y="211379"/>
                </a:moveTo>
                <a:lnTo>
                  <a:pt x="705292" y="185243"/>
                </a:lnTo>
                <a:lnTo>
                  <a:pt x="708557" y="171835"/>
                </a:lnTo>
                <a:lnTo>
                  <a:pt x="815832" y="197972"/>
                </a:lnTo>
                <a:lnTo>
                  <a:pt x="812567" y="211379"/>
                </a:lnTo>
                <a:close/>
                <a:moveTo>
                  <a:pt x="665062" y="175448"/>
                </a:moveTo>
                <a:lnTo>
                  <a:pt x="557787" y="149311"/>
                </a:lnTo>
                <a:lnTo>
                  <a:pt x="561052" y="135896"/>
                </a:lnTo>
                <a:lnTo>
                  <a:pt x="668327" y="162032"/>
                </a:lnTo>
                <a:lnTo>
                  <a:pt x="665062" y="175448"/>
                </a:lnTo>
                <a:close/>
                <a:moveTo>
                  <a:pt x="517557" y="139508"/>
                </a:moveTo>
                <a:lnTo>
                  <a:pt x="410282" y="113371"/>
                </a:lnTo>
                <a:lnTo>
                  <a:pt x="413547" y="99964"/>
                </a:lnTo>
                <a:lnTo>
                  <a:pt x="520822" y="126100"/>
                </a:lnTo>
                <a:lnTo>
                  <a:pt x="517557" y="139508"/>
                </a:lnTo>
                <a:close/>
                <a:moveTo>
                  <a:pt x="370052" y="103568"/>
                </a:moveTo>
                <a:lnTo>
                  <a:pt x="262777" y="77432"/>
                </a:lnTo>
                <a:lnTo>
                  <a:pt x="266042" y="64024"/>
                </a:lnTo>
                <a:lnTo>
                  <a:pt x="373317" y="90161"/>
                </a:lnTo>
                <a:lnTo>
                  <a:pt x="370052" y="103568"/>
                </a:lnTo>
                <a:close/>
                <a:moveTo>
                  <a:pt x="222547" y="67628"/>
                </a:moveTo>
                <a:lnTo>
                  <a:pt x="115272" y="41492"/>
                </a:lnTo>
                <a:lnTo>
                  <a:pt x="118537" y="28085"/>
                </a:lnTo>
                <a:lnTo>
                  <a:pt x="225812" y="54221"/>
                </a:lnTo>
                <a:lnTo>
                  <a:pt x="222547" y="67628"/>
                </a:lnTo>
                <a:close/>
                <a:moveTo>
                  <a:pt x="75042" y="31689"/>
                </a:moveTo>
                <a:lnTo>
                  <a:pt x="0" y="13407"/>
                </a:lnTo>
                <a:lnTo>
                  <a:pt x="3265" y="0"/>
                </a:lnTo>
                <a:lnTo>
                  <a:pt x="78307" y="18281"/>
                </a:lnTo>
                <a:lnTo>
                  <a:pt x="75042" y="31689"/>
                </a:lnTo>
              </a:path>
            </a:pathLst>
          </a:custGeom>
          <a:solidFill xmlns:a="http://schemas.openxmlformats.org/drawingml/2006/main">
            <a:srgbClr val="2020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3a09645104859"/>
          <a:stretch xmlns:a="http://schemas.openxmlformats.org/drawingml/2006/main"/>
        </p:blipFill>
        <p:spPr>
          <a:xfrm xmlns:a="http://schemas.openxmlformats.org/drawingml/2006/main">
            <a:off x="977640" y="3121738"/>
            <a:ext cx="1785533" cy="266150"/>
          </a:xfrm>
          <a:prstGeom xmlns:a="http://schemas.openxmlformats.org/drawingml/2006/main" prst="rect">
            <a:avLst/>
          </a:prstGeom>
        </p:spPr>
      </p:pic>
      <p:pic>
        <p:nvPicPr>
          <p:cNvPr id="1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97bf6fcba49fd"/>
          <a:stretch xmlns:a="http://schemas.openxmlformats.org/drawingml/2006/main"/>
        </p:blipFill>
        <p:spPr>
          <a:xfrm xmlns:a="http://schemas.openxmlformats.org/drawingml/2006/main">
            <a:off x="1583567" y="3165780"/>
            <a:ext cx="193926" cy="106013"/>
          </a:xfrm>
          <a:prstGeom xmlns:a="http://schemas.openxmlformats.org/drawingml/2006/main" prst="rect">
            <a:avLst/>
          </a:prstGeom>
        </p:spPr>
      </p:pic>
      <p:pic>
        <p:nvPicPr>
          <p:cNvPr id="1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628ff0b044f09"/>
          <a:stretch xmlns:a="http://schemas.openxmlformats.org/drawingml/2006/main"/>
        </p:blipFill>
        <p:spPr>
          <a:xfrm xmlns:a="http://schemas.openxmlformats.org/drawingml/2006/main">
            <a:off x="1773211" y="3165675"/>
            <a:ext cx="402726" cy="90355"/>
          </a:xfrm>
          <a:prstGeom xmlns:a="http://schemas.openxmlformats.org/drawingml/2006/main" prst="rect">
            <a:avLst/>
          </a:prstGeom>
        </p:spPr>
      </p:pic>
      <p:pic>
        <p:nvPicPr>
          <p:cNvPr id="1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eb149c75c413a"/>
          <a:stretch xmlns:a="http://schemas.openxmlformats.org/drawingml/2006/main"/>
        </p:blipFill>
        <p:spPr>
          <a:xfrm xmlns:a="http://schemas.openxmlformats.org/drawingml/2006/main">
            <a:off x="1680492" y="3260421"/>
            <a:ext cx="393024" cy="106013"/>
          </a:xfrm>
          <a:prstGeom xmlns:a="http://schemas.openxmlformats.org/drawingml/2006/main" prst="rect">
            <a:avLst/>
          </a:prstGeom>
        </p:spPr>
      </p:pic>
      <p:pic>
        <p:nvPicPr>
          <p:cNvPr id="1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184c776c84a79"/>
          <a:stretch xmlns:a="http://schemas.openxmlformats.org/drawingml/2006/main"/>
        </p:blipFill>
        <p:spPr>
          <a:xfrm xmlns:a="http://schemas.openxmlformats.org/drawingml/2006/main">
            <a:off x="926771" y="4671958"/>
            <a:ext cx="1785533" cy="170543"/>
          </a:xfrm>
          <a:prstGeom xmlns:a="http://schemas.openxmlformats.org/drawingml/2006/main" prst="rect">
            <a:avLst/>
          </a:prstGeom>
        </p:spPr>
      </p:pic>
      <p:pic>
        <p:nvPicPr>
          <p:cNvPr id="1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ea6fd9ae049b7"/>
          <a:stretch xmlns:a="http://schemas.openxmlformats.org/drawingml/2006/main"/>
        </p:blipFill>
        <p:spPr>
          <a:xfrm xmlns:a="http://schemas.openxmlformats.org/drawingml/2006/main">
            <a:off x="1407387" y="4730637"/>
            <a:ext cx="124996" cy="75519"/>
          </a:xfrm>
          <a:prstGeom xmlns:a="http://schemas.openxmlformats.org/drawingml/2006/main" prst="rect">
            <a:avLst/>
          </a:prstGeom>
        </p:spPr>
      </p:pic>
      <p:pic>
        <p:nvPicPr>
          <p:cNvPr id="1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ddd875ae84f6d"/>
          <a:stretch xmlns:a="http://schemas.openxmlformats.org/drawingml/2006/main"/>
        </p:blipFill>
        <p:spPr>
          <a:xfrm xmlns:a="http://schemas.openxmlformats.org/drawingml/2006/main">
            <a:off x="1527697" y="4715911"/>
            <a:ext cx="721406" cy="106013"/>
          </a:xfrm>
          <a:prstGeom xmlns:a="http://schemas.openxmlformats.org/drawingml/2006/main" prst="rect">
            <a:avLst/>
          </a:prstGeom>
        </p:spPr>
      </p:pic>
      <p:sp>
        <p:nvSpPr>
          <p:cNvPr id="578" name="Text (I)">
            <a:extLst xmlns:a="http://schemas.openxmlformats.org/drawingml/2006/main">
              <a:ext uri="{FF2B5EF4-FFF2-40B4-BE49-F238E27FC236}">
                <a16:creationId xmlns:a16="http://schemas.microsoft.com/office/drawing/2014/main" id="{2E34992B-0CAC-4D2D-91EC-5743137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012" y="534534"/>
            <a:ext cx="147896" cy="118176"/>
          </a:xfrm>
          <a:custGeom xmlns:a="http://schemas.openxmlformats.org/drawingml/2006/main">
            <a:pathLst>
              <a:path w="147896" h="118176">
                <a:moveTo>
                  <a:pt x="31080" y="118176"/>
                </a:moveTo>
                <a:lnTo>
                  <a:pt x="19225" y="118176"/>
                </a:lnTo>
                <a:cubicBezTo>
                  <a:pt x="12960" y="108707"/>
                  <a:pt x="8190" y="98869"/>
                  <a:pt x="4914" y="88663"/>
                </a:cubicBezTo>
                <a:cubicBezTo>
                  <a:pt x="1638" y="78457"/>
                  <a:pt x="0" y="68578"/>
                  <a:pt x="0" y="59027"/>
                </a:cubicBezTo>
                <a:cubicBezTo>
                  <a:pt x="0" y="47180"/>
                  <a:pt x="2027" y="35969"/>
                  <a:pt x="6081" y="25394"/>
                </a:cubicBezTo>
                <a:cubicBezTo>
                  <a:pt x="9602" y="16212"/>
                  <a:pt x="14066" y="7747"/>
                  <a:pt x="19471" y="0"/>
                </a:cubicBezTo>
                <a:lnTo>
                  <a:pt x="31264" y="0"/>
                </a:lnTo>
                <a:cubicBezTo>
                  <a:pt x="25654" y="12420"/>
                  <a:pt x="21795" y="22985"/>
                  <a:pt x="19686" y="31696"/>
                </a:cubicBezTo>
                <a:cubicBezTo>
                  <a:pt x="17577" y="40406"/>
                  <a:pt x="16523" y="49639"/>
                  <a:pt x="16523" y="59395"/>
                </a:cubicBezTo>
                <a:cubicBezTo>
                  <a:pt x="16523" y="66119"/>
                  <a:pt x="17147" y="73006"/>
                  <a:pt x="18396" y="80056"/>
                </a:cubicBezTo>
                <a:cubicBezTo>
                  <a:pt x="19645" y="87106"/>
                  <a:pt x="21354" y="93807"/>
                  <a:pt x="23525" y="100161"/>
                </a:cubicBezTo>
                <a:cubicBezTo>
                  <a:pt x="24958" y="104342"/>
                  <a:pt x="27476" y="110348"/>
                  <a:pt x="31080" y="118176"/>
                </a:cubicBezTo>
                <a:close/>
                <a:moveTo>
                  <a:pt x="65121" y="91642"/>
                </a:moveTo>
                <a:lnTo>
                  <a:pt x="65121" y="1597"/>
                </a:lnTo>
                <a:lnTo>
                  <a:pt x="83302" y="1597"/>
                </a:lnTo>
                <a:lnTo>
                  <a:pt x="83302" y="91642"/>
                </a:lnTo>
                <a:lnTo>
                  <a:pt x="65121" y="91642"/>
                </a:lnTo>
                <a:close/>
                <a:moveTo>
                  <a:pt x="116755" y="118176"/>
                </a:moveTo>
                <a:cubicBezTo>
                  <a:pt x="120154" y="110880"/>
                  <a:pt x="122549" y="105285"/>
                  <a:pt x="123942" y="101391"/>
                </a:cubicBezTo>
                <a:cubicBezTo>
                  <a:pt x="125334" y="97497"/>
                  <a:pt x="126624" y="93009"/>
                  <a:pt x="127811" y="87926"/>
                </a:cubicBezTo>
                <a:cubicBezTo>
                  <a:pt x="128999" y="82842"/>
                  <a:pt x="129879" y="78015"/>
                  <a:pt x="130452" y="73446"/>
                </a:cubicBezTo>
                <a:cubicBezTo>
                  <a:pt x="131026" y="68875"/>
                  <a:pt x="131312" y="64191"/>
                  <a:pt x="131312" y="59395"/>
                </a:cubicBezTo>
                <a:cubicBezTo>
                  <a:pt x="131312" y="49639"/>
                  <a:pt x="130268" y="40406"/>
                  <a:pt x="128180" y="31696"/>
                </a:cubicBezTo>
                <a:cubicBezTo>
                  <a:pt x="126091" y="22985"/>
                  <a:pt x="122242" y="12420"/>
                  <a:pt x="116632" y="0"/>
                </a:cubicBezTo>
                <a:lnTo>
                  <a:pt x="128364" y="0"/>
                </a:lnTo>
                <a:cubicBezTo>
                  <a:pt x="134547" y="8813"/>
                  <a:pt x="139348" y="18159"/>
                  <a:pt x="142768" y="28037"/>
                </a:cubicBezTo>
                <a:cubicBezTo>
                  <a:pt x="146187" y="37916"/>
                  <a:pt x="147896" y="47938"/>
                  <a:pt x="147896" y="58104"/>
                </a:cubicBezTo>
                <a:cubicBezTo>
                  <a:pt x="147896" y="66671"/>
                  <a:pt x="146545" y="75853"/>
                  <a:pt x="143842" y="85650"/>
                </a:cubicBezTo>
                <a:cubicBezTo>
                  <a:pt x="140771" y="96635"/>
                  <a:pt x="135714" y="107477"/>
                  <a:pt x="128671" y="118176"/>
                </a:cubicBezTo>
                <a:lnTo>
                  <a:pt x="116755" y="118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9" name="Text (II)">
            <a:extLst xmlns:a="http://schemas.openxmlformats.org/drawingml/2006/main">
              <a:ext uri="{FF2B5EF4-FFF2-40B4-BE49-F238E27FC236}">
                <a16:creationId xmlns:a16="http://schemas.microsoft.com/office/drawing/2014/main" id="{988D631D-84E3-4AC2-8217-4FD035F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940" y="534534"/>
            <a:ext cx="147896" cy="118176"/>
          </a:xfrm>
          <a:custGeom xmlns:a="http://schemas.openxmlformats.org/drawingml/2006/main">
            <a:pathLst>
              <a:path w="147896" h="118176">
                <a:moveTo>
                  <a:pt x="31080" y="118176"/>
                </a:moveTo>
                <a:lnTo>
                  <a:pt x="19225" y="118176"/>
                </a:lnTo>
                <a:cubicBezTo>
                  <a:pt x="12960" y="108707"/>
                  <a:pt x="8190" y="98869"/>
                  <a:pt x="4914" y="88663"/>
                </a:cubicBezTo>
                <a:cubicBezTo>
                  <a:pt x="1638" y="78457"/>
                  <a:pt x="0" y="68578"/>
                  <a:pt x="0" y="59027"/>
                </a:cubicBezTo>
                <a:cubicBezTo>
                  <a:pt x="0" y="47180"/>
                  <a:pt x="2027" y="35969"/>
                  <a:pt x="6081" y="25394"/>
                </a:cubicBezTo>
                <a:cubicBezTo>
                  <a:pt x="9602" y="16212"/>
                  <a:pt x="14066" y="7747"/>
                  <a:pt x="19471" y="0"/>
                </a:cubicBezTo>
                <a:lnTo>
                  <a:pt x="31264" y="0"/>
                </a:lnTo>
                <a:cubicBezTo>
                  <a:pt x="25654" y="12420"/>
                  <a:pt x="21795" y="22985"/>
                  <a:pt x="19686" y="31696"/>
                </a:cubicBezTo>
                <a:cubicBezTo>
                  <a:pt x="17577" y="40406"/>
                  <a:pt x="16523" y="49639"/>
                  <a:pt x="16523" y="59395"/>
                </a:cubicBezTo>
                <a:cubicBezTo>
                  <a:pt x="16523" y="66119"/>
                  <a:pt x="17147" y="73006"/>
                  <a:pt x="18396" y="80056"/>
                </a:cubicBezTo>
                <a:cubicBezTo>
                  <a:pt x="19645" y="87106"/>
                  <a:pt x="21354" y="93807"/>
                  <a:pt x="23525" y="100161"/>
                </a:cubicBezTo>
                <a:cubicBezTo>
                  <a:pt x="24958" y="104342"/>
                  <a:pt x="27476" y="110348"/>
                  <a:pt x="31080" y="118176"/>
                </a:cubicBezTo>
                <a:close/>
                <a:moveTo>
                  <a:pt x="46192" y="91642"/>
                </a:moveTo>
                <a:lnTo>
                  <a:pt x="46192" y="1597"/>
                </a:lnTo>
                <a:lnTo>
                  <a:pt x="64373" y="1597"/>
                </a:lnTo>
                <a:lnTo>
                  <a:pt x="64373" y="91642"/>
                </a:lnTo>
                <a:lnTo>
                  <a:pt x="46192" y="91642"/>
                </a:lnTo>
                <a:close/>
                <a:moveTo>
                  <a:pt x="83654" y="91642"/>
                </a:moveTo>
                <a:lnTo>
                  <a:pt x="83654" y="1597"/>
                </a:lnTo>
                <a:lnTo>
                  <a:pt x="101835" y="1597"/>
                </a:lnTo>
                <a:lnTo>
                  <a:pt x="101835" y="91642"/>
                </a:lnTo>
                <a:lnTo>
                  <a:pt x="83654" y="91642"/>
                </a:lnTo>
                <a:close/>
                <a:moveTo>
                  <a:pt x="116755" y="118176"/>
                </a:moveTo>
                <a:cubicBezTo>
                  <a:pt x="120154" y="110880"/>
                  <a:pt x="122549" y="105285"/>
                  <a:pt x="123942" y="101391"/>
                </a:cubicBezTo>
                <a:cubicBezTo>
                  <a:pt x="125334" y="97497"/>
                  <a:pt x="126624" y="93009"/>
                  <a:pt x="127811" y="87926"/>
                </a:cubicBezTo>
                <a:cubicBezTo>
                  <a:pt x="128999" y="82842"/>
                  <a:pt x="129879" y="78015"/>
                  <a:pt x="130452" y="73446"/>
                </a:cubicBezTo>
                <a:cubicBezTo>
                  <a:pt x="131026" y="68875"/>
                  <a:pt x="131312" y="64191"/>
                  <a:pt x="131312" y="59395"/>
                </a:cubicBezTo>
                <a:cubicBezTo>
                  <a:pt x="131312" y="49639"/>
                  <a:pt x="130268" y="40406"/>
                  <a:pt x="128180" y="31696"/>
                </a:cubicBezTo>
                <a:cubicBezTo>
                  <a:pt x="126091" y="22985"/>
                  <a:pt x="122242" y="12420"/>
                  <a:pt x="116632" y="0"/>
                </a:cubicBezTo>
                <a:lnTo>
                  <a:pt x="128364" y="0"/>
                </a:lnTo>
                <a:cubicBezTo>
                  <a:pt x="134547" y="8813"/>
                  <a:pt x="139348" y="18159"/>
                  <a:pt x="142767" y="28037"/>
                </a:cubicBezTo>
                <a:cubicBezTo>
                  <a:pt x="146187" y="37916"/>
                  <a:pt x="147896" y="47938"/>
                  <a:pt x="147896" y="58104"/>
                </a:cubicBezTo>
                <a:cubicBezTo>
                  <a:pt x="147896" y="66671"/>
                  <a:pt x="146545" y="75853"/>
                  <a:pt x="143842" y="85650"/>
                </a:cubicBezTo>
                <a:cubicBezTo>
                  <a:pt x="140771" y="96635"/>
                  <a:pt x="135714" y="107477"/>
                  <a:pt x="128671" y="118176"/>
                </a:cubicBezTo>
                <a:lnTo>
                  <a:pt x="116755" y="118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982489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2026-09-08T02:03:58.0080000Z</dcterms:created>
  <dcterms:modified xsi:type="dcterms:W3CDTF">2026-09-08T02:03:58.0080000Z</dcterms:modified>
</coreProperties>
</file>